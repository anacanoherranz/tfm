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  <p:sldMasterId id="2147483661" r:id="rId2"/>
  </p:sldMasterIdLst>
  <p:notesMasterIdLst>
    <p:notesMasterId r:id="rId44"/>
  </p:notesMasterIdLst>
  <p:sldIdLst>
    <p:sldId id="256" r:id="rId3"/>
    <p:sldId id="290" r:id="rId4"/>
    <p:sldId id="291" r:id="rId5"/>
    <p:sldId id="292" r:id="rId6"/>
    <p:sldId id="298" r:id="rId7"/>
    <p:sldId id="299" r:id="rId8"/>
    <p:sldId id="300" r:id="rId9"/>
    <p:sldId id="301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  <p:sldId id="284" r:id="rId38"/>
    <p:sldId id="285" r:id="rId39"/>
    <p:sldId id="286" r:id="rId40"/>
    <p:sldId id="287" r:id="rId41"/>
    <p:sldId id="288" r:id="rId42"/>
    <p:sldId id="289" r:id="rId43"/>
  </p:sldIdLst>
  <p:sldSz cx="9144000" cy="5143500" type="screen16x9"/>
  <p:notesSz cx="6858000" cy="9144000"/>
  <p:embeddedFontLst>
    <p:embeddedFont>
      <p:font typeface="Roboto Medium" panose="020B0604020202020204" charset="0"/>
      <p:regular r:id="rId45"/>
      <p:bold r:id="rId46"/>
      <p:italic r:id="rId47"/>
      <p:boldItalic r:id="rId48"/>
    </p:embeddedFont>
    <p:embeddedFont>
      <p:font typeface="Fira Sans Extra Condensed Medium" panose="020B0604020202020204" charset="0"/>
      <p:regular r:id="rId49"/>
      <p:bold r:id="rId50"/>
      <p:italic r:id="rId51"/>
      <p:boldItalic r:id="rId52"/>
    </p:embeddedFont>
    <p:embeddedFont>
      <p:font typeface="Roboto" panose="020B0604020202020204" charset="0"/>
      <p:regular r:id="rId53"/>
      <p:bold r:id="rId54"/>
      <p:italic r:id="rId55"/>
      <p:boldItalic r:id="rId56"/>
    </p:embeddedFont>
    <p:embeddedFont>
      <p:font typeface="Proxima Nova" panose="020B0604020202020204" charset="0"/>
      <p:regular r:id="rId57"/>
      <p:bold r:id="rId58"/>
      <p:italic r:id="rId59"/>
      <p:boldItalic r:id="rId60"/>
    </p:embeddedFont>
    <p:embeddedFont>
      <p:font typeface="Fira Sans Extra Condensed Light" panose="020B0604020202020204" charset="0"/>
      <p:regular r:id="rId61"/>
      <p:bold r:id="rId62"/>
      <p:italic r:id="rId63"/>
      <p:boldItalic r:id="rId64"/>
    </p:embeddedFont>
    <p:embeddedFont>
      <p:font typeface="Proxima Nova Semibold" panose="020B0604020202020204" charset="0"/>
      <p:regular r:id="rId65"/>
      <p:bold r:id="rId66"/>
      <p:boldItalic r:id="rId67"/>
    </p:embeddedFont>
    <p:embeddedFont>
      <p:font typeface="Fira Sans Extra Condensed" panose="020B0604020202020204" charset="0"/>
      <p:regular r:id="rId68"/>
      <p:bold r:id="rId69"/>
      <p:italic r:id="rId70"/>
      <p:boldItalic r:id="rId71"/>
    </p:embeddedFont>
    <p:embeddedFont>
      <p:font typeface="Poppins" panose="020B0604020202020204" charset="0"/>
      <p:regular r:id="rId72"/>
      <p:bold r:id="rId73"/>
      <p:italic r:id="rId74"/>
      <p:boldItalic r:id="rId7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33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font" Target="fonts/font3.fntdata"/><Relationship Id="rId50" Type="http://schemas.openxmlformats.org/officeDocument/2006/relationships/font" Target="fonts/font6.fntdata"/><Relationship Id="rId55" Type="http://schemas.openxmlformats.org/officeDocument/2006/relationships/font" Target="fonts/font11.fntdata"/><Relationship Id="rId63" Type="http://schemas.openxmlformats.org/officeDocument/2006/relationships/font" Target="fonts/font19.fntdata"/><Relationship Id="rId68" Type="http://schemas.openxmlformats.org/officeDocument/2006/relationships/font" Target="fonts/font24.fntdata"/><Relationship Id="rId76" Type="http://schemas.openxmlformats.org/officeDocument/2006/relationships/presProps" Target="presProps.xml"/><Relationship Id="rId7" Type="http://schemas.openxmlformats.org/officeDocument/2006/relationships/slide" Target="slides/slide5.xml"/><Relationship Id="rId71" Type="http://schemas.openxmlformats.org/officeDocument/2006/relationships/font" Target="fonts/font27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font" Target="fonts/font1.fntdata"/><Relationship Id="rId53" Type="http://schemas.openxmlformats.org/officeDocument/2006/relationships/font" Target="fonts/font9.fntdata"/><Relationship Id="rId58" Type="http://schemas.openxmlformats.org/officeDocument/2006/relationships/font" Target="fonts/font14.fntdata"/><Relationship Id="rId66" Type="http://schemas.openxmlformats.org/officeDocument/2006/relationships/font" Target="fonts/font22.fntdata"/><Relationship Id="rId74" Type="http://schemas.openxmlformats.org/officeDocument/2006/relationships/font" Target="fonts/font30.fntdata"/><Relationship Id="rId79" Type="http://schemas.openxmlformats.org/officeDocument/2006/relationships/tableStyles" Target="tableStyles.xml"/><Relationship Id="rId5" Type="http://schemas.openxmlformats.org/officeDocument/2006/relationships/slide" Target="slides/slide3.xml"/><Relationship Id="rId61" Type="http://schemas.openxmlformats.org/officeDocument/2006/relationships/font" Target="fonts/font17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notesMaster" Target="notesMasters/notesMaster1.xml"/><Relationship Id="rId52" Type="http://schemas.openxmlformats.org/officeDocument/2006/relationships/font" Target="fonts/font8.fntdata"/><Relationship Id="rId60" Type="http://schemas.openxmlformats.org/officeDocument/2006/relationships/font" Target="fonts/font16.fntdata"/><Relationship Id="rId65" Type="http://schemas.openxmlformats.org/officeDocument/2006/relationships/font" Target="fonts/font21.fntdata"/><Relationship Id="rId73" Type="http://schemas.openxmlformats.org/officeDocument/2006/relationships/font" Target="fonts/font29.fntdata"/><Relationship Id="rId78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font" Target="fonts/font4.fntdata"/><Relationship Id="rId56" Type="http://schemas.openxmlformats.org/officeDocument/2006/relationships/font" Target="fonts/font12.fntdata"/><Relationship Id="rId64" Type="http://schemas.openxmlformats.org/officeDocument/2006/relationships/font" Target="fonts/font20.fntdata"/><Relationship Id="rId69" Type="http://schemas.openxmlformats.org/officeDocument/2006/relationships/font" Target="fonts/font25.fntdata"/><Relationship Id="rId77" Type="http://schemas.openxmlformats.org/officeDocument/2006/relationships/viewProps" Target="viewProps.xml"/><Relationship Id="rId8" Type="http://schemas.openxmlformats.org/officeDocument/2006/relationships/slide" Target="slides/slide6.xml"/><Relationship Id="rId51" Type="http://schemas.openxmlformats.org/officeDocument/2006/relationships/font" Target="fonts/font7.fntdata"/><Relationship Id="rId72" Type="http://schemas.openxmlformats.org/officeDocument/2006/relationships/font" Target="fonts/font28.fntdata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font" Target="fonts/font2.fntdata"/><Relationship Id="rId59" Type="http://schemas.openxmlformats.org/officeDocument/2006/relationships/font" Target="fonts/font15.fntdata"/><Relationship Id="rId67" Type="http://schemas.openxmlformats.org/officeDocument/2006/relationships/font" Target="fonts/font23.fntdata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font" Target="fonts/font10.fntdata"/><Relationship Id="rId62" Type="http://schemas.openxmlformats.org/officeDocument/2006/relationships/font" Target="fonts/font18.fntdata"/><Relationship Id="rId70" Type="http://schemas.openxmlformats.org/officeDocument/2006/relationships/font" Target="fonts/font26.fntdata"/><Relationship Id="rId75" Type="http://schemas.openxmlformats.org/officeDocument/2006/relationships/font" Target="fonts/font3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font" Target="fonts/font5.fntdata"/><Relationship Id="rId57" Type="http://schemas.openxmlformats.org/officeDocument/2006/relationships/font" Target="fonts/font1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2282242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8ea72f4a77_6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8ea72f4a77_6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90346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8a22a4a535_2_8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8a22a4a535_2_8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51874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8a22a4a535_2_8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8a22a4a535_2_8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40248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8a22a4a535_2_8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8a22a4a535_2_8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422993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8ab8bef9c2_0_3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8ab8bef9c2_0_3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068953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8a22a4a535_2_8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8a22a4a535_2_8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617452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8a22a4a535_2_7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8a22a4a535_2_7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034336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8a22a4a535_2_9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8a22a4a535_2_9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777466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8a22a4a535_2_9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8a22a4a535_2_9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402564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8bb4d846c5_0_4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8bb4d846c5_0_4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427551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8ab8bef9c2_0_3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8ab8bef9c2_0_3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271204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8a22a4a535_2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8a22a4a535_2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231085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8ab8bef9c2_0_5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8ab8bef9c2_0_5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205182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8ab8bef9c2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" name="Google Shape;487;g8ab8bef9c2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874419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8a22a4a535_2_9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2" name="Google Shape;552;g8a22a4a535_2_9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82588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8a22a4a535_2_8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6" name="Google Shape;586;g8a22a4a535_2_8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776455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8a22a4a535_2_1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7" name="Google Shape;617;g8a22a4a535_2_1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0070702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8a22a4a535_2_8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6" name="Google Shape;646;g8a22a4a535_2_8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95257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8ab8bef9c2_0_2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9" name="Google Shape;679;g8ab8bef9c2_0_2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6459921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g8a22a4a535_2_9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5" name="Google Shape;715;g8a22a4a535_2_9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611700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8ab8bef9c2_0_4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1" name="Google Shape;741;g8ab8bef9c2_0_4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5471250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g8cb5e294cb_0_9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6" name="Google Shape;806;g8cb5e294cb_0_9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6834201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g8a22a4a535_2_9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1" name="Google Shape;861;g8a22a4a535_2_9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0631402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g8a22a4a535_2_9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3" name="Google Shape;913;g8a22a4a535_2_9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036493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g8cb5e294cb_0_9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9" name="Google Shape;1069;g8cb5e294cb_0_9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8885246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g8cb5e294cb_0_10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0" name="Google Shape;1110;g8cb5e294cb_0_10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4996202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Google Shape;1169;g8a22a4a535_2_9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0" name="Google Shape;1170;g8a22a4a535_2_9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0308596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g8a22a4a535_2_8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6" name="Google Shape;1256;g8a22a4a535_2_8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6616135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" name="Google Shape;1309;g8bb4d846c5_0_4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0" name="Google Shape;1310;g8bb4d846c5_0_4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1048925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0" name="Google Shape;1370;g8cb5e294cb_0_1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1" name="Google Shape;1371;g8cb5e294cb_0_1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6142398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Google Shape;1411;g8a22a4a535_2_8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2" name="Google Shape;1412;g8a22a4a535_2_8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2104536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0" name="Google Shape;1490;g8a22a4a535_2_7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1" name="Google Shape;1491;g8a22a4a535_2_7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9271003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Google Shape;1530;g8a22a4a535_2_8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1" name="Google Shape;1531;g8a22a4a535_2_8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8969380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8" name="Google Shape;1558;g8a22a4a535_2_8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9" name="Google Shape;1559;g8a22a4a535_2_8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1802460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8" name="Google Shape;1588;SLIDES_API1619466736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9" name="Google Shape;1589;SLIDES_API1619466736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7027166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5" name="Google Shape;1595;SLIDES_API1619466736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6" name="Google Shape;1596;SLIDES_API1619466736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0857952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2" name="Google Shape;1602;g8e719bf371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3" name="Google Shape;1603;g8e719bf371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273834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0280" y="536650"/>
            <a:ext cx="4918200" cy="205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0275" y="2589250"/>
            <a:ext cx="4918200" cy="53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483675" y="415425"/>
            <a:ext cx="82032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483675" y="1031250"/>
            <a:ext cx="8203200" cy="36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483675" y="415425"/>
            <a:ext cx="82032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483675" y="415425"/>
            <a:ext cx="82032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3" name="Google Shape;43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83675" y="415425"/>
            <a:ext cx="82032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83675" y="1031250"/>
            <a:ext cx="8203200" cy="36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EA4335"/>
          </p15:clr>
        </p15:guide>
        <p15:guide id="2" pos="2880">
          <p15:clr>
            <a:srgbClr val="EA4335"/>
          </p15:clr>
        </p15:guide>
        <p15:guide id="3" pos="288">
          <p15:clr>
            <a:srgbClr val="EA4335"/>
          </p15:clr>
        </p15:guide>
        <p15:guide id="4" pos="5472">
          <p15:clr>
            <a:srgbClr val="EA4335"/>
          </p15:clr>
        </p15:guide>
        <p15:guide id="5" orient="horz" pos="262">
          <p15:clr>
            <a:srgbClr val="EA4335"/>
          </p15:clr>
        </p15:guide>
        <p15:guide id="6" orient="horz" pos="2978">
          <p15:clr>
            <a:srgbClr val="EA4335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3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49" name="Google Shape;49;p13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PfT4lq" TargetMode="Externa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://bit.ly/30B07Gq" TargetMode="External"/><Relationship Id="rId4" Type="http://schemas.openxmlformats.org/officeDocument/2006/relationships/hyperlink" Target="http://bit.ly/33VAFh3" TargetMode="Externa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PfT4lq" TargetMode="Externa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://bit.ly/30B07Gq" TargetMode="External"/><Relationship Id="rId4" Type="http://schemas.openxmlformats.org/officeDocument/2006/relationships/hyperlink" Target="http://bit.ly/33VAFh3" TargetMode="Externa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2ZjL1pd" TargetMode="Externa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://bit.ly/30B07Gq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ctrTitle"/>
          </p:nvPr>
        </p:nvSpPr>
        <p:spPr>
          <a:xfrm>
            <a:off x="1724988" y="947725"/>
            <a:ext cx="5694000" cy="904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solidFill>
                  <a:schemeClr val="tx1"/>
                </a:solidFill>
              </a:rPr>
              <a:t>resumen resultados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56" name="Google Shape;56;p15"/>
          <p:cNvSpPr txBox="1">
            <a:spLocks noGrp="1"/>
          </p:cNvSpPr>
          <p:nvPr>
            <p:ph type="subTitle" idx="1"/>
          </p:nvPr>
        </p:nvSpPr>
        <p:spPr>
          <a:xfrm>
            <a:off x="1724988" y="1784475"/>
            <a:ext cx="5694000" cy="3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dirty="0" smtClean="0">
                <a:solidFill>
                  <a:schemeClr val="tx1"/>
                </a:solidFill>
              </a:rPr>
              <a:t>Ana C</a:t>
            </a:r>
            <a:r>
              <a:rPr lang="es-ES" sz="1700" dirty="0" smtClean="0">
                <a:solidFill>
                  <a:schemeClr val="tx1"/>
                </a:solidFill>
              </a:rPr>
              <a:t>a</a:t>
            </a:r>
            <a:r>
              <a:rPr lang="en" sz="1700" dirty="0" smtClean="0">
                <a:solidFill>
                  <a:schemeClr val="tx1"/>
                </a:solidFill>
              </a:rPr>
              <a:t>no Herranz</a:t>
            </a:r>
            <a:endParaRPr sz="1700" dirty="0">
              <a:solidFill>
                <a:schemeClr val="tx1"/>
              </a:solidFill>
            </a:endParaRPr>
          </a:p>
        </p:txBody>
      </p:sp>
      <p:grpSp>
        <p:nvGrpSpPr>
          <p:cNvPr id="57" name="Google Shape;57;p15"/>
          <p:cNvGrpSpPr/>
          <p:nvPr/>
        </p:nvGrpSpPr>
        <p:grpSpPr>
          <a:xfrm>
            <a:off x="24639" y="3630257"/>
            <a:ext cx="9020998" cy="1562983"/>
            <a:chOff x="711150" y="1559663"/>
            <a:chExt cx="7721575" cy="2350013"/>
          </a:xfrm>
        </p:grpSpPr>
        <p:sp>
          <p:nvSpPr>
            <p:cNvPr id="58" name="Google Shape;58;p15"/>
            <p:cNvSpPr/>
            <p:nvPr/>
          </p:nvSpPr>
          <p:spPr>
            <a:xfrm>
              <a:off x="711150" y="1595125"/>
              <a:ext cx="7721575" cy="2314550"/>
            </a:xfrm>
            <a:custGeom>
              <a:avLst/>
              <a:gdLst/>
              <a:ahLst/>
              <a:cxnLst/>
              <a:rect l="l" t="t" r="r" b="b"/>
              <a:pathLst>
                <a:path w="308863" h="92582" extrusionOk="0">
                  <a:moveTo>
                    <a:pt x="0" y="92445"/>
                  </a:moveTo>
                  <a:lnTo>
                    <a:pt x="24529" y="34740"/>
                  </a:lnTo>
                  <a:lnTo>
                    <a:pt x="73382" y="80857"/>
                  </a:lnTo>
                  <a:lnTo>
                    <a:pt x="97740" y="23146"/>
                  </a:lnTo>
                  <a:lnTo>
                    <a:pt x="122133" y="46302"/>
                  </a:lnTo>
                  <a:lnTo>
                    <a:pt x="146543" y="0"/>
                  </a:lnTo>
                  <a:lnTo>
                    <a:pt x="195411" y="69356"/>
                  </a:lnTo>
                  <a:lnTo>
                    <a:pt x="219734" y="57794"/>
                  </a:lnTo>
                  <a:lnTo>
                    <a:pt x="244161" y="80952"/>
                  </a:lnTo>
                  <a:lnTo>
                    <a:pt x="268621" y="11652"/>
                  </a:lnTo>
                  <a:lnTo>
                    <a:pt x="293020" y="44"/>
                  </a:lnTo>
                  <a:lnTo>
                    <a:pt x="308863" y="92582"/>
                  </a:ln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9" name="Google Shape;59;p15"/>
            <p:cNvSpPr/>
            <p:nvPr/>
          </p:nvSpPr>
          <p:spPr>
            <a:xfrm>
              <a:off x="1287538" y="2426363"/>
              <a:ext cx="71400" cy="71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15"/>
            <p:cNvSpPr/>
            <p:nvPr/>
          </p:nvSpPr>
          <p:spPr>
            <a:xfrm>
              <a:off x="1897863" y="3003575"/>
              <a:ext cx="71400" cy="71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15"/>
            <p:cNvSpPr/>
            <p:nvPr/>
          </p:nvSpPr>
          <p:spPr>
            <a:xfrm>
              <a:off x="2508163" y="3580788"/>
              <a:ext cx="71400" cy="71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15"/>
            <p:cNvSpPr/>
            <p:nvPr/>
          </p:nvSpPr>
          <p:spPr>
            <a:xfrm>
              <a:off x="3118475" y="2137738"/>
              <a:ext cx="71400" cy="71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15"/>
            <p:cNvSpPr/>
            <p:nvPr/>
          </p:nvSpPr>
          <p:spPr>
            <a:xfrm>
              <a:off x="3728788" y="2714950"/>
              <a:ext cx="71400" cy="71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15"/>
            <p:cNvSpPr/>
            <p:nvPr/>
          </p:nvSpPr>
          <p:spPr>
            <a:xfrm>
              <a:off x="4339088" y="1559938"/>
              <a:ext cx="71400" cy="71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15"/>
            <p:cNvSpPr/>
            <p:nvPr/>
          </p:nvSpPr>
          <p:spPr>
            <a:xfrm>
              <a:off x="4949400" y="2426363"/>
              <a:ext cx="71400" cy="71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15"/>
            <p:cNvSpPr/>
            <p:nvPr/>
          </p:nvSpPr>
          <p:spPr>
            <a:xfrm>
              <a:off x="5559713" y="3292175"/>
              <a:ext cx="71400" cy="71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15"/>
            <p:cNvSpPr/>
            <p:nvPr/>
          </p:nvSpPr>
          <p:spPr>
            <a:xfrm>
              <a:off x="6170025" y="3006938"/>
              <a:ext cx="71400" cy="71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15"/>
            <p:cNvSpPr/>
            <p:nvPr/>
          </p:nvSpPr>
          <p:spPr>
            <a:xfrm>
              <a:off x="6780338" y="3580775"/>
              <a:ext cx="71400" cy="71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15"/>
            <p:cNvSpPr/>
            <p:nvPr/>
          </p:nvSpPr>
          <p:spPr>
            <a:xfrm>
              <a:off x="7390650" y="1849138"/>
              <a:ext cx="71400" cy="71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15"/>
            <p:cNvSpPr/>
            <p:nvPr/>
          </p:nvSpPr>
          <p:spPr>
            <a:xfrm>
              <a:off x="8006675" y="1559663"/>
              <a:ext cx="71400" cy="71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1" name="Google Shape;71;p15"/>
          <p:cNvGrpSpPr/>
          <p:nvPr/>
        </p:nvGrpSpPr>
        <p:grpSpPr>
          <a:xfrm>
            <a:off x="24639" y="2664804"/>
            <a:ext cx="9129855" cy="2519041"/>
            <a:chOff x="710288" y="2137750"/>
            <a:chExt cx="7717992" cy="1803050"/>
          </a:xfrm>
        </p:grpSpPr>
        <p:sp>
          <p:nvSpPr>
            <p:cNvPr id="72" name="Google Shape;72;p15"/>
            <p:cNvSpPr/>
            <p:nvPr/>
          </p:nvSpPr>
          <p:spPr>
            <a:xfrm>
              <a:off x="710288" y="2172905"/>
              <a:ext cx="7717992" cy="1739465"/>
            </a:xfrm>
            <a:custGeom>
              <a:avLst/>
              <a:gdLst/>
              <a:ahLst/>
              <a:cxnLst/>
              <a:rect l="l" t="t" r="r" b="b"/>
              <a:pathLst>
                <a:path w="214429" h="48295" extrusionOk="0">
                  <a:moveTo>
                    <a:pt x="0" y="48101"/>
                  </a:moveTo>
                  <a:lnTo>
                    <a:pt x="17026" y="32099"/>
                  </a:lnTo>
                  <a:lnTo>
                    <a:pt x="33957" y="40100"/>
                  </a:lnTo>
                  <a:lnTo>
                    <a:pt x="50912" y="8072"/>
                  </a:lnTo>
                  <a:lnTo>
                    <a:pt x="67890" y="48077"/>
                  </a:lnTo>
                  <a:lnTo>
                    <a:pt x="84797" y="24003"/>
                  </a:lnTo>
                  <a:lnTo>
                    <a:pt x="101751" y="32099"/>
                  </a:lnTo>
                  <a:lnTo>
                    <a:pt x="118658" y="24122"/>
                  </a:lnTo>
                  <a:lnTo>
                    <a:pt x="135613" y="8025"/>
                  </a:lnTo>
                  <a:lnTo>
                    <a:pt x="152591" y="0"/>
                  </a:lnTo>
                  <a:lnTo>
                    <a:pt x="169522" y="24098"/>
                  </a:lnTo>
                  <a:lnTo>
                    <a:pt x="186500" y="32194"/>
                  </a:lnTo>
                  <a:lnTo>
                    <a:pt x="203611" y="16042"/>
                  </a:lnTo>
                  <a:lnTo>
                    <a:pt x="214429" y="48295"/>
                  </a:lnTo>
                </a:path>
              </a:pathLst>
            </a:cu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3" name="Google Shape;73;p15"/>
            <p:cNvSpPr/>
            <p:nvPr/>
          </p:nvSpPr>
          <p:spPr>
            <a:xfrm>
              <a:off x="8000975" y="2718588"/>
              <a:ext cx="71400" cy="71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5"/>
            <p:cNvSpPr/>
            <p:nvPr/>
          </p:nvSpPr>
          <p:spPr>
            <a:xfrm>
              <a:off x="7390663" y="3292175"/>
              <a:ext cx="71400" cy="71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5"/>
            <p:cNvSpPr/>
            <p:nvPr/>
          </p:nvSpPr>
          <p:spPr>
            <a:xfrm>
              <a:off x="6780325" y="3003575"/>
              <a:ext cx="71400" cy="71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5"/>
            <p:cNvSpPr/>
            <p:nvPr/>
          </p:nvSpPr>
          <p:spPr>
            <a:xfrm>
              <a:off x="6170038" y="2137750"/>
              <a:ext cx="71400" cy="71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15"/>
            <p:cNvSpPr/>
            <p:nvPr/>
          </p:nvSpPr>
          <p:spPr>
            <a:xfrm>
              <a:off x="5559700" y="2426363"/>
              <a:ext cx="71400" cy="71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15"/>
            <p:cNvSpPr/>
            <p:nvPr/>
          </p:nvSpPr>
          <p:spPr>
            <a:xfrm>
              <a:off x="4949413" y="3006938"/>
              <a:ext cx="71400" cy="71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15"/>
            <p:cNvSpPr/>
            <p:nvPr/>
          </p:nvSpPr>
          <p:spPr>
            <a:xfrm>
              <a:off x="4339088" y="3292175"/>
              <a:ext cx="71400" cy="71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15"/>
            <p:cNvSpPr/>
            <p:nvPr/>
          </p:nvSpPr>
          <p:spPr>
            <a:xfrm>
              <a:off x="3728775" y="3003575"/>
              <a:ext cx="71400" cy="71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15"/>
            <p:cNvSpPr/>
            <p:nvPr/>
          </p:nvSpPr>
          <p:spPr>
            <a:xfrm>
              <a:off x="3118475" y="3869400"/>
              <a:ext cx="71400" cy="71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15"/>
            <p:cNvSpPr/>
            <p:nvPr/>
          </p:nvSpPr>
          <p:spPr>
            <a:xfrm>
              <a:off x="2508163" y="2426363"/>
              <a:ext cx="71400" cy="71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15"/>
            <p:cNvSpPr/>
            <p:nvPr/>
          </p:nvSpPr>
          <p:spPr>
            <a:xfrm>
              <a:off x="1897850" y="3580775"/>
              <a:ext cx="71400" cy="71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15"/>
            <p:cNvSpPr/>
            <p:nvPr/>
          </p:nvSpPr>
          <p:spPr>
            <a:xfrm>
              <a:off x="1287538" y="3292188"/>
              <a:ext cx="71400" cy="71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7"/>
          <p:cNvSpPr txBox="1">
            <a:spLocks noGrp="1"/>
          </p:cNvSpPr>
          <p:nvPr>
            <p:ph type="title"/>
          </p:nvPr>
        </p:nvSpPr>
        <p:spPr>
          <a:xfrm>
            <a:off x="483675" y="415425"/>
            <a:ext cx="82032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pt-BR" dirty="0"/>
              <a:t>GRANGER CAUSALITY: no GAM, no </a:t>
            </a:r>
            <a:r>
              <a:rPr lang="pt-BR" dirty="0" smtClean="0"/>
              <a:t>BOOTSTRAP</a:t>
            </a:r>
            <a:endParaRPr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3"/>
          <a:srcRect t="5104"/>
          <a:stretch/>
        </p:blipFill>
        <p:spPr>
          <a:xfrm>
            <a:off x="1300829" y="977462"/>
            <a:ext cx="6568891" cy="384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02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7"/>
          <p:cNvSpPr txBox="1">
            <a:spLocks noGrp="1"/>
          </p:cNvSpPr>
          <p:nvPr>
            <p:ph type="title"/>
          </p:nvPr>
        </p:nvSpPr>
        <p:spPr>
          <a:xfrm>
            <a:off x="483675" y="415425"/>
            <a:ext cx="82032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pt-BR" dirty="0" smtClean="0"/>
              <a:t>GAM + GRANGER CAUSALITY, </a:t>
            </a:r>
            <a:r>
              <a:rPr lang="pt-BR" dirty="0"/>
              <a:t>no </a:t>
            </a:r>
            <a:r>
              <a:rPr lang="pt-BR" dirty="0" smtClean="0"/>
              <a:t>BOOSTRAP</a:t>
            </a:r>
            <a:endParaRPr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5451" y="1056813"/>
            <a:ext cx="6119648" cy="3777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0814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7"/>
          <p:cNvSpPr txBox="1">
            <a:spLocks noGrp="1"/>
          </p:cNvSpPr>
          <p:nvPr>
            <p:ph type="title"/>
          </p:nvPr>
        </p:nvSpPr>
        <p:spPr>
          <a:xfrm>
            <a:off x="483675" y="415425"/>
            <a:ext cx="82032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pt-BR" dirty="0" smtClean="0"/>
              <a:t>GAM + GRANGER CAUSALITY, </a:t>
            </a:r>
            <a:r>
              <a:rPr lang="pt-BR" dirty="0"/>
              <a:t>no </a:t>
            </a:r>
            <a:r>
              <a:rPr lang="pt-BR" dirty="0" smtClean="0"/>
              <a:t>BOOTSTRAP</a:t>
            </a:r>
            <a:endParaRPr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3"/>
          <a:srcRect t="5792"/>
          <a:stretch/>
        </p:blipFill>
        <p:spPr>
          <a:xfrm>
            <a:off x="1576317" y="1229710"/>
            <a:ext cx="6017915" cy="3499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1187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 smtClean="0"/>
              <a:t>Redes por comunidades. Delta y condicionales</a:t>
            </a:r>
            <a:endParaRPr lang="es-ES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478" y="1201271"/>
            <a:ext cx="8785593" cy="2913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8724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 smtClean="0"/>
              <a:t>Porcentaje de links negativos según umbral de p valor. </a:t>
            </a:r>
            <a:endParaRPr lang="es-E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0956" y="1028980"/>
            <a:ext cx="5997178" cy="3623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3607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 smtClean="0"/>
              <a:t>Número links según filtro de abundancia mínima de polen </a:t>
            </a:r>
            <a:endParaRPr lang="es-ES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201" y="1453884"/>
            <a:ext cx="4227669" cy="3153975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4663" y="1453884"/>
            <a:ext cx="4232212" cy="3157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3028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 smtClean="0"/>
              <a:t>Número links según</a:t>
            </a:r>
            <a:endParaRPr lang="es-E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061" y="1453884"/>
            <a:ext cx="4297212" cy="3205857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9992" y="1453884"/>
            <a:ext cx="4297213" cy="32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3115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 txBox="1">
            <a:spLocks noGrp="1"/>
          </p:cNvSpPr>
          <p:nvPr>
            <p:ph type="title"/>
          </p:nvPr>
        </p:nvSpPr>
        <p:spPr>
          <a:xfrm>
            <a:off x="483675" y="415425"/>
            <a:ext cx="82032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Data Charts </a:t>
            </a:r>
            <a:r>
              <a:rPr lang="en"/>
              <a:t>I</a:t>
            </a:r>
            <a:r>
              <a:rPr lang="en">
                <a:solidFill>
                  <a:srgbClr val="000000"/>
                </a:solidFill>
              </a:rPr>
              <a:t>nfographics</a:t>
            </a:r>
            <a:endParaRPr>
              <a:solidFill>
                <a:srgbClr val="000000"/>
              </a:solidFill>
            </a:endParaRPr>
          </a:p>
        </p:txBody>
      </p:sp>
      <p:grpSp>
        <p:nvGrpSpPr>
          <p:cNvPr id="90" name="Google Shape;90;p16"/>
          <p:cNvGrpSpPr/>
          <p:nvPr/>
        </p:nvGrpSpPr>
        <p:grpSpPr>
          <a:xfrm>
            <a:off x="2725225" y="1316558"/>
            <a:ext cx="3693550" cy="254495"/>
            <a:chOff x="2725225" y="1197657"/>
            <a:chExt cx="3693550" cy="254495"/>
          </a:xfrm>
        </p:grpSpPr>
        <p:sp>
          <p:nvSpPr>
            <p:cNvPr id="91" name="Google Shape;91;p16"/>
            <p:cNvSpPr/>
            <p:nvPr/>
          </p:nvSpPr>
          <p:spPr>
            <a:xfrm>
              <a:off x="2725225" y="1197657"/>
              <a:ext cx="1109100" cy="254495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50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Venus</a:t>
              </a:r>
              <a:endParaRPr sz="1200">
                <a:solidFill>
                  <a:schemeClr val="lt1"/>
                </a:solidFill>
              </a:endParaRPr>
            </a:p>
          </p:txBody>
        </p:sp>
        <p:sp>
          <p:nvSpPr>
            <p:cNvPr id="92" name="Google Shape;92;p16"/>
            <p:cNvSpPr/>
            <p:nvPr/>
          </p:nvSpPr>
          <p:spPr>
            <a:xfrm>
              <a:off x="4017450" y="1197657"/>
              <a:ext cx="1109100" cy="254495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Mars</a:t>
              </a:r>
              <a:endParaRPr sz="1200">
                <a:solidFill>
                  <a:schemeClr val="lt1"/>
                </a:solidFill>
              </a:endParaRPr>
            </a:p>
          </p:txBody>
        </p:sp>
        <p:sp>
          <p:nvSpPr>
            <p:cNvPr id="93" name="Google Shape;93;p16"/>
            <p:cNvSpPr/>
            <p:nvPr/>
          </p:nvSpPr>
          <p:spPr>
            <a:xfrm>
              <a:off x="5309675" y="1197657"/>
              <a:ext cx="1109100" cy="254495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Saturn</a:t>
              </a:r>
              <a:endParaRPr sz="1200">
                <a:solidFill>
                  <a:schemeClr val="lt1"/>
                </a:solidFill>
              </a:endParaRPr>
            </a:p>
          </p:txBody>
        </p:sp>
      </p:grpSp>
      <p:grpSp>
        <p:nvGrpSpPr>
          <p:cNvPr id="94" name="Google Shape;94;p16"/>
          <p:cNvGrpSpPr/>
          <p:nvPr/>
        </p:nvGrpSpPr>
        <p:grpSpPr>
          <a:xfrm>
            <a:off x="1533900" y="1691457"/>
            <a:ext cx="1627200" cy="2930669"/>
            <a:chOff x="1533900" y="1628244"/>
            <a:chExt cx="1627200" cy="2930669"/>
          </a:xfrm>
        </p:grpSpPr>
        <p:sp>
          <p:nvSpPr>
            <p:cNvPr id="95" name="Google Shape;95;p16"/>
            <p:cNvSpPr/>
            <p:nvPr/>
          </p:nvSpPr>
          <p:spPr>
            <a:xfrm>
              <a:off x="2098353" y="2099731"/>
              <a:ext cx="498600" cy="1607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96" name="Google Shape;96;p16"/>
            <p:cNvSpPr/>
            <p:nvPr/>
          </p:nvSpPr>
          <p:spPr>
            <a:xfrm>
              <a:off x="2596798" y="2853585"/>
              <a:ext cx="498600" cy="8538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97" name="Google Shape;97;p16"/>
            <p:cNvSpPr/>
            <p:nvPr/>
          </p:nvSpPr>
          <p:spPr>
            <a:xfrm>
              <a:off x="1599888" y="1628244"/>
              <a:ext cx="498600" cy="20790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98" name="Google Shape;98;p16"/>
            <p:cNvSpPr txBox="1"/>
            <p:nvPr/>
          </p:nvSpPr>
          <p:spPr>
            <a:xfrm rot="-5400000">
              <a:off x="1323283" y="3056784"/>
              <a:ext cx="1051500" cy="24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90</a:t>
              </a:r>
              <a:r>
                <a:rPr lang="en" sz="1500">
                  <a:solidFill>
                    <a:srgbClr val="FFFFFF"/>
                  </a:solidFill>
                  <a:latin typeface="Fira Sans Extra Condensed Light"/>
                  <a:ea typeface="Fira Sans Extra Condensed Light"/>
                  <a:cs typeface="Fira Sans Extra Condensed Light"/>
                  <a:sym typeface="Fira Sans Extra Condensed Light"/>
                </a:rPr>
                <a:t>%</a:t>
              </a:r>
              <a:endParaRPr sz="1500">
                <a:solidFill>
                  <a:srgbClr val="FFFFFF"/>
                </a:solidFill>
                <a:latin typeface="Fira Sans Extra Condensed Light"/>
                <a:ea typeface="Fira Sans Extra Condensed Light"/>
                <a:cs typeface="Fira Sans Extra Condensed Light"/>
                <a:sym typeface="Fira Sans Extra Condensed Light"/>
              </a:endParaRPr>
            </a:p>
          </p:txBody>
        </p:sp>
        <p:sp>
          <p:nvSpPr>
            <p:cNvPr id="99" name="Google Shape;99;p16"/>
            <p:cNvSpPr txBox="1"/>
            <p:nvPr/>
          </p:nvSpPr>
          <p:spPr>
            <a:xfrm rot="-5400000">
              <a:off x="1821749" y="3057018"/>
              <a:ext cx="1051500" cy="24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70</a:t>
              </a:r>
              <a:r>
                <a:rPr lang="en" sz="1500">
                  <a:solidFill>
                    <a:schemeClr val="lt1"/>
                  </a:solidFill>
                  <a:latin typeface="Fira Sans Extra Condensed Light"/>
                  <a:ea typeface="Fira Sans Extra Condensed Light"/>
                  <a:cs typeface="Fira Sans Extra Condensed Light"/>
                  <a:sym typeface="Fira Sans Extra Condensed Light"/>
                </a:rPr>
                <a:t>%</a:t>
              </a:r>
              <a:endParaRPr sz="17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00" name="Google Shape;100;p16"/>
            <p:cNvSpPr txBox="1"/>
            <p:nvPr/>
          </p:nvSpPr>
          <p:spPr>
            <a:xfrm rot="-5400000">
              <a:off x="2320194" y="3057018"/>
              <a:ext cx="1051500" cy="24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40</a:t>
              </a:r>
              <a:r>
                <a:rPr lang="en" sz="1500">
                  <a:solidFill>
                    <a:schemeClr val="lt1"/>
                  </a:solidFill>
                  <a:latin typeface="Fira Sans Extra Condensed Light"/>
                  <a:ea typeface="Fira Sans Extra Condensed Light"/>
                  <a:cs typeface="Fira Sans Extra Condensed Light"/>
                  <a:sym typeface="Fira Sans Extra Condensed Light"/>
                </a:rPr>
                <a:t>%</a:t>
              </a:r>
              <a:endParaRPr sz="17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01" name="Google Shape;101;p16"/>
            <p:cNvSpPr txBox="1"/>
            <p:nvPr/>
          </p:nvSpPr>
          <p:spPr>
            <a:xfrm>
              <a:off x="1599750" y="3839325"/>
              <a:ext cx="14955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43434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2020</a:t>
              </a:r>
              <a:endParaRPr sz="17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02" name="Google Shape;102;p16"/>
            <p:cNvSpPr txBox="1"/>
            <p:nvPr/>
          </p:nvSpPr>
          <p:spPr>
            <a:xfrm>
              <a:off x="1533900" y="4176113"/>
              <a:ext cx="1627200" cy="38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Venus is the second planet from Sun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03" name="Google Shape;103;p16"/>
          <p:cNvGrpSpPr/>
          <p:nvPr/>
        </p:nvGrpSpPr>
        <p:grpSpPr>
          <a:xfrm>
            <a:off x="3752150" y="1962513"/>
            <a:ext cx="1627200" cy="2659613"/>
            <a:chOff x="3752150" y="1899300"/>
            <a:chExt cx="1627200" cy="2659613"/>
          </a:xfrm>
        </p:grpSpPr>
        <p:sp>
          <p:nvSpPr>
            <p:cNvPr id="104" name="Google Shape;104;p16"/>
            <p:cNvSpPr/>
            <p:nvPr/>
          </p:nvSpPr>
          <p:spPr>
            <a:xfrm>
              <a:off x="4316595" y="1899300"/>
              <a:ext cx="498600" cy="18081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05" name="Google Shape;105;p16"/>
            <p:cNvSpPr/>
            <p:nvPr/>
          </p:nvSpPr>
          <p:spPr>
            <a:xfrm>
              <a:off x="4815060" y="2449018"/>
              <a:ext cx="498600" cy="12585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06" name="Google Shape;106;p16"/>
            <p:cNvSpPr/>
            <p:nvPr/>
          </p:nvSpPr>
          <p:spPr>
            <a:xfrm>
              <a:off x="3818129" y="2203688"/>
              <a:ext cx="498600" cy="1503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07" name="Google Shape;107;p16"/>
            <p:cNvSpPr txBox="1"/>
            <p:nvPr/>
          </p:nvSpPr>
          <p:spPr>
            <a:xfrm rot="-5400000">
              <a:off x="3541525" y="3056853"/>
              <a:ext cx="1051500" cy="24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75</a:t>
              </a:r>
              <a:r>
                <a:rPr lang="en" sz="1500">
                  <a:solidFill>
                    <a:schemeClr val="lt1"/>
                  </a:solidFill>
                  <a:latin typeface="Fira Sans Extra Condensed Light"/>
                  <a:ea typeface="Fira Sans Extra Condensed Light"/>
                  <a:cs typeface="Fira Sans Extra Condensed Light"/>
                  <a:sym typeface="Fira Sans Extra Condensed Light"/>
                </a:rPr>
                <a:t>%</a:t>
              </a:r>
              <a:endParaRPr sz="17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08" name="Google Shape;108;p16"/>
            <p:cNvSpPr txBox="1"/>
            <p:nvPr/>
          </p:nvSpPr>
          <p:spPr>
            <a:xfrm rot="-5400000">
              <a:off x="4039990" y="3057087"/>
              <a:ext cx="1051500" cy="24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80</a:t>
              </a:r>
              <a:r>
                <a:rPr lang="en" sz="1500">
                  <a:solidFill>
                    <a:schemeClr val="lt1"/>
                  </a:solidFill>
                  <a:latin typeface="Fira Sans Extra Condensed Light"/>
                  <a:ea typeface="Fira Sans Extra Condensed Light"/>
                  <a:cs typeface="Fira Sans Extra Condensed Light"/>
                  <a:sym typeface="Fira Sans Extra Condensed Light"/>
                </a:rPr>
                <a:t>%</a:t>
              </a:r>
              <a:endParaRPr sz="17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09" name="Google Shape;109;p16"/>
            <p:cNvSpPr txBox="1"/>
            <p:nvPr/>
          </p:nvSpPr>
          <p:spPr>
            <a:xfrm rot="-5400000">
              <a:off x="4538456" y="3057087"/>
              <a:ext cx="1051500" cy="24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60</a:t>
              </a:r>
              <a:r>
                <a:rPr lang="en" sz="1500">
                  <a:solidFill>
                    <a:schemeClr val="lt1"/>
                  </a:solidFill>
                  <a:latin typeface="Fira Sans Extra Condensed Light"/>
                  <a:ea typeface="Fira Sans Extra Condensed Light"/>
                  <a:cs typeface="Fira Sans Extra Condensed Light"/>
                  <a:sym typeface="Fira Sans Extra Condensed Light"/>
                </a:rPr>
                <a:t>%</a:t>
              </a:r>
              <a:endParaRPr sz="17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10" name="Google Shape;110;p16"/>
            <p:cNvSpPr txBox="1"/>
            <p:nvPr/>
          </p:nvSpPr>
          <p:spPr>
            <a:xfrm>
              <a:off x="3805850" y="3839325"/>
              <a:ext cx="15198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43434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2021</a:t>
              </a:r>
              <a:endParaRPr sz="17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11" name="Google Shape;111;p16"/>
            <p:cNvSpPr txBox="1"/>
            <p:nvPr/>
          </p:nvSpPr>
          <p:spPr>
            <a:xfrm>
              <a:off x="3752150" y="4176113"/>
              <a:ext cx="1627200" cy="38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Mars is a cold place full of iron oxide dust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2" name="Google Shape;112;p16"/>
          <p:cNvGrpSpPr/>
          <p:nvPr/>
        </p:nvGrpSpPr>
        <p:grpSpPr>
          <a:xfrm>
            <a:off x="5982800" y="1484813"/>
            <a:ext cx="1627200" cy="3137312"/>
            <a:chOff x="5982800" y="1421600"/>
            <a:chExt cx="1627200" cy="3137312"/>
          </a:xfrm>
        </p:grpSpPr>
        <p:sp>
          <p:nvSpPr>
            <p:cNvPr id="113" name="Google Shape;113;p16"/>
            <p:cNvSpPr/>
            <p:nvPr/>
          </p:nvSpPr>
          <p:spPr>
            <a:xfrm>
              <a:off x="6547101" y="1798023"/>
              <a:ext cx="498600" cy="19092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14" name="Google Shape;114;p16"/>
            <p:cNvSpPr/>
            <p:nvPr/>
          </p:nvSpPr>
          <p:spPr>
            <a:xfrm>
              <a:off x="7045566" y="1421600"/>
              <a:ext cx="498600" cy="22860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15" name="Google Shape;115;p16"/>
            <p:cNvSpPr/>
            <p:nvPr/>
          </p:nvSpPr>
          <p:spPr>
            <a:xfrm>
              <a:off x="6048636" y="2448737"/>
              <a:ext cx="498600" cy="12585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16" name="Google Shape;116;p16"/>
            <p:cNvSpPr txBox="1"/>
            <p:nvPr/>
          </p:nvSpPr>
          <p:spPr>
            <a:xfrm rot="-5400000">
              <a:off x="5772048" y="3056784"/>
              <a:ext cx="1051500" cy="24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60</a:t>
              </a:r>
              <a:r>
                <a:rPr lang="en" sz="1500">
                  <a:solidFill>
                    <a:schemeClr val="lt1"/>
                  </a:solidFill>
                  <a:latin typeface="Fira Sans Extra Condensed Light"/>
                  <a:ea typeface="Fira Sans Extra Condensed Light"/>
                  <a:cs typeface="Fira Sans Extra Condensed Light"/>
                  <a:sym typeface="Fira Sans Extra Condensed Light"/>
                </a:rPr>
                <a:t>%</a:t>
              </a:r>
              <a:endParaRPr sz="17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17" name="Google Shape;117;p16"/>
            <p:cNvSpPr txBox="1"/>
            <p:nvPr/>
          </p:nvSpPr>
          <p:spPr>
            <a:xfrm rot="-5400000">
              <a:off x="6270517" y="3057018"/>
              <a:ext cx="1051500" cy="24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85</a:t>
              </a:r>
              <a:r>
                <a:rPr lang="en" sz="1500">
                  <a:solidFill>
                    <a:schemeClr val="lt1"/>
                  </a:solidFill>
                  <a:latin typeface="Fira Sans Extra Condensed Light"/>
                  <a:ea typeface="Fira Sans Extra Condensed Light"/>
                  <a:cs typeface="Fira Sans Extra Condensed Light"/>
                  <a:sym typeface="Fira Sans Extra Condensed Light"/>
                </a:rPr>
                <a:t>%</a:t>
              </a:r>
              <a:endParaRPr sz="17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18" name="Google Shape;118;p16"/>
            <p:cNvSpPr txBox="1"/>
            <p:nvPr/>
          </p:nvSpPr>
          <p:spPr>
            <a:xfrm rot="-5400000">
              <a:off x="6768962" y="3057018"/>
              <a:ext cx="1051500" cy="24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100</a:t>
              </a:r>
              <a:r>
                <a:rPr lang="en" sz="1500">
                  <a:solidFill>
                    <a:schemeClr val="lt1"/>
                  </a:solidFill>
                  <a:latin typeface="Fira Sans Extra Condensed Light"/>
                  <a:ea typeface="Fira Sans Extra Condensed Light"/>
                  <a:cs typeface="Fira Sans Extra Condensed Light"/>
                  <a:sym typeface="Fira Sans Extra Condensed Light"/>
                </a:rPr>
                <a:t>%</a:t>
              </a:r>
              <a:endParaRPr sz="17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19" name="Google Shape;119;p16"/>
            <p:cNvSpPr txBox="1"/>
            <p:nvPr/>
          </p:nvSpPr>
          <p:spPr>
            <a:xfrm>
              <a:off x="6036500" y="3839325"/>
              <a:ext cx="15198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43434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2022</a:t>
              </a:r>
              <a:endParaRPr sz="17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20" name="Google Shape;120;p16"/>
            <p:cNvSpPr txBox="1"/>
            <p:nvPr/>
          </p:nvSpPr>
          <p:spPr>
            <a:xfrm>
              <a:off x="5982800" y="4176113"/>
              <a:ext cx="1627200" cy="38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Saturn is a gas giant and has several rings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121" name="Google Shape;121;p16"/>
          <p:cNvCxnSpPr/>
          <p:nvPr/>
        </p:nvCxnSpPr>
        <p:spPr>
          <a:xfrm>
            <a:off x="1364250" y="3765488"/>
            <a:ext cx="6415500" cy="0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" name="Google Shape;126;p17"/>
          <p:cNvGrpSpPr/>
          <p:nvPr/>
        </p:nvGrpSpPr>
        <p:grpSpPr>
          <a:xfrm>
            <a:off x="2726250" y="1304848"/>
            <a:ext cx="5707475" cy="2881402"/>
            <a:chOff x="2726250" y="1094425"/>
            <a:chExt cx="5707475" cy="2881402"/>
          </a:xfrm>
        </p:grpSpPr>
        <p:cxnSp>
          <p:nvCxnSpPr>
            <p:cNvPr id="127" name="Google Shape;127;p17"/>
            <p:cNvCxnSpPr/>
            <p:nvPr/>
          </p:nvCxnSpPr>
          <p:spPr>
            <a:xfrm>
              <a:off x="3364625" y="1219625"/>
              <a:ext cx="50691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8" name="Google Shape;128;p17"/>
            <p:cNvCxnSpPr/>
            <p:nvPr/>
          </p:nvCxnSpPr>
          <p:spPr>
            <a:xfrm>
              <a:off x="3364625" y="1511967"/>
              <a:ext cx="50691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9" name="Google Shape;129;p17"/>
            <p:cNvCxnSpPr/>
            <p:nvPr/>
          </p:nvCxnSpPr>
          <p:spPr>
            <a:xfrm>
              <a:off x="3364625" y="1804310"/>
              <a:ext cx="50691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0" name="Google Shape;130;p17"/>
            <p:cNvCxnSpPr/>
            <p:nvPr/>
          </p:nvCxnSpPr>
          <p:spPr>
            <a:xfrm>
              <a:off x="3364625" y="2096652"/>
              <a:ext cx="50691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1" name="Google Shape;131;p17"/>
            <p:cNvCxnSpPr/>
            <p:nvPr/>
          </p:nvCxnSpPr>
          <p:spPr>
            <a:xfrm>
              <a:off x="3364625" y="2388994"/>
              <a:ext cx="50691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2" name="Google Shape;132;p17"/>
            <p:cNvCxnSpPr/>
            <p:nvPr/>
          </p:nvCxnSpPr>
          <p:spPr>
            <a:xfrm>
              <a:off x="3364625" y="2681337"/>
              <a:ext cx="50691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3" name="Google Shape;133;p17"/>
            <p:cNvCxnSpPr/>
            <p:nvPr/>
          </p:nvCxnSpPr>
          <p:spPr>
            <a:xfrm>
              <a:off x="3364625" y="2973679"/>
              <a:ext cx="50691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4" name="Google Shape;134;p17"/>
            <p:cNvCxnSpPr/>
            <p:nvPr/>
          </p:nvCxnSpPr>
          <p:spPr>
            <a:xfrm>
              <a:off x="3364625" y="3266021"/>
              <a:ext cx="50691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5" name="Google Shape;135;p17"/>
            <p:cNvCxnSpPr/>
            <p:nvPr/>
          </p:nvCxnSpPr>
          <p:spPr>
            <a:xfrm>
              <a:off x="3364625" y="3558364"/>
              <a:ext cx="50691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6" name="Google Shape;136;p17"/>
            <p:cNvCxnSpPr/>
            <p:nvPr/>
          </p:nvCxnSpPr>
          <p:spPr>
            <a:xfrm>
              <a:off x="3364625" y="3850706"/>
              <a:ext cx="50691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37" name="Google Shape;137;p17"/>
            <p:cNvSpPr txBox="1"/>
            <p:nvPr/>
          </p:nvSpPr>
          <p:spPr>
            <a:xfrm>
              <a:off x="2726250" y="3725327"/>
              <a:ext cx="557400" cy="25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100</a:t>
              </a:r>
              <a:endParaRPr sz="10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8" name="Google Shape;138;p17"/>
            <p:cNvSpPr txBox="1"/>
            <p:nvPr/>
          </p:nvSpPr>
          <p:spPr>
            <a:xfrm>
              <a:off x="2726250" y="3433005"/>
              <a:ext cx="557400" cy="25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200</a:t>
              </a:r>
              <a:endParaRPr sz="10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9" name="Google Shape;139;p17"/>
            <p:cNvSpPr txBox="1"/>
            <p:nvPr/>
          </p:nvSpPr>
          <p:spPr>
            <a:xfrm>
              <a:off x="2726250" y="3140682"/>
              <a:ext cx="557400" cy="25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300</a:t>
              </a:r>
              <a:endParaRPr sz="10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0" name="Google Shape;140;p17"/>
            <p:cNvSpPr txBox="1"/>
            <p:nvPr/>
          </p:nvSpPr>
          <p:spPr>
            <a:xfrm>
              <a:off x="2726250" y="2848360"/>
              <a:ext cx="557400" cy="25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400</a:t>
              </a:r>
              <a:endParaRPr sz="10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1" name="Google Shape;141;p17"/>
            <p:cNvSpPr txBox="1"/>
            <p:nvPr/>
          </p:nvSpPr>
          <p:spPr>
            <a:xfrm>
              <a:off x="2726250" y="2556037"/>
              <a:ext cx="557400" cy="25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500</a:t>
              </a:r>
              <a:endParaRPr sz="10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2" name="Google Shape;142;p17"/>
            <p:cNvSpPr txBox="1"/>
            <p:nvPr/>
          </p:nvSpPr>
          <p:spPr>
            <a:xfrm>
              <a:off x="2726250" y="2263715"/>
              <a:ext cx="557400" cy="25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600</a:t>
              </a:r>
              <a:endParaRPr sz="10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3" name="Google Shape;143;p17"/>
            <p:cNvSpPr txBox="1"/>
            <p:nvPr/>
          </p:nvSpPr>
          <p:spPr>
            <a:xfrm>
              <a:off x="2726250" y="1971393"/>
              <a:ext cx="557400" cy="25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700</a:t>
              </a:r>
              <a:endParaRPr sz="10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4" name="Google Shape;144;p17"/>
            <p:cNvSpPr txBox="1"/>
            <p:nvPr/>
          </p:nvSpPr>
          <p:spPr>
            <a:xfrm>
              <a:off x="2726250" y="1679070"/>
              <a:ext cx="557400" cy="25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800</a:t>
              </a:r>
              <a:endParaRPr sz="10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5" name="Google Shape;145;p17"/>
            <p:cNvSpPr txBox="1"/>
            <p:nvPr/>
          </p:nvSpPr>
          <p:spPr>
            <a:xfrm>
              <a:off x="2726250" y="1386748"/>
              <a:ext cx="557400" cy="25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900</a:t>
              </a:r>
              <a:endParaRPr sz="10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6" name="Google Shape;146;p17"/>
            <p:cNvSpPr txBox="1"/>
            <p:nvPr/>
          </p:nvSpPr>
          <p:spPr>
            <a:xfrm>
              <a:off x="2726250" y="1094425"/>
              <a:ext cx="557400" cy="25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1000</a:t>
              </a:r>
              <a:endParaRPr sz="10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47" name="Google Shape;147;p17"/>
          <p:cNvSpPr txBox="1">
            <a:spLocks noGrp="1"/>
          </p:cNvSpPr>
          <p:nvPr>
            <p:ph type="title"/>
          </p:nvPr>
        </p:nvSpPr>
        <p:spPr>
          <a:xfrm>
            <a:off x="483675" y="415425"/>
            <a:ext cx="82032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Data Charts Infographics</a:t>
            </a:r>
            <a:endParaRPr/>
          </a:p>
        </p:txBody>
      </p:sp>
      <p:grpSp>
        <p:nvGrpSpPr>
          <p:cNvPr id="148" name="Google Shape;148;p17"/>
          <p:cNvGrpSpPr/>
          <p:nvPr/>
        </p:nvGrpSpPr>
        <p:grpSpPr>
          <a:xfrm>
            <a:off x="710275" y="1797510"/>
            <a:ext cx="1772700" cy="967362"/>
            <a:chOff x="710275" y="1563888"/>
            <a:chExt cx="1772700" cy="967362"/>
          </a:xfrm>
        </p:grpSpPr>
        <p:sp>
          <p:nvSpPr>
            <p:cNvPr id="149" name="Google Shape;149;p17"/>
            <p:cNvSpPr txBox="1"/>
            <p:nvPr/>
          </p:nvSpPr>
          <p:spPr>
            <a:xfrm>
              <a:off x="710275" y="1728875"/>
              <a:ext cx="1772700" cy="26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Product 1</a:t>
              </a:r>
              <a:endParaRPr sz="17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50" name="Google Shape;150;p17"/>
            <p:cNvSpPr txBox="1"/>
            <p:nvPr/>
          </p:nvSpPr>
          <p:spPr>
            <a:xfrm>
              <a:off x="710275" y="1982850"/>
              <a:ext cx="1772700" cy="54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Venus is the second planet from the Sun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1" name="Google Shape;151;p17"/>
            <p:cNvSpPr/>
            <p:nvPr/>
          </p:nvSpPr>
          <p:spPr>
            <a:xfrm>
              <a:off x="815175" y="1563888"/>
              <a:ext cx="607500" cy="92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2" name="Google Shape;152;p17"/>
          <p:cNvGrpSpPr/>
          <p:nvPr/>
        </p:nvGrpSpPr>
        <p:grpSpPr>
          <a:xfrm>
            <a:off x="710275" y="3163435"/>
            <a:ext cx="1772700" cy="967362"/>
            <a:chOff x="710275" y="2929813"/>
            <a:chExt cx="1772700" cy="967362"/>
          </a:xfrm>
        </p:grpSpPr>
        <p:sp>
          <p:nvSpPr>
            <p:cNvPr id="153" name="Google Shape;153;p17"/>
            <p:cNvSpPr txBox="1"/>
            <p:nvPr/>
          </p:nvSpPr>
          <p:spPr>
            <a:xfrm>
              <a:off x="710275" y="3094800"/>
              <a:ext cx="1772700" cy="26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Product 2</a:t>
              </a:r>
              <a:endParaRPr sz="170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54" name="Google Shape;154;p17"/>
            <p:cNvSpPr txBox="1"/>
            <p:nvPr/>
          </p:nvSpPr>
          <p:spPr>
            <a:xfrm>
              <a:off x="710275" y="3348775"/>
              <a:ext cx="1772700" cy="54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Saturn is composed of hydrogen and helium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5" name="Google Shape;155;p17"/>
            <p:cNvSpPr/>
            <p:nvPr/>
          </p:nvSpPr>
          <p:spPr>
            <a:xfrm>
              <a:off x="815175" y="2929813"/>
              <a:ext cx="607500" cy="92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6" name="Google Shape;156;p17"/>
          <p:cNvGrpSpPr/>
          <p:nvPr/>
        </p:nvGrpSpPr>
        <p:grpSpPr>
          <a:xfrm>
            <a:off x="3663544" y="1719895"/>
            <a:ext cx="557385" cy="2903549"/>
            <a:chOff x="4321749" y="1509472"/>
            <a:chExt cx="557385" cy="2903549"/>
          </a:xfrm>
        </p:grpSpPr>
        <p:sp>
          <p:nvSpPr>
            <p:cNvPr id="157" name="Google Shape;157;p17"/>
            <p:cNvSpPr/>
            <p:nvPr/>
          </p:nvSpPr>
          <p:spPr>
            <a:xfrm>
              <a:off x="4368942" y="1509472"/>
              <a:ext cx="231500" cy="260890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17"/>
            <p:cNvSpPr/>
            <p:nvPr/>
          </p:nvSpPr>
          <p:spPr>
            <a:xfrm>
              <a:off x="4600441" y="2089198"/>
              <a:ext cx="231500" cy="202902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17"/>
            <p:cNvSpPr txBox="1"/>
            <p:nvPr/>
          </p:nvSpPr>
          <p:spPr>
            <a:xfrm>
              <a:off x="4321749" y="4199377"/>
              <a:ext cx="557385" cy="2136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2020</a:t>
              </a:r>
              <a:endParaRPr sz="11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60" name="Google Shape;160;p17"/>
          <p:cNvGrpSpPr/>
          <p:nvPr/>
        </p:nvGrpSpPr>
        <p:grpSpPr>
          <a:xfrm>
            <a:off x="4642009" y="1430016"/>
            <a:ext cx="557385" cy="3193427"/>
            <a:chOff x="5376411" y="1219593"/>
            <a:chExt cx="557385" cy="3193427"/>
          </a:xfrm>
        </p:grpSpPr>
        <p:sp>
          <p:nvSpPr>
            <p:cNvPr id="161" name="Google Shape;161;p17"/>
            <p:cNvSpPr/>
            <p:nvPr/>
          </p:nvSpPr>
          <p:spPr>
            <a:xfrm>
              <a:off x="5423604" y="1219593"/>
              <a:ext cx="231500" cy="289866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17"/>
            <p:cNvSpPr/>
            <p:nvPr/>
          </p:nvSpPr>
          <p:spPr>
            <a:xfrm>
              <a:off x="5655104" y="2668956"/>
              <a:ext cx="231500" cy="1449146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17"/>
            <p:cNvSpPr txBox="1"/>
            <p:nvPr/>
          </p:nvSpPr>
          <p:spPr>
            <a:xfrm>
              <a:off x="5376411" y="4199377"/>
              <a:ext cx="557385" cy="2136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2021</a:t>
              </a:r>
              <a:endParaRPr sz="11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64" name="Google Shape;164;p17"/>
          <p:cNvGrpSpPr/>
          <p:nvPr/>
        </p:nvGrpSpPr>
        <p:grpSpPr>
          <a:xfrm>
            <a:off x="5620475" y="2299498"/>
            <a:ext cx="557385" cy="2323946"/>
            <a:chOff x="6431074" y="2089075"/>
            <a:chExt cx="557385" cy="2323946"/>
          </a:xfrm>
        </p:grpSpPr>
        <p:sp>
          <p:nvSpPr>
            <p:cNvPr id="165" name="Google Shape;165;p17"/>
            <p:cNvSpPr/>
            <p:nvPr/>
          </p:nvSpPr>
          <p:spPr>
            <a:xfrm>
              <a:off x="6478267" y="2958804"/>
              <a:ext cx="231500" cy="115939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17"/>
            <p:cNvSpPr/>
            <p:nvPr/>
          </p:nvSpPr>
          <p:spPr>
            <a:xfrm>
              <a:off x="6709766" y="2089075"/>
              <a:ext cx="231500" cy="202902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17"/>
            <p:cNvSpPr txBox="1"/>
            <p:nvPr/>
          </p:nvSpPr>
          <p:spPr>
            <a:xfrm>
              <a:off x="6431074" y="4199377"/>
              <a:ext cx="557385" cy="2136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2022</a:t>
              </a:r>
              <a:endParaRPr sz="11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68" name="Google Shape;168;p17"/>
          <p:cNvGrpSpPr/>
          <p:nvPr/>
        </p:nvGrpSpPr>
        <p:grpSpPr>
          <a:xfrm>
            <a:off x="6598941" y="2009774"/>
            <a:ext cx="557385" cy="2613669"/>
            <a:chOff x="7485737" y="1799351"/>
            <a:chExt cx="557385" cy="2613669"/>
          </a:xfrm>
        </p:grpSpPr>
        <p:sp>
          <p:nvSpPr>
            <p:cNvPr id="169" name="Google Shape;169;p17"/>
            <p:cNvSpPr/>
            <p:nvPr/>
          </p:nvSpPr>
          <p:spPr>
            <a:xfrm>
              <a:off x="7532929" y="3248733"/>
              <a:ext cx="231500" cy="869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17"/>
            <p:cNvSpPr/>
            <p:nvPr/>
          </p:nvSpPr>
          <p:spPr>
            <a:xfrm>
              <a:off x="7764429" y="1799351"/>
              <a:ext cx="231500" cy="231881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17"/>
            <p:cNvSpPr txBox="1"/>
            <p:nvPr/>
          </p:nvSpPr>
          <p:spPr>
            <a:xfrm>
              <a:off x="7485737" y="4199377"/>
              <a:ext cx="557385" cy="2136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2023</a:t>
              </a:r>
              <a:endParaRPr sz="11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72" name="Google Shape;172;p17"/>
          <p:cNvGrpSpPr/>
          <p:nvPr/>
        </p:nvGrpSpPr>
        <p:grpSpPr>
          <a:xfrm>
            <a:off x="7577406" y="1722398"/>
            <a:ext cx="557400" cy="2901003"/>
            <a:chOff x="7485737" y="1511975"/>
            <a:chExt cx="557400" cy="2901003"/>
          </a:xfrm>
        </p:grpSpPr>
        <p:sp>
          <p:nvSpPr>
            <p:cNvPr id="173" name="Google Shape;173;p17"/>
            <p:cNvSpPr/>
            <p:nvPr/>
          </p:nvSpPr>
          <p:spPr>
            <a:xfrm>
              <a:off x="7532925" y="3558378"/>
              <a:ext cx="231600" cy="560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17"/>
            <p:cNvSpPr/>
            <p:nvPr/>
          </p:nvSpPr>
          <p:spPr>
            <a:xfrm>
              <a:off x="7764425" y="1511975"/>
              <a:ext cx="231600" cy="2606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17"/>
            <p:cNvSpPr txBox="1"/>
            <p:nvPr/>
          </p:nvSpPr>
          <p:spPr>
            <a:xfrm>
              <a:off x="7485737" y="4199377"/>
              <a:ext cx="557400" cy="21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2024</a:t>
              </a:r>
              <a:endParaRPr sz="11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176" name="Google Shape;176;p17"/>
          <p:cNvCxnSpPr/>
          <p:nvPr/>
        </p:nvCxnSpPr>
        <p:spPr>
          <a:xfrm>
            <a:off x="3364625" y="4323948"/>
            <a:ext cx="50691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1" name="Google Shape;181;p18"/>
          <p:cNvGrpSpPr/>
          <p:nvPr/>
        </p:nvGrpSpPr>
        <p:grpSpPr>
          <a:xfrm>
            <a:off x="710283" y="1408187"/>
            <a:ext cx="5568666" cy="2343870"/>
            <a:chOff x="1774813" y="1357225"/>
            <a:chExt cx="5594400" cy="2343870"/>
          </a:xfrm>
        </p:grpSpPr>
        <p:cxnSp>
          <p:nvCxnSpPr>
            <p:cNvPr id="182" name="Google Shape;182;p18"/>
            <p:cNvCxnSpPr/>
            <p:nvPr/>
          </p:nvCxnSpPr>
          <p:spPr>
            <a:xfrm>
              <a:off x="1774813" y="1357225"/>
              <a:ext cx="55944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3" name="Google Shape;183;p18"/>
            <p:cNvCxnSpPr/>
            <p:nvPr/>
          </p:nvCxnSpPr>
          <p:spPr>
            <a:xfrm>
              <a:off x="1774813" y="1617655"/>
              <a:ext cx="55944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4" name="Google Shape;184;p18"/>
            <p:cNvCxnSpPr/>
            <p:nvPr/>
          </p:nvCxnSpPr>
          <p:spPr>
            <a:xfrm>
              <a:off x="1774813" y="1878085"/>
              <a:ext cx="55944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5" name="Google Shape;185;p18"/>
            <p:cNvCxnSpPr/>
            <p:nvPr/>
          </p:nvCxnSpPr>
          <p:spPr>
            <a:xfrm>
              <a:off x="1774813" y="2138515"/>
              <a:ext cx="55944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6" name="Google Shape;186;p18"/>
            <p:cNvCxnSpPr/>
            <p:nvPr/>
          </p:nvCxnSpPr>
          <p:spPr>
            <a:xfrm>
              <a:off x="1774813" y="2398945"/>
              <a:ext cx="55944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7" name="Google Shape;187;p18"/>
            <p:cNvCxnSpPr/>
            <p:nvPr/>
          </p:nvCxnSpPr>
          <p:spPr>
            <a:xfrm>
              <a:off x="1774813" y="2659375"/>
              <a:ext cx="55944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8" name="Google Shape;188;p18"/>
            <p:cNvCxnSpPr/>
            <p:nvPr/>
          </p:nvCxnSpPr>
          <p:spPr>
            <a:xfrm>
              <a:off x="1774813" y="2919805"/>
              <a:ext cx="55944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9" name="Google Shape;189;p18"/>
            <p:cNvCxnSpPr/>
            <p:nvPr/>
          </p:nvCxnSpPr>
          <p:spPr>
            <a:xfrm>
              <a:off x="1774813" y="3180235"/>
              <a:ext cx="55944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0" name="Google Shape;190;p18"/>
            <p:cNvCxnSpPr/>
            <p:nvPr/>
          </p:nvCxnSpPr>
          <p:spPr>
            <a:xfrm>
              <a:off x="1774813" y="3440665"/>
              <a:ext cx="55944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1" name="Google Shape;191;p18"/>
            <p:cNvCxnSpPr/>
            <p:nvPr/>
          </p:nvCxnSpPr>
          <p:spPr>
            <a:xfrm>
              <a:off x="1774813" y="3701095"/>
              <a:ext cx="55944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92" name="Google Shape;192;p18"/>
          <p:cNvSpPr txBox="1">
            <a:spLocks noGrp="1"/>
          </p:cNvSpPr>
          <p:nvPr>
            <p:ph type="title"/>
          </p:nvPr>
        </p:nvSpPr>
        <p:spPr>
          <a:xfrm>
            <a:off x="483675" y="415425"/>
            <a:ext cx="82032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Data Charts Infographics</a:t>
            </a:r>
            <a:endParaRPr/>
          </a:p>
        </p:txBody>
      </p:sp>
      <p:grpSp>
        <p:nvGrpSpPr>
          <p:cNvPr id="193" name="Google Shape;193;p18"/>
          <p:cNvGrpSpPr/>
          <p:nvPr/>
        </p:nvGrpSpPr>
        <p:grpSpPr>
          <a:xfrm>
            <a:off x="1263624" y="4191137"/>
            <a:ext cx="314343" cy="314343"/>
            <a:chOff x="3271200" y="1435075"/>
            <a:chExt cx="481825" cy="481825"/>
          </a:xfrm>
        </p:grpSpPr>
        <p:sp>
          <p:nvSpPr>
            <p:cNvPr id="194" name="Google Shape;194;p18"/>
            <p:cNvSpPr/>
            <p:nvPr/>
          </p:nvSpPr>
          <p:spPr>
            <a:xfrm>
              <a:off x="3271200" y="143507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9597" y="2259"/>
                  </a:moveTo>
                  <a:cubicBezTo>
                    <a:pt x="13635" y="2259"/>
                    <a:pt x="17014" y="5545"/>
                    <a:pt x="17014" y="9601"/>
                  </a:cubicBezTo>
                  <a:cubicBezTo>
                    <a:pt x="17014" y="13636"/>
                    <a:pt x="13654" y="17014"/>
                    <a:pt x="9597" y="17014"/>
                  </a:cubicBezTo>
                  <a:cubicBezTo>
                    <a:pt x="5562" y="17014"/>
                    <a:pt x="2259" y="13654"/>
                    <a:pt x="2259" y="9601"/>
                  </a:cubicBezTo>
                  <a:cubicBezTo>
                    <a:pt x="2259" y="5563"/>
                    <a:pt x="5541" y="2259"/>
                    <a:pt x="9597" y="2259"/>
                  </a:cubicBezTo>
                  <a:close/>
                  <a:moveTo>
                    <a:pt x="9597" y="1"/>
                  </a:moveTo>
                  <a:cubicBezTo>
                    <a:pt x="4304" y="1"/>
                    <a:pt x="0" y="4307"/>
                    <a:pt x="0" y="9601"/>
                  </a:cubicBezTo>
                  <a:cubicBezTo>
                    <a:pt x="0" y="14892"/>
                    <a:pt x="4304" y="19273"/>
                    <a:pt x="9597" y="19273"/>
                  </a:cubicBezTo>
                  <a:cubicBezTo>
                    <a:pt x="14891" y="19273"/>
                    <a:pt x="19272" y="14892"/>
                    <a:pt x="19272" y="9601"/>
                  </a:cubicBezTo>
                  <a:cubicBezTo>
                    <a:pt x="19272" y="4307"/>
                    <a:pt x="14891" y="1"/>
                    <a:pt x="959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95" name="Google Shape;195;p18"/>
            <p:cNvSpPr/>
            <p:nvPr/>
          </p:nvSpPr>
          <p:spPr>
            <a:xfrm>
              <a:off x="3356575" y="1520525"/>
              <a:ext cx="311000" cy="311025"/>
            </a:xfrm>
            <a:custGeom>
              <a:avLst/>
              <a:gdLst/>
              <a:ahLst/>
              <a:cxnLst/>
              <a:rect l="l" t="t" r="r" b="b"/>
              <a:pathLst>
                <a:path w="12440" h="12441" extrusionOk="0">
                  <a:moveTo>
                    <a:pt x="8516" y="3359"/>
                  </a:moveTo>
                  <a:cubicBezTo>
                    <a:pt x="8661" y="3359"/>
                    <a:pt x="8805" y="3414"/>
                    <a:pt x="8917" y="3524"/>
                  </a:cubicBezTo>
                  <a:cubicBezTo>
                    <a:pt x="9136" y="3744"/>
                    <a:pt x="9136" y="4102"/>
                    <a:pt x="8917" y="4322"/>
                  </a:cubicBezTo>
                  <a:lnTo>
                    <a:pt x="7056" y="6183"/>
                  </a:lnTo>
                  <a:lnTo>
                    <a:pt x="8917" y="8041"/>
                  </a:lnTo>
                  <a:cubicBezTo>
                    <a:pt x="9326" y="8453"/>
                    <a:pt x="8939" y="9009"/>
                    <a:pt x="8502" y="9009"/>
                  </a:cubicBezTo>
                  <a:cubicBezTo>
                    <a:pt x="8371" y="9009"/>
                    <a:pt x="8235" y="8959"/>
                    <a:pt x="8116" y="8839"/>
                  </a:cubicBezTo>
                  <a:lnTo>
                    <a:pt x="5857" y="6580"/>
                  </a:lnTo>
                  <a:cubicBezTo>
                    <a:pt x="5637" y="6360"/>
                    <a:pt x="5637" y="6002"/>
                    <a:pt x="5857" y="5782"/>
                  </a:cubicBezTo>
                  <a:lnTo>
                    <a:pt x="8116" y="3524"/>
                  </a:lnTo>
                  <a:cubicBezTo>
                    <a:pt x="8227" y="3414"/>
                    <a:pt x="8372" y="3359"/>
                    <a:pt x="8516" y="3359"/>
                  </a:cubicBezTo>
                  <a:close/>
                  <a:moveTo>
                    <a:pt x="5619" y="1"/>
                  </a:moveTo>
                  <a:cubicBezTo>
                    <a:pt x="4367" y="112"/>
                    <a:pt x="3177" y="606"/>
                    <a:pt x="2214" y="1413"/>
                  </a:cubicBezTo>
                  <a:lnTo>
                    <a:pt x="2590" y="1789"/>
                  </a:lnTo>
                  <a:cubicBezTo>
                    <a:pt x="3002" y="2199"/>
                    <a:pt x="2615" y="2757"/>
                    <a:pt x="2178" y="2757"/>
                  </a:cubicBezTo>
                  <a:cubicBezTo>
                    <a:pt x="2047" y="2757"/>
                    <a:pt x="1912" y="2707"/>
                    <a:pt x="1792" y="2587"/>
                  </a:cubicBezTo>
                  <a:lnTo>
                    <a:pt x="1416" y="2211"/>
                  </a:lnTo>
                  <a:cubicBezTo>
                    <a:pt x="609" y="3175"/>
                    <a:pt x="118" y="4364"/>
                    <a:pt x="3" y="5617"/>
                  </a:cubicBezTo>
                  <a:lnTo>
                    <a:pt x="536" y="5617"/>
                  </a:lnTo>
                  <a:cubicBezTo>
                    <a:pt x="1280" y="5617"/>
                    <a:pt x="1283" y="6746"/>
                    <a:pt x="536" y="6746"/>
                  </a:cubicBezTo>
                  <a:lnTo>
                    <a:pt x="0" y="6746"/>
                  </a:lnTo>
                  <a:cubicBezTo>
                    <a:pt x="118" y="8035"/>
                    <a:pt x="627" y="9287"/>
                    <a:pt x="1413" y="10227"/>
                  </a:cubicBezTo>
                  <a:lnTo>
                    <a:pt x="1789" y="9850"/>
                  </a:lnTo>
                  <a:cubicBezTo>
                    <a:pt x="1910" y="9730"/>
                    <a:pt x="2045" y="9679"/>
                    <a:pt x="2176" y="9679"/>
                  </a:cubicBezTo>
                  <a:cubicBezTo>
                    <a:pt x="2613" y="9679"/>
                    <a:pt x="2995" y="10244"/>
                    <a:pt x="2587" y="10651"/>
                  </a:cubicBezTo>
                  <a:lnTo>
                    <a:pt x="2211" y="11028"/>
                  </a:lnTo>
                  <a:cubicBezTo>
                    <a:pt x="3174" y="11832"/>
                    <a:pt x="4364" y="12326"/>
                    <a:pt x="5616" y="12440"/>
                  </a:cubicBezTo>
                  <a:lnTo>
                    <a:pt x="5616" y="11904"/>
                  </a:lnTo>
                  <a:cubicBezTo>
                    <a:pt x="5616" y="11530"/>
                    <a:pt x="5899" y="11343"/>
                    <a:pt x="6182" y="11343"/>
                  </a:cubicBezTo>
                  <a:cubicBezTo>
                    <a:pt x="6464" y="11343"/>
                    <a:pt x="6745" y="11530"/>
                    <a:pt x="6745" y="11904"/>
                  </a:cubicBezTo>
                  <a:lnTo>
                    <a:pt x="6745" y="12440"/>
                  </a:lnTo>
                  <a:cubicBezTo>
                    <a:pt x="8034" y="12323"/>
                    <a:pt x="9287" y="11811"/>
                    <a:pt x="10226" y="11028"/>
                  </a:cubicBezTo>
                  <a:lnTo>
                    <a:pt x="9850" y="10651"/>
                  </a:lnTo>
                  <a:cubicBezTo>
                    <a:pt x="9445" y="10246"/>
                    <a:pt x="9822" y="9678"/>
                    <a:pt x="10259" y="9678"/>
                  </a:cubicBezTo>
                  <a:cubicBezTo>
                    <a:pt x="10390" y="9678"/>
                    <a:pt x="10526" y="9729"/>
                    <a:pt x="10648" y="9850"/>
                  </a:cubicBezTo>
                  <a:lnTo>
                    <a:pt x="11024" y="10227"/>
                  </a:lnTo>
                  <a:cubicBezTo>
                    <a:pt x="11810" y="9287"/>
                    <a:pt x="12319" y="8035"/>
                    <a:pt x="12437" y="6746"/>
                  </a:cubicBezTo>
                  <a:lnTo>
                    <a:pt x="11904" y="6746"/>
                  </a:lnTo>
                  <a:cubicBezTo>
                    <a:pt x="11160" y="6746"/>
                    <a:pt x="11157" y="5617"/>
                    <a:pt x="11904" y="5617"/>
                  </a:cubicBezTo>
                  <a:lnTo>
                    <a:pt x="12440" y="5617"/>
                  </a:lnTo>
                  <a:cubicBezTo>
                    <a:pt x="12325" y="4364"/>
                    <a:pt x="11834" y="3175"/>
                    <a:pt x="11027" y="2211"/>
                  </a:cubicBezTo>
                  <a:lnTo>
                    <a:pt x="10651" y="2587"/>
                  </a:lnTo>
                  <a:cubicBezTo>
                    <a:pt x="10529" y="2709"/>
                    <a:pt x="10392" y="2760"/>
                    <a:pt x="10261" y="2760"/>
                  </a:cubicBezTo>
                  <a:cubicBezTo>
                    <a:pt x="9823" y="2760"/>
                    <a:pt x="9443" y="2197"/>
                    <a:pt x="9853" y="1789"/>
                  </a:cubicBezTo>
                  <a:lnTo>
                    <a:pt x="10232" y="1413"/>
                  </a:lnTo>
                  <a:cubicBezTo>
                    <a:pt x="9290" y="627"/>
                    <a:pt x="8037" y="115"/>
                    <a:pt x="6748" y="1"/>
                  </a:cubicBezTo>
                  <a:lnTo>
                    <a:pt x="6748" y="537"/>
                  </a:lnTo>
                  <a:cubicBezTo>
                    <a:pt x="6748" y="909"/>
                    <a:pt x="6466" y="1096"/>
                    <a:pt x="6183" y="1096"/>
                  </a:cubicBezTo>
                  <a:cubicBezTo>
                    <a:pt x="5901" y="1096"/>
                    <a:pt x="5619" y="910"/>
                    <a:pt x="5619" y="537"/>
                  </a:cubicBezTo>
                  <a:lnTo>
                    <a:pt x="561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96" name="Google Shape;196;p18"/>
          <p:cNvGrpSpPr/>
          <p:nvPr/>
        </p:nvGrpSpPr>
        <p:grpSpPr>
          <a:xfrm>
            <a:off x="1036025" y="2479612"/>
            <a:ext cx="758400" cy="1533013"/>
            <a:chOff x="1526500" y="2276500"/>
            <a:chExt cx="758400" cy="1533013"/>
          </a:xfrm>
        </p:grpSpPr>
        <p:sp>
          <p:nvSpPr>
            <p:cNvPr id="197" name="Google Shape;197;p18"/>
            <p:cNvSpPr/>
            <p:nvPr/>
          </p:nvSpPr>
          <p:spPr>
            <a:xfrm>
              <a:off x="1607652" y="2507213"/>
              <a:ext cx="596100" cy="1302300"/>
            </a:xfrm>
            <a:prstGeom prst="snip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+50</a:t>
              </a:r>
              <a:endParaRPr sz="17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98" name="Google Shape;198;p18"/>
            <p:cNvSpPr txBox="1"/>
            <p:nvPr/>
          </p:nvSpPr>
          <p:spPr>
            <a:xfrm>
              <a:off x="1526500" y="2276500"/>
              <a:ext cx="7584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Venus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99" name="Google Shape;199;p18"/>
          <p:cNvGrpSpPr/>
          <p:nvPr/>
        </p:nvGrpSpPr>
        <p:grpSpPr>
          <a:xfrm>
            <a:off x="2308337" y="4191129"/>
            <a:ext cx="314294" cy="314359"/>
            <a:chOff x="5049725" y="2027900"/>
            <a:chExt cx="481750" cy="481850"/>
          </a:xfrm>
        </p:grpSpPr>
        <p:sp>
          <p:nvSpPr>
            <p:cNvPr id="200" name="Google Shape;200;p18"/>
            <p:cNvSpPr/>
            <p:nvPr/>
          </p:nvSpPr>
          <p:spPr>
            <a:xfrm>
              <a:off x="5191775" y="2394925"/>
              <a:ext cx="197625" cy="114825"/>
            </a:xfrm>
            <a:custGeom>
              <a:avLst/>
              <a:gdLst/>
              <a:ahLst/>
              <a:cxnLst/>
              <a:rect l="l" t="t" r="r" b="b"/>
              <a:pathLst>
                <a:path w="7905" h="4593" extrusionOk="0">
                  <a:moveTo>
                    <a:pt x="0" y="0"/>
                  </a:moveTo>
                  <a:lnTo>
                    <a:pt x="0" y="566"/>
                  </a:lnTo>
                  <a:cubicBezTo>
                    <a:pt x="3" y="1298"/>
                    <a:pt x="479" y="1949"/>
                    <a:pt x="1178" y="2171"/>
                  </a:cubicBezTo>
                  <a:cubicBezTo>
                    <a:pt x="1407" y="3502"/>
                    <a:pt x="2560" y="4593"/>
                    <a:pt x="3954" y="4593"/>
                  </a:cubicBezTo>
                  <a:cubicBezTo>
                    <a:pt x="5345" y="4593"/>
                    <a:pt x="6499" y="3502"/>
                    <a:pt x="6728" y="2171"/>
                  </a:cubicBezTo>
                  <a:cubicBezTo>
                    <a:pt x="7426" y="1949"/>
                    <a:pt x="7902" y="1298"/>
                    <a:pt x="7905" y="566"/>
                  </a:cubicBezTo>
                  <a:lnTo>
                    <a:pt x="79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01" name="Google Shape;201;p18"/>
            <p:cNvSpPr/>
            <p:nvPr/>
          </p:nvSpPr>
          <p:spPr>
            <a:xfrm>
              <a:off x="5113625" y="2027900"/>
              <a:ext cx="347300" cy="338825"/>
            </a:xfrm>
            <a:custGeom>
              <a:avLst/>
              <a:gdLst/>
              <a:ahLst/>
              <a:cxnLst/>
              <a:rect l="l" t="t" r="r" b="b"/>
              <a:pathLst>
                <a:path w="13892" h="13553" extrusionOk="0">
                  <a:moveTo>
                    <a:pt x="7080" y="2260"/>
                  </a:moveTo>
                  <a:cubicBezTo>
                    <a:pt x="9574" y="2263"/>
                    <a:pt x="11594" y="4284"/>
                    <a:pt x="11597" y="6777"/>
                  </a:cubicBezTo>
                  <a:cubicBezTo>
                    <a:pt x="11597" y="7090"/>
                    <a:pt x="11344" y="7340"/>
                    <a:pt x="11031" y="7340"/>
                  </a:cubicBezTo>
                  <a:cubicBezTo>
                    <a:pt x="10718" y="7340"/>
                    <a:pt x="10468" y="7090"/>
                    <a:pt x="10468" y="6777"/>
                  </a:cubicBezTo>
                  <a:cubicBezTo>
                    <a:pt x="10465" y="4907"/>
                    <a:pt x="8950" y="3392"/>
                    <a:pt x="7080" y="3389"/>
                  </a:cubicBezTo>
                  <a:cubicBezTo>
                    <a:pt x="6767" y="3389"/>
                    <a:pt x="6514" y="3136"/>
                    <a:pt x="6514" y="2826"/>
                  </a:cubicBezTo>
                  <a:cubicBezTo>
                    <a:pt x="6514" y="2513"/>
                    <a:pt x="6767" y="2260"/>
                    <a:pt x="7080" y="2260"/>
                  </a:cubicBezTo>
                  <a:close/>
                  <a:moveTo>
                    <a:pt x="7070" y="1"/>
                  </a:moveTo>
                  <a:cubicBezTo>
                    <a:pt x="6595" y="1"/>
                    <a:pt x="6111" y="50"/>
                    <a:pt x="5623" y="152"/>
                  </a:cubicBezTo>
                  <a:cubicBezTo>
                    <a:pt x="3075" y="685"/>
                    <a:pt x="1001" y="2754"/>
                    <a:pt x="459" y="5301"/>
                  </a:cubicBezTo>
                  <a:cubicBezTo>
                    <a:pt x="1" y="7469"/>
                    <a:pt x="567" y="9644"/>
                    <a:pt x="2015" y="11270"/>
                  </a:cubicBezTo>
                  <a:cubicBezTo>
                    <a:pt x="2584" y="11908"/>
                    <a:pt x="2952" y="12703"/>
                    <a:pt x="3072" y="13552"/>
                  </a:cubicBezTo>
                  <a:lnTo>
                    <a:pt x="11088" y="13552"/>
                  </a:lnTo>
                  <a:cubicBezTo>
                    <a:pt x="11221" y="12691"/>
                    <a:pt x="11597" y="11887"/>
                    <a:pt x="12175" y="11233"/>
                  </a:cubicBezTo>
                  <a:cubicBezTo>
                    <a:pt x="13259" y="10002"/>
                    <a:pt x="13892" y="8418"/>
                    <a:pt x="13892" y="6777"/>
                  </a:cubicBezTo>
                  <a:cubicBezTo>
                    <a:pt x="13892" y="2969"/>
                    <a:pt x="10766" y="1"/>
                    <a:pt x="707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02" name="Google Shape;202;p18"/>
            <p:cNvSpPr/>
            <p:nvPr/>
          </p:nvSpPr>
          <p:spPr>
            <a:xfrm>
              <a:off x="5049725" y="2197300"/>
              <a:ext cx="56400" cy="28275"/>
            </a:xfrm>
            <a:custGeom>
              <a:avLst/>
              <a:gdLst/>
              <a:ahLst/>
              <a:cxnLst/>
              <a:rect l="l" t="t" r="r" b="b"/>
              <a:pathLst>
                <a:path w="2256" h="1131" extrusionOk="0">
                  <a:moveTo>
                    <a:pt x="563" y="1"/>
                  </a:moveTo>
                  <a:cubicBezTo>
                    <a:pt x="250" y="1"/>
                    <a:pt x="0" y="254"/>
                    <a:pt x="0" y="567"/>
                  </a:cubicBezTo>
                  <a:cubicBezTo>
                    <a:pt x="0" y="877"/>
                    <a:pt x="250" y="1130"/>
                    <a:pt x="563" y="1130"/>
                  </a:cubicBezTo>
                  <a:lnTo>
                    <a:pt x="1693" y="1130"/>
                  </a:lnTo>
                  <a:cubicBezTo>
                    <a:pt x="2006" y="1130"/>
                    <a:pt x="2256" y="877"/>
                    <a:pt x="2256" y="567"/>
                  </a:cubicBezTo>
                  <a:cubicBezTo>
                    <a:pt x="2256" y="254"/>
                    <a:pt x="2006" y="1"/>
                    <a:pt x="169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03" name="Google Shape;203;p18"/>
            <p:cNvSpPr/>
            <p:nvPr/>
          </p:nvSpPr>
          <p:spPr>
            <a:xfrm>
              <a:off x="5052575" y="2102800"/>
              <a:ext cx="50850" cy="48075"/>
            </a:xfrm>
            <a:custGeom>
              <a:avLst/>
              <a:gdLst/>
              <a:ahLst/>
              <a:cxnLst/>
              <a:rect l="l" t="t" r="r" b="b"/>
              <a:pathLst>
                <a:path w="2034" h="1923" extrusionOk="0">
                  <a:moveTo>
                    <a:pt x="623" y="0"/>
                  </a:moveTo>
                  <a:cubicBezTo>
                    <a:pt x="478" y="0"/>
                    <a:pt x="333" y="56"/>
                    <a:pt x="224" y="167"/>
                  </a:cubicBezTo>
                  <a:cubicBezTo>
                    <a:pt x="4" y="384"/>
                    <a:pt x="1" y="736"/>
                    <a:pt x="214" y="959"/>
                  </a:cubicBezTo>
                  <a:lnTo>
                    <a:pt x="1015" y="1757"/>
                  </a:lnTo>
                  <a:cubicBezTo>
                    <a:pt x="1125" y="1867"/>
                    <a:pt x="1269" y="1922"/>
                    <a:pt x="1413" y="1922"/>
                  </a:cubicBezTo>
                  <a:cubicBezTo>
                    <a:pt x="1558" y="1922"/>
                    <a:pt x="1702" y="1867"/>
                    <a:pt x="1813" y="1757"/>
                  </a:cubicBezTo>
                  <a:cubicBezTo>
                    <a:pt x="2033" y="1534"/>
                    <a:pt x="2033" y="1179"/>
                    <a:pt x="1813" y="959"/>
                  </a:cubicBezTo>
                  <a:lnTo>
                    <a:pt x="1015" y="158"/>
                  </a:lnTo>
                  <a:cubicBezTo>
                    <a:pt x="906" y="53"/>
                    <a:pt x="764" y="0"/>
                    <a:pt x="6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04" name="Google Shape;204;p18"/>
            <p:cNvSpPr/>
            <p:nvPr/>
          </p:nvSpPr>
          <p:spPr>
            <a:xfrm>
              <a:off x="5052575" y="2272175"/>
              <a:ext cx="50700" cy="47900"/>
            </a:xfrm>
            <a:custGeom>
              <a:avLst/>
              <a:gdLst/>
              <a:ahLst/>
              <a:cxnLst/>
              <a:rect l="l" t="t" r="r" b="b"/>
              <a:pathLst>
                <a:path w="2028" h="1916" extrusionOk="0">
                  <a:moveTo>
                    <a:pt x="1405" y="0"/>
                  </a:moveTo>
                  <a:cubicBezTo>
                    <a:pt x="1264" y="0"/>
                    <a:pt x="1124" y="53"/>
                    <a:pt x="1015" y="159"/>
                  </a:cubicBezTo>
                  <a:lnTo>
                    <a:pt x="214" y="960"/>
                  </a:lnTo>
                  <a:cubicBezTo>
                    <a:pt x="1" y="1179"/>
                    <a:pt x="4" y="1532"/>
                    <a:pt x="224" y="1749"/>
                  </a:cubicBezTo>
                  <a:cubicBezTo>
                    <a:pt x="333" y="1860"/>
                    <a:pt x="478" y="1916"/>
                    <a:pt x="623" y="1916"/>
                  </a:cubicBezTo>
                  <a:cubicBezTo>
                    <a:pt x="764" y="1916"/>
                    <a:pt x="906" y="1863"/>
                    <a:pt x="1015" y="1758"/>
                  </a:cubicBezTo>
                  <a:lnTo>
                    <a:pt x="1813" y="960"/>
                  </a:lnTo>
                  <a:cubicBezTo>
                    <a:pt x="2027" y="737"/>
                    <a:pt x="2024" y="384"/>
                    <a:pt x="1804" y="168"/>
                  </a:cubicBezTo>
                  <a:cubicBezTo>
                    <a:pt x="1695" y="56"/>
                    <a:pt x="1550" y="0"/>
                    <a:pt x="140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05" name="Google Shape;205;p18"/>
            <p:cNvSpPr/>
            <p:nvPr/>
          </p:nvSpPr>
          <p:spPr>
            <a:xfrm>
              <a:off x="5475050" y="2197300"/>
              <a:ext cx="56425" cy="28275"/>
            </a:xfrm>
            <a:custGeom>
              <a:avLst/>
              <a:gdLst/>
              <a:ahLst/>
              <a:cxnLst/>
              <a:rect l="l" t="t" r="r" b="b"/>
              <a:pathLst>
                <a:path w="2257" h="1131" extrusionOk="0">
                  <a:moveTo>
                    <a:pt x="564" y="1"/>
                  </a:moveTo>
                  <a:cubicBezTo>
                    <a:pt x="251" y="1"/>
                    <a:pt x="1" y="254"/>
                    <a:pt x="1" y="567"/>
                  </a:cubicBezTo>
                  <a:cubicBezTo>
                    <a:pt x="1" y="877"/>
                    <a:pt x="251" y="1130"/>
                    <a:pt x="564" y="1130"/>
                  </a:cubicBezTo>
                  <a:lnTo>
                    <a:pt x="1693" y="1130"/>
                  </a:lnTo>
                  <a:cubicBezTo>
                    <a:pt x="2006" y="1130"/>
                    <a:pt x="2256" y="877"/>
                    <a:pt x="2256" y="567"/>
                  </a:cubicBezTo>
                  <a:cubicBezTo>
                    <a:pt x="2256" y="254"/>
                    <a:pt x="2006" y="1"/>
                    <a:pt x="169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06" name="Google Shape;206;p18"/>
            <p:cNvSpPr/>
            <p:nvPr/>
          </p:nvSpPr>
          <p:spPr>
            <a:xfrm>
              <a:off x="5477925" y="2102800"/>
              <a:ext cx="50675" cy="47900"/>
            </a:xfrm>
            <a:custGeom>
              <a:avLst/>
              <a:gdLst/>
              <a:ahLst/>
              <a:cxnLst/>
              <a:rect l="l" t="t" r="r" b="b"/>
              <a:pathLst>
                <a:path w="2027" h="1916" extrusionOk="0">
                  <a:moveTo>
                    <a:pt x="1405" y="0"/>
                  </a:moveTo>
                  <a:cubicBezTo>
                    <a:pt x="1264" y="0"/>
                    <a:pt x="1123" y="53"/>
                    <a:pt x="1015" y="158"/>
                  </a:cubicBezTo>
                  <a:lnTo>
                    <a:pt x="214" y="959"/>
                  </a:lnTo>
                  <a:cubicBezTo>
                    <a:pt x="0" y="1179"/>
                    <a:pt x="3" y="1531"/>
                    <a:pt x="223" y="1748"/>
                  </a:cubicBezTo>
                  <a:cubicBezTo>
                    <a:pt x="333" y="1860"/>
                    <a:pt x="478" y="1915"/>
                    <a:pt x="623" y="1915"/>
                  </a:cubicBezTo>
                  <a:cubicBezTo>
                    <a:pt x="764" y="1915"/>
                    <a:pt x="905" y="1863"/>
                    <a:pt x="1015" y="1757"/>
                  </a:cubicBezTo>
                  <a:lnTo>
                    <a:pt x="1813" y="959"/>
                  </a:lnTo>
                  <a:cubicBezTo>
                    <a:pt x="2027" y="736"/>
                    <a:pt x="2024" y="384"/>
                    <a:pt x="1804" y="167"/>
                  </a:cubicBezTo>
                  <a:cubicBezTo>
                    <a:pt x="1694" y="56"/>
                    <a:pt x="1549" y="0"/>
                    <a:pt x="140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07" name="Google Shape;207;p18"/>
            <p:cNvSpPr/>
            <p:nvPr/>
          </p:nvSpPr>
          <p:spPr>
            <a:xfrm>
              <a:off x="5477775" y="2272000"/>
              <a:ext cx="50825" cy="48075"/>
            </a:xfrm>
            <a:custGeom>
              <a:avLst/>
              <a:gdLst/>
              <a:ahLst/>
              <a:cxnLst/>
              <a:rect l="l" t="t" r="r" b="b"/>
              <a:pathLst>
                <a:path w="2033" h="1923" extrusionOk="0">
                  <a:moveTo>
                    <a:pt x="621" y="1"/>
                  </a:moveTo>
                  <a:cubicBezTo>
                    <a:pt x="476" y="1"/>
                    <a:pt x="331" y="56"/>
                    <a:pt x="220" y="166"/>
                  </a:cubicBezTo>
                  <a:cubicBezTo>
                    <a:pt x="0" y="388"/>
                    <a:pt x="0" y="744"/>
                    <a:pt x="220" y="967"/>
                  </a:cubicBezTo>
                  <a:lnTo>
                    <a:pt x="1021" y="1765"/>
                  </a:lnTo>
                  <a:cubicBezTo>
                    <a:pt x="1129" y="1870"/>
                    <a:pt x="1270" y="1923"/>
                    <a:pt x="1411" y="1923"/>
                  </a:cubicBezTo>
                  <a:cubicBezTo>
                    <a:pt x="1555" y="1923"/>
                    <a:pt x="1700" y="1867"/>
                    <a:pt x="1810" y="1756"/>
                  </a:cubicBezTo>
                  <a:cubicBezTo>
                    <a:pt x="2030" y="1539"/>
                    <a:pt x="2033" y="1186"/>
                    <a:pt x="1819" y="967"/>
                  </a:cubicBezTo>
                  <a:lnTo>
                    <a:pt x="1021" y="166"/>
                  </a:lnTo>
                  <a:cubicBezTo>
                    <a:pt x="910" y="56"/>
                    <a:pt x="765" y="1"/>
                    <a:pt x="62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208" name="Google Shape;208;p18"/>
          <p:cNvGrpSpPr/>
          <p:nvPr/>
        </p:nvGrpSpPr>
        <p:grpSpPr>
          <a:xfrm>
            <a:off x="2075775" y="2216662"/>
            <a:ext cx="758400" cy="1795938"/>
            <a:chOff x="2566250" y="2013550"/>
            <a:chExt cx="758400" cy="1795938"/>
          </a:xfrm>
        </p:grpSpPr>
        <p:sp>
          <p:nvSpPr>
            <p:cNvPr id="209" name="Google Shape;209;p18"/>
            <p:cNvSpPr/>
            <p:nvPr/>
          </p:nvSpPr>
          <p:spPr>
            <a:xfrm>
              <a:off x="2647402" y="2246788"/>
              <a:ext cx="596100" cy="1562700"/>
            </a:xfrm>
            <a:prstGeom prst="snip2SameRect">
              <a:avLst>
                <a:gd name="adj1" fmla="val 50000"/>
                <a:gd name="adj2" fmla="val 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+60</a:t>
              </a:r>
              <a:endParaRPr sz="17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10" name="Google Shape;210;p18"/>
            <p:cNvSpPr txBox="1"/>
            <p:nvPr/>
          </p:nvSpPr>
          <p:spPr>
            <a:xfrm>
              <a:off x="2566250" y="2013550"/>
              <a:ext cx="7584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Earth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11" name="Google Shape;211;p18"/>
          <p:cNvGrpSpPr/>
          <p:nvPr/>
        </p:nvGrpSpPr>
        <p:grpSpPr>
          <a:xfrm>
            <a:off x="3353001" y="4191137"/>
            <a:ext cx="314440" cy="314343"/>
            <a:chOff x="5642475" y="1435075"/>
            <a:chExt cx="481975" cy="481825"/>
          </a:xfrm>
        </p:grpSpPr>
        <p:sp>
          <p:nvSpPr>
            <p:cNvPr id="212" name="Google Shape;212;p18"/>
            <p:cNvSpPr/>
            <p:nvPr/>
          </p:nvSpPr>
          <p:spPr>
            <a:xfrm>
              <a:off x="5642475" y="1435075"/>
              <a:ext cx="481975" cy="340675"/>
            </a:xfrm>
            <a:custGeom>
              <a:avLst/>
              <a:gdLst/>
              <a:ahLst/>
              <a:cxnLst/>
              <a:rect l="l" t="t" r="r" b="b"/>
              <a:pathLst>
                <a:path w="19279" h="13627" extrusionOk="0">
                  <a:moveTo>
                    <a:pt x="2262" y="2259"/>
                  </a:moveTo>
                  <a:cubicBezTo>
                    <a:pt x="2883" y="2259"/>
                    <a:pt x="3428" y="2765"/>
                    <a:pt x="3428" y="3389"/>
                  </a:cubicBezTo>
                  <a:lnTo>
                    <a:pt x="3428" y="7342"/>
                  </a:lnTo>
                  <a:cubicBezTo>
                    <a:pt x="3428" y="7366"/>
                    <a:pt x="3434" y="7394"/>
                    <a:pt x="3434" y="7418"/>
                  </a:cubicBezTo>
                  <a:lnTo>
                    <a:pt x="1636" y="6246"/>
                  </a:lnTo>
                  <a:cubicBezTo>
                    <a:pt x="1320" y="6035"/>
                    <a:pt x="1130" y="5683"/>
                    <a:pt x="1133" y="5304"/>
                  </a:cubicBezTo>
                  <a:lnTo>
                    <a:pt x="1133" y="3389"/>
                  </a:lnTo>
                  <a:cubicBezTo>
                    <a:pt x="1133" y="2765"/>
                    <a:pt x="1636" y="2259"/>
                    <a:pt x="2262" y="2259"/>
                  </a:cubicBezTo>
                  <a:close/>
                  <a:moveTo>
                    <a:pt x="17017" y="2259"/>
                  </a:moveTo>
                  <a:cubicBezTo>
                    <a:pt x="17641" y="2259"/>
                    <a:pt x="18147" y="2765"/>
                    <a:pt x="18147" y="3389"/>
                  </a:cubicBezTo>
                  <a:lnTo>
                    <a:pt x="18147" y="5307"/>
                  </a:lnTo>
                  <a:cubicBezTo>
                    <a:pt x="18147" y="5683"/>
                    <a:pt x="17957" y="6035"/>
                    <a:pt x="17644" y="6246"/>
                  </a:cubicBezTo>
                  <a:lnTo>
                    <a:pt x="15843" y="7421"/>
                  </a:lnTo>
                  <a:cubicBezTo>
                    <a:pt x="15843" y="7394"/>
                    <a:pt x="15849" y="7369"/>
                    <a:pt x="15849" y="7342"/>
                  </a:cubicBezTo>
                  <a:lnTo>
                    <a:pt x="15849" y="3389"/>
                  </a:lnTo>
                  <a:cubicBezTo>
                    <a:pt x="15849" y="2765"/>
                    <a:pt x="16394" y="2259"/>
                    <a:pt x="17017" y="2259"/>
                  </a:cubicBezTo>
                  <a:close/>
                  <a:moveTo>
                    <a:pt x="9638" y="2284"/>
                  </a:moveTo>
                  <a:cubicBezTo>
                    <a:pt x="9845" y="2284"/>
                    <a:pt x="10051" y="2381"/>
                    <a:pt x="10146" y="2576"/>
                  </a:cubicBezTo>
                  <a:lnTo>
                    <a:pt x="10883" y="4069"/>
                  </a:lnTo>
                  <a:lnTo>
                    <a:pt x="12534" y="4310"/>
                  </a:lnTo>
                  <a:cubicBezTo>
                    <a:pt x="12994" y="4376"/>
                    <a:pt x="13181" y="4945"/>
                    <a:pt x="12847" y="5274"/>
                  </a:cubicBezTo>
                  <a:lnTo>
                    <a:pt x="11651" y="6439"/>
                  </a:lnTo>
                  <a:lnTo>
                    <a:pt x="11934" y="8080"/>
                  </a:lnTo>
                  <a:cubicBezTo>
                    <a:pt x="11996" y="8445"/>
                    <a:pt x="11705" y="8742"/>
                    <a:pt x="11376" y="8742"/>
                  </a:cubicBezTo>
                  <a:cubicBezTo>
                    <a:pt x="11290" y="8742"/>
                    <a:pt x="11201" y="8721"/>
                    <a:pt x="11115" y="8676"/>
                  </a:cubicBezTo>
                  <a:lnTo>
                    <a:pt x="9637" y="7899"/>
                  </a:lnTo>
                  <a:lnTo>
                    <a:pt x="8161" y="8676"/>
                  </a:lnTo>
                  <a:cubicBezTo>
                    <a:pt x="8076" y="8721"/>
                    <a:pt x="7987" y="8742"/>
                    <a:pt x="7900" y="8742"/>
                  </a:cubicBezTo>
                  <a:cubicBezTo>
                    <a:pt x="7571" y="8742"/>
                    <a:pt x="7280" y="8445"/>
                    <a:pt x="7342" y="8080"/>
                  </a:cubicBezTo>
                  <a:lnTo>
                    <a:pt x="7625" y="6439"/>
                  </a:lnTo>
                  <a:lnTo>
                    <a:pt x="6430" y="5271"/>
                  </a:lnTo>
                  <a:cubicBezTo>
                    <a:pt x="6279" y="5120"/>
                    <a:pt x="6222" y="4897"/>
                    <a:pt x="6288" y="4692"/>
                  </a:cubicBezTo>
                  <a:cubicBezTo>
                    <a:pt x="6355" y="4488"/>
                    <a:pt x="6532" y="4340"/>
                    <a:pt x="6743" y="4310"/>
                  </a:cubicBezTo>
                  <a:lnTo>
                    <a:pt x="8393" y="4069"/>
                  </a:lnTo>
                  <a:lnTo>
                    <a:pt x="9131" y="2576"/>
                  </a:lnTo>
                  <a:cubicBezTo>
                    <a:pt x="9226" y="2381"/>
                    <a:pt x="9432" y="2284"/>
                    <a:pt x="9638" y="2284"/>
                  </a:cubicBezTo>
                  <a:close/>
                  <a:moveTo>
                    <a:pt x="3994" y="1"/>
                  </a:moveTo>
                  <a:cubicBezTo>
                    <a:pt x="3681" y="1"/>
                    <a:pt x="3428" y="254"/>
                    <a:pt x="3428" y="567"/>
                  </a:cubicBezTo>
                  <a:lnTo>
                    <a:pt x="3428" y="1443"/>
                  </a:lnTo>
                  <a:cubicBezTo>
                    <a:pt x="3072" y="1242"/>
                    <a:pt x="2669" y="1133"/>
                    <a:pt x="2262" y="1130"/>
                  </a:cubicBezTo>
                  <a:cubicBezTo>
                    <a:pt x="1013" y="1130"/>
                    <a:pt x="4" y="2142"/>
                    <a:pt x="4" y="3389"/>
                  </a:cubicBezTo>
                  <a:lnTo>
                    <a:pt x="4" y="5307"/>
                  </a:lnTo>
                  <a:cubicBezTo>
                    <a:pt x="1" y="6060"/>
                    <a:pt x="380" y="6767"/>
                    <a:pt x="1010" y="7186"/>
                  </a:cubicBezTo>
                  <a:lnTo>
                    <a:pt x="3681" y="8941"/>
                  </a:lnTo>
                  <a:cubicBezTo>
                    <a:pt x="3690" y="8947"/>
                    <a:pt x="3702" y="8944"/>
                    <a:pt x="3714" y="8950"/>
                  </a:cubicBezTo>
                  <a:cubicBezTo>
                    <a:pt x="4129" y="10107"/>
                    <a:pt x="5006" y="11037"/>
                    <a:pt x="6297" y="11642"/>
                  </a:cubicBezTo>
                  <a:cubicBezTo>
                    <a:pt x="7137" y="12034"/>
                    <a:pt x="7692" y="12817"/>
                    <a:pt x="7866" y="13627"/>
                  </a:cubicBezTo>
                  <a:lnTo>
                    <a:pt x="11386" y="13627"/>
                  </a:lnTo>
                  <a:cubicBezTo>
                    <a:pt x="11504" y="12844"/>
                    <a:pt x="11949" y="12067"/>
                    <a:pt x="12648" y="11676"/>
                  </a:cubicBezTo>
                  <a:cubicBezTo>
                    <a:pt x="14003" y="10908"/>
                    <a:pt x="15027" y="10101"/>
                    <a:pt x="15521" y="8965"/>
                  </a:cubicBezTo>
                  <a:cubicBezTo>
                    <a:pt x="15545" y="8953"/>
                    <a:pt x="15575" y="8956"/>
                    <a:pt x="15599" y="8941"/>
                  </a:cubicBezTo>
                  <a:lnTo>
                    <a:pt x="18273" y="7186"/>
                  </a:lnTo>
                  <a:cubicBezTo>
                    <a:pt x="18899" y="6767"/>
                    <a:pt x="19279" y="6063"/>
                    <a:pt x="19279" y="5307"/>
                  </a:cubicBezTo>
                  <a:lnTo>
                    <a:pt x="19279" y="3389"/>
                  </a:lnTo>
                  <a:cubicBezTo>
                    <a:pt x="19276" y="2142"/>
                    <a:pt x="18267" y="1130"/>
                    <a:pt x="17020" y="1130"/>
                  </a:cubicBezTo>
                  <a:cubicBezTo>
                    <a:pt x="16611" y="1133"/>
                    <a:pt x="16207" y="1242"/>
                    <a:pt x="15852" y="1443"/>
                  </a:cubicBezTo>
                  <a:lnTo>
                    <a:pt x="15852" y="567"/>
                  </a:lnTo>
                  <a:cubicBezTo>
                    <a:pt x="15852" y="254"/>
                    <a:pt x="15599" y="1"/>
                    <a:pt x="1528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13" name="Google Shape;213;p18"/>
            <p:cNvSpPr/>
            <p:nvPr/>
          </p:nvSpPr>
          <p:spPr>
            <a:xfrm>
              <a:off x="5756375" y="1803975"/>
              <a:ext cx="254100" cy="112925"/>
            </a:xfrm>
            <a:custGeom>
              <a:avLst/>
              <a:gdLst/>
              <a:ahLst/>
              <a:cxnLst/>
              <a:rect l="l" t="t" r="r" b="b"/>
              <a:pathLst>
                <a:path w="10164" h="4517" extrusionOk="0">
                  <a:moveTo>
                    <a:pt x="2259" y="0"/>
                  </a:moveTo>
                  <a:cubicBezTo>
                    <a:pt x="1636" y="0"/>
                    <a:pt x="1130" y="506"/>
                    <a:pt x="1130" y="1129"/>
                  </a:cubicBezTo>
                  <a:lnTo>
                    <a:pt x="1130" y="1695"/>
                  </a:lnTo>
                  <a:lnTo>
                    <a:pt x="2825" y="1695"/>
                  </a:lnTo>
                  <a:cubicBezTo>
                    <a:pt x="3136" y="1695"/>
                    <a:pt x="3389" y="1945"/>
                    <a:pt x="3389" y="2258"/>
                  </a:cubicBezTo>
                  <a:cubicBezTo>
                    <a:pt x="3389" y="2572"/>
                    <a:pt x="3136" y="2825"/>
                    <a:pt x="2825" y="2825"/>
                  </a:cubicBezTo>
                  <a:lnTo>
                    <a:pt x="567" y="2825"/>
                  </a:lnTo>
                  <a:cubicBezTo>
                    <a:pt x="254" y="2825"/>
                    <a:pt x="1" y="3075"/>
                    <a:pt x="1" y="3388"/>
                  </a:cubicBezTo>
                  <a:lnTo>
                    <a:pt x="1" y="3954"/>
                  </a:lnTo>
                  <a:cubicBezTo>
                    <a:pt x="1" y="4264"/>
                    <a:pt x="254" y="4517"/>
                    <a:pt x="567" y="4517"/>
                  </a:cubicBezTo>
                  <a:lnTo>
                    <a:pt x="9601" y="4517"/>
                  </a:lnTo>
                  <a:cubicBezTo>
                    <a:pt x="9911" y="4517"/>
                    <a:pt x="10164" y="4264"/>
                    <a:pt x="10164" y="3954"/>
                  </a:cubicBezTo>
                  <a:lnTo>
                    <a:pt x="10164" y="3388"/>
                  </a:lnTo>
                  <a:cubicBezTo>
                    <a:pt x="10164" y="3075"/>
                    <a:pt x="9911" y="2825"/>
                    <a:pt x="9601" y="2825"/>
                  </a:cubicBezTo>
                  <a:lnTo>
                    <a:pt x="7342" y="2825"/>
                  </a:lnTo>
                  <a:cubicBezTo>
                    <a:pt x="7029" y="2825"/>
                    <a:pt x="6776" y="2572"/>
                    <a:pt x="6776" y="2258"/>
                  </a:cubicBezTo>
                  <a:cubicBezTo>
                    <a:pt x="6776" y="1945"/>
                    <a:pt x="7029" y="1695"/>
                    <a:pt x="7342" y="1695"/>
                  </a:cubicBezTo>
                  <a:lnTo>
                    <a:pt x="9035" y="1695"/>
                  </a:lnTo>
                  <a:lnTo>
                    <a:pt x="9035" y="1129"/>
                  </a:lnTo>
                  <a:cubicBezTo>
                    <a:pt x="9035" y="506"/>
                    <a:pt x="8529" y="0"/>
                    <a:pt x="790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14" name="Google Shape;214;p18"/>
            <p:cNvSpPr/>
            <p:nvPr/>
          </p:nvSpPr>
          <p:spPr>
            <a:xfrm>
              <a:off x="5843400" y="1537550"/>
              <a:ext cx="79975" cy="76125"/>
            </a:xfrm>
            <a:custGeom>
              <a:avLst/>
              <a:gdLst/>
              <a:ahLst/>
              <a:cxnLst/>
              <a:rect l="l" t="t" r="r" b="b"/>
              <a:pathLst>
                <a:path w="3199" h="3045" extrusionOk="0">
                  <a:moveTo>
                    <a:pt x="1603" y="0"/>
                  </a:moveTo>
                  <a:lnTo>
                    <a:pt x="1238" y="738"/>
                  </a:lnTo>
                  <a:cubicBezTo>
                    <a:pt x="1157" y="904"/>
                    <a:pt x="998" y="1018"/>
                    <a:pt x="814" y="1045"/>
                  </a:cubicBezTo>
                  <a:lnTo>
                    <a:pt x="1" y="1163"/>
                  </a:lnTo>
                  <a:lnTo>
                    <a:pt x="588" y="1735"/>
                  </a:lnTo>
                  <a:cubicBezTo>
                    <a:pt x="721" y="1864"/>
                    <a:pt x="784" y="2051"/>
                    <a:pt x="751" y="2235"/>
                  </a:cubicBezTo>
                  <a:lnTo>
                    <a:pt x="612" y="3045"/>
                  </a:lnTo>
                  <a:lnTo>
                    <a:pt x="1338" y="2662"/>
                  </a:lnTo>
                  <a:cubicBezTo>
                    <a:pt x="1421" y="2619"/>
                    <a:pt x="1511" y="2597"/>
                    <a:pt x="1601" y="2597"/>
                  </a:cubicBezTo>
                  <a:cubicBezTo>
                    <a:pt x="1691" y="2597"/>
                    <a:pt x="1781" y="2619"/>
                    <a:pt x="1862" y="2662"/>
                  </a:cubicBezTo>
                  <a:lnTo>
                    <a:pt x="2588" y="3045"/>
                  </a:lnTo>
                  <a:lnTo>
                    <a:pt x="2452" y="2235"/>
                  </a:lnTo>
                  <a:cubicBezTo>
                    <a:pt x="2419" y="2051"/>
                    <a:pt x="2479" y="1864"/>
                    <a:pt x="2612" y="1735"/>
                  </a:cubicBezTo>
                  <a:lnTo>
                    <a:pt x="3199" y="1163"/>
                  </a:lnTo>
                  <a:lnTo>
                    <a:pt x="2389" y="1045"/>
                  </a:lnTo>
                  <a:cubicBezTo>
                    <a:pt x="2205" y="1018"/>
                    <a:pt x="2045" y="904"/>
                    <a:pt x="1964" y="735"/>
                  </a:cubicBezTo>
                  <a:lnTo>
                    <a:pt x="160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215" name="Google Shape;215;p18"/>
          <p:cNvGrpSpPr/>
          <p:nvPr/>
        </p:nvGrpSpPr>
        <p:grpSpPr>
          <a:xfrm>
            <a:off x="3115525" y="1953712"/>
            <a:ext cx="758400" cy="2058863"/>
            <a:chOff x="3606000" y="1750600"/>
            <a:chExt cx="758400" cy="2058863"/>
          </a:xfrm>
        </p:grpSpPr>
        <p:sp>
          <p:nvSpPr>
            <p:cNvPr id="216" name="Google Shape;216;p18"/>
            <p:cNvSpPr/>
            <p:nvPr/>
          </p:nvSpPr>
          <p:spPr>
            <a:xfrm>
              <a:off x="3687152" y="1986363"/>
              <a:ext cx="596100" cy="1823100"/>
            </a:xfrm>
            <a:prstGeom prst="snip2SameRect">
              <a:avLst>
                <a:gd name="adj1" fmla="val 50000"/>
                <a:gd name="adj2" fmla="val 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+70</a:t>
              </a:r>
              <a:endParaRPr sz="17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17" name="Google Shape;217;p18"/>
            <p:cNvSpPr txBox="1"/>
            <p:nvPr/>
          </p:nvSpPr>
          <p:spPr>
            <a:xfrm>
              <a:off x="3606000" y="1750600"/>
              <a:ext cx="7584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Mars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18" name="Google Shape;218;p18"/>
          <p:cNvGrpSpPr/>
          <p:nvPr/>
        </p:nvGrpSpPr>
        <p:grpSpPr>
          <a:xfrm>
            <a:off x="4397787" y="4191129"/>
            <a:ext cx="328728" cy="314359"/>
            <a:chOff x="5045500" y="842250"/>
            <a:chExt cx="503875" cy="481850"/>
          </a:xfrm>
        </p:grpSpPr>
        <p:sp>
          <p:nvSpPr>
            <p:cNvPr id="219" name="Google Shape;219;p18"/>
            <p:cNvSpPr/>
            <p:nvPr/>
          </p:nvSpPr>
          <p:spPr>
            <a:xfrm>
              <a:off x="5045500" y="842250"/>
              <a:ext cx="503875" cy="481850"/>
            </a:xfrm>
            <a:custGeom>
              <a:avLst/>
              <a:gdLst/>
              <a:ahLst/>
              <a:cxnLst/>
              <a:rect l="l" t="t" r="r" b="b"/>
              <a:pathLst>
                <a:path w="20155" h="19274" extrusionOk="0">
                  <a:moveTo>
                    <a:pt x="12103" y="1130"/>
                  </a:moveTo>
                  <a:cubicBezTo>
                    <a:pt x="13694" y="1130"/>
                    <a:pt x="15284" y="1735"/>
                    <a:pt x="16496" y="2945"/>
                  </a:cubicBezTo>
                  <a:cubicBezTo>
                    <a:pt x="18917" y="5366"/>
                    <a:pt x="18917" y="9305"/>
                    <a:pt x="16496" y="11729"/>
                  </a:cubicBezTo>
                  <a:cubicBezTo>
                    <a:pt x="15286" y="12940"/>
                    <a:pt x="13695" y="13545"/>
                    <a:pt x="12104" y="13545"/>
                  </a:cubicBezTo>
                  <a:cubicBezTo>
                    <a:pt x="10514" y="13545"/>
                    <a:pt x="8923" y="12940"/>
                    <a:pt x="7712" y="11729"/>
                  </a:cubicBezTo>
                  <a:cubicBezTo>
                    <a:pt x="5288" y="9305"/>
                    <a:pt x="5288" y="5369"/>
                    <a:pt x="7712" y="2945"/>
                  </a:cubicBezTo>
                  <a:cubicBezTo>
                    <a:pt x="8923" y="1735"/>
                    <a:pt x="10513" y="1130"/>
                    <a:pt x="12103" y="1130"/>
                  </a:cubicBezTo>
                  <a:close/>
                  <a:moveTo>
                    <a:pt x="4918" y="13726"/>
                  </a:moveTo>
                  <a:lnTo>
                    <a:pt x="5716" y="14524"/>
                  </a:lnTo>
                  <a:lnTo>
                    <a:pt x="4918" y="15322"/>
                  </a:lnTo>
                  <a:lnTo>
                    <a:pt x="4120" y="14524"/>
                  </a:lnTo>
                  <a:lnTo>
                    <a:pt x="4918" y="13726"/>
                  </a:lnTo>
                  <a:close/>
                  <a:moveTo>
                    <a:pt x="12106" y="1"/>
                  </a:moveTo>
                  <a:cubicBezTo>
                    <a:pt x="10226" y="1"/>
                    <a:pt x="8345" y="717"/>
                    <a:pt x="6914" y="2147"/>
                  </a:cubicBezTo>
                  <a:cubicBezTo>
                    <a:pt x="4725" y="4333"/>
                    <a:pt x="4240" y="7516"/>
                    <a:pt x="5315" y="10133"/>
                  </a:cubicBezTo>
                  <a:lnTo>
                    <a:pt x="4518" y="10931"/>
                  </a:lnTo>
                  <a:cubicBezTo>
                    <a:pt x="4009" y="11434"/>
                    <a:pt x="3876" y="12208"/>
                    <a:pt x="4192" y="12852"/>
                  </a:cubicBezTo>
                  <a:lnTo>
                    <a:pt x="663" y="16382"/>
                  </a:lnTo>
                  <a:cubicBezTo>
                    <a:pt x="1" y="17044"/>
                    <a:pt x="1" y="18116"/>
                    <a:pt x="663" y="18778"/>
                  </a:cubicBezTo>
                  <a:cubicBezTo>
                    <a:pt x="994" y="19108"/>
                    <a:pt x="1428" y="19273"/>
                    <a:pt x="1862" y="19273"/>
                  </a:cubicBezTo>
                  <a:cubicBezTo>
                    <a:pt x="2295" y="19273"/>
                    <a:pt x="2729" y="19108"/>
                    <a:pt x="3060" y="18778"/>
                  </a:cubicBezTo>
                  <a:lnTo>
                    <a:pt x="6586" y="15249"/>
                  </a:lnTo>
                  <a:cubicBezTo>
                    <a:pt x="6820" y="15363"/>
                    <a:pt x="7071" y="15418"/>
                    <a:pt x="7320" y="15418"/>
                  </a:cubicBezTo>
                  <a:cubicBezTo>
                    <a:pt x="7757" y="15418"/>
                    <a:pt x="8188" y="15247"/>
                    <a:pt x="8510" y="14921"/>
                  </a:cubicBezTo>
                  <a:lnTo>
                    <a:pt x="9308" y="14126"/>
                  </a:lnTo>
                  <a:cubicBezTo>
                    <a:pt x="10192" y="14489"/>
                    <a:pt x="11145" y="14675"/>
                    <a:pt x="12104" y="14675"/>
                  </a:cubicBezTo>
                  <a:cubicBezTo>
                    <a:pt x="13962" y="14675"/>
                    <a:pt x="15843" y="13979"/>
                    <a:pt x="17294" y="12527"/>
                  </a:cubicBezTo>
                  <a:cubicBezTo>
                    <a:pt x="20155" y="9666"/>
                    <a:pt x="20155" y="5008"/>
                    <a:pt x="17294" y="2147"/>
                  </a:cubicBezTo>
                  <a:cubicBezTo>
                    <a:pt x="15864" y="716"/>
                    <a:pt x="13985" y="1"/>
                    <a:pt x="1210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20" name="Google Shape;220;p18"/>
            <p:cNvSpPr/>
            <p:nvPr/>
          </p:nvSpPr>
          <p:spPr>
            <a:xfrm>
              <a:off x="5221050" y="898625"/>
              <a:ext cx="254100" cy="254100"/>
            </a:xfrm>
            <a:custGeom>
              <a:avLst/>
              <a:gdLst/>
              <a:ahLst/>
              <a:cxnLst/>
              <a:rect l="l" t="t" r="r" b="b"/>
              <a:pathLst>
                <a:path w="10164" h="10164" extrusionOk="0">
                  <a:moveTo>
                    <a:pt x="5081" y="1"/>
                  </a:moveTo>
                  <a:cubicBezTo>
                    <a:pt x="2274" y="1"/>
                    <a:pt x="1" y="2274"/>
                    <a:pt x="1" y="5081"/>
                  </a:cubicBezTo>
                  <a:cubicBezTo>
                    <a:pt x="1" y="7887"/>
                    <a:pt x="2274" y="10164"/>
                    <a:pt x="5081" y="10164"/>
                  </a:cubicBezTo>
                  <a:cubicBezTo>
                    <a:pt x="7887" y="10164"/>
                    <a:pt x="10164" y="7887"/>
                    <a:pt x="10164" y="5081"/>
                  </a:cubicBezTo>
                  <a:cubicBezTo>
                    <a:pt x="10164" y="2274"/>
                    <a:pt x="7887" y="1"/>
                    <a:pt x="508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221" name="Google Shape;221;p18"/>
          <p:cNvGrpSpPr/>
          <p:nvPr/>
        </p:nvGrpSpPr>
        <p:grpSpPr>
          <a:xfrm>
            <a:off x="4155275" y="1695787"/>
            <a:ext cx="758400" cy="2316738"/>
            <a:chOff x="4645750" y="1492675"/>
            <a:chExt cx="758400" cy="2316738"/>
          </a:xfrm>
        </p:grpSpPr>
        <p:sp>
          <p:nvSpPr>
            <p:cNvPr id="222" name="Google Shape;222;p18"/>
            <p:cNvSpPr/>
            <p:nvPr/>
          </p:nvSpPr>
          <p:spPr>
            <a:xfrm>
              <a:off x="4726902" y="1725913"/>
              <a:ext cx="596100" cy="2083500"/>
            </a:xfrm>
            <a:prstGeom prst="snip2SameRect">
              <a:avLst>
                <a:gd name="adj1" fmla="val 50000"/>
                <a:gd name="adj2" fmla="val 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+80</a:t>
              </a:r>
              <a:endParaRPr sz="17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23" name="Google Shape;223;p18"/>
            <p:cNvSpPr txBox="1"/>
            <p:nvPr/>
          </p:nvSpPr>
          <p:spPr>
            <a:xfrm>
              <a:off x="4645750" y="1492675"/>
              <a:ext cx="7584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Jupiter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24" name="Google Shape;224;p18"/>
          <p:cNvGrpSpPr/>
          <p:nvPr/>
        </p:nvGrpSpPr>
        <p:grpSpPr>
          <a:xfrm>
            <a:off x="5456886" y="4191137"/>
            <a:ext cx="234668" cy="314343"/>
            <a:chOff x="3938800" y="4399275"/>
            <a:chExt cx="359700" cy="481825"/>
          </a:xfrm>
        </p:grpSpPr>
        <p:sp>
          <p:nvSpPr>
            <p:cNvPr id="225" name="Google Shape;225;p18"/>
            <p:cNvSpPr/>
            <p:nvPr/>
          </p:nvSpPr>
          <p:spPr>
            <a:xfrm>
              <a:off x="4022650" y="4427525"/>
              <a:ext cx="166625" cy="84700"/>
            </a:xfrm>
            <a:custGeom>
              <a:avLst/>
              <a:gdLst/>
              <a:ahLst/>
              <a:cxnLst/>
              <a:rect l="l" t="t" r="r" b="b"/>
              <a:pathLst>
                <a:path w="6665" h="3388" extrusionOk="0">
                  <a:moveTo>
                    <a:pt x="3909" y="0"/>
                  </a:moveTo>
                  <a:cubicBezTo>
                    <a:pt x="1946" y="3"/>
                    <a:pt x="284" y="1446"/>
                    <a:pt x="1" y="3388"/>
                  </a:cubicBezTo>
                  <a:lnTo>
                    <a:pt x="3909" y="3388"/>
                  </a:lnTo>
                  <a:cubicBezTo>
                    <a:pt x="4807" y="3385"/>
                    <a:pt x="5647" y="2957"/>
                    <a:pt x="6180" y="2235"/>
                  </a:cubicBezTo>
                  <a:cubicBezTo>
                    <a:pt x="6421" y="1909"/>
                    <a:pt x="6589" y="1530"/>
                    <a:pt x="6665" y="1129"/>
                  </a:cubicBezTo>
                  <a:cubicBezTo>
                    <a:pt x="6135" y="602"/>
                    <a:pt x="5463" y="241"/>
                    <a:pt x="4734" y="91"/>
                  </a:cubicBezTo>
                  <a:cubicBezTo>
                    <a:pt x="4463" y="30"/>
                    <a:pt x="4186" y="0"/>
                    <a:pt x="390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26" name="Google Shape;226;p18"/>
            <p:cNvSpPr/>
            <p:nvPr/>
          </p:nvSpPr>
          <p:spPr>
            <a:xfrm>
              <a:off x="4021450" y="4484275"/>
              <a:ext cx="197650" cy="199225"/>
            </a:xfrm>
            <a:custGeom>
              <a:avLst/>
              <a:gdLst/>
              <a:ahLst/>
              <a:cxnLst/>
              <a:rect l="l" t="t" r="r" b="b"/>
              <a:pathLst>
                <a:path w="7906" h="7969" extrusionOk="0">
                  <a:moveTo>
                    <a:pt x="7526" y="1"/>
                  </a:moveTo>
                  <a:cubicBezTo>
                    <a:pt x="7420" y="223"/>
                    <a:pt x="7291" y="434"/>
                    <a:pt x="7140" y="633"/>
                  </a:cubicBezTo>
                  <a:cubicBezTo>
                    <a:pt x="6396" y="1648"/>
                    <a:pt x="5216" y="2247"/>
                    <a:pt x="3957" y="2247"/>
                  </a:cubicBezTo>
                  <a:lnTo>
                    <a:pt x="4" y="2247"/>
                  </a:lnTo>
                  <a:lnTo>
                    <a:pt x="4" y="4018"/>
                  </a:lnTo>
                  <a:cubicBezTo>
                    <a:pt x="1" y="4635"/>
                    <a:pt x="148" y="5243"/>
                    <a:pt x="434" y="5788"/>
                  </a:cubicBezTo>
                  <a:lnTo>
                    <a:pt x="434" y="5800"/>
                  </a:lnTo>
                  <a:cubicBezTo>
                    <a:pt x="615" y="6159"/>
                    <a:pt x="850" y="6487"/>
                    <a:pt x="1133" y="6773"/>
                  </a:cubicBezTo>
                  <a:lnTo>
                    <a:pt x="1202" y="6839"/>
                  </a:lnTo>
                  <a:cubicBezTo>
                    <a:pt x="1967" y="7592"/>
                    <a:pt x="2962" y="7968"/>
                    <a:pt x="3958" y="7968"/>
                  </a:cubicBezTo>
                  <a:cubicBezTo>
                    <a:pt x="4959" y="7968"/>
                    <a:pt x="5959" y="7588"/>
                    <a:pt x="6725" y="6827"/>
                  </a:cubicBezTo>
                  <a:lnTo>
                    <a:pt x="6758" y="6794"/>
                  </a:lnTo>
                  <a:cubicBezTo>
                    <a:pt x="6972" y="6583"/>
                    <a:pt x="7158" y="6342"/>
                    <a:pt x="7312" y="6083"/>
                  </a:cubicBezTo>
                  <a:lnTo>
                    <a:pt x="7321" y="6083"/>
                  </a:lnTo>
                  <a:cubicBezTo>
                    <a:pt x="7703" y="5463"/>
                    <a:pt x="7905" y="4746"/>
                    <a:pt x="7902" y="4018"/>
                  </a:cubicBezTo>
                  <a:lnTo>
                    <a:pt x="7902" y="1684"/>
                  </a:lnTo>
                  <a:cubicBezTo>
                    <a:pt x="7902" y="1407"/>
                    <a:pt x="7875" y="1130"/>
                    <a:pt x="7818" y="859"/>
                  </a:cubicBezTo>
                  <a:cubicBezTo>
                    <a:pt x="7764" y="561"/>
                    <a:pt x="7664" y="272"/>
                    <a:pt x="752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27" name="Google Shape;227;p18"/>
            <p:cNvSpPr/>
            <p:nvPr/>
          </p:nvSpPr>
          <p:spPr>
            <a:xfrm>
              <a:off x="4054050" y="4692500"/>
              <a:ext cx="132975" cy="47450"/>
            </a:xfrm>
            <a:custGeom>
              <a:avLst/>
              <a:gdLst/>
              <a:ahLst/>
              <a:cxnLst/>
              <a:rect l="l" t="t" r="r" b="b"/>
              <a:pathLst>
                <a:path w="5319" h="1898" extrusionOk="0">
                  <a:moveTo>
                    <a:pt x="5318" y="1"/>
                  </a:moveTo>
                  <a:lnTo>
                    <a:pt x="5318" y="1"/>
                  </a:lnTo>
                  <a:cubicBezTo>
                    <a:pt x="4550" y="498"/>
                    <a:pt x="3635" y="769"/>
                    <a:pt x="2653" y="769"/>
                  </a:cubicBezTo>
                  <a:cubicBezTo>
                    <a:pt x="2648" y="769"/>
                    <a:pt x="2643" y="769"/>
                    <a:pt x="2637" y="769"/>
                  </a:cubicBezTo>
                  <a:cubicBezTo>
                    <a:pt x="1703" y="769"/>
                    <a:pt x="791" y="507"/>
                    <a:pt x="0" y="13"/>
                  </a:cubicBezTo>
                  <a:lnTo>
                    <a:pt x="0" y="13"/>
                  </a:lnTo>
                  <a:cubicBezTo>
                    <a:pt x="82" y="272"/>
                    <a:pt x="202" y="516"/>
                    <a:pt x="362" y="736"/>
                  </a:cubicBezTo>
                  <a:cubicBezTo>
                    <a:pt x="898" y="1464"/>
                    <a:pt x="1747" y="1895"/>
                    <a:pt x="2653" y="1898"/>
                  </a:cubicBezTo>
                  <a:cubicBezTo>
                    <a:pt x="2660" y="1898"/>
                    <a:pt x="2667" y="1898"/>
                    <a:pt x="2674" y="1898"/>
                  </a:cubicBezTo>
                  <a:cubicBezTo>
                    <a:pt x="3870" y="1898"/>
                    <a:pt x="4935" y="1135"/>
                    <a:pt x="531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28" name="Google Shape;228;p18"/>
            <p:cNvSpPr/>
            <p:nvPr/>
          </p:nvSpPr>
          <p:spPr>
            <a:xfrm>
              <a:off x="4163275" y="4399275"/>
              <a:ext cx="84275" cy="84200"/>
            </a:xfrm>
            <a:custGeom>
              <a:avLst/>
              <a:gdLst/>
              <a:ahLst/>
              <a:cxnLst/>
              <a:rect l="l" t="t" r="r" b="b"/>
              <a:pathLst>
                <a:path w="3371" h="3368" extrusionOk="0">
                  <a:moveTo>
                    <a:pt x="1090" y="1"/>
                  </a:moveTo>
                  <a:cubicBezTo>
                    <a:pt x="707" y="1"/>
                    <a:pt x="330" y="106"/>
                    <a:pt x="1" y="305"/>
                  </a:cubicBezTo>
                  <a:cubicBezTo>
                    <a:pt x="338" y="420"/>
                    <a:pt x="660" y="573"/>
                    <a:pt x="961" y="769"/>
                  </a:cubicBezTo>
                  <a:lnTo>
                    <a:pt x="961" y="781"/>
                  </a:lnTo>
                  <a:cubicBezTo>
                    <a:pt x="1443" y="1070"/>
                    <a:pt x="1874" y="1446"/>
                    <a:pt x="2226" y="1886"/>
                  </a:cubicBezTo>
                  <a:cubicBezTo>
                    <a:pt x="2587" y="2329"/>
                    <a:pt x="2871" y="2829"/>
                    <a:pt x="3060" y="3368"/>
                  </a:cubicBezTo>
                  <a:cubicBezTo>
                    <a:pt x="3262" y="3033"/>
                    <a:pt x="3370" y="2651"/>
                    <a:pt x="3364" y="2259"/>
                  </a:cubicBezTo>
                  <a:cubicBezTo>
                    <a:pt x="3361" y="1236"/>
                    <a:pt x="2672" y="341"/>
                    <a:pt x="1684" y="79"/>
                  </a:cubicBezTo>
                  <a:cubicBezTo>
                    <a:pt x="1615" y="58"/>
                    <a:pt x="1543" y="46"/>
                    <a:pt x="1467" y="46"/>
                  </a:cubicBezTo>
                  <a:cubicBezTo>
                    <a:pt x="1344" y="34"/>
                    <a:pt x="1232" y="1"/>
                    <a:pt x="1106" y="1"/>
                  </a:cubicBezTo>
                  <a:cubicBezTo>
                    <a:pt x="1101" y="1"/>
                    <a:pt x="1095" y="1"/>
                    <a:pt x="109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29" name="Google Shape;229;p18"/>
            <p:cNvSpPr/>
            <p:nvPr/>
          </p:nvSpPr>
          <p:spPr>
            <a:xfrm>
              <a:off x="3938800" y="4692800"/>
              <a:ext cx="359700" cy="188300"/>
            </a:xfrm>
            <a:custGeom>
              <a:avLst/>
              <a:gdLst/>
              <a:ahLst/>
              <a:cxnLst/>
              <a:rect l="l" t="t" r="r" b="b"/>
              <a:pathLst>
                <a:path w="14388" h="7532" extrusionOk="0">
                  <a:moveTo>
                    <a:pt x="11160" y="4144"/>
                  </a:moveTo>
                  <a:cubicBezTo>
                    <a:pt x="11470" y="4144"/>
                    <a:pt x="11723" y="4397"/>
                    <a:pt x="11723" y="4710"/>
                  </a:cubicBezTo>
                  <a:cubicBezTo>
                    <a:pt x="11723" y="5021"/>
                    <a:pt x="11470" y="5274"/>
                    <a:pt x="11160" y="5274"/>
                  </a:cubicBezTo>
                  <a:lnTo>
                    <a:pt x="10031" y="5274"/>
                  </a:lnTo>
                  <a:cubicBezTo>
                    <a:pt x="9718" y="5274"/>
                    <a:pt x="9465" y="5021"/>
                    <a:pt x="9465" y="4710"/>
                  </a:cubicBezTo>
                  <a:cubicBezTo>
                    <a:pt x="9465" y="4397"/>
                    <a:pt x="9718" y="4144"/>
                    <a:pt x="10031" y="4144"/>
                  </a:cubicBezTo>
                  <a:close/>
                  <a:moveTo>
                    <a:pt x="3379" y="1"/>
                  </a:moveTo>
                  <a:lnTo>
                    <a:pt x="2385" y="248"/>
                  </a:lnTo>
                  <a:cubicBezTo>
                    <a:pt x="922" y="615"/>
                    <a:pt x="0" y="2067"/>
                    <a:pt x="295" y="3545"/>
                  </a:cubicBezTo>
                  <a:lnTo>
                    <a:pt x="1006" y="7080"/>
                  </a:lnTo>
                  <a:cubicBezTo>
                    <a:pt x="1060" y="7342"/>
                    <a:pt x="1292" y="7532"/>
                    <a:pt x="1560" y="7532"/>
                  </a:cubicBezTo>
                  <a:lnTo>
                    <a:pt x="12831" y="7532"/>
                  </a:lnTo>
                  <a:cubicBezTo>
                    <a:pt x="12833" y="7532"/>
                    <a:pt x="12835" y="7532"/>
                    <a:pt x="12837" y="7532"/>
                  </a:cubicBezTo>
                  <a:cubicBezTo>
                    <a:pt x="13103" y="7532"/>
                    <a:pt x="13331" y="7343"/>
                    <a:pt x="13382" y="7080"/>
                  </a:cubicBezTo>
                  <a:lnTo>
                    <a:pt x="14096" y="3545"/>
                  </a:lnTo>
                  <a:cubicBezTo>
                    <a:pt x="14388" y="2070"/>
                    <a:pt x="13476" y="621"/>
                    <a:pt x="12018" y="248"/>
                  </a:cubicBezTo>
                  <a:lnTo>
                    <a:pt x="11046" y="13"/>
                  </a:lnTo>
                  <a:cubicBezTo>
                    <a:pt x="10678" y="1506"/>
                    <a:pt x="9474" y="2648"/>
                    <a:pt x="7965" y="2943"/>
                  </a:cubicBezTo>
                  <a:cubicBezTo>
                    <a:pt x="7714" y="2991"/>
                    <a:pt x="7463" y="3015"/>
                    <a:pt x="7214" y="3015"/>
                  </a:cubicBezTo>
                  <a:cubicBezTo>
                    <a:pt x="5960" y="3015"/>
                    <a:pt x="4762" y="2417"/>
                    <a:pt x="4011" y="1377"/>
                  </a:cubicBezTo>
                  <a:cubicBezTo>
                    <a:pt x="3707" y="967"/>
                    <a:pt x="3493" y="498"/>
                    <a:pt x="337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230" name="Google Shape;230;p18"/>
          <p:cNvGrpSpPr/>
          <p:nvPr/>
        </p:nvGrpSpPr>
        <p:grpSpPr>
          <a:xfrm>
            <a:off x="5195025" y="1440362"/>
            <a:ext cx="758400" cy="2572138"/>
            <a:chOff x="5685500" y="1237250"/>
            <a:chExt cx="758400" cy="2572138"/>
          </a:xfrm>
        </p:grpSpPr>
        <p:sp>
          <p:nvSpPr>
            <p:cNvPr id="231" name="Google Shape;231;p18"/>
            <p:cNvSpPr/>
            <p:nvPr/>
          </p:nvSpPr>
          <p:spPr>
            <a:xfrm>
              <a:off x="5766652" y="1465488"/>
              <a:ext cx="596100" cy="2343900"/>
            </a:xfrm>
            <a:prstGeom prst="snip2SameRect">
              <a:avLst>
                <a:gd name="adj1" fmla="val 50000"/>
                <a:gd name="adj2" fmla="val 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+90</a:t>
              </a:r>
              <a:endParaRPr sz="17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32" name="Google Shape;232;p18"/>
            <p:cNvSpPr txBox="1"/>
            <p:nvPr/>
          </p:nvSpPr>
          <p:spPr>
            <a:xfrm>
              <a:off x="5685500" y="1237250"/>
              <a:ext cx="7584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Saturn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233" name="Google Shape;233;p18"/>
          <p:cNvCxnSpPr/>
          <p:nvPr/>
        </p:nvCxnSpPr>
        <p:spPr>
          <a:xfrm>
            <a:off x="710336" y="4012487"/>
            <a:ext cx="55686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34" name="Google Shape;234;p18"/>
          <p:cNvGrpSpPr/>
          <p:nvPr/>
        </p:nvGrpSpPr>
        <p:grpSpPr>
          <a:xfrm>
            <a:off x="6661075" y="1355606"/>
            <a:ext cx="1772700" cy="959883"/>
            <a:chOff x="6661075" y="1152494"/>
            <a:chExt cx="1772700" cy="959883"/>
          </a:xfrm>
        </p:grpSpPr>
        <p:sp>
          <p:nvSpPr>
            <p:cNvPr id="235" name="Google Shape;235;p18"/>
            <p:cNvSpPr txBox="1"/>
            <p:nvPr/>
          </p:nvSpPr>
          <p:spPr>
            <a:xfrm>
              <a:off x="6661075" y="1152494"/>
              <a:ext cx="1772700" cy="26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43434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Venus</a:t>
              </a:r>
              <a:endParaRPr sz="17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236" name="Google Shape;236;p18"/>
            <p:cNvSpPr txBox="1"/>
            <p:nvPr/>
          </p:nvSpPr>
          <p:spPr>
            <a:xfrm>
              <a:off x="6661075" y="1406477"/>
              <a:ext cx="1772700" cy="70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Venus has a nice name and is the second planet from the Sun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37" name="Google Shape;237;p18"/>
          <p:cNvGrpSpPr/>
          <p:nvPr/>
        </p:nvGrpSpPr>
        <p:grpSpPr>
          <a:xfrm>
            <a:off x="6661075" y="2510206"/>
            <a:ext cx="1772700" cy="959883"/>
            <a:chOff x="6661075" y="2307094"/>
            <a:chExt cx="1772700" cy="959883"/>
          </a:xfrm>
        </p:grpSpPr>
        <p:sp>
          <p:nvSpPr>
            <p:cNvPr id="238" name="Google Shape;238;p18"/>
            <p:cNvSpPr txBox="1"/>
            <p:nvPr/>
          </p:nvSpPr>
          <p:spPr>
            <a:xfrm>
              <a:off x="6661075" y="2307094"/>
              <a:ext cx="1772700" cy="26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43434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Saturn</a:t>
              </a:r>
              <a:endParaRPr sz="17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239" name="Google Shape;239;p18"/>
            <p:cNvSpPr txBox="1"/>
            <p:nvPr/>
          </p:nvSpPr>
          <p:spPr>
            <a:xfrm>
              <a:off x="6661075" y="2561077"/>
              <a:ext cx="1772700" cy="70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Saturn is the ringed planet, composed of hydrogen and helium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40" name="Google Shape;240;p18"/>
          <p:cNvGrpSpPr/>
          <p:nvPr/>
        </p:nvGrpSpPr>
        <p:grpSpPr>
          <a:xfrm>
            <a:off x="6661075" y="3664818"/>
            <a:ext cx="1772700" cy="959883"/>
            <a:chOff x="6661075" y="3461706"/>
            <a:chExt cx="1772700" cy="959883"/>
          </a:xfrm>
        </p:grpSpPr>
        <p:sp>
          <p:nvSpPr>
            <p:cNvPr id="241" name="Google Shape;241;p18"/>
            <p:cNvSpPr txBox="1"/>
            <p:nvPr/>
          </p:nvSpPr>
          <p:spPr>
            <a:xfrm>
              <a:off x="6661075" y="3461706"/>
              <a:ext cx="1772700" cy="26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43434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Mars</a:t>
              </a:r>
              <a:endParaRPr sz="17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242" name="Google Shape;242;p18"/>
            <p:cNvSpPr txBox="1"/>
            <p:nvPr/>
          </p:nvSpPr>
          <p:spPr>
            <a:xfrm>
              <a:off x="6661075" y="3715689"/>
              <a:ext cx="1772700" cy="70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Despite being red, Mars is a cold planet full of iron oxide dust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9"/>
          <p:cNvSpPr txBox="1">
            <a:spLocks noGrp="1"/>
          </p:cNvSpPr>
          <p:nvPr>
            <p:ph type="title"/>
          </p:nvPr>
        </p:nvSpPr>
        <p:spPr>
          <a:xfrm>
            <a:off x="483675" y="415425"/>
            <a:ext cx="82032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Data Charts Infographics</a:t>
            </a:r>
            <a:endParaRPr/>
          </a:p>
        </p:txBody>
      </p:sp>
      <p:grpSp>
        <p:nvGrpSpPr>
          <p:cNvPr id="248" name="Google Shape;248;p19"/>
          <p:cNvGrpSpPr/>
          <p:nvPr/>
        </p:nvGrpSpPr>
        <p:grpSpPr>
          <a:xfrm>
            <a:off x="5906830" y="1416092"/>
            <a:ext cx="628500" cy="3200140"/>
            <a:chOff x="5777747" y="1199512"/>
            <a:chExt cx="628500" cy="3200140"/>
          </a:xfrm>
        </p:grpSpPr>
        <p:grpSp>
          <p:nvGrpSpPr>
            <p:cNvPr id="249" name="Google Shape;249;p19"/>
            <p:cNvGrpSpPr/>
            <p:nvPr/>
          </p:nvGrpSpPr>
          <p:grpSpPr>
            <a:xfrm>
              <a:off x="5938295" y="1199512"/>
              <a:ext cx="307152" cy="2525539"/>
              <a:chOff x="3433300" y="1590200"/>
              <a:chExt cx="270905" cy="2227500"/>
            </a:xfrm>
          </p:grpSpPr>
          <p:sp>
            <p:nvSpPr>
              <p:cNvPr id="250" name="Google Shape;250;p19"/>
              <p:cNvSpPr/>
              <p:nvPr/>
            </p:nvSpPr>
            <p:spPr>
              <a:xfrm>
                <a:off x="3433300" y="1590200"/>
                <a:ext cx="270900" cy="2227500"/>
              </a:xfrm>
              <a:prstGeom prst="roundRect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251;p19"/>
              <p:cNvSpPr/>
              <p:nvPr/>
            </p:nvSpPr>
            <p:spPr>
              <a:xfrm>
                <a:off x="3433305" y="2108424"/>
                <a:ext cx="270900" cy="1709100"/>
              </a:xfrm>
              <a:prstGeom prst="roundRect">
                <a:avLst>
                  <a:gd name="adj" fmla="val 50000"/>
                </a:avLst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52" name="Google Shape;252;p19"/>
            <p:cNvSpPr/>
            <p:nvPr/>
          </p:nvSpPr>
          <p:spPr>
            <a:xfrm>
              <a:off x="5803093" y="3339691"/>
              <a:ext cx="578100" cy="578100"/>
            </a:xfrm>
            <a:prstGeom prst="ellipse">
              <a:avLst/>
            </a:prstGeom>
            <a:solidFill>
              <a:srgbClr val="FFFFFF"/>
            </a:solidFill>
            <a:ln w="1905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2000">
                  <a:solidFill>
                    <a:schemeClr val="accent5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70</a:t>
              </a:r>
              <a:r>
                <a:rPr lang="en" sz="1200">
                  <a:solidFill>
                    <a:schemeClr val="accent5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%</a:t>
              </a:r>
              <a:endParaRPr sz="1200">
                <a:solidFill>
                  <a:schemeClr val="accent5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253" name="Google Shape;253;p19"/>
            <p:cNvSpPr txBox="1"/>
            <p:nvPr/>
          </p:nvSpPr>
          <p:spPr>
            <a:xfrm>
              <a:off x="5777747" y="4094552"/>
              <a:ext cx="628500" cy="30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2024</a:t>
              </a:r>
              <a:endPara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54" name="Google Shape;254;p19"/>
          <p:cNvGrpSpPr/>
          <p:nvPr/>
        </p:nvGrpSpPr>
        <p:grpSpPr>
          <a:xfrm>
            <a:off x="3708065" y="1416092"/>
            <a:ext cx="628500" cy="3200140"/>
            <a:chOff x="3751092" y="1199512"/>
            <a:chExt cx="628500" cy="3200140"/>
          </a:xfrm>
        </p:grpSpPr>
        <p:grpSp>
          <p:nvGrpSpPr>
            <p:cNvPr id="255" name="Google Shape;255;p19"/>
            <p:cNvGrpSpPr/>
            <p:nvPr/>
          </p:nvGrpSpPr>
          <p:grpSpPr>
            <a:xfrm>
              <a:off x="3911640" y="1199512"/>
              <a:ext cx="307157" cy="2525539"/>
              <a:chOff x="3433300" y="1590200"/>
              <a:chExt cx="270909" cy="2227500"/>
            </a:xfrm>
          </p:grpSpPr>
          <p:sp>
            <p:nvSpPr>
              <p:cNvPr id="256" name="Google Shape;256;p19"/>
              <p:cNvSpPr/>
              <p:nvPr/>
            </p:nvSpPr>
            <p:spPr>
              <a:xfrm>
                <a:off x="3433300" y="1590200"/>
                <a:ext cx="270900" cy="2227500"/>
              </a:xfrm>
              <a:prstGeom prst="roundRect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57;p19"/>
              <p:cNvSpPr/>
              <p:nvPr/>
            </p:nvSpPr>
            <p:spPr>
              <a:xfrm>
                <a:off x="3433309" y="3144319"/>
                <a:ext cx="270900" cy="672900"/>
              </a:xfrm>
              <a:prstGeom prst="roundRect">
                <a:avLst>
                  <a:gd name="adj" fmla="val 50000"/>
                </a:avLst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58" name="Google Shape;258;p19"/>
            <p:cNvSpPr/>
            <p:nvPr/>
          </p:nvSpPr>
          <p:spPr>
            <a:xfrm>
              <a:off x="3776438" y="3339691"/>
              <a:ext cx="578100" cy="578100"/>
            </a:xfrm>
            <a:prstGeom prst="ellipse">
              <a:avLst/>
            </a:prstGeom>
            <a:solidFill>
              <a:srgbClr val="FFFFFF"/>
            </a:solidFill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10</a:t>
              </a:r>
              <a:r>
                <a:rPr lang="en" sz="120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%</a:t>
              </a:r>
              <a:endParaRPr sz="120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259" name="Google Shape;259;p19"/>
            <p:cNvSpPr txBox="1"/>
            <p:nvPr/>
          </p:nvSpPr>
          <p:spPr>
            <a:xfrm>
              <a:off x="3751092" y="4094552"/>
              <a:ext cx="628500" cy="30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2022</a:t>
              </a:r>
              <a:endPara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60" name="Google Shape;260;p19"/>
          <p:cNvGrpSpPr/>
          <p:nvPr/>
        </p:nvGrpSpPr>
        <p:grpSpPr>
          <a:xfrm>
            <a:off x="4807447" y="1416092"/>
            <a:ext cx="628500" cy="3200140"/>
            <a:chOff x="4764420" y="1199512"/>
            <a:chExt cx="628500" cy="3200140"/>
          </a:xfrm>
        </p:grpSpPr>
        <p:grpSp>
          <p:nvGrpSpPr>
            <p:cNvPr id="261" name="Google Shape;261;p19"/>
            <p:cNvGrpSpPr/>
            <p:nvPr/>
          </p:nvGrpSpPr>
          <p:grpSpPr>
            <a:xfrm>
              <a:off x="4924967" y="1199512"/>
              <a:ext cx="307154" cy="2525539"/>
              <a:chOff x="3433300" y="1590200"/>
              <a:chExt cx="270907" cy="2227500"/>
            </a:xfrm>
          </p:grpSpPr>
          <p:sp>
            <p:nvSpPr>
              <p:cNvPr id="262" name="Google Shape;262;p19"/>
              <p:cNvSpPr/>
              <p:nvPr/>
            </p:nvSpPr>
            <p:spPr>
              <a:xfrm>
                <a:off x="3433300" y="1590200"/>
                <a:ext cx="270900" cy="2227500"/>
              </a:xfrm>
              <a:prstGeom prst="roundRect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63;p19"/>
              <p:cNvSpPr/>
              <p:nvPr/>
            </p:nvSpPr>
            <p:spPr>
              <a:xfrm>
                <a:off x="3433307" y="2398642"/>
                <a:ext cx="270900" cy="1418700"/>
              </a:xfrm>
              <a:prstGeom prst="roundRect">
                <a:avLst>
                  <a:gd name="adj" fmla="val 50000"/>
                </a:avLst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64" name="Google Shape;264;p19"/>
            <p:cNvSpPr/>
            <p:nvPr/>
          </p:nvSpPr>
          <p:spPr>
            <a:xfrm>
              <a:off x="4789765" y="3339691"/>
              <a:ext cx="578100" cy="578100"/>
            </a:xfrm>
            <a:prstGeom prst="ellipse">
              <a:avLst/>
            </a:prstGeom>
            <a:solidFill>
              <a:srgbClr val="FFFFFF"/>
            </a:solidFill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accent4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60</a:t>
              </a:r>
              <a:r>
                <a:rPr lang="en" sz="1200">
                  <a:solidFill>
                    <a:schemeClr val="accent4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%</a:t>
              </a:r>
              <a:endParaRPr sz="1200">
                <a:solidFill>
                  <a:schemeClr val="accent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265" name="Google Shape;265;p19"/>
            <p:cNvSpPr txBox="1"/>
            <p:nvPr/>
          </p:nvSpPr>
          <p:spPr>
            <a:xfrm>
              <a:off x="4764420" y="4094552"/>
              <a:ext cx="628500" cy="30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2023</a:t>
              </a:r>
              <a:endPara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66" name="Google Shape;266;p19"/>
          <p:cNvGrpSpPr/>
          <p:nvPr/>
        </p:nvGrpSpPr>
        <p:grpSpPr>
          <a:xfrm>
            <a:off x="1509300" y="1416092"/>
            <a:ext cx="628500" cy="3200140"/>
            <a:chOff x="1724437" y="1199512"/>
            <a:chExt cx="628500" cy="3200140"/>
          </a:xfrm>
        </p:grpSpPr>
        <p:grpSp>
          <p:nvGrpSpPr>
            <p:cNvPr id="267" name="Google Shape;267;p19"/>
            <p:cNvGrpSpPr/>
            <p:nvPr/>
          </p:nvGrpSpPr>
          <p:grpSpPr>
            <a:xfrm>
              <a:off x="1884985" y="1199512"/>
              <a:ext cx="307146" cy="2525539"/>
              <a:chOff x="3433300" y="1590200"/>
              <a:chExt cx="270900" cy="2227500"/>
            </a:xfrm>
          </p:grpSpPr>
          <p:sp>
            <p:nvSpPr>
              <p:cNvPr id="268" name="Google Shape;268;p19"/>
              <p:cNvSpPr/>
              <p:nvPr/>
            </p:nvSpPr>
            <p:spPr>
              <a:xfrm>
                <a:off x="3433300" y="1590200"/>
                <a:ext cx="270900" cy="2227500"/>
              </a:xfrm>
              <a:prstGeom prst="roundRect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69;p19"/>
              <p:cNvSpPr/>
              <p:nvPr/>
            </p:nvSpPr>
            <p:spPr>
              <a:xfrm>
                <a:off x="3433300" y="1967650"/>
                <a:ext cx="270900" cy="184980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70" name="Google Shape;270;p19"/>
            <p:cNvSpPr/>
            <p:nvPr/>
          </p:nvSpPr>
          <p:spPr>
            <a:xfrm>
              <a:off x="1749783" y="3339691"/>
              <a:ext cx="578100" cy="578100"/>
            </a:xfrm>
            <a:prstGeom prst="ellipse">
              <a:avLst/>
            </a:prstGeom>
            <a:solidFill>
              <a:srgbClr val="FFFFFF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80</a:t>
              </a:r>
              <a:r>
                <a:rPr lang="en" sz="120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%</a:t>
              </a:r>
              <a:endParaRPr sz="12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271" name="Google Shape;271;p19"/>
            <p:cNvSpPr txBox="1"/>
            <p:nvPr/>
          </p:nvSpPr>
          <p:spPr>
            <a:xfrm>
              <a:off x="1724437" y="4094552"/>
              <a:ext cx="628500" cy="30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2020</a:t>
              </a:r>
              <a:endPara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72" name="Google Shape;272;p19"/>
          <p:cNvGrpSpPr/>
          <p:nvPr/>
        </p:nvGrpSpPr>
        <p:grpSpPr>
          <a:xfrm>
            <a:off x="2608682" y="1416092"/>
            <a:ext cx="628500" cy="3200140"/>
            <a:chOff x="2737765" y="1199512"/>
            <a:chExt cx="628500" cy="3200140"/>
          </a:xfrm>
        </p:grpSpPr>
        <p:grpSp>
          <p:nvGrpSpPr>
            <p:cNvPr id="273" name="Google Shape;273;p19"/>
            <p:cNvGrpSpPr/>
            <p:nvPr/>
          </p:nvGrpSpPr>
          <p:grpSpPr>
            <a:xfrm>
              <a:off x="2898300" y="1199512"/>
              <a:ext cx="307159" cy="2525539"/>
              <a:chOff x="3433289" y="1590200"/>
              <a:chExt cx="270911" cy="2227500"/>
            </a:xfrm>
          </p:grpSpPr>
          <p:sp>
            <p:nvSpPr>
              <p:cNvPr id="274" name="Google Shape;274;p19"/>
              <p:cNvSpPr/>
              <p:nvPr/>
            </p:nvSpPr>
            <p:spPr>
              <a:xfrm>
                <a:off x="3433300" y="1590200"/>
                <a:ext cx="270900" cy="2227500"/>
              </a:xfrm>
              <a:prstGeom prst="roundRect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75;p19"/>
              <p:cNvSpPr/>
              <p:nvPr/>
            </p:nvSpPr>
            <p:spPr>
              <a:xfrm>
                <a:off x="3433289" y="1764604"/>
                <a:ext cx="270900" cy="2052900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76" name="Google Shape;276;p19"/>
            <p:cNvSpPr/>
            <p:nvPr/>
          </p:nvSpPr>
          <p:spPr>
            <a:xfrm>
              <a:off x="2763110" y="3339691"/>
              <a:ext cx="578100" cy="578100"/>
            </a:xfrm>
            <a:prstGeom prst="ellipse">
              <a:avLst/>
            </a:prstGeom>
            <a:solidFill>
              <a:srgbClr val="FFFFFF"/>
            </a:solidFill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90</a:t>
              </a:r>
              <a:r>
                <a:rPr lang="en" sz="120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%</a:t>
              </a:r>
              <a:endParaRPr sz="120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277" name="Google Shape;277;p19"/>
            <p:cNvSpPr txBox="1"/>
            <p:nvPr/>
          </p:nvSpPr>
          <p:spPr>
            <a:xfrm>
              <a:off x="2737765" y="4094552"/>
              <a:ext cx="628500" cy="30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2021</a:t>
              </a:r>
              <a:endPara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278" name="Google Shape;278;p19"/>
          <p:cNvCxnSpPr/>
          <p:nvPr/>
        </p:nvCxnSpPr>
        <p:spPr>
          <a:xfrm>
            <a:off x="1297950" y="4311130"/>
            <a:ext cx="65481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79" name="Google Shape;279;p19"/>
          <p:cNvGrpSpPr/>
          <p:nvPr/>
        </p:nvGrpSpPr>
        <p:grpSpPr>
          <a:xfrm>
            <a:off x="7006212" y="1416092"/>
            <a:ext cx="628500" cy="3200140"/>
            <a:chOff x="6791075" y="1199512"/>
            <a:chExt cx="628500" cy="3200140"/>
          </a:xfrm>
        </p:grpSpPr>
        <p:grpSp>
          <p:nvGrpSpPr>
            <p:cNvPr id="280" name="Google Shape;280;p19"/>
            <p:cNvGrpSpPr/>
            <p:nvPr/>
          </p:nvGrpSpPr>
          <p:grpSpPr>
            <a:xfrm>
              <a:off x="6951622" y="1199512"/>
              <a:ext cx="307149" cy="2525539"/>
              <a:chOff x="3433300" y="1590200"/>
              <a:chExt cx="270903" cy="2227500"/>
            </a:xfrm>
          </p:grpSpPr>
          <p:sp>
            <p:nvSpPr>
              <p:cNvPr id="281" name="Google Shape;281;p19"/>
              <p:cNvSpPr/>
              <p:nvPr/>
            </p:nvSpPr>
            <p:spPr>
              <a:xfrm>
                <a:off x="3433300" y="1590200"/>
                <a:ext cx="270900" cy="2227500"/>
              </a:xfrm>
              <a:prstGeom prst="roundRect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19"/>
              <p:cNvSpPr/>
              <p:nvPr/>
            </p:nvSpPr>
            <p:spPr>
              <a:xfrm>
                <a:off x="3433303" y="2644231"/>
                <a:ext cx="270900" cy="1173300"/>
              </a:xfrm>
              <a:prstGeom prst="roundRect">
                <a:avLst>
                  <a:gd name="adj" fmla="val 50000"/>
                </a:avLst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83" name="Google Shape;283;p19"/>
            <p:cNvSpPr/>
            <p:nvPr/>
          </p:nvSpPr>
          <p:spPr>
            <a:xfrm>
              <a:off x="6816420" y="3339691"/>
              <a:ext cx="578100" cy="578100"/>
            </a:xfrm>
            <a:prstGeom prst="ellipse">
              <a:avLst/>
            </a:prstGeom>
            <a:solidFill>
              <a:srgbClr val="FFFFFF"/>
            </a:solidFill>
            <a:ln w="1905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accent6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50</a:t>
              </a:r>
              <a:r>
                <a:rPr lang="en" sz="1200">
                  <a:solidFill>
                    <a:schemeClr val="accent6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%</a:t>
              </a:r>
              <a:endParaRPr sz="1200">
                <a:solidFill>
                  <a:schemeClr val="accent6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284" name="Google Shape;284;p19"/>
            <p:cNvSpPr txBox="1"/>
            <p:nvPr/>
          </p:nvSpPr>
          <p:spPr>
            <a:xfrm>
              <a:off x="6791075" y="4094552"/>
              <a:ext cx="628500" cy="30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2025</a:t>
              </a:r>
              <a:endPara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9" name="Google Shape;289;p20"/>
          <p:cNvGrpSpPr/>
          <p:nvPr/>
        </p:nvGrpSpPr>
        <p:grpSpPr>
          <a:xfrm>
            <a:off x="1239350" y="1874599"/>
            <a:ext cx="6665325" cy="1948809"/>
            <a:chOff x="1239350" y="1845829"/>
            <a:chExt cx="6665325" cy="1948809"/>
          </a:xfrm>
        </p:grpSpPr>
        <p:sp>
          <p:nvSpPr>
            <p:cNvPr id="290" name="Google Shape;290;p20"/>
            <p:cNvSpPr/>
            <p:nvPr/>
          </p:nvSpPr>
          <p:spPr>
            <a:xfrm rot="10800000">
              <a:off x="1239350" y="2723329"/>
              <a:ext cx="175200" cy="10713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20"/>
            <p:cNvSpPr/>
            <p:nvPr/>
          </p:nvSpPr>
          <p:spPr>
            <a:xfrm rot="10800000">
              <a:off x="1738588" y="2507329"/>
              <a:ext cx="175200" cy="12873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20"/>
            <p:cNvSpPr/>
            <p:nvPr/>
          </p:nvSpPr>
          <p:spPr>
            <a:xfrm rot="10800000">
              <a:off x="2737067" y="1986829"/>
              <a:ext cx="175200" cy="18078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20"/>
            <p:cNvSpPr/>
            <p:nvPr/>
          </p:nvSpPr>
          <p:spPr>
            <a:xfrm rot="10800000">
              <a:off x="3236306" y="1845829"/>
              <a:ext cx="175200" cy="19488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20"/>
            <p:cNvSpPr/>
            <p:nvPr/>
          </p:nvSpPr>
          <p:spPr>
            <a:xfrm rot="10800000">
              <a:off x="4234788" y="1969429"/>
              <a:ext cx="175200" cy="18252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20"/>
            <p:cNvSpPr/>
            <p:nvPr/>
          </p:nvSpPr>
          <p:spPr>
            <a:xfrm rot="10800000">
              <a:off x="4734026" y="2238529"/>
              <a:ext cx="175200" cy="15561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20"/>
            <p:cNvSpPr/>
            <p:nvPr/>
          </p:nvSpPr>
          <p:spPr>
            <a:xfrm rot="10800000">
              <a:off x="5732511" y="2529529"/>
              <a:ext cx="175200" cy="12651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20"/>
            <p:cNvSpPr/>
            <p:nvPr/>
          </p:nvSpPr>
          <p:spPr>
            <a:xfrm rot="10800000">
              <a:off x="6231749" y="2630629"/>
              <a:ext cx="175200" cy="11640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20"/>
            <p:cNvSpPr/>
            <p:nvPr/>
          </p:nvSpPr>
          <p:spPr>
            <a:xfrm rot="10800000">
              <a:off x="7230237" y="3031437"/>
              <a:ext cx="175200" cy="7632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20"/>
            <p:cNvSpPr/>
            <p:nvPr/>
          </p:nvSpPr>
          <p:spPr>
            <a:xfrm rot="10800000">
              <a:off x="7729475" y="3221035"/>
              <a:ext cx="175200" cy="5736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0" name="Google Shape;300;p20"/>
          <p:cNvSpPr txBox="1">
            <a:spLocks noGrp="1"/>
          </p:cNvSpPr>
          <p:nvPr>
            <p:ph type="title"/>
          </p:nvPr>
        </p:nvSpPr>
        <p:spPr>
          <a:xfrm>
            <a:off x="483675" y="415425"/>
            <a:ext cx="82032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Data Charts Infographics</a:t>
            </a:r>
            <a:endParaRPr/>
          </a:p>
        </p:txBody>
      </p:sp>
      <p:grpSp>
        <p:nvGrpSpPr>
          <p:cNvPr id="301" name="Google Shape;301;p20"/>
          <p:cNvGrpSpPr/>
          <p:nvPr/>
        </p:nvGrpSpPr>
        <p:grpSpPr>
          <a:xfrm>
            <a:off x="1967224" y="1707220"/>
            <a:ext cx="716400" cy="2116179"/>
            <a:chOff x="1967224" y="1678450"/>
            <a:chExt cx="716400" cy="2116179"/>
          </a:xfrm>
        </p:grpSpPr>
        <p:sp>
          <p:nvSpPr>
            <p:cNvPr id="302" name="Google Shape;302;p20"/>
            <p:cNvSpPr txBox="1"/>
            <p:nvPr/>
          </p:nvSpPr>
          <p:spPr>
            <a:xfrm>
              <a:off x="1967224" y="1678450"/>
              <a:ext cx="716400" cy="33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100</a:t>
              </a:r>
              <a:r>
                <a:rPr lang="en" sz="1700">
                  <a:solidFill>
                    <a:schemeClr val="accent1"/>
                  </a:solidFill>
                  <a:latin typeface="Fira Sans Extra Condensed Light"/>
                  <a:ea typeface="Fira Sans Extra Condensed Light"/>
                  <a:cs typeface="Fira Sans Extra Condensed Light"/>
                  <a:sym typeface="Fira Sans Extra Condensed Light"/>
                </a:rPr>
                <a:t>€</a:t>
              </a:r>
              <a:endParaRPr sz="1700">
                <a:solidFill>
                  <a:schemeClr val="accent1"/>
                </a:solidFill>
                <a:latin typeface="Fira Sans Extra Condensed Light"/>
                <a:ea typeface="Fira Sans Extra Condensed Light"/>
                <a:cs typeface="Fira Sans Extra Condensed Light"/>
                <a:sym typeface="Fira Sans Extra Condensed Light"/>
              </a:endParaRPr>
            </a:p>
          </p:txBody>
        </p:sp>
        <p:grpSp>
          <p:nvGrpSpPr>
            <p:cNvPr id="303" name="Google Shape;303;p20"/>
            <p:cNvGrpSpPr/>
            <p:nvPr/>
          </p:nvGrpSpPr>
          <p:grpSpPr>
            <a:xfrm>
              <a:off x="2237827" y="2004525"/>
              <a:ext cx="175202" cy="1790104"/>
              <a:chOff x="2406272" y="2004525"/>
              <a:chExt cx="175202" cy="1790104"/>
            </a:xfrm>
          </p:grpSpPr>
          <p:sp>
            <p:nvSpPr>
              <p:cNvPr id="304" name="Google Shape;304;p20"/>
              <p:cNvSpPr/>
              <p:nvPr/>
            </p:nvSpPr>
            <p:spPr>
              <a:xfrm rot="10800000">
                <a:off x="2406274" y="2255929"/>
                <a:ext cx="175200" cy="153870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Google Shape;305;p20"/>
              <p:cNvSpPr/>
              <p:nvPr/>
            </p:nvSpPr>
            <p:spPr>
              <a:xfrm>
                <a:off x="2406272" y="2004525"/>
                <a:ext cx="175200" cy="1752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06" name="Google Shape;306;p20"/>
          <p:cNvGrpSpPr/>
          <p:nvPr/>
        </p:nvGrpSpPr>
        <p:grpSpPr>
          <a:xfrm>
            <a:off x="3479798" y="1122820"/>
            <a:ext cx="686700" cy="2700579"/>
            <a:chOff x="3479798" y="1094050"/>
            <a:chExt cx="686700" cy="2700579"/>
          </a:xfrm>
        </p:grpSpPr>
        <p:sp>
          <p:nvSpPr>
            <p:cNvPr id="307" name="Google Shape;307;p20"/>
            <p:cNvSpPr txBox="1"/>
            <p:nvPr/>
          </p:nvSpPr>
          <p:spPr>
            <a:xfrm>
              <a:off x="3479798" y="1094050"/>
              <a:ext cx="686700" cy="33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150</a:t>
              </a:r>
              <a:r>
                <a:rPr lang="en" sz="1700">
                  <a:solidFill>
                    <a:schemeClr val="accent2"/>
                  </a:solidFill>
                  <a:latin typeface="Fira Sans Extra Condensed Light"/>
                  <a:ea typeface="Fira Sans Extra Condensed Light"/>
                  <a:cs typeface="Fira Sans Extra Condensed Light"/>
                  <a:sym typeface="Fira Sans Extra Condensed Light"/>
                </a:rPr>
                <a:t>€</a:t>
              </a:r>
              <a:endParaRPr sz="1700">
                <a:solidFill>
                  <a:schemeClr val="accent2"/>
                </a:solidFill>
                <a:latin typeface="Fira Sans Extra Condensed Light"/>
                <a:ea typeface="Fira Sans Extra Condensed Light"/>
                <a:cs typeface="Fira Sans Extra Condensed Light"/>
                <a:sym typeface="Fira Sans Extra Condensed Light"/>
              </a:endParaRPr>
            </a:p>
          </p:txBody>
        </p:sp>
        <p:grpSp>
          <p:nvGrpSpPr>
            <p:cNvPr id="308" name="Google Shape;308;p20"/>
            <p:cNvGrpSpPr/>
            <p:nvPr/>
          </p:nvGrpSpPr>
          <p:grpSpPr>
            <a:xfrm>
              <a:off x="3735544" y="1427025"/>
              <a:ext cx="175205" cy="2367604"/>
              <a:chOff x="3953274" y="1427025"/>
              <a:chExt cx="175205" cy="2367604"/>
            </a:xfrm>
          </p:grpSpPr>
          <p:sp>
            <p:nvSpPr>
              <p:cNvPr id="309" name="Google Shape;309;p20"/>
              <p:cNvSpPr/>
              <p:nvPr/>
            </p:nvSpPr>
            <p:spPr>
              <a:xfrm rot="10800000">
                <a:off x="3953279" y="1678429"/>
                <a:ext cx="175200" cy="2116200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Google Shape;310;p20"/>
              <p:cNvSpPr/>
              <p:nvPr/>
            </p:nvSpPr>
            <p:spPr>
              <a:xfrm>
                <a:off x="3953274" y="1427025"/>
                <a:ext cx="175200" cy="175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11" name="Google Shape;311;p20"/>
          <p:cNvGrpSpPr/>
          <p:nvPr/>
        </p:nvGrpSpPr>
        <p:grpSpPr>
          <a:xfrm>
            <a:off x="4977527" y="1707220"/>
            <a:ext cx="686700" cy="2116179"/>
            <a:chOff x="4977527" y="1678450"/>
            <a:chExt cx="686700" cy="2116179"/>
          </a:xfrm>
        </p:grpSpPr>
        <p:sp>
          <p:nvSpPr>
            <p:cNvPr id="312" name="Google Shape;312;p20"/>
            <p:cNvSpPr txBox="1"/>
            <p:nvPr/>
          </p:nvSpPr>
          <p:spPr>
            <a:xfrm>
              <a:off x="4977527" y="1678450"/>
              <a:ext cx="686700" cy="33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100</a:t>
              </a:r>
              <a:r>
                <a:rPr lang="en" sz="1700">
                  <a:solidFill>
                    <a:schemeClr val="accent3"/>
                  </a:solidFill>
                  <a:latin typeface="Fira Sans Extra Condensed Light"/>
                  <a:ea typeface="Fira Sans Extra Condensed Light"/>
                  <a:cs typeface="Fira Sans Extra Condensed Light"/>
                  <a:sym typeface="Fira Sans Extra Condensed Light"/>
                </a:rPr>
                <a:t>€</a:t>
              </a:r>
              <a:endParaRPr sz="170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grpSp>
          <p:nvGrpSpPr>
            <p:cNvPr id="313" name="Google Shape;313;p20"/>
            <p:cNvGrpSpPr/>
            <p:nvPr/>
          </p:nvGrpSpPr>
          <p:grpSpPr>
            <a:xfrm>
              <a:off x="5233264" y="2004525"/>
              <a:ext cx="175208" cy="1790104"/>
              <a:chOff x="5467145" y="2004525"/>
              <a:chExt cx="175208" cy="1790104"/>
            </a:xfrm>
          </p:grpSpPr>
          <p:sp>
            <p:nvSpPr>
              <p:cNvPr id="314" name="Google Shape;314;p20"/>
              <p:cNvSpPr/>
              <p:nvPr/>
            </p:nvSpPr>
            <p:spPr>
              <a:xfrm rot="10800000">
                <a:off x="5467153" y="2255929"/>
                <a:ext cx="175200" cy="1538700"/>
              </a:xfrm>
              <a:prstGeom prst="roundRect">
                <a:avLst>
                  <a:gd name="adj" fmla="val 50000"/>
                </a:avLst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Google Shape;315;p20"/>
              <p:cNvSpPr/>
              <p:nvPr/>
            </p:nvSpPr>
            <p:spPr>
              <a:xfrm>
                <a:off x="5467145" y="2004525"/>
                <a:ext cx="175200" cy="1752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16" name="Google Shape;316;p20"/>
          <p:cNvGrpSpPr/>
          <p:nvPr/>
        </p:nvGrpSpPr>
        <p:grpSpPr>
          <a:xfrm>
            <a:off x="6526690" y="2284708"/>
            <a:ext cx="583800" cy="1538691"/>
            <a:chOff x="6526690" y="2255938"/>
            <a:chExt cx="583800" cy="1538691"/>
          </a:xfrm>
        </p:grpSpPr>
        <p:grpSp>
          <p:nvGrpSpPr>
            <p:cNvPr id="317" name="Google Shape;317;p20"/>
            <p:cNvGrpSpPr/>
            <p:nvPr/>
          </p:nvGrpSpPr>
          <p:grpSpPr>
            <a:xfrm>
              <a:off x="6730988" y="2586225"/>
              <a:ext cx="175211" cy="1208404"/>
              <a:chOff x="6980991" y="2586225"/>
              <a:chExt cx="175211" cy="1208404"/>
            </a:xfrm>
          </p:grpSpPr>
          <p:sp>
            <p:nvSpPr>
              <p:cNvPr id="318" name="Google Shape;318;p20"/>
              <p:cNvSpPr/>
              <p:nvPr/>
            </p:nvSpPr>
            <p:spPr>
              <a:xfrm rot="10800000">
                <a:off x="6981001" y="2837629"/>
                <a:ext cx="175200" cy="957000"/>
              </a:xfrm>
              <a:prstGeom prst="roundRect">
                <a:avLst>
                  <a:gd name="adj" fmla="val 50000"/>
                </a:avLst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Google Shape;319;p20"/>
              <p:cNvSpPr/>
              <p:nvPr/>
            </p:nvSpPr>
            <p:spPr>
              <a:xfrm>
                <a:off x="6980991" y="2586225"/>
                <a:ext cx="175200" cy="1752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20" name="Google Shape;320;p20"/>
            <p:cNvSpPr txBox="1"/>
            <p:nvPr/>
          </p:nvSpPr>
          <p:spPr>
            <a:xfrm>
              <a:off x="6526690" y="2255938"/>
              <a:ext cx="583800" cy="33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accent4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70</a:t>
              </a:r>
              <a:r>
                <a:rPr lang="en" sz="1700">
                  <a:solidFill>
                    <a:schemeClr val="accent4"/>
                  </a:solidFill>
                  <a:latin typeface="Fira Sans Extra Condensed Light"/>
                  <a:ea typeface="Fira Sans Extra Condensed Light"/>
                  <a:cs typeface="Fira Sans Extra Condensed Light"/>
                  <a:sym typeface="Fira Sans Extra Condensed Light"/>
                </a:rPr>
                <a:t>€</a:t>
              </a:r>
              <a:endParaRPr sz="1700">
                <a:solidFill>
                  <a:schemeClr val="accent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cxnSp>
        <p:nvCxnSpPr>
          <p:cNvPr id="321" name="Google Shape;321;p20"/>
          <p:cNvCxnSpPr/>
          <p:nvPr/>
        </p:nvCxnSpPr>
        <p:spPr>
          <a:xfrm>
            <a:off x="985350" y="3897470"/>
            <a:ext cx="7173300" cy="0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22" name="Google Shape;322;p20"/>
          <p:cNvGrpSpPr/>
          <p:nvPr/>
        </p:nvGrpSpPr>
        <p:grpSpPr>
          <a:xfrm>
            <a:off x="1704113" y="3973683"/>
            <a:ext cx="1242600" cy="658525"/>
            <a:chOff x="1837513" y="3944913"/>
            <a:chExt cx="1242600" cy="658525"/>
          </a:xfrm>
        </p:grpSpPr>
        <p:sp>
          <p:nvSpPr>
            <p:cNvPr id="323" name="Google Shape;323;p20"/>
            <p:cNvSpPr txBox="1"/>
            <p:nvPr/>
          </p:nvSpPr>
          <p:spPr>
            <a:xfrm>
              <a:off x="1837513" y="3944913"/>
              <a:ext cx="1242600" cy="20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Quarter 1</a:t>
              </a:r>
              <a:endParaRPr sz="15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324" name="Google Shape;324;p20"/>
            <p:cNvSpPr txBox="1"/>
            <p:nvPr/>
          </p:nvSpPr>
          <p:spPr>
            <a:xfrm>
              <a:off x="1837513" y="4226038"/>
              <a:ext cx="12426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Venus has a nice name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25" name="Google Shape;325;p20"/>
          <p:cNvGrpSpPr/>
          <p:nvPr/>
        </p:nvGrpSpPr>
        <p:grpSpPr>
          <a:xfrm>
            <a:off x="3201838" y="3973683"/>
            <a:ext cx="1242604" cy="658525"/>
            <a:chOff x="3246313" y="3944913"/>
            <a:chExt cx="1242604" cy="658525"/>
          </a:xfrm>
        </p:grpSpPr>
        <p:sp>
          <p:nvSpPr>
            <p:cNvPr id="326" name="Google Shape;326;p20"/>
            <p:cNvSpPr txBox="1"/>
            <p:nvPr/>
          </p:nvSpPr>
          <p:spPr>
            <a:xfrm>
              <a:off x="3246313" y="3944913"/>
              <a:ext cx="1242600" cy="20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Quarter 2</a:t>
              </a:r>
              <a:endParaRPr sz="150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327" name="Google Shape;327;p20"/>
            <p:cNvSpPr txBox="1"/>
            <p:nvPr/>
          </p:nvSpPr>
          <p:spPr>
            <a:xfrm>
              <a:off x="3246316" y="4226038"/>
              <a:ext cx="12426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Mars is a cold place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28" name="Google Shape;328;p20"/>
          <p:cNvGrpSpPr/>
          <p:nvPr/>
        </p:nvGrpSpPr>
        <p:grpSpPr>
          <a:xfrm>
            <a:off x="6197300" y="3973683"/>
            <a:ext cx="1242611" cy="658525"/>
            <a:chOff x="6063950" y="3944913"/>
            <a:chExt cx="1242611" cy="658525"/>
          </a:xfrm>
        </p:grpSpPr>
        <p:sp>
          <p:nvSpPr>
            <p:cNvPr id="329" name="Google Shape;329;p20"/>
            <p:cNvSpPr txBox="1"/>
            <p:nvPr/>
          </p:nvSpPr>
          <p:spPr>
            <a:xfrm>
              <a:off x="6063950" y="3944913"/>
              <a:ext cx="1242600" cy="20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accent4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Quarter 4</a:t>
              </a:r>
              <a:endParaRPr sz="1500">
                <a:solidFill>
                  <a:schemeClr val="accent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330" name="Google Shape;330;p20"/>
            <p:cNvSpPr txBox="1"/>
            <p:nvPr/>
          </p:nvSpPr>
          <p:spPr>
            <a:xfrm>
              <a:off x="6063962" y="4226038"/>
              <a:ext cx="12426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Saturn has several rings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31" name="Google Shape;331;p20"/>
          <p:cNvGrpSpPr/>
          <p:nvPr/>
        </p:nvGrpSpPr>
        <p:grpSpPr>
          <a:xfrm>
            <a:off x="4699569" y="3973683"/>
            <a:ext cx="1242608" cy="658525"/>
            <a:chOff x="4655132" y="3944913"/>
            <a:chExt cx="1242608" cy="658525"/>
          </a:xfrm>
        </p:grpSpPr>
        <p:sp>
          <p:nvSpPr>
            <p:cNvPr id="332" name="Google Shape;332;p20"/>
            <p:cNvSpPr txBox="1"/>
            <p:nvPr/>
          </p:nvSpPr>
          <p:spPr>
            <a:xfrm>
              <a:off x="4655132" y="3944913"/>
              <a:ext cx="1242600" cy="20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Quarter 3</a:t>
              </a:r>
              <a:endParaRPr sz="150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333" name="Google Shape;333;p20"/>
            <p:cNvSpPr txBox="1"/>
            <p:nvPr/>
          </p:nvSpPr>
          <p:spPr>
            <a:xfrm>
              <a:off x="4655139" y="4226038"/>
              <a:ext cx="1242600" cy="37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Jupiter is the biggest planet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1"/>
          <p:cNvSpPr txBox="1">
            <a:spLocks noGrp="1"/>
          </p:cNvSpPr>
          <p:nvPr>
            <p:ph type="title"/>
          </p:nvPr>
        </p:nvSpPr>
        <p:spPr>
          <a:xfrm>
            <a:off x="483675" y="415425"/>
            <a:ext cx="82032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Data Charts Infographics</a:t>
            </a:r>
            <a:endParaRPr/>
          </a:p>
        </p:txBody>
      </p:sp>
      <p:sp>
        <p:nvSpPr>
          <p:cNvPr id="339" name="Google Shape;339;p21"/>
          <p:cNvSpPr/>
          <p:nvPr/>
        </p:nvSpPr>
        <p:spPr>
          <a:xfrm>
            <a:off x="714157" y="1482934"/>
            <a:ext cx="287764" cy="101799"/>
          </a:xfrm>
          <a:custGeom>
            <a:avLst/>
            <a:gdLst/>
            <a:ahLst/>
            <a:cxnLst/>
            <a:rect l="l" t="t" r="r" b="b"/>
            <a:pathLst>
              <a:path w="11847" h="4191" extrusionOk="0">
                <a:moveTo>
                  <a:pt x="5230" y="0"/>
                </a:moveTo>
                <a:cubicBezTo>
                  <a:pt x="5073" y="0"/>
                  <a:pt x="4947" y="63"/>
                  <a:pt x="4915" y="189"/>
                </a:cubicBezTo>
                <a:lnTo>
                  <a:pt x="4096" y="2080"/>
                </a:lnTo>
                <a:lnTo>
                  <a:pt x="347" y="2080"/>
                </a:lnTo>
                <a:cubicBezTo>
                  <a:pt x="158" y="2080"/>
                  <a:pt x="0" y="2237"/>
                  <a:pt x="0" y="2426"/>
                </a:cubicBezTo>
                <a:cubicBezTo>
                  <a:pt x="0" y="2615"/>
                  <a:pt x="158" y="2773"/>
                  <a:pt x="347" y="2773"/>
                </a:cubicBezTo>
                <a:lnTo>
                  <a:pt x="4316" y="2773"/>
                </a:lnTo>
                <a:cubicBezTo>
                  <a:pt x="4411" y="2773"/>
                  <a:pt x="4505" y="2710"/>
                  <a:pt x="4600" y="2584"/>
                </a:cubicBezTo>
                <a:lnTo>
                  <a:pt x="5199" y="1292"/>
                </a:lnTo>
                <a:lnTo>
                  <a:pt x="6238" y="3970"/>
                </a:lnTo>
                <a:cubicBezTo>
                  <a:pt x="6301" y="4096"/>
                  <a:pt x="6396" y="4159"/>
                  <a:pt x="6522" y="4191"/>
                </a:cubicBezTo>
                <a:lnTo>
                  <a:pt x="6553" y="4191"/>
                </a:lnTo>
                <a:cubicBezTo>
                  <a:pt x="6679" y="4191"/>
                  <a:pt x="6805" y="4127"/>
                  <a:pt x="6868" y="4033"/>
                </a:cubicBezTo>
                <a:lnTo>
                  <a:pt x="7624" y="2836"/>
                </a:lnTo>
                <a:lnTo>
                  <a:pt x="11500" y="2836"/>
                </a:lnTo>
                <a:cubicBezTo>
                  <a:pt x="11689" y="2836"/>
                  <a:pt x="11846" y="2678"/>
                  <a:pt x="11846" y="2458"/>
                </a:cubicBezTo>
                <a:cubicBezTo>
                  <a:pt x="11846" y="2269"/>
                  <a:pt x="11689" y="2111"/>
                  <a:pt x="11500" y="2111"/>
                </a:cubicBezTo>
                <a:lnTo>
                  <a:pt x="7435" y="2111"/>
                </a:lnTo>
                <a:cubicBezTo>
                  <a:pt x="7309" y="2111"/>
                  <a:pt x="7183" y="2206"/>
                  <a:pt x="7120" y="2269"/>
                </a:cubicBezTo>
                <a:lnTo>
                  <a:pt x="6648" y="3056"/>
                </a:lnTo>
                <a:lnTo>
                  <a:pt x="5545" y="221"/>
                </a:lnTo>
                <a:cubicBezTo>
                  <a:pt x="5514" y="95"/>
                  <a:pt x="5388" y="0"/>
                  <a:pt x="523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21"/>
          <p:cNvSpPr/>
          <p:nvPr/>
        </p:nvSpPr>
        <p:spPr>
          <a:xfrm>
            <a:off x="711849" y="1400275"/>
            <a:ext cx="287011" cy="121717"/>
          </a:xfrm>
          <a:custGeom>
            <a:avLst/>
            <a:gdLst/>
            <a:ahLst/>
            <a:cxnLst/>
            <a:rect l="l" t="t" r="r" b="b"/>
            <a:pathLst>
              <a:path w="11816" h="5011" extrusionOk="0">
                <a:moveTo>
                  <a:pt x="3151" y="1"/>
                </a:moveTo>
                <a:cubicBezTo>
                  <a:pt x="1387" y="1"/>
                  <a:pt x="1" y="1419"/>
                  <a:pt x="1" y="3277"/>
                </a:cubicBezTo>
                <a:cubicBezTo>
                  <a:pt x="1" y="3876"/>
                  <a:pt x="158" y="4349"/>
                  <a:pt x="442" y="4821"/>
                </a:cubicBezTo>
                <a:lnTo>
                  <a:pt x="3655" y="4821"/>
                </a:lnTo>
                <a:lnTo>
                  <a:pt x="4285" y="3340"/>
                </a:lnTo>
                <a:cubicBezTo>
                  <a:pt x="4443" y="2994"/>
                  <a:pt x="4821" y="2773"/>
                  <a:pt x="5199" y="2710"/>
                </a:cubicBezTo>
                <a:cubicBezTo>
                  <a:pt x="5672" y="2710"/>
                  <a:pt x="6018" y="2994"/>
                  <a:pt x="6176" y="3403"/>
                </a:cubicBezTo>
                <a:lnTo>
                  <a:pt x="6806" y="5010"/>
                </a:lnTo>
                <a:cubicBezTo>
                  <a:pt x="6963" y="4884"/>
                  <a:pt x="7215" y="4821"/>
                  <a:pt x="7404" y="4821"/>
                </a:cubicBezTo>
                <a:lnTo>
                  <a:pt x="11374" y="4821"/>
                </a:lnTo>
                <a:cubicBezTo>
                  <a:pt x="11626" y="4349"/>
                  <a:pt x="11815" y="3813"/>
                  <a:pt x="11815" y="3277"/>
                </a:cubicBezTo>
                <a:cubicBezTo>
                  <a:pt x="11815" y="1419"/>
                  <a:pt x="10429" y="1"/>
                  <a:pt x="8665" y="1"/>
                </a:cubicBezTo>
                <a:cubicBezTo>
                  <a:pt x="7247" y="1"/>
                  <a:pt x="6396" y="977"/>
                  <a:pt x="5924" y="1860"/>
                </a:cubicBezTo>
                <a:cubicBezTo>
                  <a:pt x="5451" y="977"/>
                  <a:pt x="4537" y="1"/>
                  <a:pt x="315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21"/>
          <p:cNvSpPr/>
          <p:nvPr/>
        </p:nvSpPr>
        <p:spPr>
          <a:xfrm>
            <a:off x="766963" y="1556387"/>
            <a:ext cx="181373" cy="95678"/>
          </a:xfrm>
          <a:custGeom>
            <a:avLst/>
            <a:gdLst/>
            <a:ahLst/>
            <a:cxnLst/>
            <a:rect l="l" t="t" r="r" b="b"/>
            <a:pathLst>
              <a:path w="7467" h="3939" extrusionOk="0">
                <a:moveTo>
                  <a:pt x="2962" y="1"/>
                </a:moveTo>
                <a:cubicBezTo>
                  <a:pt x="2773" y="284"/>
                  <a:pt x="2458" y="442"/>
                  <a:pt x="2111" y="442"/>
                </a:cubicBezTo>
                <a:lnTo>
                  <a:pt x="0" y="442"/>
                </a:lnTo>
                <a:cubicBezTo>
                  <a:pt x="158" y="599"/>
                  <a:pt x="347" y="757"/>
                  <a:pt x="536" y="914"/>
                </a:cubicBezTo>
                <a:cubicBezTo>
                  <a:pt x="1449" y="1734"/>
                  <a:pt x="2426" y="2647"/>
                  <a:pt x="3434" y="3813"/>
                </a:cubicBezTo>
                <a:cubicBezTo>
                  <a:pt x="3529" y="3907"/>
                  <a:pt x="3592" y="3939"/>
                  <a:pt x="3718" y="3939"/>
                </a:cubicBezTo>
                <a:cubicBezTo>
                  <a:pt x="3844" y="3939"/>
                  <a:pt x="3907" y="3907"/>
                  <a:pt x="4001" y="3813"/>
                </a:cubicBezTo>
                <a:cubicBezTo>
                  <a:pt x="4978" y="2584"/>
                  <a:pt x="6018" y="1734"/>
                  <a:pt x="6900" y="914"/>
                </a:cubicBezTo>
                <a:cubicBezTo>
                  <a:pt x="7120" y="757"/>
                  <a:pt x="7278" y="599"/>
                  <a:pt x="7467" y="442"/>
                </a:cubicBezTo>
                <a:lnTo>
                  <a:pt x="5860" y="442"/>
                </a:lnTo>
                <a:lnTo>
                  <a:pt x="5293" y="1324"/>
                </a:lnTo>
                <a:cubicBezTo>
                  <a:pt x="5104" y="1639"/>
                  <a:pt x="4789" y="1860"/>
                  <a:pt x="4379" y="1860"/>
                </a:cubicBezTo>
                <a:lnTo>
                  <a:pt x="4316" y="1860"/>
                </a:lnTo>
                <a:cubicBezTo>
                  <a:pt x="3907" y="1797"/>
                  <a:pt x="3592" y="1576"/>
                  <a:pt x="3434" y="1167"/>
                </a:cubicBezTo>
                <a:lnTo>
                  <a:pt x="2962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21"/>
          <p:cNvSpPr/>
          <p:nvPr/>
        </p:nvSpPr>
        <p:spPr>
          <a:xfrm>
            <a:off x="728890" y="2859310"/>
            <a:ext cx="256381" cy="227306"/>
          </a:xfrm>
          <a:custGeom>
            <a:avLst/>
            <a:gdLst/>
            <a:ahLst/>
            <a:cxnLst/>
            <a:rect l="l" t="t" r="r" b="b"/>
            <a:pathLst>
              <a:path w="10555" h="9358" extrusionOk="0">
                <a:moveTo>
                  <a:pt x="1701" y="3119"/>
                </a:moveTo>
                <a:cubicBezTo>
                  <a:pt x="1890" y="3119"/>
                  <a:pt x="2048" y="3277"/>
                  <a:pt x="2048" y="3466"/>
                </a:cubicBezTo>
                <a:lnTo>
                  <a:pt x="2048" y="4159"/>
                </a:lnTo>
                <a:cubicBezTo>
                  <a:pt x="2048" y="4379"/>
                  <a:pt x="2205" y="4537"/>
                  <a:pt x="2394" y="4537"/>
                </a:cubicBezTo>
                <a:lnTo>
                  <a:pt x="3119" y="4537"/>
                </a:lnTo>
                <a:cubicBezTo>
                  <a:pt x="3308" y="4537"/>
                  <a:pt x="3466" y="4663"/>
                  <a:pt x="3466" y="4883"/>
                </a:cubicBezTo>
                <a:cubicBezTo>
                  <a:pt x="3466" y="5072"/>
                  <a:pt x="3308" y="5230"/>
                  <a:pt x="3119" y="5230"/>
                </a:cubicBezTo>
                <a:lnTo>
                  <a:pt x="2394" y="5230"/>
                </a:lnTo>
                <a:cubicBezTo>
                  <a:pt x="1796" y="5198"/>
                  <a:pt x="1323" y="4726"/>
                  <a:pt x="1323" y="4159"/>
                </a:cubicBezTo>
                <a:lnTo>
                  <a:pt x="1323" y="3466"/>
                </a:lnTo>
                <a:cubicBezTo>
                  <a:pt x="1323" y="3277"/>
                  <a:pt x="1512" y="3119"/>
                  <a:pt x="1701" y="3119"/>
                </a:cubicBezTo>
                <a:close/>
                <a:moveTo>
                  <a:pt x="3781" y="6585"/>
                </a:moveTo>
                <a:lnTo>
                  <a:pt x="3781" y="6931"/>
                </a:lnTo>
                <a:cubicBezTo>
                  <a:pt x="3781" y="7120"/>
                  <a:pt x="3623" y="7278"/>
                  <a:pt x="3434" y="7278"/>
                </a:cubicBezTo>
                <a:cubicBezTo>
                  <a:pt x="3214" y="7278"/>
                  <a:pt x="3056" y="7120"/>
                  <a:pt x="3056" y="6931"/>
                </a:cubicBezTo>
                <a:lnTo>
                  <a:pt x="3056" y="6585"/>
                </a:lnTo>
                <a:close/>
                <a:moveTo>
                  <a:pt x="6900" y="0"/>
                </a:moveTo>
                <a:cubicBezTo>
                  <a:pt x="5986" y="0"/>
                  <a:pt x="5293" y="693"/>
                  <a:pt x="5293" y="1607"/>
                </a:cubicBezTo>
                <a:cubicBezTo>
                  <a:pt x="5293" y="2363"/>
                  <a:pt x="5765" y="2741"/>
                  <a:pt x="6238" y="3182"/>
                </a:cubicBezTo>
                <a:lnTo>
                  <a:pt x="7561" y="4379"/>
                </a:lnTo>
                <a:lnTo>
                  <a:pt x="7561" y="7624"/>
                </a:lnTo>
                <a:cubicBezTo>
                  <a:pt x="7561" y="8223"/>
                  <a:pt x="7089" y="8664"/>
                  <a:pt x="6553" y="8664"/>
                </a:cubicBezTo>
                <a:lnTo>
                  <a:pt x="4820" y="8664"/>
                </a:lnTo>
                <a:cubicBezTo>
                  <a:pt x="4348" y="8664"/>
                  <a:pt x="3938" y="8349"/>
                  <a:pt x="3812" y="7876"/>
                </a:cubicBezTo>
                <a:cubicBezTo>
                  <a:pt x="4222" y="7719"/>
                  <a:pt x="4505" y="7372"/>
                  <a:pt x="4505" y="6931"/>
                </a:cubicBezTo>
                <a:lnTo>
                  <a:pt x="4505" y="6585"/>
                </a:lnTo>
                <a:lnTo>
                  <a:pt x="5198" y="6585"/>
                </a:lnTo>
                <a:cubicBezTo>
                  <a:pt x="6144" y="6585"/>
                  <a:pt x="6931" y="5797"/>
                  <a:pt x="6931" y="4852"/>
                </a:cubicBezTo>
                <a:lnTo>
                  <a:pt x="6931" y="4631"/>
                </a:lnTo>
                <a:lnTo>
                  <a:pt x="5829" y="3686"/>
                </a:lnTo>
                <a:cubicBezTo>
                  <a:pt x="5671" y="3529"/>
                  <a:pt x="5482" y="3371"/>
                  <a:pt x="5293" y="3182"/>
                </a:cubicBezTo>
                <a:cubicBezTo>
                  <a:pt x="4568" y="3151"/>
                  <a:pt x="3875" y="2899"/>
                  <a:pt x="3182" y="2332"/>
                </a:cubicBezTo>
                <a:cubicBezTo>
                  <a:pt x="2720" y="1911"/>
                  <a:pt x="1880" y="1701"/>
                  <a:pt x="1091" y="1701"/>
                </a:cubicBezTo>
                <a:cubicBezTo>
                  <a:pt x="697" y="1701"/>
                  <a:pt x="315" y="1754"/>
                  <a:pt x="0" y="1859"/>
                </a:cubicBezTo>
                <a:lnTo>
                  <a:pt x="0" y="4883"/>
                </a:lnTo>
                <a:cubicBezTo>
                  <a:pt x="0" y="5829"/>
                  <a:pt x="788" y="6616"/>
                  <a:pt x="1733" y="6616"/>
                </a:cubicBezTo>
                <a:lnTo>
                  <a:pt x="2457" y="6616"/>
                </a:lnTo>
                <a:lnTo>
                  <a:pt x="2457" y="6963"/>
                </a:lnTo>
                <a:cubicBezTo>
                  <a:pt x="2394" y="7404"/>
                  <a:pt x="2678" y="7782"/>
                  <a:pt x="3119" y="7908"/>
                </a:cubicBezTo>
                <a:cubicBezTo>
                  <a:pt x="3277" y="8727"/>
                  <a:pt x="3970" y="9357"/>
                  <a:pt x="4820" y="9357"/>
                </a:cubicBezTo>
                <a:lnTo>
                  <a:pt x="6553" y="9357"/>
                </a:lnTo>
                <a:cubicBezTo>
                  <a:pt x="7498" y="9357"/>
                  <a:pt x="8286" y="8569"/>
                  <a:pt x="8286" y="7624"/>
                </a:cubicBezTo>
                <a:lnTo>
                  <a:pt x="8286" y="4379"/>
                </a:lnTo>
                <a:cubicBezTo>
                  <a:pt x="9294" y="3497"/>
                  <a:pt x="9546" y="3277"/>
                  <a:pt x="9546" y="3277"/>
                </a:cubicBezTo>
                <a:cubicBezTo>
                  <a:pt x="9987" y="2867"/>
                  <a:pt x="10554" y="2395"/>
                  <a:pt x="10554" y="1607"/>
                </a:cubicBezTo>
                <a:cubicBezTo>
                  <a:pt x="10554" y="693"/>
                  <a:pt x="9830" y="0"/>
                  <a:pt x="8948" y="0"/>
                </a:cubicBezTo>
                <a:cubicBezTo>
                  <a:pt x="8538" y="0"/>
                  <a:pt x="8191" y="126"/>
                  <a:pt x="7908" y="347"/>
                </a:cubicBezTo>
                <a:cubicBezTo>
                  <a:pt x="7656" y="95"/>
                  <a:pt x="7278" y="0"/>
                  <a:pt x="690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21"/>
          <p:cNvSpPr/>
          <p:nvPr/>
        </p:nvSpPr>
        <p:spPr>
          <a:xfrm>
            <a:off x="728113" y="2799605"/>
            <a:ext cx="153853" cy="118657"/>
          </a:xfrm>
          <a:custGeom>
            <a:avLst/>
            <a:gdLst/>
            <a:ahLst/>
            <a:cxnLst/>
            <a:rect l="l" t="t" r="r" b="b"/>
            <a:pathLst>
              <a:path w="6334" h="4885" extrusionOk="0">
                <a:moveTo>
                  <a:pt x="3844" y="631"/>
                </a:moveTo>
                <a:cubicBezTo>
                  <a:pt x="4065" y="631"/>
                  <a:pt x="4222" y="788"/>
                  <a:pt x="4222" y="1009"/>
                </a:cubicBezTo>
                <a:lnTo>
                  <a:pt x="4222" y="1387"/>
                </a:lnTo>
                <a:lnTo>
                  <a:pt x="2773" y="1387"/>
                </a:lnTo>
                <a:lnTo>
                  <a:pt x="2773" y="1009"/>
                </a:lnTo>
                <a:cubicBezTo>
                  <a:pt x="2773" y="788"/>
                  <a:pt x="2931" y="631"/>
                  <a:pt x="3151" y="631"/>
                </a:cubicBezTo>
                <a:close/>
                <a:moveTo>
                  <a:pt x="3088" y="1"/>
                </a:moveTo>
                <a:cubicBezTo>
                  <a:pt x="2521" y="1"/>
                  <a:pt x="2080" y="473"/>
                  <a:pt x="2080" y="1040"/>
                </a:cubicBezTo>
                <a:lnTo>
                  <a:pt x="2080" y="1419"/>
                </a:lnTo>
                <a:lnTo>
                  <a:pt x="1733" y="1419"/>
                </a:lnTo>
                <a:cubicBezTo>
                  <a:pt x="788" y="1419"/>
                  <a:pt x="1" y="2206"/>
                  <a:pt x="1" y="3151"/>
                </a:cubicBezTo>
                <a:lnTo>
                  <a:pt x="1" y="3592"/>
                </a:lnTo>
                <a:cubicBezTo>
                  <a:pt x="332" y="3503"/>
                  <a:pt x="705" y="3459"/>
                  <a:pt x="1087" y="3459"/>
                </a:cubicBezTo>
                <a:cubicBezTo>
                  <a:pt x="2048" y="3459"/>
                  <a:pt x="3069" y="3736"/>
                  <a:pt x="3655" y="4254"/>
                </a:cubicBezTo>
                <a:cubicBezTo>
                  <a:pt x="4002" y="4569"/>
                  <a:pt x="4411" y="4758"/>
                  <a:pt x="4789" y="4884"/>
                </a:cubicBezTo>
                <a:cubicBezTo>
                  <a:pt x="4726" y="4664"/>
                  <a:pt x="4632" y="4380"/>
                  <a:pt x="4632" y="4096"/>
                </a:cubicBezTo>
                <a:cubicBezTo>
                  <a:pt x="4632" y="2994"/>
                  <a:pt x="5356" y="2112"/>
                  <a:pt x="6333" y="1860"/>
                </a:cubicBezTo>
                <a:cubicBezTo>
                  <a:pt x="6018" y="1576"/>
                  <a:pt x="5608" y="1419"/>
                  <a:pt x="5199" y="1419"/>
                </a:cubicBezTo>
                <a:lnTo>
                  <a:pt x="4821" y="1419"/>
                </a:lnTo>
                <a:lnTo>
                  <a:pt x="4821" y="1040"/>
                </a:lnTo>
                <a:cubicBezTo>
                  <a:pt x="4821" y="442"/>
                  <a:pt x="4348" y="1"/>
                  <a:pt x="3813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21"/>
          <p:cNvSpPr/>
          <p:nvPr/>
        </p:nvSpPr>
        <p:spPr>
          <a:xfrm>
            <a:off x="710250" y="3507428"/>
            <a:ext cx="290824" cy="288614"/>
          </a:xfrm>
          <a:custGeom>
            <a:avLst/>
            <a:gdLst/>
            <a:ahLst/>
            <a:cxnLst/>
            <a:rect l="l" t="t" r="r" b="b"/>
            <a:pathLst>
              <a:path w="11973" h="11882" extrusionOk="0">
                <a:moveTo>
                  <a:pt x="6302" y="725"/>
                </a:moveTo>
                <a:lnTo>
                  <a:pt x="6302" y="1639"/>
                </a:lnTo>
                <a:cubicBezTo>
                  <a:pt x="6302" y="2111"/>
                  <a:pt x="6522" y="2552"/>
                  <a:pt x="6837" y="2867"/>
                </a:cubicBezTo>
                <a:lnTo>
                  <a:pt x="7152" y="3182"/>
                </a:lnTo>
                <a:cubicBezTo>
                  <a:pt x="6900" y="3340"/>
                  <a:pt x="6774" y="3560"/>
                  <a:pt x="6711" y="3749"/>
                </a:cubicBezTo>
                <a:cubicBezTo>
                  <a:pt x="6479" y="3517"/>
                  <a:pt x="6209" y="3407"/>
                  <a:pt x="5942" y="3407"/>
                </a:cubicBezTo>
                <a:cubicBezTo>
                  <a:pt x="5665" y="3407"/>
                  <a:pt x="5392" y="3525"/>
                  <a:pt x="5168" y="3749"/>
                </a:cubicBezTo>
                <a:cubicBezTo>
                  <a:pt x="5042" y="3497"/>
                  <a:pt x="4979" y="3340"/>
                  <a:pt x="4758" y="3151"/>
                </a:cubicBezTo>
                <a:lnTo>
                  <a:pt x="5105" y="2836"/>
                </a:lnTo>
                <a:cubicBezTo>
                  <a:pt x="5420" y="2521"/>
                  <a:pt x="5609" y="2080"/>
                  <a:pt x="5609" y="1607"/>
                </a:cubicBezTo>
                <a:lnTo>
                  <a:pt x="5609" y="725"/>
                </a:lnTo>
                <a:close/>
                <a:moveTo>
                  <a:pt x="5231" y="0"/>
                </a:moveTo>
                <a:cubicBezTo>
                  <a:pt x="5042" y="0"/>
                  <a:pt x="4884" y="158"/>
                  <a:pt x="4884" y="347"/>
                </a:cubicBezTo>
                <a:lnTo>
                  <a:pt x="4884" y="725"/>
                </a:lnTo>
                <a:lnTo>
                  <a:pt x="4884" y="1639"/>
                </a:lnTo>
                <a:cubicBezTo>
                  <a:pt x="4884" y="1922"/>
                  <a:pt x="4758" y="2206"/>
                  <a:pt x="4569" y="2395"/>
                </a:cubicBezTo>
                <a:lnTo>
                  <a:pt x="4096" y="2867"/>
                </a:lnTo>
                <a:lnTo>
                  <a:pt x="4033" y="2867"/>
                </a:lnTo>
                <a:cubicBezTo>
                  <a:pt x="2206" y="2867"/>
                  <a:pt x="127" y="7404"/>
                  <a:pt x="32" y="9830"/>
                </a:cubicBezTo>
                <a:cubicBezTo>
                  <a:pt x="1" y="11311"/>
                  <a:pt x="631" y="11846"/>
                  <a:pt x="1292" y="11846"/>
                </a:cubicBezTo>
                <a:cubicBezTo>
                  <a:pt x="1346" y="11852"/>
                  <a:pt x="1398" y="11855"/>
                  <a:pt x="1450" y="11855"/>
                </a:cubicBezTo>
                <a:cubicBezTo>
                  <a:pt x="2222" y="11855"/>
                  <a:pt x="2817" y="11224"/>
                  <a:pt x="3466" y="10869"/>
                </a:cubicBezTo>
                <a:cubicBezTo>
                  <a:pt x="4033" y="10554"/>
                  <a:pt x="4537" y="10271"/>
                  <a:pt x="4884" y="9767"/>
                </a:cubicBezTo>
                <a:cubicBezTo>
                  <a:pt x="5357" y="9137"/>
                  <a:pt x="5640" y="7593"/>
                  <a:pt x="5640" y="6144"/>
                </a:cubicBezTo>
                <a:lnTo>
                  <a:pt x="5640" y="6144"/>
                </a:lnTo>
                <a:lnTo>
                  <a:pt x="4222" y="7561"/>
                </a:lnTo>
                <a:cubicBezTo>
                  <a:pt x="4222" y="7593"/>
                  <a:pt x="4191" y="7593"/>
                  <a:pt x="4191" y="7624"/>
                </a:cubicBezTo>
                <a:cubicBezTo>
                  <a:pt x="4159" y="7687"/>
                  <a:pt x="4159" y="7687"/>
                  <a:pt x="4096" y="7687"/>
                </a:cubicBezTo>
                <a:lnTo>
                  <a:pt x="2773" y="9011"/>
                </a:lnTo>
                <a:cubicBezTo>
                  <a:pt x="2710" y="9074"/>
                  <a:pt x="2616" y="9105"/>
                  <a:pt x="2525" y="9105"/>
                </a:cubicBezTo>
                <a:cubicBezTo>
                  <a:pt x="2435" y="9105"/>
                  <a:pt x="2348" y="9074"/>
                  <a:pt x="2301" y="9011"/>
                </a:cubicBezTo>
                <a:cubicBezTo>
                  <a:pt x="2175" y="8885"/>
                  <a:pt x="2175" y="8664"/>
                  <a:pt x="2301" y="8538"/>
                </a:cubicBezTo>
                <a:lnTo>
                  <a:pt x="3435" y="7404"/>
                </a:lnTo>
                <a:lnTo>
                  <a:pt x="2994" y="6963"/>
                </a:lnTo>
                <a:cubicBezTo>
                  <a:pt x="2931" y="6900"/>
                  <a:pt x="2899" y="6805"/>
                  <a:pt x="2899" y="6742"/>
                </a:cubicBezTo>
                <a:cubicBezTo>
                  <a:pt x="2899" y="6648"/>
                  <a:pt x="2931" y="6585"/>
                  <a:pt x="2962" y="6490"/>
                </a:cubicBezTo>
                <a:cubicBezTo>
                  <a:pt x="3029" y="6424"/>
                  <a:pt x="3122" y="6384"/>
                  <a:pt x="3213" y="6384"/>
                </a:cubicBezTo>
                <a:cubicBezTo>
                  <a:pt x="3295" y="6384"/>
                  <a:pt x="3375" y="6416"/>
                  <a:pt x="3435" y="6490"/>
                </a:cubicBezTo>
                <a:lnTo>
                  <a:pt x="3907" y="6931"/>
                </a:lnTo>
                <a:lnTo>
                  <a:pt x="5546" y="5262"/>
                </a:lnTo>
                <a:lnTo>
                  <a:pt x="5451" y="4568"/>
                </a:lnTo>
                <a:lnTo>
                  <a:pt x="5703" y="4285"/>
                </a:lnTo>
                <a:cubicBezTo>
                  <a:pt x="5766" y="4222"/>
                  <a:pt x="5861" y="4190"/>
                  <a:pt x="5951" y="4190"/>
                </a:cubicBezTo>
                <a:cubicBezTo>
                  <a:pt x="6042" y="4190"/>
                  <a:pt x="6128" y="4222"/>
                  <a:pt x="6176" y="4285"/>
                </a:cubicBezTo>
                <a:lnTo>
                  <a:pt x="6459" y="4568"/>
                </a:lnTo>
                <a:cubicBezTo>
                  <a:pt x="6428" y="4789"/>
                  <a:pt x="6396" y="5010"/>
                  <a:pt x="6333" y="5262"/>
                </a:cubicBezTo>
                <a:lnTo>
                  <a:pt x="8035" y="6963"/>
                </a:lnTo>
                <a:lnTo>
                  <a:pt x="8476" y="6522"/>
                </a:lnTo>
                <a:cubicBezTo>
                  <a:pt x="8539" y="6475"/>
                  <a:pt x="8625" y="6451"/>
                  <a:pt x="8712" y="6451"/>
                </a:cubicBezTo>
                <a:cubicBezTo>
                  <a:pt x="8799" y="6451"/>
                  <a:pt x="8885" y="6475"/>
                  <a:pt x="8948" y="6522"/>
                </a:cubicBezTo>
                <a:cubicBezTo>
                  <a:pt x="9074" y="6648"/>
                  <a:pt x="9074" y="6900"/>
                  <a:pt x="8948" y="6994"/>
                </a:cubicBezTo>
                <a:lnTo>
                  <a:pt x="8507" y="7435"/>
                </a:lnTo>
                <a:lnTo>
                  <a:pt x="9641" y="8570"/>
                </a:lnTo>
                <a:cubicBezTo>
                  <a:pt x="9767" y="8696"/>
                  <a:pt x="9767" y="8948"/>
                  <a:pt x="9641" y="9042"/>
                </a:cubicBezTo>
                <a:cubicBezTo>
                  <a:pt x="9594" y="9105"/>
                  <a:pt x="9507" y="9137"/>
                  <a:pt x="9417" y="9137"/>
                </a:cubicBezTo>
                <a:cubicBezTo>
                  <a:pt x="9326" y="9137"/>
                  <a:pt x="9232" y="9105"/>
                  <a:pt x="9169" y="9042"/>
                </a:cubicBezTo>
                <a:lnTo>
                  <a:pt x="6302" y="6175"/>
                </a:lnTo>
                <a:lnTo>
                  <a:pt x="6302" y="6175"/>
                </a:lnTo>
                <a:cubicBezTo>
                  <a:pt x="6270" y="7624"/>
                  <a:pt x="6585" y="9168"/>
                  <a:pt x="7058" y="9798"/>
                </a:cubicBezTo>
                <a:cubicBezTo>
                  <a:pt x="7404" y="10302"/>
                  <a:pt x="7909" y="10617"/>
                  <a:pt x="8476" y="10901"/>
                </a:cubicBezTo>
                <a:cubicBezTo>
                  <a:pt x="9136" y="11291"/>
                  <a:pt x="9711" y="11882"/>
                  <a:pt x="10527" y="11882"/>
                </a:cubicBezTo>
                <a:cubicBezTo>
                  <a:pt x="10567" y="11882"/>
                  <a:pt x="10608" y="11881"/>
                  <a:pt x="10649" y="11878"/>
                </a:cubicBezTo>
                <a:cubicBezTo>
                  <a:pt x="11028" y="11846"/>
                  <a:pt x="11973" y="11626"/>
                  <a:pt x="11910" y="9893"/>
                </a:cubicBezTo>
                <a:cubicBezTo>
                  <a:pt x="11752" y="7372"/>
                  <a:pt x="9673" y="2836"/>
                  <a:pt x="7846" y="2836"/>
                </a:cubicBezTo>
                <a:lnTo>
                  <a:pt x="7751" y="2836"/>
                </a:lnTo>
                <a:lnTo>
                  <a:pt x="7310" y="2363"/>
                </a:lnTo>
                <a:cubicBezTo>
                  <a:pt x="7089" y="2174"/>
                  <a:pt x="6963" y="1891"/>
                  <a:pt x="6963" y="1607"/>
                </a:cubicBezTo>
                <a:lnTo>
                  <a:pt x="6963" y="725"/>
                </a:lnTo>
                <a:lnTo>
                  <a:pt x="6963" y="347"/>
                </a:lnTo>
                <a:cubicBezTo>
                  <a:pt x="6963" y="158"/>
                  <a:pt x="6806" y="0"/>
                  <a:pt x="661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21"/>
          <p:cNvSpPr/>
          <p:nvPr/>
        </p:nvSpPr>
        <p:spPr>
          <a:xfrm>
            <a:off x="729391" y="2091267"/>
            <a:ext cx="252543" cy="287011"/>
          </a:xfrm>
          <a:custGeom>
            <a:avLst/>
            <a:gdLst/>
            <a:ahLst/>
            <a:cxnLst/>
            <a:rect l="l" t="t" r="r" b="b"/>
            <a:pathLst>
              <a:path w="10397" h="11816" extrusionOk="0">
                <a:moveTo>
                  <a:pt x="6939" y="1373"/>
                </a:moveTo>
                <a:cubicBezTo>
                  <a:pt x="7177" y="1373"/>
                  <a:pt x="7419" y="1418"/>
                  <a:pt x="7656" y="1513"/>
                </a:cubicBezTo>
                <a:cubicBezTo>
                  <a:pt x="8255" y="1734"/>
                  <a:pt x="8696" y="2206"/>
                  <a:pt x="8853" y="2836"/>
                </a:cubicBezTo>
                <a:cubicBezTo>
                  <a:pt x="8916" y="3435"/>
                  <a:pt x="8822" y="4065"/>
                  <a:pt x="8412" y="4538"/>
                </a:cubicBezTo>
                <a:cubicBezTo>
                  <a:pt x="8349" y="4601"/>
                  <a:pt x="8255" y="4664"/>
                  <a:pt x="8129" y="4664"/>
                </a:cubicBezTo>
                <a:cubicBezTo>
                  <a:pt x="8066" y="4664"/>
                  <a:pt x="7971" y="4601"/>
                  <a:pt x="7939" y="4569"/>
                </a:cubicBezTo>
                <a:cubicBezTo>
                  <a:pt x="7782" y="4443"/>
                  <a:pt x="7782" y="4223"/>
                  <a:pt x="7908" y="4097"/>
                </a:cubicBezTo>
                <a:cubicBezTo>
                  <a:pt x="8129" y="3782"/>
                  <a:pt x="8223" y="3403"/>
                  <a:pt x="8129" y="2962"/>
                </a:cubicBezTo>
                <a:cubicBezTo>
                  <a:pt x="8066" y="2553"/>
                  <a:pt x="7750" y="2238"/>
                  <a:pt x="7404" y="2143"/>
                </a:cubicBezTo>
                <a:cubicBezTo>
                  <a:pt x="7254" y="2086"/>
                  <a:pt x="7095" y="2057"/>
                  <a:pt x="6939" y="2057"/>
                </a:cubicBezTo>
                <a:cubicBezTo>
                  <a:pt x="6669" y="2057"/>
                  <a:pt x="6406" y="2141"/>
                  <a:pt x="6207" y="2301"/>
                </a:cubicBezTo>
                <a:cubicBezTo>
                  <a:pt x="6148" y="2336"/>
                  <a:pt x="6084" y="2354"/>
                  <a:pt x="6021" y="2354"/>
                </a:cubicBezTo>
                <a:cubicBezTo>
                  <a:pt x="5916" y="2354"/>
                  <a:pt x="5813" y="2305"/>
                  <a:pt x="5734" y="2206"/>
                </a:cubicBezTo>
                <a:cubicBezTo>
                  <a:pt x="5608" y="2049"/>
                  <a:pt x="5671" y="1860"/>
                  <a:pt x="5829" y="1734"/>
                </a:cubicBezTo>
                <a:cubicBezTo>
                  <a:pt x="6163" y="1498"/>
                  <a:pt x="6545" y="1373"/>
                  <a:pt x="6939" y="1373"/>
                </a:cubicBezTo>
                <a:close/>
                <a:moveTo>
                  <a:pt x="3466" y="1"/>
                </a:moveTo>
                <a:cubicBezTo>
                  <a:pt x="3182" y="1"/>
                  <a:pt x="2899" y="32"/>
                  <a:pt x="2678" y="95"/>
                </a:cubicBezTo>
                <a:cubicBezTo>
                  <a:pt x="1481" y="348"/>
                  <a:pt x="504" y="1293"/>
                  <a:pt x="221" y="2490"/>
                </a:cubicBezTo>
                <a:cubicBezTo>
                  <a:pt x="0" y="3498"/>
                  <a:pt x="189" y="4569"/>
                  <a:pt x="851" y="5388"/>
                </a:cubicBezTo>
                <a:cubicBezTo>
                  <a:pt x="1292" y="5955"/>
                  <a:pt x="1512" y="6711"/>
                  <a:pt x="1512" y="7499"/>
                </a:cubicBezTo>
                <a:lnTo>
                  <a:pt x="1512" y="10209"/>
                </a:lnTo>
                <a:cubicBezTo>
                  <a:pt x="1512" y="11122"/>
                  <a:pt x="2237" y="11815"/>
                  <a:pt x="3151" y="11815"/>
                </a:cubicBezTo>
                <a:cubicBezTo>
                  <a:pt x="4033" y="11815"/>
                  <a:pt x="4757" y="11122"/>
                  <a:pt x="4757" y="10209"/>
                </a:cubicBezTo>
                <a:lnTo>
                  <a:pt x="4757" y="8539"/>
                </a:lnTo>
                <a:cubicBezTo>
                  <a:pt x="4757" y="8318"/>
                  <a:pt x="4947" y="8066"/>
                  <a:pt x="5230" y="8066"/>
                </a:cubicBezTo>
                <a:cubicBezTo>
                  <a:pt x="5451" y="8066"/>
                  <a:pt x="5703" y="8287"/>
                  <a:pt x="5703" y="8539"/>
                </a:cubicBezTo>
                <a:lnTo>
                  <a:pt x="5703" y="10209"/>
                </a:lnTo>
                <a:cubicBezTo>
                  <a:pt x="5703" y="11122"/>
                  <a:pt x="6396" y="11815"/>
                  <a:pt x="7309" y="11815"/>
                </a:cubicBezTo>
                <a:cubicBezTo>
                  <a:pt x="8223" y="11815"/>
                  <a:pt x="8916" y="11122"/>
                  <a:pt x="8916" y="10209"/>
                </a:cubicBezTo>
                <a:lnTo>
                  <a:pt x="8916" y="7499"/>
                </a:lnTo>
                <a:cubicBezTo>
                  <a:pt x="8916" y="6711"/>
                  <a:pt x="9168" y="5955"/>
                  <a:pt x="9609" y="5388"/>
                </a:cubicBezTo>
                <a:cubicBezTo>
                  <a:pt x="10145" y="4569"/>
                  <a:pt x="10397" y="3498"/>
                  <a:pt x="10145" y="2490"/>
                </a:cubicBezTo>
                <a:cubicBezTo>
                  <a:pt x="9893" y="1293"/>
                  <a:pt x="8885" y="348"/>
                  <a:pt x="7719" y="95"/>
                </a:cubicBezTo>
                <a:cubicBezTo>
                  <a:pt x="7435" y="1"/>
                  <a:pt x="7152" y="1"/>
                  <a:pt x="6931" y="1"/>
                </a:cubicBezTo>
                <a:cubicBezTo>
                  <a:pt x="6333" y="1"/>
                  <a:pt x="5703" y="158"/>
                  <a:pt x="5199" y="474"/>
                </a:cubicBezTo>
                <a:cubicBezTo>
                  <a:pt x="4663" y="158"/>
                  <a:pt x="4033" y="1"/>
                  <a:pt x="3466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21"/>
          <p:cNvSpPr/>
          <p:nvPr/>
        </p:nvSpPr>
        <p:spPr>
          <a:xfrm>
            <a:off x="745837" y="4216724"/>
            <a:ext cx="219654" cy="287011"/>
          </a:xfrm>
          <a:custGeom>
            <a:avLst/>
            <a:gdLst/>
            <a:ahLst/>
            <a:cxnLst/>
            <a:rect l="l" t="t" r="r" b="b"/>
            <a:pathLst>
              <a:path w="9043" h="11816" extrusionOk="0">
                <a:moveTo>
                  <a:pt x="6392" y="3395"/>
                </a:moveTo>
                <a:cubicBezTo>
                  <a:pt x="6483" y="3395"/>
                  <a:pt x="6569" y="3419"/>
                  <a:pt x="6616" y="3466"/>
                </a:cubicBezTo>
                <a:cubicBezTo>
                  <a:pt x="7310" y="4159"/>
                  <a:pt x="7656" y="5010"/>
                  <a:pt x="7656" y="5924"/>
                </a:cubicBezTo>
                <a:cubicBezTo>
                  <a:pt x="7656" y="6837"/>
                  <a:pt x="7310" y="7719"/>
                  <a:pt x="6616" y="8350"/>
                </a:cubicBezTo>
                <a:cubicBezTo>
                  <a:pt x="5955" y="9043"/>
                  <a:pt x="5104" y="9389"/>
                  <a:pt x="4191" y="9389"/>
                </a:cubicBezTo>
                <a:cubicBezTo>
                  <a:pt x="4002" y="9389"/>
                  <a:pt x="3844" y="9232"/>
                  <a:pt x="3844" y="9043"/>
                </a:cubicBezTo>
                <a:cubicBezTo>
                  <a:pt x="3844" y="8822"/>
                  <a:pt x="4002" y="8665"/>
                  <a:pt x="4191" y="8665"/>
                </a:cubicBezTo>
                <a:cubicBezTo>
                  <a:pt x="4947" y="8665"/>
                  <a:pt x="5608" y="8413"/>
                  <a:pt x="6144" y="7845"/>
                </a:cubicBezTo>
                <a:cubicBezTo>
                  <a:pt x="6679" y="7341"/>
                  <a:pt x="6994" y="6617"/>
                  <a:pt x="6994" y="5892"/>
                </a:cubicBezTo>
                <a:cubicBezTo>
                  <a:pt x="6931" y="5168"/>
                  <a:pt x="6679" y="4474"/>
                  <a:pt x="6144" y="3939"/>
                </a:cubicBezTo>
                <a:cubicBezTo>
                  <a:pt x="6049" y="3844"/>
                  <a:pt x="6049" y="3592"/>
                  <a:pt x="6144" y="3466"/>
                </a:cubicBezTo>
                <a:cubicBezTo>
                  <a:pt x="6207" y="3419"/>
                  <a:pt x="6301" y="3395"/>
                  <a:pt x="6392" y="3395"/>
                </a:cubicBezTo>
                <a:close/>
                <a:moveTo>
                  <a:pt x="378" y="1"/>
                </a:moveTo>
                <a:cubicBezTo>
                  <a:pt x="189" y="1"/>
                  <a:pt x="0" y="158"/>
                  <a:pt x="0" y="379"/>
                </a:cubicBezTo>
                <a:lnTo>
                  <a:pt x="0" y="1482"/>
                </a:lnTo>
                <a:cubicBezTo>
                  <a:pt x="0" y="2742"/>
                  <a:pt x="977" y="3750"/>
                  <a:pt x="2206" y="3876"/>
                </a:cubicBezTo>
                <a:cubicBezTo>
                  <a:pt x="2489" y="4695"/>
                  <a:pt x="3277" y="5294"/>
                  <a:pt x="4191" y="5294"/>
                </a:cubicBezTo>
                <a:cubicBezTo>
                  <a:pt x="4569" y="5294"/>
                  <a:pt x="4915" y="5609"/>
                  <a:pt x="4915" y="5987"/>
                </a:cubicBezTo>
                <a:cubicBezTo>
                  <a:pt x="4852" y="6302"/>
                  <a:pt x="4537" y="6617"/>
                  <a:pt x="4191" y="6617"/>
                </a:cubicBezTo>
                <a:cubicBezTo>
                  <a:pt x="3277" y="6617"/>
                  <a:pt x="2489" y="7215"/>
                  <a:pt x="2206" y="8035"/>
                </a:cubicBezTo>
                <a:cubicBezTo>
                  <a:pt x="1009" y="8161"/>
                  <a:pt x="0" y="9200"/>
                  <a:pt x="0" y="10460"/>
                </a:cubicBezTo>
                <a:lnTo>
                  <a:pt x="0" y="11469"/>
                </a:lnTo>
                <a:cubicBezTo>
                  <a:pt x="0" y="11658"/>
                  <a:pt x="189" y="11815"/>
                  <a:pt x="378" y="11815"/>
                </a:cubicBezTo>
                <a:lnTo>
                  <a:pt x="1765" y="11815"/>
                </a:lnTo>
                <a:cubicBezTo>
                  <a:pt x="1954" y="11815"/>
                  <a:pt x="2111" y="11658"/>
                  <a:pt x="2111" y="11469"/>
                </a:cubicBezTo>
                <a:lnTo>
                  <a:pt x="2111" y="10460"/>
                </a:lnTo>
                <a:cubicBezTo>
                  <a:pt x="2111" y="10240"/>
                  <a:pt x="2269" y="10082"/>
                  <a:pt x="2458" y="10082"/>
                </a:cubicBezTo>
                <a:lnTo>
                  <a:pt x="2647" y="10082"/>
                </a:lnTo>
                <a:cubicBezTo>
                  <a:pt x="3056" y="10523"/>
                  <a:pt x="3592" y="10807"/>
                  <a:pt x="4191" y="10807"/>
                </a:cubicBezTo>
                <a:cubicBezTo>
                  <a:pt x="6868" y="10807"/>
                  <a:pt x="9042" y="8633"/>
                  <a:pt x="9042" y="5955"/>
                </a:cubicBezTo>
                <a:cubicBezTo>
                  <a:pt x="9042" y="3277"/>
                  <a:pt x="6868" y="1103"/>
                  <a:pt x="4191" y="1103"/>
                </a:cubicBezTo>
                <a:cubicBezTo>
                  <a:pt x="3592" y="1103"/>
                  <a:pt x="3056" y="1356"/>
                  <a:pt x="2647" y="1828"/>
                </a:cubicBezTo>
                <a:lnTo>
                  <a:pt x="2458" y="1828"/>
                </a:lnTo>
                <a:cubicBezTo>
                  <a:pt x="2269" y="1828"/>
                  <a:pt x="2111" y="1671"/>
                  <a:pt x="2111" y="1482"/>
                </a:cubicBezTo>
                <a:lnTo>
                  <a:pt x="2111" y="379"/>
                </a:lnTo>
                <a:cubicBezTo>
                  <a:pt x="2111" y="158"/>
                  <a:pt x="1954" y="1"/>
                  <a:pt x="1765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5"/>
              </a:solidFill>
            </a:endParaRPr>
          </a:p>
        </p:txBody>
      </p:sp>
      <p:grpSp>
        <p:nvGrpSpPr>
          <p:cNvPr id="347" name="Google Shape;347;p21"/>
          <p:cNvGrpSpPr/>
          <p:nvPr/>
        </p:nvGrpSpPr>
        <p:grpSpPr>
          <a:xfrm>
            <a:off x="1271658" y="3377595"/>
            <a:ext cx="7162092" cy="548400"/>
            <a:chOff x="1271658" y="3111788"/>
            <a:chExt cx="7162092" cy="548400"/>
          </a:xfrm>
        </p:grpSpPr>
        <p:sp>
          <p:nvSpPr>
            <p:cNvPr id="348" name="Google Shape;348;p21"/>
            <p:cNvSpPr/>
            <p:nvPr/>
          </p:nvSpPr>
          <p:spPr>
            <a:xfrm>
              <a:off x="2401549" y="3285647"/>
              <a:ext cx="3381000" cy="2007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21"/>
            <p:cNvSpPr/>
            <p:nvPr/>
          </p:nvSpPr>
          <p:spPr>
            <a:xfrm>
              <a:off x="2401549" y="3285647"/>
              <a:ext cx="677400" cy="2007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21"/>
            <p:cNvSpPr/>
            <p:nvPr/>
          </p:nvSpPr>
          <p:spPr>
            <a:xfrm>
              <a:off x="2834953" y="3207102"/>
              <a:ext cx="357600" cy="357600"/>
            </a:xfrm>
            <a:prstGeom prst="ellipse">
              <a:avLst/>
            </a:prstGeom>
            <a:solidFill>
              <a:schemeClr val="accent4"/>
            </a:solidFill>
            <a:ln w="2857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21"/>
            <p:cNvSpPr txBox="1"/>
            <p:nvPr/>
          </p:nvSpPr>
          <p:spPr>
            <a:xfrm>
              <a:off x="1271658" y="3221870"/>
              <a:ext cx="959100" cy="32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4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Mars</a:t>
              </a:r>
              <a:endParaRPr sz="1700">
                <a:solidFill>
                  <a:schemeClr val="accent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352" name="Google Shape;352;p21"/>
            <p:cNvSpPr txBox="1"/>
            <p:nvPr/>
          </p:nvSpPr>
          <p:spPr>
            <a:xfrm>
              <a:off x="5953361" y="3221870"/>
              <a:ext cx="959100" cy="32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accent4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30</a:t>
              </a:r>
              <a:r>
                <a:rPr lang="en" sz="1500">
                  <a:solidFill>
                    <a:schemeClr val="accent4"/>
                  </a:solidFill>
                  <a:latin typeface="Roboto"/>
                  <a:ea typeface="Roboto"/>
                  <a:cs typeface="Roboto"/>
                  <a:sym typeface="Roboto"/>
                </a:rPr>
                <a:t>%</a:t>
              </a:r>
              <a:endParaRPr sz="2000">
                <a:solidFill>
                  <a:schemeClr val="accent4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353" name="Google Shape;353;p21"/>
            <p:cNvSpPr txBox="1"/>
            <p:nvPr/>
          </p:nvSpPr>
          <p:spPr>
            <a:xfrm>
              <a:off x="6912450" y="3111788"/>
              <a:ext cx="1521300" cy="54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Mars is actually</a:t>
              </a:r>
              <a:b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a cold place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54" name="Google Shape;354;p21"/>
          <p:cNvGrpSpPr/>
          <p:nvPr/>
        </p:nvGrpSpPr>
        <p:grpSpPr>
          <a:xfrm>
            <a:off x="1271658" y="2698770"/>
            <a:ext cx="7162091" cy="548400"/>
            <a:chOff x="1271658" y="2509163"/>
            <a:chExt cx="7162091" cy="548400"/>
          </a:xfrm>
        </p:grpSpPr>
        <p:sp>
          <p:nvSpPr>
            <p:cNvPr id="355" name="Google Shape;355;p21"/>
            <p:cNvSpPr/>
            <p:nvPr/>
          </p:nvSpPr>
          <p:spPr>
            <a:xfrm>
              <a:off x="2401549" y="2653367"/>
              <a:ext cx="3381000" cy="2007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21"/>
            <p:cNvSpPr/>
            <p:nvPr/>
          </p:nvSpPr>
          <p:spPr>
            <a:xfrm>
              <a:off x="2401549" y="2653367"/>
              <a:ext cx="2162100" cy="2007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21"/>
            <p:cNvSpPr/>
            <p:nvPr/>
          </p:nvSpPr>
          <p:spPr>
            <a:xfrm>
              <a:off x="4406313" y="2574822"/>
              <a:ext cx="357600" cy="357600"/>
            </a:xfrm>
            <a:prstGeom prst="ellipse">
              <a:avLst/>
            </a:prstGeom>
            <a:solidFill>
              <a:schemeClr val="accent3"/>
            </a:solidFill>
            <a:ln w="2857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21"/>
            <p:cNvSpPr txBox="1"/>
            <p:nvPr/>
          </p:nvSpPr>
          <p:spPr>
            <a:xfrm>
              <a:off x="1271658" y="2589590"/>
              <a:ext cx="959100" cy="32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Earth</a:t>
              </a:r>
              <a:endParaRPr sz="170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359" name="Google Shape;359;p21"/>
            <p:cNvSpPr txBox="1"/>
            <p:nvPr/>
          </p:nvSpPr>
          <p:spPr>
            <a:xfrm>
              <a:off x="5953361" y="2589590"/>
              <a:ext cx="959100" cy="32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accent3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60</a:t>
              </a:r>
              <a:r>
                <a:rPr lang="en" sz="1500">
                  <a:solidFill>
                    <a:schemeClr val="accent3"/>
                  </a:solidFill>
                  <a:latin typeface="Roboto"/>
                  <a:ea typeface="Roboto"/>
                  <a:cs typeface="Roboto"/>
                  <a:sym typeface="Roboto"/>
                </a:rPr>
                <a:t>%</a:t>
              </a:r>
              <a:endParaRPr sz="2000">
                <a:solidFill>
                  <a:schemeClr val="accent3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360" name="Google Shape;360;p21"/>
            <p:cNvSpPr txBox="1"/>
            <p:nvPr/>
          </p:nvSpPr>
          <p:spPr>
            <a:xfrm>
              <a:off x="6912450" y="2509163"/>
              <a:ext cx="1521300" cy="54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Earth in the only planet with life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61" name="Google Shape;361;p21"/>
          <p:cNvGrpSpPr/>
          <p:nvPr/>
        </p:nvGrpSpPr>
        <p:grpSpPr>
          <a:xfrm>
            <a:off x="1271658" y="1960645"/>
            <a:ext cx="7162091" cy="548400"/>
            <a:chOff x="1271658" y="1847238"/>
            <a:chExt cx="7162091" cy="548400"/>
          </a:xfrm>
        </p:grpSpPr>
        <p:sp>
          <p:nvSpPr>
            <p:cNvPr id="362" name="Google Shape;362;p21"/>
            <p:cNvSpPr/>
            <p:nvPr/>
          </p:nvSpPr>
          <p:spPr>
            <a:xfrm>
              <a:off x="2401549" y="2021087"/>
              <a:ext cx="3381000" cy="2007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21"/>
            <p:cNvSpPr/>
            <p:nvPr/>
          </p:nvSpPr>
          <p:spPr>
            <a:xfrm>
              <a:off x="2401549" y="2021087"/>
              <a:ext cx="1701300" cy="2007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21"/>
            <p:cNvSpPr/>
            <p:nvPr/>
          </p:nvSpPr>
          <p:spPr>
            <a:xfrm>
              <a:off x="3913216" y="1942542"/>
              <a:ext cx="357600" cy="357600"/>
            </a:xfrm>
            <a:prstGeom prst="ellipse">
              <a:avLst/>
            </a:prstGeom>
            <a:solidFill>
              <a:schemeClr val="accent2"/>
            </a:solidFill>
            <a:ln w="2857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21"/>
            <p:cNvSpPr txBox="1"/>
            <p:nvPr/>
          </p:nvSpPr>
          <p:spPr>
            <a:xfrm>
              <a:off x="1271658" y="1957310"/>
              <a:ext cx="959100" cy="32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Venus</a:t>
              </a:r>
              <a:endParaRPr sz="170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366" name="Google Shape;366;p21"/>
            <p:cNvSpPr txBox="1"/>
            <p:nvPr/>
          </p:nvSpPr>
          <p:spPr>
            <a:xfrm>
              <a:off x="5953361" y="1957310"/>
              <a:ext cx="959100" cy="32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accent2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50</a:t>
              </a:r>
              <a:r>
                <a:rPr lang="en" sz="1500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%</a:t>
              </a:r>
              <a:endParaRPr sz="2000">
                <a:solidFill>
                  <a:schemeClr val="accent2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367" name="Google Shape;367;p21"/>
            <p:cNvSpPr txBox="1"/>
            <p:nvPr/>
          </p:nvSpPr>
          <p:spPr>
            <a:xfrm>
              <a:off x="6912450" y="1847238"/>
              <a:ext cx="1521300" cy="54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Venus has a beautiful name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68" name="Google Shape;368;p21"/>
          <p:cNvGrpSpPr/>
          <p:nvPr/>
        </p:nvGrpSpPr>
        <p:grpSpPr>
          <a:xfrm>
            <a:off x="1271658" y="1252170"/>
            <a:ext cx="7162091" cy="548400"/>
            <a:chOff x="1271658" y="1214963"/>
            <a:chExt cx="7162091" cy="548400"/>
          </a:xfrm>
        </p:grpSpPr>
        <p:sp>
          <p:nvSpPr>
            <p:cNvPr id="369" name="Google Shape;369;p21"/>
            <p:cNvSpPr/>
            <p:nvPr/>
          </p:nvSpPr>
          <p:spPr>
            <a:xfrm>
              <a:off x="2401549" y="1388807"/>
              <a:ext cx="3381000" cy="2007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21"/>
            <p:cNvSpPr/>
            <p:nvPr/>
          </p:nvSpPr>
          <p:spPr>
            <a:xfrm>
              <a:off x="2401549" y="1388807"/>
              <a:ext cx="3223800" cy="2007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21"/>
            <p:cNvSpPr/>
            <p:nvPr/>
          </p:nvSpPr>
          <p:spPr>
            <a:xfrm>
              <a:off x="5424883" y="1310262"/>
              <a:ext cx="357600" cy="357600"/>
            </a:xfrm>
            <a:prstGeom prst="ellipse">
              <a:avLst/>
            </a:prstGeom>
            <a:solidFill>
              <a:schemeClr val="accent1"/>
            </a:solidFill>
            <a:ln w="2857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21"/>
            <p:cNvSpPr txBox="1"/>
            <p:nvPr/>
          </p:nvSpPr>
          <p:spPr>
            <a:xfrm>
              <a:off x="1271658" y="1325030"/>
              <a:ext cx="959100" cy="32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Mercury</a:t>
              </a:r>
              <a:endParaRPr sz="17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373" name="Google Shape;373;p21"/>
            <p:cNvSpPr txBox="1"/>
            <p:nvPr/>
          </p:nvSpPr>
          <p:spPr>
            <a:xfrm>
              <a:off x="5953361" y="1325030"/>
              <a:ext cx="959100" cy="32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accent1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100</a:t>
              </a:r>
              <a:r>
                <a:rPr lang="en" sz="1500">
                  <a:solidFill>
                    <a:schemeClr val="accent1"/>
                  </a:solidFill>
                  <a:latin typeface="Roboto"/>
                  <a:ea typeface="Roboto"/>
                  <a:cs typeface="Roboto"/>
                  <a:sym typeface="Roboto"/>
                </a:rPr>
                <a:t>%</a:t>
              </a:r>
              <a:endParaRPr sz="15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74" name="Google Shape;374;p21"/>
            <p:cNvSpPr txBox="1"/>
            <p:nvPr/>
          </p:nvSpPr>
          <p:spPr>
            <a:xfrm>
              <a:off x="6912449" y="1214963"/>
              <a:ext cx="1521300" cy="54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Mercury is the smallest planet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75" name="Google Shape;375;p21"/>
          <p:cNvGrpSpPr/>
          <p:nvPr/>
        </p:nvGrpSpPr>
        <p:grpSpPr>
          <a:xfrm>
            <a:off x="1271658" y="4086095"/>
            <a:ext cx="7162092" cy="548400"/>
            <a:chOff x="1271658" y="3744088"/>
            <a:chExt cx="7162092" cy="548400"/>
          </a:xfrm>
        </p:grpSpPr>
        <p:sp>
          <p:nvSpPr>
            <p:cNvPr id="376" name="Google Shape;376;p21"/>
            <p:cNvSpPr/>
            <p:nvPr/>
          </p:nvSpPr>
          <p:spPr>
            <a:xfrm>
              <a:off x="2401549" y="3917927"/>
              <a:ext cx="3381000" cy="2007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21"/>
            <p:cNvSpPr/>
            <p:nvPr/>
          </p:nvSpPr>
          <p:spPr>
            <a:xfrm>
              <a:off x="2401549" y="3917927"/>
              <a:ext cx="2850000" cy="2007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5"/>
                </a:solidFill>
              </a:endParaRPr>
            </a:p>
          </p:txBody>
        </p:sp>
        <p:sp>
          <p:nvSpPr>
            <p:cNvPr id="378" name="Google Shape;378;p21"/>
            <p:cNvSpPr/>
            <p:nvPr/>
          </p:nvSpPr>
          <p:spPr>
            <a:xfrm>
              <a:off x="4974628" y="3839382"/>
              <a:ext cx="357600" cy="357600"/>
            </a:xfrm>
            <a:prstGeom prst="ellipse">
              <a:avLst/>
            </a:prstGeom>
            <a:solidFill>
              <a:schemeClr val="accent5"/>
            </a:solidFill>
            <a:ln w="2857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5"/>
                </a:solidFill>
              </a:endParaRPr>
            </a:p>
          </p:txBody>
        </p:sp>
        <p:sp>
          <p:nvSpPr>
            <p:cNvPr id="379" name="Google Shape;379;p21"/>
            <p:cNvSpPr txBox="1"/>
            <p:nvPr/>
          </p:nvSpPr>
          <p:spPr>
            <a:xfrm>
              <a:off x="1271658" y="3854150"/>
              <a:ext cx="959100" cy="32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5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Saturn</a:t>
              </a:r>
              <a:endParaRPr sz="1700">
                <a:solidFill>
                  <a:schemeClr val="accent5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380" name="Google Shape;380;p21"/>
            <p:cNvSpPr txBox="1"/>
            <p:nvPr/>
          </p:nvSpPr>
          <p:spPr>
            <a:xfrm>
              <a:off x="5953361" y="3854150"/>
              <a:ext cx="959100" cy="32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accent5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80</a:t>
              </a:r>
              <a:r>
                <a:rPr lang="en" sz="1500">
                  <a:solidFill>
                    <a:schemeClr val="accent5"/>
                  </a:solidFill>
                  <a:latin typeface="Roboto"/>
                  <a:ea typeface="Roboto"/>
                  <a:cs typeface="Roboto"/>
                  <a:sym typeface="Roboto"/>
                </a:rPr>
                <a:t>%</a:t>
              </a:r>
              <a:endParaRPr sz="2000">
                <a:solidFill>
                  <a:schemeClr val="accent5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381" name="Google Shape;381;p21"/>
            <p:cNvSpPr txBox="1"/>
            <p:nvPr/>
          </p:nvSpPr>
          <p:spPr>
            <a:xfrm>
              <a:off x="6912450" y="3744088"/>
              <a:ext cx="1521300" cy="54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Saturn is a gas giant and has rings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2"/>
          <p:cNvSpPr txBox="1">
            <a:spLocks noGrp="1"/>
          </p:cNvSpPr>
          <p:nvPr>
            <p:ph type="title"/>
          </p:nvPr>
        </p:nvSpPr>
        <p:spPr>
          <a:xfrm>
            <a:off x="483675" y="415425"/>
            <a:ext cx="82032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Data Charts Infographics</a:t>
            </a:r>
            <a:endParaRPr/>
          </a:p>
        </p:txBody>
      </p:sp>
      <p:grpSp>
        <p:nvGrpSpPr>
          <p:cNvPr id="387" name="Google Shape;387;p22"/>
          <p:cNvGrpSpPr/>
          <p:nvPr/>
        </p:nvGrpSpPr>
        <p:grpSpPr>
          <a:xfrm>
            <a:off x="710275" y="2404050"/>
            <a:ext cx="7723500" cy="846600"/>
            <a:chOff x="710275" y="2330425"/>
            <a:chExt cx="7723500" cy="846600"/>
          </a:xfrm>
        </p:grpSpPr>
        <p:sp>
          <p:nvSpPr>
            <p:cNvPr id="388" name="Google Shape;388;p22"/>
            <p:cNvSpPr/>
            <p:nvPr/>
          </p:nvSpPr>
          <p:spPr>
            <a:xfrm>
              <a:off x="7262875" y="2452375"/>
              <a:ext cx="1170900" cy="602700"/>
            </a:xfrm>
            <a:prstGeom prst="roundRect">
              <a:avLst>
                <a:gd name="adj" fmla="val 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250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80</a:t>
              </a:r>
              <a:r>
                <a:rPr lang="en" sz="200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%</a:t>
              </a:r>
              <a:endParaRPr sz="200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389" name="Google Shape;389;p22"/>
            <p:cNvSpPr txBox="1"/>
            <p:nvPr/>
          </p:nvSpPr>
          <p:spPr>
            <a:xfrm>
              <a:off x="710325" y="2330425"/>
              <a:ext cx="2820600" cy="36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Venus</a:t>
              </a:r>
              <a:endParaRPr sz="170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390" name="Google Shape;390;p22"/>
            <p:cNvSpPr txBox="1"/>
            <p:nvPr/>
          </p:nvSpPr>
          <p:spPr>
            <a:xfrm>
              <a:off x="710275" y="2656225"/>
              <a:ext cx="2820600" cy="52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Venus has a beautiful name, but it’s terribly hot, even hotter than Mercury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91" name="Google Shape;391;p22"/>
            <p:cNvSpPr/>
            <p:nvPr/>
          </p:nvSpPr>
          <p:spPr>
            <a:xfrm rot="5400000">
              <a:off x="5031400" y="1235425"/>
              <a:ext cx="439800" cy="3036600"/>
            </a:xfrm>
            <a:prstGeom prst="cube">
              <a:avLst>
                <a:gd name="adj" fmla="val 25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2" name="Google Shape;392;p22"/>
          <p:cNvGrpSpPr/>
          <p:nvPr/>
        </p:nvGrpSpPr>
        <p:grpSpPr>
          <a:xfrm>
            <a:off x="710275" y="3519550"/>
            <a:ext cx="7723500" cy="846600"/>
            <a:chOff x="710275" y="3445925"/>
            <a:chExt cx="7723500" cy="846600"/>
          </a:xfrm>
        </p:grpSpPr>
        <p:sp>
          <p:nvSpPr>
            <p:cNvPr id="393" name="Google Shape;393;p22"/>
            <p:cNvSpPr/>
            <p:nvPr/>
          </p:nvSpPr>
          <p:spPr>
            <a:xfrm>
              <a:off x="7262875" y="3567875"/>
              <a:ext cx="1170900" cy="602700"/>
            </a:xfrm>
            <a:prstGeom prst="roundRect">
              <a:avLst>
                <a:gd name="adj" fmla="val 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250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50</a:t>
              </a:r>
              <a:r>
                <a:rPr lang="en" sz="200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%</a:t>
              </a:r>
              <a:endParaRPr sz="200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394" name="Google Shape;394;p22"/>
            <p:cNvSpPr txBox="1"/>
            <p:nvPr/>
          </p:nvSpPr>
          <p:spPr>
            <a:xfrm>
              <a:off x="710325" y="3445925"/>
              <a:ext cx="2820600" cy="36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5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Neptune</a:t>
              </a:r>
              <a:endParaRPr sz="1700">
                <a:solidFill>
                  <a:schemeClr val="accent5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395" name="Google Shape;395;p22"/>
            <p:cNvSpPr txBox="1"/>
            <p:nvPr/>
          </p:nvSpPr>
          <p:spPr>
            <a:xfrm>
              <a:off x="710275" y="3771725"/>
              <a:ext cx="2820600" cy="52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Neptune is the fourth-largest planet by diameter in the Solar System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96" name="Google Shape;396;p22"/>
            <p:cNvSpPr/>
            <p:nvPr/>
          </p:nvSpPr>
          <p:spPr>
            <a:xfrm rot="5400000">
              <a:off x="4354605" y="3027425"/>
              <a:ext cx="439800" cy="1683600"/>
            </a:xfrm>
            <a:prstGeom prst="cube">
              <a:avLst>
                <a:gd name="adj" fmla="val 25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7" name="Google Shape;397;p22"/>
          <p:cNvGrpSpPr/>
          <p:nvPr/>
        </p:nvGrpSpPr>
        <p:grpSpPr>
          <a:xfrm>
            <a:off x="710275" y="1288550"/>
            <a:ext cx="7723500" cy="846600"/>
            <a:chOff x="710275" y="1214925"/>
            <a:chExt cx="7723500" cy="846600"/>
          </a:xfrm>
        </p:grpSpPr>
        <p:sp>
          <p:nvSpPr>
            <p:cNvPr id="398" name="Google Shape;398;p22"/>
            <p:cNvSpPr/>
            <p:nvPr/>
          </p:nvSpPr>
          <p:spPr>
            <a:xfrm rot="5400000">
              <a:off x="4580924" y="570075"/>
              <a:ext cx="439800" cy="2136300"/>
            </a:xfrm>
            <a:prstGeom prst="cube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22"/>
            <p:cNvSpPr txBox="1"/>
            <p:nvPr/>
          </p:nvSpPr>
          <p:spPr>
            <a:xfrm>
              <a:off x="710325" y="1214925"/>
              <a:ext cx="2820600" cy="36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Mars</a:t>
              </a:r>
              <a:endParaRPr sz="17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400" name="Google Shape;400;p22"/>
            <p:cNvSpPr txBox="1"/>
            <p:nvPr/>
          </p:nvSpPr>
          <p:spPr>
            <a:xfrm>
              <a:off x="710275" y="1540725"/>
              <a:ext cx="2820600" cy="52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Despite being red, Mars is actually a cold place full of iron oxide dust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01" name="Google Shape;401;p22"/>
            <p:cNvSpPr/>
            <p:nvPr/>
          </p:nvSpPr>
          <p:spPr>
            <a:xfrm>
              <a:off x="7262875" y="1336875"/>
              <a:ext cx="1170900" cy="602700"/>
            </a:xfrm>
            <a:prstGeom prst="roundRect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250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60</a:t>
              </a:r>
              <a:r>
                <a:rPr lang="en" sz="200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%</a:t>
              </a:r>
              <a:endParaRPr sz="200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6" name="Google Shape;406;p23"/>
          <p:cNvGrpSpPr/>
          <p:nvPr/>
        </p:nvGrpSpPr>
        <p:grpSpPr>
          <a:xfrm>
            <a:off x="1211400" y="1601271"/>
            <a:ext cx="6721200" cy="2085341"/>
            <a:chOff x="1289038" y="1622496"/>
            <a:chExt cx="6721200" cy="2085341"/>
          </a:xfrm>
        </p:grpSpPr>
        <p:cxnSp>
          <p:nvCxnSpPr>
            <p:cNvPr id="407" name="Google Shape;407;p23"/>
            <p:cNvCxnSpPr/>
            <p:nvPr/>
          </p:nvCxnSpPr>
          <p:spPr>
            <a:xfrm>
              <a:off x="1289038" y="1622496"/>
              <a:ext cx="67212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8" name="Google Shape;408;p23"/>
            <p:cNvCxnSpPr/>
            <p:nvPr/>
          </p:nvCxnSpPr>
          <p:spPr>
            <a:xfrm>
              <a:off x="1289038" y="1831030"/>
              <a:ext cx="67212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9" name="Google Shape;409;p23"/>
            <p:cNvCxnSpPr/>
            <p:nvPr/>
          </p:nvCxnSpPr>
          <p:spPr>
            <a:xfrm>
              <a:off x="1289038" y="2039564"/>
              <a:ext cx="67212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0" name="Google Shape;410;p23"/>
            <p:cNvCxnSpPr/>
            <p:nvPr/>
          </p:nvCxnSpPr>
          <p:spPr>
            <a:xfrm>
              <a:off x="1289038" y="2248098"/>
              <a:ext cx="67212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1" name="Google Shape;411;p23"/>
            <p:cNvCxnSpPr/>
            <p:nvPr/>
          </p:nvCxnSpPr>
          <p:spPr>
            <a:xfrm>
              <a:off x="1289038" y="2456632"/>
              <a:ext cx="67212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2" name="Google Shape;412;p23"/>
            <p:cNvCxnSpPr/>
            <p:nvPr/>
          </p:nvCxnSpPr>
          <p:spPr>
            <a:xfrm>
              <a:off x="1289038" y="2665166"/>
              <a:ext cx="67212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3" name="Google Shape;413;p23"/>
            <p:cNvCxnSpPr/>
            <p:nvPr/>
          </p:nvCxnSpPr>
          <p:spPr>
            <a:xfrm>
              <a:off x="1289038" y="2873700"/>
              <a:ext cx="67212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4" name="Google Shape;414;p23"/>
            <p:cNvCxnSpPr/>
            <p:nvPr/>
          </p:nvCxnSpPr>
          <p:spPr>
            <a:xfrm>
              <a:off x="1289038" y="3082235"/>
              <a:ext cx="67212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5" name="Google Shape;415;p23"/>
            <p:cNvCxnSpPr/>
            <p:nvPr/>
          </p:nvCxnSpPr>
          <p:spPr>
            <a:xfrm>
              <a:off x="1289038" y="3290769"/>
              <a:ext cx="67212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6" name="Google Shape;416;p23"/>
            <p:cNvCxnSpPr/>
            <p:nvPr/>
          </p:nvCxnSpPr>
          <p:spPr>
            <a:xfrm>
              <a:off x="1289038" y="3707837"/>
              <a:ext cx="67212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417" name="Google Shape;417;p23"/>
            <p:cNvCxnSpPr/>
            <p:nvPr/>
          </p:nvCxnSpPr>
          <p:spPr>
            <a:xfrm>
              <a:off x="1289038" y="3499303"/>
              <a:ext cx="67212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18" name="Google Shape;418;p23"/>
          <p:cNvSpPr txBox="1">
            <a:spLocks noGrp="1"/>
          </p:cNvSpPr>
          <p:nvPr>
            <p:ph type="title"/>
          </p:nvPr>
        </p:nvSpPr>
        <p:spPr>
          <a:xfrm>
            <a:off x="483675" y="415425"/>
            <a:ext cx="82032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Data Charts Infographics</a:t>
            </a:r>
            <a:endParaRPr/>
          </a:p>
        </p:txBody>
      </p:sp>
      <p:grpSp>
        <p:nvGrpSpPr>
          <p:cNvPr id="419" name="Google Shape;419;p23"/>
          <p:cNvGrpSpPr/>
          <p:nvPr/>
        </p:nvGrpSpPr>
        <p:grpSpPr>
          <a:xfrm>
            <a:off x="1157250" y="1165575"/>
            <a:ext cx="1521300" cy="3475925"/>
            <a:chOff x="1157250" y="1186800"/>
            <a:chExt cx="1521300" cy="3475925"/>
          </a:xfrm>
        </p:grpSpPr>
        <p:sp>
          <p:nvSpPr>
            <p:cNvPr id="420" name="Google Shape;420;p23"/>
            <p:cNvSpPr txBox="1"/>
            <p:nvPr/>
          </p:nvSpPr>
          <p:spPr>
            <a:xfrm>
              <a:off x="1289100" y="3860350"/>
              <a:ext cx="1257600" cy="26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Venus</a:t>
              </a:r>
              <a:endParaRPr sz="17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421" name="Google Shape;421;p23"/>
            <p:cNvSpPr txBox="1"/>
            <p:nvPr/>
          </p:nvSpPr>
          <p:spPr>
            <a:xfrm>
              <a:off x="1477500" y="1186800"/>
              <a:ext cx="880800" cy="31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100</a:t>
              </a:r>
              <a:r>
                <a:rPr lang="en" sz="2000">
                  <a:solidFill>
                    <a:schemeClr val="accen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%</a:t>
              </a:r>
              <a:endParaRPr sz="2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422" name="Google Shape;422;p23"/>
            <p:cNvSpPr/>
            <p:nvPr/>
          </p:nvSpPr>
          <p:spPr>
            <a:xfrm>
              <a:off x="1718850" y="1622524"/>
              <a:ext cx="398100" cy="2085300"/>
            </a:xfrm>
            <a:prstGeom prst="can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23"/>
            <p:cNvSpPr txBox="1"/>
            <p:nvPr/>
          </p:nvSpPr>
          <p:spPr>
            <a:xfrm>
              <a:off x="1157250" y="4114325"/>
              <a:ext cx="1521300" cy="54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Venus has a beautiful name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24" name="Google Shape;424;p23"/>
          <p:cNvGrpSpPr/>
          <p:nvPr/>
        </p:nvGrpSpPr>
        <p:grpSpPr>
          <a:xfrm>
            <a:off x="2926650" y="1165575"/>
            <a:ext cx="1521300" cy="3475925"/>
            <a:chOff x="2926650" y="1186800"/>
            <a:chExt cx="1521300" cy="3475925"/>
          </a:xfrm>
        </p:grpSpPr>
        <p:sp>
          <p:nvSpPr>
            <p:cNvPr id="425" name="Google Shape;425;p23"/>
            <p:cNvSpPr/>
            <p:nvPr/>
          </p:nvSpPr>
          <p:spPr>
            <a:xfrm>
              <a:off x="3488250" y="2456625"/>
              <a:ext cx="398100" cy="1251300"/>
            </a:xfrm>
            <a:prstGeom prst="can">
              <a:avLst>
                <a:gd name="adj" fmla="val 25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23"/>
            <p:cNvSpPr txBox="1"/>
            <p:nvPr/>
          </p:nvSpPr>
          <p:spPr>
            <a:xfrm>
              <a:off x="3058500" y="3860350"/>
              <a:ext cx="1257600" cy="26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Mars</a:t>
              </a:r>
              <a:endParaRPr sz="170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427" name="Google Shape;427;p23"/>
            <p:cNvSpPr txBox="1"/>
            <p:nvPr/>
          </p:nvSpPr>
          <p:spPr>
            <a:xfrm>
              <a:off x="3246900" y="1186800"/>
              <a:ext cx="880800" cy="31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60</a:t>
              </a:r>
              <a:r>
                <a:rPr lang="en" sz="2000">
                  <a:solidFill>
                    <a:schemeClr val="accent2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%</a:t>
              </a:r>
              <a:endParaRPr sz="200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428" name="Google Shape;428;p23"/>
            <p:cNvSpPr txBox="1"/>
            <p:nvPr/>
          </p:nvSpPr>
          <p:spPr>
            <a:xfrm>
              <a:off x="2926650" y="4114325"/>
              <a:ext cx="1521300" cy="54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Mars is actually a cold place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29" name="Google Shape;429;p23"/>
          <p:cNvGrpSpPr/>
          <p:nvPr/>
        </p:nvGrpSpPr>
        <p:grpSpPr>
          <a:xfrm>
            <a:off x="4696050" y="1165575"/>
            <a:ext cx="1521300" cy="3475925"/>
            <a:chOff x="4696050" y="1186800"/>
            <a:chExt cx="1521300" cy="3475925"/>
          </a:xfrm>
        </p:grpSpPr>
        <p:sp>
          <p:nvSpPr>
            <p:cNvPr id="430" name="Google Shape;430;p23"/>
            <p:cNvSpPr txBox="1"/>
            <p:nvPr/>
          </p:nvSpPr>
          <p:spPr>
            <a:xfrm>
              <a:off x="4827900" y="3860347"/>
              <a:ext cx="1257600" cy="26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Mercury</a:t>
              </a:r>
              <a:endParaRPr sz="170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431" name="Google Shape;431;p23"/>
            <p:cNvSpPr txBox="1"/>
            <p:nvPr/>
          </p:nvSpPr>
          <p:spPr>
            <a:xfrm>
              <a:off x="5016300" y="1186800"/>
              <a:ext cx="880800" cy="31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90</a:t>
              </a:r>
              <a:r>
                <a:rPr lang="en" sz="2000">
                  <a:solidFill>
                    <a:schemeClr val="accent3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%</a:t>
              </a:r>
              <a:endParaRPr sz="200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432" name="Google Shape;432;p23"/>
            <p:cNvSpPr/>
            <p:nvPr/>
          </p:nvSpPr>
          <p:spPr>
            <a:xfrm>
              <a:off x="5257650" y="1831025"/>
              <a:ext cx="398100" cy="1877100"/>
            </a:xfrm>
            <a:prstGeom prst="can">
              <a:avLst>
                <a:gd name="adj" fmla="val 25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23"/>
            <p:cNvSpPr txBox="1"/>
            <p:nvPr/>
          </p:nvSpPr>
          <p:spPr>
            <a:xfrm>
              <a:off x="4696050" y="4114325"/>
              <a:ext cx="1521300" cy="54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Mercury is the smallest planet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34" name="Google Shape;434;p23"/>
          <p:cNvGrpSpPr/>
          <p:nvPr/>
        </p:nvGrpSpPr>
        <p:grpSpPr>
          <a:xfrm>
            <a:off x="6465449" y="1165575"/>
            <a:ext cx="1521300" cy="3475925"/>
            <a:chOff x="6465449" y="1186800"/>
            <a:chExt cx="1521300" cy="3475925"/>
          </a:xfrm>
        </p:grpSpPr>
        <p:sp>
          <p:nvSpPr>
            <p:cNvPr id="435" name="Google Shape;435;p23"/>
            <p:cNvSpPr txBox="1"/>
            <p:nvPr/>
          </p:nvSpPr>
          <p:spPr>
            <a:xfrm>
              <a:off x="6597299" y="3860350"/>
              <a:ext cx="1257600" cy="26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4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Saturn</a:t>
              </a:r>
              <a:endParaRPr sz="1700">
                <a:solidFill>
                  <a:schemeClr val="accent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436" name="Google Shape;436;p23"/>
            <p:cNvSpPr/>
            <p:nvPr/>
          </p:nvSpPr>
          <p:spPr>
            <a:xfrm>
              <a:off x="7027049" y="2039575"/>
              <a:ext cx="398100" cy="1668300"/>
            </a:xfrm>
            <a:prstGeom prst="can">
              <a:avLst>
                <a:gd name="adj" fmla="val 25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23"/>
            <p:cNvSpPr txBox="1"/>
            <p:nvPr/>
          </p:nvSpPr>
          <p:spPr>
            <a:xfrm>
              <a:off x="6465449" y="4114325"/>
              <a:ext cx="1521300" cy="54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Saturn is a gas giant and has rings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38" name="Google Shape;438;p23"/>
            <p:cNvSpPr txBox="1"/>
            <p:nvPr/>
          </p:nvSpPr>
          <p:spPr>
            <a:xfrm>
              <a:off x="6785699" y="1186800"/>
              <a:ext cx="880800" cy="31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>
                  <a:solidFill>
                    <a:schemeClr val="accent4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80</a:t>
              </a:r>
              <a:r>
                <a:rPr lang="en" sz="2000">
                  <a:solidFill>
                    <a:schemeClr val="accent4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%</a:t>
              </a:r>
              <a:endParaRPr sz="20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24"/>
          <p:cNvSpPr txBox="1">
            <a:spLocks noGrp="1"/>
          </p:cNvSpPr>
          <p:nvPr>
            <p:ph type="title"/>
          </p:nvPr>
        </p:nvSpPr>
        <p:spPr>
          <a:xfrm>
            <a:off x="483675" y="415425"/>
            <a:ext cx="82032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Data Charts Infographics</a:t>
            </a:r>
            <a:endParaRPr/>
          </a:p>
        </p:txBody>
      </p:sp>
      <p:grpSp>
        <p:nvGrpSpPr>
          <p:cNvPr id="444" name="Google Shape;444;p24"/>
          <p:cNvGrpSpPr/>
          <p:nvPr/>
        </p:nvGrpSpPr>
        <p:grpSpPr>
          <a:xfrm>
            <a:off x="851762" y="1416052"/>
            <a:ext cx="1244039" cy="1244039"/>
            <a:chOff x="851762" y="1342427"/>
            <a:chExt cx="1244039" cy="1244039"/>
          </a:xfrm>
        </p:grpSpPr>
        <p:sp>
          <p:nvSpPr>
            <p:cNvPr id="445" name="Google Shape;445;p24"/>
            <p:cNvSpPr/>
            <p:nvPr/>
          </p:nvSpPr>
          <p:spPr>
            <a:xfrm>
              <a:off x="851762" y="1342427"/>
              <a:ext cx="1244039" cy="1244039"/>
            </a:xfrm>
            <a:prstGeom prst="donut">
              <a:avLst>
                <a:gd name="adj" fmla="val 15028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24"/>
            <p:cNvSpPr/>
            <p:nvPr/>
          </p:nvSpPr>
          <p:spPr>
            <a:xfrm>
              <a:off x="895152" y="1385620"/>
              <a:ext cx="1157203" cy="1157571"/>
            </a:xfrm>
            <a:prstGeom prst="blockArc">
              <a:avLst>
                <a:gd name="adj1" fmla="val 10812714"/>
                <a:gd name="adj2" fmla="val 21599774"/>
                <a:gd name="adj3" fmla="val 8499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7" name="Google Shape;447;p24"/>
          <p:cNvSpPr/>
          <p:nvPr/>
        </p:nvSpPr>
        <p:spPr>
          <a:xfrm>
            <a:off x="1232707" y="1797873"/>
            <a:ext cx="482078" cy="480326"/>
          </a:xfrm>
          <a:custGeom>
            <a:avLst/>
            <a:gdLst/>
            <a:ahLst/>
            <a:cxnLst/>
            <a:rect l="l" t="t" r="r" b="b"/>
            <a:pathLst>
              <a:path w="11562" h="11520" extrusionOk="0">
                <a:moveTo>
                  <a:pt x="9204" y="402"/>
                </a:moveTo>
                <a:lnTo>
                  <a:pt x="11145" y="2343"/>
                </a:lnTo>
                <a:lnTo>
                  <a:pt x="11073" y="2414"/>
                </a:lnTo>
                <a:lnTo>
                  <a:pt x="9132" y="474"/>
                </a:lnTo>
                <a:lnTo>
                  <a:pt x="9204" y="402"/>
                </a:lnTo>
                <a:close/>
                <a:moveTo>
                  <a:pt x="7049" y="1712"/>
                </a:moveTo>
                <a:lnTo>
                  <a:pt x="9823" y="4486"/>
                </a:lnTo>
                <a:lnTo>
                  <a:pt x="9668" y="4629"/>
                </a:lnTo>
                <a:lnTo>
                  <a:pt x="6906" y="1855"/>
                </a:lnTo>
                <a:lnTo>
                  <a:pt x="7049" y="1712"/>
                </a:lnTo>
                <a:close/>
                <a:moveTo>
                  <a:pt x="5025" y="4927"/>
                </a:moveTo>
                <a:lnTo>
                  <a:pt x="5025" y="4927"/>
                </a:lnTo>
                <a:cubicBezTo>
                  <a:pt x="5192" y="5022"/>
                  <a:pt x="5465" y="5224"/>
                  <a:pt x="5703" y="5760"/>
                </a:cubicBezTo>
                <a:cubicBezTo>
                  <a:pt x="5965" y="6367"/>
                  <a:pt x="6323" y="6629"/>
                  <a:pt x="6596" y="6724"/>
                </a:cubicBezTo>
                <a:lnTo>
                  <a:pt x="5489" y="7832"/>
                </a:lnTo>
                <a:cubicBezTo>
                  <a:pt x="5048" y="8272"/>
                  <a:pt x="4462" y="8519"/>
                  <a:pt x="3836" y="8519"/>
                </a:cubicBezTo>
                <a:cubicBezTo>
                  <a:pt x="3768" y="8519"/>
                  <a:pt x="3700" y="8516"/>
                  <a:pt x="3632" y="8510"/>
                </a:cubicBezTo>
                <a:cubicBezTo>
                  <a:pt x="3298" y="8487"/>
                  <a:pt x="3048" y="8237"/>
                  <a:pt x="3025" y="7903"/>
                </a:cubicBezTo>
                <a:cubicBezTo>
                  <a:pt x="2977" y="7308"/>
                  <a:pt x="3156" y="6713"/>
                  <a:pt x="3525" y="6248"/>
                </a:cubicBezTo>
                <a:cubicBezTo>
                  <a:pt x="4358" y="7058"/>
                  <a:pt x="4334" y="7117"/>
                  <a:pt x="4465" y="7117"/>
                </a:cubicBezTo>
                <a:cubicBezTo>
                  <a:pt x="4608" y="7117"/>
                  <a:pt x="4691" y="6939"/>
                  <a:pt x="4584" y="6832"/>
                </a:cubicBezTo>
                <a:lnTo>
                  <a:pt x="3763" y="6010"/>
                </a:lnTo>
                <a:lnTo>
                  <a:pt x="4120" y="5653"/>
                </a:lnTo>
                <a:cubicBezTo>
                  <a:pt x="4477" y="5998"/>
                  <a:pt x="4489" y="6093"/>
                  <a:pt x="4608" y="6093"/>
                </a:cubicBezTo>
                <a:cubicBezTo>
                  <a:pt x="4763" y="6093"/>
                  <a:pt x="4834" y="5915"/>
                  <a:pt x="4727" y="5808"/>
                </a:cubicBezTo>
                <a:lnTo>
                  <a:pt x="4358" y="5439"/>
                </a:lnTo>
                <a:lnTo>
                  <a:pt x="4715" y="5081"/>
                </a:lnTo>
                <a:cubicBezTo>
                  <a:pt x="5072" y="5415"/>
                  <a:pt x="5084" y="5510"/>
                  <a:pt x="5203" y="5510"/>
                </a:cubicBezTo>
                <a:cubicBezTo>
                  <a:pt x="5358" y="5510"/>
                  <a:pt x="5430" y="5331"/>
                  <a:pt x="5322" y="5224"/>
                </a:cubicBezTo>
                <a:lnTo>
                  <a:pt x="5025" y="4927"/>
                </a:lnTo>
                <a:close/>
                <a:moveTo>
                  <a:pt x="2751" y="8248"/>
                </a:moveTo>
                <a:cubicBezTo>
                  <a:pt x="2858" y="8487"/>
                  <a:pt x="3048" y="8677"/>
                  <a:pt x="3287" y="8784"/>
                </a:cubicBezTo>
                <a:cubicBezTo>
                  <a:pt x="3036" y="9022"/>
                  <a:pt x="3001" y="9106"/>
                  <a:pt x="2882" y="9106"/>
                </a:cubicBezTo>
                <a:cubicBezTo>
                  <a:pt x="2763" y="9106"/>
                  <a:pt x="2727" y="9010"/>
                  <a:pt x="2477" y="8784"/>
                </a:cubicBezTo>
                <a:cubicBezTo>
                  <a:pt x="2405" y="8713"/>
                  <a:pt x="2405" y="8594"/>
                  <a:pt x="2477" y="8510"/>
                </a:cubicBezTo>
                <a:lnTo>
                  <a:pt x="2751" y="8248"/>
                </a:lnTo>
                <a:close/>
                <a:moveTo>
                  <a:pt x="9216" y="0"/>
                </a:moveTo>
                <a:cubicBezTo>
                  <a:pt x="9171" y="0"/>
                  <a:pt x="9127" y="15"/>
                  <a:pt x="9097" y="45"/>
                </a:cubicBezTo>
                <a:lnTo>
                  <a:pt x="8775" y="355"/>
                </a:lnTo>
                <a:cubicBezTo>
                  <a:pt x="8716" y="414"/>
                  <a:pt x="8716" y="533"/>
                  <a:pt x="8775" y="593"/>
                </a:cubicBezTo>
                <a:lnTo>
                  <a:pt x="9037" y="855"/>
                </a:lnTo>
                <a:lnTo>
                  <a:pt x="8775" y="1105"/>
                </a:lnTo>
                <a:cubicBezTo>
                  <a:pt x="8716" y="1164"/>
                  <a:pt x="8716" y="1283"/>
                  <a:pt x="8775" y="1343"/>
                </a:cubicBezTo>
                <a:cubicBezTo>
                  <a:pt x="8805" y="1373"/>
                  <a:pt x="8850" y="1387"/>
                  <a:pt x="8894" y="1387"/>
                </a:cubicBezTo>
                <a:cubicBezTo>
                  <a:pt x="8939" y="1387"/>
                  <a:pt x="8984" y="1373"/>
                  <a:pt x="9013" y="1343"/>
                </a:cubicBezTo>
                <a:lnTo>
                  <a:pt x="9275" y="1093"/>
                </a:lnTo>
                <a:lnTo>
                  <a:pt x="10466" y="2283"/>
                </a:lnTo>
                <a:lnTo>
                  <a:pt x="9275" y="3474"/>
                </a:lnTo>
                <a:lnTo>
                  <a:pt x="8085" y="2283"/>
                </a:lnTo>
                <a:lnTo>
                  <a:pt x="8406" y="1950"/>
                </a:lnTo>
                <a:cubicBezTo>
                  <a:pt x="8466" y="1890"/>
                  <a:pt x="8466" y="1771"/>
                  <a:pt x="8406" y="1712"/>
                </a:cubicBezTo>
                <a:cubicBezTo>
                  <a:pt x="8376" y="1682"/>
                  <a:pt x="8332" y="1667"/>
                  <a:pt x="8287" y="1667"/>
                </a:cubicBezTo>
                <a:cubicBezTo>
                  <a:pt x="8242" y="1667"/>
                  <a:pt x="8198" y="1682"/>
                  <a:pt x="8168" y="1712"/>
                </a:cubicBezTo>
                <a:lnTo>
                  <a:pt x="7847" y="2045"/>
                </a:lnTo>
                <a:cubicBezTo>
                  <a:pt x="7168" y="1390"/>
                  <a:pt x="7168" y="1331"/>
                  <a:pt x="7049" y="1331"/>
                </a:cubicBezTo>
                <a:cubicBezTo>
                  <a:pt x="6930" y="1331"/>
                  <a:pt x="6906" y="1414"/>
                  <a:pt x="6549" y="1760"/>
                </a:cubicBezTo>
                <a:cubicBezTo>
                  <a:pt x="6489" y="1819"/>
                  <a:pt x="6489" y="1938"/>
                  <a:pt x="6549" y="1998"/>
                </a:cubicBezTo>
                <a:lnTo>
                  <a:pt x="6918" y="2367"/>
                </a:lnTo>
                <a:lnTo>
                  <a:pt x="3346" y="5939"/>
                </a:lnTo>
                <a:cubicBezTo>
                  <a:pt x="2870" y="6462"/>
                  <a:pt x="2620" y="7165"/>
                  <a:pt x="2644" y="7879"/>
                </a:cubicBezTo>
                <a:lnTo>
                  <a:pt x="2215" y="8308"/>
                </a:lnTo>
                <a:cubicBezTo>
                  <a:pt x="2108" y="8403"/>
                  <a:pt x="2072" y="8534"/>
                  <a:pt x="2072" y="8677"/>
                </a:cubicBezTo>
                <a:cubicBezTo>
                  <a:pt x="2072" y="8915"/>
                  <a:pt x="2227" y="9070"/>
                  <a:pt x="2227" y="9070"/>
                </a:cubicBezTo>
                <a:lnTo>
                  <a:pt x="60" y="11237"/>
                </a:lnTo>
                <a:cubicBezTo>
                  <a:pt x="0" y="11296"/>
                  <a:pt x="0" y="11415"/>
                  <a:pt x="60" y="11475"/>
                </a:cubicBezTo>
                <a:cubicBezTo>
                  <a:pt x="90" y="11505"/>
                  <a:pt x="134" y="11520"/>
                  <a:pt x="179" y="11520"/>
                </a:cubicBezTo>
                <a:cubicBezTo>
                  <a:pt x="224" y="11520"/>
                  <a:pt x="268" y="11505"/>
                  <a:pt x="298" y="11475"/>
                </a:cubicBezTo>
                <a:lnTo>
                  <a:pt x="2465" y="9296"/>
                </a:lnTo>
                <a:lnTo>
                  <a:pt x="2477" y="9320"/>
                </a:lnTo>
                <a:cubicBezTo>
                  <a:pt x="2584" y="9421"/>
                  <a:pt x="2718" y="9472"/>
                  <a:pt x="2852" y="9472"/>
                </a:cubicBezTo>
                <a:cubicBezTo>
                  <a:pt x="2986" y="9472"/>
                  <a:pt x="3120" y="9421"/>
                  <a:pt x="3227" y="9320"/>
                </a:cubicBezTo>
                <a:lnTo>
                  <a:pt x="3656" y="8891"/>
                </a:lnTo>
                <a:cubicBezTo>
                  <a:pt x="3685" y="8892"/>
                  <a:pt x="3715" y="8893"/>
                  <a:pt x="3745" y="8893"/>
                </a:cubicBezTo>
                <a:cubicBezTo>
                  <a:pt x="4485" y="8893"/>
                  <a:pt x="5176" y="8609"/>
                  <a:pt x="5680" y="8094"/>
                </a:cubicBezTo>
                <a:lnTo>
                  <a:pt x="7835" y="5939"/>
                </a:lnTo>
                <a:cubicBezTo>
                  <a:pt x="7906" y="5879"/>
                  <a:pt x="7906" y="5760"/>
                  <a:pt x="7835" y="5700"/>
                </a:cubicBezTo>
                <a:cubicBezTo>
                  <a:pt x="7805" y="5671"/>
                  <a:pt x="7760" y="5656"/>
                  <a:pt x="7717" y="5656"/>
                </a:cubicBezTo>
                <a:cubicBezTo>
                  <a:pt x="7674" y="5656"/>
                  <a:pt x="7632" y="5671"/>
                  <a:pt x="7608" y="5700"/>
                </a:cubicBezTo>
                <a:lnTo>
                  <a:pt x="6811" y="6486"/>
                </a:lnTo>
                <a:cubicBezTo>
                  <a:pt x="6668" y="6462"/>
                  <a:pt x="6275" y="6343"/>
                  <a:pt x="5965" y="5641"/>
                </a:cubicBezTo>
                <a:cubicBezTo>
                  <a:pt x="5680" y="5022"/>
                  <a:pt x="5358" y="4748"/>
                  <a:pt x="5120" y="4629"/>
                </a:cubicBezTo>
                <a:lnTo>
                  <a:pt x="5251" y="4498"/>
                </a:lnTo>
                <a:lnTo>
                  <a:pt x="6073" y="5319"/>
                </a:lnTo>
                <a:cubicBezTo>
                  <a:pt x="6102" y="5349"/>
                  <a:pt x="6147" y="5364"/>
                  <a:pt x="6192" y="5364"/>
                </a:cubicBezTo>
                <a:cubicBezTo>
                  <a:pt x="6236" y="5364"/>
                  <a:pt x="6281" y="5349"/>
                  <a:pt x="6311" y="5319"/>
                </a:cubicBezTo>
                <a:cubicBezTo>
                  <a:pt x="6370" y="5260"/>
                  <a:pt x="6370" y="5141"/>
                  <a:pt x="6311" y="5081"/>
                </a:cubicBezTo>
                <a:lnTo>
                  <a:pt x="5489" y="4260"/>
                </a:lnTo>
                <a:lnTo>
                  <a:pt x="5846" y="3903"/>
                </a:lnTo>
                <a:lnTo>
                  <a:pt x="6215" y="4272"/>
                </a:lnTo>
                <a:cubicBezTo>
                  <a:pt x="6245" y="4301"/>
                  <a:pt x="6290" y="4316"/>
                  <a:pt x="6335" y="4316"/>
                </a:cubicBezTo>
                <a:cubicBezTo>
                  <a:pt x="6379" y="4316"/>
                  <a:pt x="6424" y="4301"/>
                  <a:pt x="6454" y="4272"/>
                </a:cubicBezTo>
                <a:cubicBezTo>
                  <a:pt x="6513" y="4212"/>
                  <a:pt x="6513" y="4093"/>
                  <a:pt x="6454" y="4034"/>
                </a:cubicBezTo>
                <a:lnTo>
                  <a:pt x="6084" y="3665"/>
                </a:lnTo>
                <a:lnTo>
                  <a:pt x="6442" y="3307"/>
                </a:lnTo>
                <a:lnTo>
                  <a:pt x="6811" y="3676"/>
                </a:lnTo>
                <a:cubicBezTo>
                  <a:pt x="6841" y="3706"/>
                  <a:pt x="6885" y="3721"/>
                  <a:pt x="6930" y="3721"/>
                </a:cubicBezTo>
                <a:cubicBezTo>
                  <a:pt x="6974" y="3721"/>
                  <a:pt x="7019" y="3706"/>
                  <a:pt x="7049" y="3676"/>
                </a:cubicBezTo>
                <a:cubicBezTo>
                  <a:pt x="7108" y="3617"/>
                  <a:pt x="7108" y="3498"/>
                  <a:pt x="7049" y="3438"/>
                </a:cubicBezTo>
                <a:lnTo>
                  <a:pt x="6680" y="3069"/>
                </a:lnTo>
                <a:lnTo>
                  <a:pt x="7144" y="2605"/>
                </a:lnTo>
                <a:lnTo>
                  <a:pt x="8906" y="4379"/>
                </a:lnTo>
                <a:lnTo>
                  <a:pt x="8287" y="4998"/>
                </a:lnTo>
                <a:cubicBezTo>
                  <a:pt x="8228" y="5058"/>
                  <a:pt x="8228" y="5177"/>
                  <a:pt x="8287" y="5236"/>
                </a:cubicBezTo>
                <a:cubicBezTo>
                  <a:pt x="8317" y="5266"/>
                  <a:pt x="8362" y="5281"/>
                  <a:pt x="8406" y="5281"/>
                </a:cubicBezTo>
                <a:cubicBezTo>
                  <a:pt x="8451" y="5281"/>
                  <a:pt x="8495" y="5266"/>
                  <a:pt x="8525" y="5236"/>
                </a:cubicBezTo>
                <a:lnTo>
                  <a:pt x="9144" y="4617"/>
                </a:lnTo>
                <a:cubicBezTo>
                  <a:pt x="9502" y="4962"/>
                  <a:pt x="9525" y="5034"/>
                  <a:pt x="9644" y="5034"/>
                </a:cubicBezTo>
                <a:cubicBezTo>
                  <a:pt x="9680" y="5034"/>
                  <a:pt x="9728" y="5010"/>
                  <a:pt x="9764" y="4986"/>
                </a:cubicBezTo>
                <a:cubicBezTo>
                  <a:pt x="10121" y="4617"/>
                  <a:pt x="10192" y="4593"/>
                  <a:pt x="10192" y="4486"/>
                </a:cubicBezTo>
                <a:cubicBezTo>
                  <a:pt x="10192" y="4367"/>
                  <a:pt x="10133" y="4379"/>
                  <a:pt x="9478" y="3688"/>
                </a:cubicBezTo>
                <a:lnTo>
                  <a:pt x="10668" y="2498"/>
                </a:lnTo>
                <a:cubicBezTo>
                  <a:pt x="10907" y="2724"/>
                  <a:pt x="10930" y="2819"/>
                  <a:pt x="11037" y="2819"/>
                </a:cubicBezTo>
                <a:cubicBezTo>
                  <a:pt x="11085" y="2819"/>
                  <a:pt x="11133" y="2795"/>
                  <a:pt x="11157" y="2772"/>
                </a:cubicBezTo>
                <a:lnTo>
                  <a:pt x="11502" y="2462"/>
                </a:lnTo>
                <a:cubicBezTo>
                  <a:pt x="11561" y="2402"/>
                  <a:pt x="11561" y="2283"/>
                  <a:pt x="11502" y="2224"/>
                </a:cubicBezTo>
                <a:lnTo>
                  <a:pt x="9335" y="45"/>
                </a:lnTo>
                <a:cubicBezTo>
                  <a:pt x="9305" y="15"/>
                  <a:pt x="9260" y="0"/>
                  <a:pt x="921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48" name="Google Shape;448;p24"/>
          <p:cNvGrpSpPr/>
          <p:nvPr/>
        </p:nvGrpSpPr>
        <p:grpSpPr>
          <a:xfrm>
            <a:off x="4935067" y="3223204"/>
            <a:ext cx="1244039" cy="1244039"/>
            <a:chOff x="4935067" y="3073379"/>
            <a:chExt cx="1244039" cy="1244039"/>
          </a:xfrm>
        </p:grpSpPr>
        <p:sp>
          <p:nvSpPr>
            <p:cNvPr id="449" name="Google Shape;449;p24"/>
            <p:cNvSpPr/>
            <p:nvPr/>
          </p:nvSpPr>
          <p:spPr>
            <a:xfrm>
              <a:off x="4935067" y="3073379"/>
              <a:ext cx="1244039" cy="1244039"/>
            </a:xfrm>
            <a:prstGeom prst="donut">
              <a:avLst>
                <a:gd name="adj" fmla="val 15028"/>
              </a:avLst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24"/>
            <p:cNvSpPr/>
            <p:nvPr/>
          </p:nvSpPr>
          <p:spPr>
            <a:xfrm>
              <a:off x="4978457" y="3116572"/>
              <a:ext cx="1157203" cy="1157571"/>
            </a:xfrm>
            <a:prstGeom prst="blockArc">
              <a:avLst>
                <a:gd name="adj1" fmla="val 2738786"/>
                <a:gd name="adj2" fmla="val 21599774"/>
                <a:gd name="adj3" fmla="val 8499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1" name="Google Shape;451;p24"/>
          <p:cNvGrpSpPr/>
          <p:nvPr/>
        </p:nvGrpSpPr>
        <p:grpSpPr>
          <a:xfrm>
            <a:off x="5352904" y="3637451"/>
            <a:ext cx="451729" cy="415472"/>
            <a:chOff x="6195998" y="1983102"/>
            <a:chExt cx="368308" cy="338746"/>
          </a:xfrm>
        </p:grpSpPr>
        <p:sp>
          <p:nvSpPr>
            <p:cNvPr id="452" name="Google Shape;452;p24"/>
            <p:cNvSpPr/>
            <p:nvPr/>
          </p:nvSpPr>
          <p:spPr>
            <a:xfrm>
              <a:off x="6267289" y="2161012"/>
              <a:ext cx="67533" cy="67150"/>
            </a:xfrm>
            <a:custGeom>
              <a:avLst/>
              <a:gdLst/>
              <a:ahLst/>
              <a:cxnLst/>
              <a:rect l="l" t="t" r="r" b="b"/>
              <a:pathLst>
                <a:path w="2120" h="2108" extrusionOk="0">
                  <a:moveTo>
                    <a:pt x="1060" y="0"/>
                  </a:moveTo>
                  <a:cubicBezTo>
                    <a:pt x="953" y="0"/>
                    <a:pt x="882" y="71"/>
                    <a:pt x="882" y="179"/>
                  </a:cubicBezTo>
                  <a:lnTo>
                    <a:pt x="882" y="881"/>
                  </a:lnTo>
                  <a:lnTo>
                    <a:pt x="179" y="881"/>
                  </a:lnTo>
                  <a:cubicBezTo>
                    <a:pt x="84" y="881"/>
                    <a:pt x="0" y="953"/>
                    <a:pt x="0" y="1060"/>
                  </a:cubicBezTo>
                  <a:cubicBezTo>
                    <a:pt x="0" y="1143"/>
                    <a:pt x="84" y="1238"/>
                    <a:pt x="179" y="1238"/>
                  </a:cubicBezTo>
                  <a:lnTo>
                    <a:pt x="882" y="1238"/>
                  </a:lnTo>
                  <a:lnTo>
                    <a:pt x="882" y="1941"/>
                  </a:lnTo>
                  <a:cubicBezTo>
                    <a:pt x="882" y="2024"/>
                    <a:pt x="953" y="2107"/>
                    <a:pt x="1060" y="2107"/>
                  </a:cubicBezTo>
                  <a:cubicBezTo>
                    <a:pt x="1155" y="2107"/>
                    <a:pt x="1239" y="2036"/>
                    <a:pt x="1239" y="1941"/>
                  </a:cubicBezTo>
                  <a:lnTo>
                    <a:pt x="1239" y="1238"/>
                  </a:lnTo>
                  <a:lnTo>
                    <a:pt x="1941" y="1238"/>
                  </a:lnTo>
                  <a:cubicBezTo>
                    <a:pt x="2048" y="1238"/>
                    <a:pt x="2120" y="1167"/>
                    <a:pt x="2120" y="1060"/>
                  </a:cubicBezTo>
                  <a:cubicBezTo>
                    <a:pt x="2120" y="953"/>
                    <a:pt x="2036" y="881"/>
                    <a:pt x="1941" y="881"/>
                  </a:cubicBezTo>
                  <a:lnTo>
                    <a:pt x="1239" y="881"/>
                  </a:lnTo>
                  <a:lnTo>
                    <a:pt x="1239" y="179"/>
                  </a:lnTo>
                  <a:cubicBezTo>
                    <a:pt x="1239" y="95"/>
                    <a:pt x="1167" y="0"/>
                    <a:pt x="106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24"/>
            <p:cNvSpPr/>
            <p:nvPr/>
          </p:nvSpPr>
          <p:spPr>
            <a:xfrm>
              <a:off x="6235052" y="2128393"/>
              <a:ext cx="132007" cy="131625"/>
            </a:xfrm>
            <a:custGeom>
              <a:avLst/>
              <a:gdLst/>
              <a:ahLst/>
              <a:cxnLst/>
              <a:rect l="l" t="t" r="r" b="b"/>
              <a:pathLst>
                <a:path w="4144" h="4132" extrusionOk="0">
                  <a:moveTo>
                    <a:pt x="2072" y="357"/>
                  </a:moveTo>
                  <a:cubicBezTo>
                    <a:pt x="3013" y="357"/>
                    <a:pt x="3799" y="1131"/>
                    <a:pt x="3799" y="2084"/>
                  </a:cubicBezTo>
                  <a:cubicBezTo>
                    <a:pt x="3799" y="3024"/>
                    <a:pt x="3025" y="3798"/>
                    <a:pt x="2072" y="3798"/>
                  </a:cubicBezTo>
                  <a:cubicBezTo>
                    <a:pt x="1120" y="3798"/>
                    <a:pt x="370" y="3024"/>
                    <a:pt x="370" y="2084"/>
                  </a:cubicBezTo>
                  <a:cubicBezTo>
                    <a:pt x="370" y="1131"/>
                    <a:pt x="1143" y="357"/>
                    <a:pt x="2072" y="357"/>
                  </a:cubicBezTo>
                  <a:close/>
                  <a:moveTo>
                    <a:pt x="2072" y="0"/>
                  </a:moveTo>
                  <a:cubicBezTo>
                    <a:pt x="929" y="0"/>
                    <a:pt x="0" y="917"/>
                    <a:pt x="0" y="2072"/>
                  </a:cubicBezTo>
                  <a:cubicBezTo>
                    <a:pt x="0" y="3215"/>
                    <a:pt x="929" y="4132"/>
                    <a:pt x="2072" y="4132"/>
                  </a:cubicBezTo>
                  <a:cubicBezTo>
                    <a:pt x="3227" y="4132"/>
                    <a:pt x="4144" y="3215"/>
                    <a:pt x="4144" y="2072"/>
                  </a:cubicBezTo>
                  <a:cubicBezTo>
                    <a:pt x="4144" y="917"/>
                    <a:pt x="3227" y="0"/>
                    <a:pt x="207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24"/>
            <p:cNvSpPr/>
            <p:nvPr/>
          </p:nvSpPr>
          <p:spPr>
            <a:xfrm>
              <a:off x="6195998" y="1983102"/>
              <a:ext cx="368308" cy="338746"/>
            </a:xfrm>
            <a:custGeom>
              <a:avLst/>
              <a:gdLst/>
              <a:ahLst/>
              <a:cxnLst/>
              <a:rect l="l" t="t" r="r" b="b"/>
              <a:pathLst>
                <a:path w="11562" h="10634" extrusionOk="0">
                  <a:moveTo>
                    <a:pt x="3143" y="382"/>
                  </a:moveTo>
                  <a:lnTo>
                    <a:pt x="3143" y="1989"/>
                  </a:lnTo>
                  <a:lnTo>
                    <a:pt x="2227" y="1989"/>
                  </a:lnTo>
                  <a:lnTo>
                    <a:pt x="2227" y="382"/>
                  </a:lnTo>
                  <a:close/>
                  <a:moveTo>
                    <a:pt x="4382" y="382"/>
                  </a:moveTo>
                  <a:lnTo>
                    <a:pt x="4382" y="1989"/>
                  </a:lnTo>
                  <a:lnTo>
                    <a:pt x="3477" y="1989"/>
                  </a:lnTo>
                  <a:lnTo>
                    <a:pt x="3477" y="382"/>
                  </a:lnTo>
                  <a:close/>
                  <a:moveTo>
                    <a:pt x="5584" y="382"/>
                  </a:moveTo>
                  <a:lnTo>
                    <a:pt x="5584" y="1989"/>
                  </a:lnTo>
                  <a:lnTo>
                    <a:pt x="4727" y="1989"/>
                  </a:lnTo>
                  <a:lnTo>
                    <a:pt x="4727" y="382"/>
                  </a:lnTo>
                  <a:close/>
                  <a:moveTo>
                    <a:pt x="4846" y="2323"/>
                  </a:moveTo>
                  <a:lnTo>
                    <a:pt x="4846" y="2656"/>
                  </a:lnTo>
                  <a:lnTo>
                    <a:pt x="1750" y="2656"/>
                  </a:lnTo>
                  <a:lnTo>
                    <a:pt x="1750" y="2323"/>
                  </a:lnTo>
                  <a:close/>
                  <a:moveTo>
                    <a:pt x="7918" y="6073"/>
                  </a:moveTo>
                  <a:cubicBezTo>
                    <a:pt x="8442" y="6073"/>
                    <a:pt x="8894" y="6276"/>
                    <a:pt x="9251" y="6585"/>
                  </a:cubicBezTo>
                  <a:lnTo>
                    <a:pt x="6322" y="9514"/>
                  </a:lnTo>
                  <a:cubicBezTo>
                    <a:pt x="5144" y="8121"/>
                    <a:pt x="6203" y="6073"/>
                    <a:pt x="7918" y="6073"/>
                  </a:cubicBezTo>
                  <a:close/>
                  <a:moveTo>
                    <a:pt x="11204" y="6585"/>
                  </a:moveTo>
                  <a:lnTo>
                    <a:pt x="11204" y="7990"/>
                  </a:lnTo>
                  <a:cubicBezTo>
                    <a:pt x="11204" y="8776"/>
                    <a:pt x="10656" y="9431"/>
                    <a:pt x="9906" y="9562"/>
                  </a:cubicBezTo>
                  <a:cubicBezTo>
                    <a:pt x="10168" y="9193"/>
                    <a:pt x="10347" y="8669"/>
                    <a:pt x="10347" y="8181"/>
                  </a:cubicBezTo>
                  <a:cubicBezTo>
                    <a:pt x="10347" y="7764"/>
                    <a:pt x="10251" y="7550"/>
                    <a:pt x="10251" y="7538"/>
                  </a:cubicBezTo>
                  <a:cubicBezTo>
                    <a:pt x="10168" y="7192"/>
                    <a:pt x="10144" y="7228"/>
                    <a:pt x="10073" y="7073"/>
                  </a:cubicBezTo>
                  <a:cubicBezTo>
                    <a:pt x="9966" y="6883"/>
                    <a:pt x="9954" y="6823"/>
                    <a:pt x="9751" y="6585"/>
                  </a:cubicBezTo>
                  <a:close/>
                  <a:moveTo>
                    <a:pt x="9513" y="6823"/>
                  </a:moveTo>
                  <a:lnTo>
                    <a:pt x="9513" y="6823"/>
                  </a:lnTo>
                  <a:cubicBezTo>
                    <a:pt x="10704" y="8216"/>
                    <a:pt x="9632" y="10240"/>
                    <a:pt x="7918" y="10240"/>
                  </a:cubicBezTo>
                  <a:cubicBezTo>
                    <a:pt x="7890" y="10242"/>
                    <a:pt x="7862" y="10242"/>
                    <a:pt x="7834" y="10242"/>
                  </a:cubicBezTo>
                  <a:cubicBezTo>
                    <a:pt x="7345" y="10242"/>
                    <a:pt x="6910" y="10045"/>
                    <a:pt x="6572" y="9752"/>
                  </a:cubicBezTo>
                  <a:lnTo>
                    <a:pt x="9513" y="6823"/>
                  </a:lnTo>
                  <a:close/>
                  <a:moveTo>
                    <a:pt x="881" y="1"/>
                  </a:moveTo>
                  <a:cubicBezTo>
                    <a:pt x="786" y="1"/>
                    <a:pt x="703" y="84"/>
                    <a:pt x="703" y="180"/>
                  </a:cubicBezTo>
                  <a:lnTo>
                    <a:pt x="703" y="525"/>
                  </a:lnTo>
                  <a:cubicBezTo>
                    <a:pt x="703" y="620"/>
                    <a:pt x="774" y="703"/>
                    <a:pt x="881" y="703"/>
                  </a:cubicBezTo>
                  <a:cubicBezTo>
                    <a:pt x="976" y="703"/>
                    <a:pt x="1060" y="632"/>
                    <a:pt x="1060" y="525"/>
                  </a:cubicBezTo>
                  <a:lnTo>
                    <a:pt x="1060" y="358"/>
                  </a:lnTo>
                  <a:lnTo>
                    <a:pt x="1905" y="358"/>
                  </a:lnTo>
                  <a:lnTo>
                    <a:pt x="1905" y="1966"/>
                  </a:lnTo>
                  <a:lnTo>
                    <a:pt x="1060" y="1966"/>
                  </a:lnTo>
                  <a:lnTo>
                    <a:pt x="1060" y="1418"/>
                  </a:lnTo>
                  <a:cubicBezTo>
                    <a:pt x="1060" y="1323"/>
                    <a:pt x="976" y="1239"/>
                    <a:pt x="881" y="1239"/>
                  </a:cubicBezTo>
                  <a:cubicBezTo>
                    <a:pt x="786" y="1239"/>
                    <a:pt x="703" y="1311"/>
                    <a:pt x="703" y="1418"/>
                  </a:cubicBezTo>
                  <a:lnTo>
                    <a:pt x="703" y="2144"/>
                  </a:lnTo>
                  <a:cubicBezTo>
                    <a:pt x="703" y="2239"/>
                    <a:pt x="774" y="2323"/>
                    <a:pt x="881" y="2323"/>
                  </a:cubicBezTo>
                  <a:lnTo>
                    <a:pt x="1429" y="2323"/>
                  </a:lnTo>
                  <a:lnTo>
                    <a:pt x="1429" y="2656"/>
                  </a:lnTo>
                  <a:lnTo>
                    <a:pt x="905" y="2656"/>
                  </a:lnTo>
                  <a:cubicBezTo>
                    <a:pt x="405" y="2656"/>
                    <a:pt x="0" y="3049"/>
                    <a:pt x="0" y="3561"/>
                  </a:cubicBezTo>
                  <a:lnTo>
                    <a:pt x="0" y="9693"/>
                  </a:lnTo>
                  <a:cubicBezTo>
                    <a:pt x="0" y="10193"/>
                    <a:pt x="405" y="10598"/>
                    <a:pt x="905" y="10598"/>
                  </a:cubicBezTo>
                  <a:lnTo>
                    <a:pt x="3774" y="10598"/>
                  </a:lnTo>
                  <a:cubicBezTo>
                    <a:pt x="3882" y="10598"/>
                    <a:pt x="3953" y="10526"/>
                    <a:pt x="3953" y="10419"/>
                  </a:cubicBezTo>
                  <a:cubicBezTo>
                    <a:pt x="3953" y="10336"/>
                    <a:pt x="3882" y="10240"/>
                    <a:pt x="3774" y="10240"/>
                  </a:cubicBezTo>
                  <a:lnTo>
                    <a:pt x="905" y="10240"/>
                  </a:lnTo>
                  <a:cubicBezTo>
                    <a:pt x="595" y="10240"/>
                    <a:pt x="357" y="9990"/>
                    <a:pt x="357" y="9693"/>
                  </a:cubicBezTo>
                  <a:lnTo>
                    <a:pt x="357" y="3561"/>
                  </a:lnTo>
                  <a:cubicBezTo>
                    <a:pt x="357" y="3251"/>
                    <a:pt x="607" y="3013"/>
                    <a:pt x="905" y="3013"/>
                  </a:cubicBezTo>
                  <a:lnTo>
                    <a:pt x="5739" y="3013"/>
                  </a:lnTo>
                  <a:cubicBezTo>
                    <a:pt x="6060" y="3013"/>
                    <a:pt x="6298" y="3263"/>
                    <a:pt x="6298" y="3561"/>
                  </a:cubicBezTo>
                  <a:lnTo>
                    <a:pt x="6298" y="6359"/>
                  </a:lnTo>
                  <a:lnTo>
                    <a:pt x="6251" y="6407"/>
                  </a:lnTo>
                  <a:cubicBezTo>
                    <a:pt x="6191" y="6466"/>
                    <a:pt x="6132" y="6538"/>
                    <a:pt x="6072" y="6609"/>
                  </a:cubicBezTo>
                  <a:cubicBezTo>
                    <a:pt x="5917" y="6788"/>
                    <a:pt x="5941" y="6752"/>
                    <a:pt x="5787" y="7026"/>
                  </a:cubicBezTo>
                  <a:cubicBezTo>
                    <a:pt x="5715" y="7180"/>
                    <a:pt x="5679" y="7169"/>
                    <a:pt x="5584" y="7538"/>
                  </a:cubicBezTo>
                  <a:cubicBezTo>
                    <a:pt x="5584" y="7550"/>
                    <a:pt x="5477" y="7776"/>
                    <a:pt x="5477" y="8181"/>
                  </a:cubicBezTo>
                  <a:cubicBezTo>
                    <a:pt x="5477" y="8502"/>
                    <a:pt x="5536" y="8835"/>
                    <a:pt x="5667" y="9133"/>
                  </a:cubicBezTo>
                  <a:cubicBezTo>
                    <a:pt x="5703" y="9181"/>
                    <a:pt x="5727" y="9228"/>
                    <a:pt x="5763" y="9288"/>
                  </a:cubicBezTo>
                  <a:cubicBezTo>
                    <a:pt x="5917" y="9621"/>
                    <a:pt x="5906" y="9562"/>
                    <a:pt x="6037" y="9728"/>
                  </a:cubicBezTo>
                  <a:cubicBezTo>
                    <a:pt x="6096" y="9776"/>
                    <a:pt x="6144" y="9859"/>
                    <a:pt x="6203" y="9919"/>
                  </a:cubicBezTo>
                  <a:lnTo>
                    <a:pt x="6239" y="9943"/>
                  </a:lnTo>
                  <a:cubicBezTo>
                    <a:pt x="6144" y="10145"/>
                    <a:pt x="5953" y="10276"/>
                    <a:pt x="5727" y="10276"/>
                  </a:cubicBezTo>
                  <a:lnTo>
                    <a:pt x="4548" y="10276"/>
                  </a:lnTo>
                  <a:cubicBezTo>
                    <a:pt x="4465" y="10276"/>
                    <a:pt x="4370" y="10347"/>
                    <a:pt x="4370" y="10455"/>
                  </a:cubicBezTo>
                  <a:cubicBezTo>
                    <a:pt x="4370" y="10538"/>
                    <a:pt x="4453" y="10633"/>
                    <a:pt x="4548" y="10633"/>
                  </a:cubicBezTo>
                  <a:lnTo>
                    <a:pt x="5727" y="10633"/>
                  </a:lnTo>
                  <a:cubicBezTo>
                    <a:pt x="6060" y="10633"/>
                    <a:pt x="6358" y="10455"/>
                    <a:pt x="6501" y="10169"/>
                  </a:cubicBezTo>
                  <a:cubicBezTo>
                    <a:pt x="6931" y="10472"/>
                    <a:pt x="7425" y="10620"/>
                    <a:pt x="7915" y="10620"/>
                  </a:cubicBezTo>
                  <a:cubicBezTo>
                    <a:pt x="8523" y="10620"/>
                    <a:pt x="9123" y="10391"/>
                    <a:pt x="9585" y="9943"/>
                  </a:cubicBezTo>
                  <a:cubicBezTo>
                    <a:pt x="9606" y="9943"/>
                    <a:pt x="9627" y="9944"/>
                    <a:pt x="9648" y="9944"/>
                  </a:cubicBezTo>
                  <a:cubicBezTo>
                    <a:pt x="10702" y="9944"/>
                    <a:pt x="11549" y="9076"/>
                    <a:pt x="11549" y="8026"/>
                  </a:cubicBezTo>
                  <a:lnTo>
                    <a:pt x="11549" y="4847"/>
                  </a:lnTo>
                  <a:cubicBezTo>
                    <a:pt x="11561" y="3966"/>
                    <a:pt x="10978" y="3192"/>
                    <a:pt x="10144" y="2966"/>
                  </a:cubicBezTo>
                  <a:cubicBezTo>
                    <a:pt x="10132" y="2962"/>
                    <a:pt x="10118" y="2960"/>
                    <a:pt x="10105" y="2960"/>
                  </a:cubicBezTo>
                  <a:cubicBezTo>
                    <a:pt x="10031" y="2960"/>
                    <a:pt x="9952" y="3014"/>
                    <a:pt x="9942" y="3085"/>
                  </a:cubicBezTo>
                  <a:cubicBezTo>
                    <a:pt x="9906" y="3180"/>
                    <a:pt x="9966" y="3275"/>
                    <a:pt x="10061" y="3299"/>
                  </a:cubicBezTo>
                  <a:cubicBezTo>
                    <a:pt x="10740" y="3490"/>
                    <a:pt x="11204" y="4109"/>
                    <a:pt x="11204" y="4811"/>
                  </a:cubicBezTo>
                  <a:lnTo>
                    <a:pt x="11204" y="6228"/>
                  </a:lnTo>
                  <a:lnTo>
                    <a:pt x="9394" y="6228"/>
                  </a:lnTo>
                  <a:cubicBezTo>
                    <a:pt x="9251" y="6121"/>
                    <a:pt x="9275" y="6133"/>
                    <a:pt x="9120" y="6061"/>
                  </a:cubicBezTo>
                  <a:cubicBezTo>
                    <a:pt x="8882" y="5930"/>
                    <a:pt x="8894" y="5942"/>
                    <a:pt x="8704" y="5871"/>
                  </a:cubicBezTo>
                  <a:cubicBezTo>
                    <a:pt x="8465" y="5776"/>
                    <a:pt x="8454" y="5776"/>
                    <a:pt x="8239" y="5752"/>
                  </a:cubicBezTo>
                  <a:cubicBezTo>
                    <a:pt x="8180" y="5728"/>
                    <a:pt x="8120" y="5716"/>
                    <a:pt x="8061" y="5716"/>
                  </a:cubicBezTo>
                  <a:lnTo>
                    <a:pt x="8061" y="4799"/>
                  </a:lnTo>
                  <a:cubicBezTo>
                    <a:pt x="8061" y="4037"/>
                    <a:pt x="8620" y="3382"/>
                    <a:pt x="9358" y="3251"/>
                  </a:cubicBezTo>
                  <a:cubicBezTo>
                    <a:pt x="9454" y="3228"/>
                    <a:pt x="9525" y="3144"/>
                    <a:pt x="9513" y="3037"/>
                  </a:cubicBezTo>
                  <a:cubicBezTo>
                    <a:pt x="9491" y="2960"/>
                    <a:pt x="9418" y="2893"/>
                    <a:pt x="9322" y="2893"/>
                  </a:cubicBezTo>
                  <a:cubicBezTo>
                    <a:pt x="9315" y="2893"/>
                    <a:pt x="9307" y="2893"/>
                    <a:pt x="9299" y="2894"/>
                  </a:cubicBezTo>
                  <a:cubicBezTo>
                    <a:pt x="8382" y="3061"/>
                    <a:pt x="7727" y="3847"/>
                    <a:pt x="7727" y="4787"/>
                  </a:cubicBezTo>
                  <a:lnTo>
                    <a:pt x="7727" y="5716"/>
                  </a:lnTo>
                  <a:cubicBezTo>
                    <a:pt x="7322" y="5752"/>
                    <a:pt x="6965" y="5871"/>
                    <a:pt x="6632" y="6073"/>
                  </a:cubicBezTo>
                  <a:lnTo>
                    <a:pt x="6632" y="3549"/>
                  </a:lnTo>
                  <a:cubicBezTo>
                    <a:pt x="6632" y="3037"/>
                    <a:pt x="6239" y="2632"/>
                    <a:pt x="5727" y="2632"/>
                  </a:cubicBezTo>
                  <a:lnTo>
                    <a:pt x="5203" y="2632"/>
                  </a:lnTo>
                  <a:lnTo>
                    <a:pt x="5203" y="2311"/>
                  </a:lnTo>
                  <a:lnTo>
                    <a:pt x="5763" y="2311"/>
                  </a:lnTo>
                  <a:cubicBezTo>
                    <a:pt x="5846" y="2311"/>
                    <a:pt x="5941" y="2239"/>
                    <a:pt x="5941" y="2132"/>
                  </a:cubicBezTo>
                  <a:lnTo>
                    <a:pt x="5941" y="180"/>
                  </a:lnTo>
                  <a:cubicBezTo>
                    <a:pt x="5941" y="96"/>
                    <a:pt x="5858" y="1"/>
                    <a:pt x="57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5" name="Google Shape;455;p24"/>
          <p:cNvGrpSpPr/>
          <p:nvPr/>
        </p:nvGrpSpPr>
        <p:grpSpPr>
          <a:xfrm>
            <a:off x="4935067" y="1416052"/>
            <a:ext cx="1244039" cy="1244039"/>
            <a:chOff x="4935067" y="1342427"/>
            <a:chExt cx="1244039" cy="1244039"/>
          </a:xfrm>
        </p:grpSpPr>
        <p:sp>
          <p:nvSpPr>
            <p:cNvPr id="456" name="Google Shape;456;p24"/>
            <p:cNvSpPr/>
            <p:nvPr/>
          </p:nvSpPr>
          <p:spPr>
            <a:xfrm>
              <a:off x="4935067" y="1342427"/>
              <a:ext cx="1244039" cy="1244039"/>
            </a:xfrm>
            <a:prstGeom prst="donut">
              <a:avLst>
                <a:gd name="adj" fmla="val 15028"/>
              </a:avLst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24"/>
            <p:cNvSpPr/>
            <p:nvPr/>
          </p:nvSpPr>
          <p:spPr>
            <a:xfrm>
              <a:off x="4978457" y="1385620"/>
              <a:ext cx="1157203" cy="1157571"/>
            </a:xfrm>
            <a:prstGeom prst="blockArc">
              <a:avLst>
                <a:gd name="adj1" fmla="val 7014339"/>
                <a:gd name="adj2" fmla="val 21599774"/>
                <a:gd name="adj3" fmla="val 849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8" name="Google Shape;458;p24"/>
          <p:cNvGrpSpPr/>
          <p:nvPr/>
        </p:nvGrpSpPr>
        <p:grpSpPr>
          <a:xfrm>
            <a:off x="5400562" y="1807131"/>
            <a:ext cx="312796" cy="461731"/>
            <a:chOff x="4942472" y="3809318"/>
            <a:chExt cx="238976" cy="352762"/>
          </a:xfrm>
        </p:grpSpPr>
        <p:sp>
          <p:nvSpPr>
            <p:cNvPr id="459" name="Google Shape;459;p24"/>
            <p:cNvSpPr/>
            <p:nvPr/>
          </p:nvSpPr>
          <p:spPr>
            <a:xfrm>
              <a:off x="4975473" y="3837159"/>
              <a:ext cx="77790" cy="77790"/>
            </a:xfrm>
            <a:custGeom>
              <a:avLst/>
              <a:gdLst/>
              <a:ahLst/>
              <a:cxnLst/>
              <a:rect l="l" t="t" r="r" b="b"/>
              <a:pathLst>
                <a:path w="2442" h="2442" extrusionOk="0">
                  <a:moveTo>
                    <a:pt x="1206" y="334"/>
                  </a:moveTo>
                  <a:cubicBezTo>
                    <a:pt x="1372" y="334"/>
                    <a:pt x="1546" y="383"/>
                    <a:pt x="1715" y="496"/>
                  </a:cubicBezTo>
                  <a:lnTo>
                    <a:pt x="489" y="1722"/>
                  </a:lnTo>
                  <a:cubicBezTo>
                    <a:pt x="54" y="1069"/>
                    <a:pt x="566" y="334"/>
                    <a:pt x="1206" y="334"/>
                  </a:cubicBezTo>
                  <a:close/>
                  <a:moveTo>
                    <a:pt x="1941" y="722"/>
                  </a:moveTo>
                  <a:lnTo>
                    <a:pt x="1941" y="722"/>
                  </a:lnTo>
                  <a:cubicBezTo>
                    <a:pt x="2403" y="1372"/>
                    <a:pt x="1880" y="2119"/>
                    <a:pt x="1235" y="2119"/>
                  </a:cubicBezTo>
                  <a:cubicBezTo>
                    <a:pt x="1065" y="2119"/>
                    <a:pt x="886" y="2067"/>
                    <a:pt x="715" y="1948"/>
                  </a:cubicBezTo>
                  <a:lnTo>
                    <a:pt x="1941" y="722"/>
                  </a:lnTo>
                  <a:close/>
                  <a:moveTo>
                    <a:pt x="1243" y="1"/>
                  </a:moveTo>
                  <a:cubicBezTo>
                    <a:pt x="616" y="1"/>
                    <a:pt x="1" y="477"/>
                    <a:pt x="1" y="1210"/>
                  </a:cubicBezTo>
                  <a:cubicBezTo>
                    <a:pt x="1" y="1555"/>
                    <a:pt x="144" y="1853"/>
                    <a:pt x="358" y="2079"/>
                  </a:cubicBezTo>
                  <a:cubicBezTo>
                    <a:pt x="604" y="2330"/>
                    <a:pt x="909" y="2442"/>
                    <a:pt x="1209" y="2442"/>
                  </a:cubicBezTo>
                  <a:cubicBezTo>
                    <a:pt x="1837" y="2442"/>
                    <a:pt x="2442" y="1951"/>
                    <a:pt x="2442" y="1210"/>
                  </a:cubicBezTo>
                  <a:cubicBezTo>
                    <a:pt x="2442" y="889"/>
                    <a:pt x="2311" y="579"/>
                    <a:pt x="2084" y="353"/>
                  </a:cubicBezTo>
                  <a:cubicBezTo>
                    <a:pt x="1845" y="110"/>
                    <a:pt x="1543" y="1"/>
                    <a:pt x="12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24"/>
            <p:cNvSpPr/>
            <p:nvPr/>
          </p:nvSpPr>
          <p:spPr>
            <a:xfrm>
              <a:off x="5056640" y="3837000"/>
              <a:ext cx="90691" cy="77949"/>
            </a:xfrm>
            <a:custGeom>
              <a:avLst/>
              <a:gdLst/>
              <a:ahLst/>
              <a:cxnLst/>
              <a:rect l="l" t="t" r="r" b="b"/>
              <a:pathLst>
                <a:path w="2847" h="2447" extrusionOk="0">
                  <a:moveTo>
                    <a:pt x="1610" y="339"/>
                  </a:moveTo>
                  <a:cubicBezTo>
                    <a:pt x="1773" y="339"/>
                    <a:pt x="1944" y="388"/>
                    <a:pt x="2108" y="501"/>
                  </a:cubicBezTo>
                  <a:lnTo>
                    <a:pt x="894" y="1727"/>
                  </a:lnTo>
                  <a:cubicBezTo>
                    <a:pt x="459" y="1074"/>
                    <a:pt x="978" y="339"/>
                    <a:pt x="1610" y="339"/>
                  </a:cubicBezTo>
                  <a:close/>
                  <a:moveTo>
                    <a:pt x="2358" y="727"/>
                  </a:moveTo>
                  <a:lnTo>
                    <a:pt x="2358" y="727"/>
                  </a:lnTo>
                  <a:cubicBezTo>
                    <a:pt x="2801" y="1377"/>
                    <a:pt x="2289" y="2124"/>
                    <a:pt x="1649" y="2124"/>
                  </a:cubicBezTo>
                  <a:cubicBezTo>
                    <a:pt x="1481" y="2124"/>
                    <a:pt x="1303" y="2072"/>
                    <a:pt x="1132" y="1953"/>
                  </a:cubicBezTo>
                  <a:lnTo>
                    <a:pt x="2358" y="727"/>
                  </a:lnTo>
                  <a:close/>
                  <a:moveTo>
                    <a:pt x="1620" y="1"/>
                  </a:moveTo>
                  <a:cubicBezTo>
                    <a:pt x="525" y="1"/>
                    <a:pt x="1" y="1358"/>
                    <a:pt x="763" y="2084"/>
                  </a:cubicBezTo>
                  <a:cubicBezTo>
                    <a:pt x="1005" y="2335"/>
                    <a:pt x="1309" y="2447"/>
                    <a:pt x="1609" y="2447"/>
                  </a:cubicBezTo>
                  <a:cubicBezTo>
                    <a:pt x="2236" y="2447"/>
                    <a:pt x="2846" y="1956"/>
                    <a:pt x="2846" y="1215"/>
                  </a:cubicBezTo>
                  <a:cubicBezTo>
                    <a:pt x="2846" y="905"/>
                    <a:pt x="2727" y="596"/>
                    <a:pt x="2489" y="358"/>
                  </a:cubicBezTo>
                  <a:cubicBezTo>
                    <a:pt x="2275" y="143"/>
                    <a:pt x="1965" y="1"/>
                    <a:pt x="16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24"/>
            <p:cNvSpPr/>
            <p:nvPr/>
          </p:nvSpPr>
          <p:spPr>
            <a:xfrm>
              <a:off x="4962572" y="3943969"/>
              <a:ext cx="90691" cy="77662"/>
            </a:xfrm>
            <a:custGeom>
              <a:avLst/>
              <a:gdLst/>
              <a:ahLst/>
              <a:cxnLst/>
              <a:rect l="l" t="t" r="r" b="b"/>
              <a:pathLst>
                <a:path w="2847" h="2438" extrusionOk="0">
                  <a:moveTo>
                    <a:pt x="1604" y="333"/>
                  </a:moveTo>
                  <a:cubicBezTo>
                    <a:pt x="1772" y="333"/>
                    <a:pt x="1949" y="383"/>
                    <a:pt x="2120" y="500"/>
                  </a:cubicBezTo>
                  <a:lnTo>
                    <a:pt x="894" y="1715"/>
                  </a:lnTo>
                  <a:cubicBezTo>
                    <a:pt x="461" y="1065"/>
                    <a:pt x="966" y="333"/>
                    <a:pt x="1604" y="333"/>
                  </a:cubicBezTo>
                  <a:close/>
                  <a:moveTo>
                    <a:pt x="2346" y="726"/>
                  </a:moveTo>
                  <a:lnTo>
                    <a:pt x="2346" y="726"/>
                  </a:lnTo>
                  <a:cubicBezTo>
                    <a:pt x="2808" y="1377"/>
                    <a:pt x="2285" y="2124"/>
                    <a:pt x="1640" y="2124"/>
                  </a:cubicBezTo>
                  <a:cubicBezTo>
                    <a:pt x="1470" y="2124"/>
                    <a:pt x="1291" y="2072"/>
                    <a:pt x="1120" y="1953"/>
                  </a:cubicBezTo>
                  <a:lnTo>
                    <a:pt x="2346" y="726"/>
                  </a:lnTo>
                  <a:close/>
                  <a:moveTo>
                    <a:pt x="1632" y="0"/>
                  </a:moveTo>
                  <a:cubicBezTo>
                    <a:pt x="561" y="0"/>
                    <a:pt x="1" y="1310"/>
                    <a:pt x="763" y="2072"/>
                  </a:cubicBezTo>
                  <a:cubicBezTo>
                    <a:pt x="1016" y="2325"/>
                    <a:pt x="1325" y="2438"/>
                    <a:pt x="1628" y="2438"/>
                  </a:cubicBezTo>
                  <a:cubicBezTo>
                    <a:pt x="2252" y="2438"/>
                    <a:pt x="2847" y="1956"/>
                    <a:pt x="2847" y="1227"/>
                  </a:cubicBezTo>
                  <a:cubicBezTo>
                    <a:pt x="2847" y="881"/>
                    <a:pt x="2716" y="584"/>
                    <a:pt x="2489" y="357"/>
                  </a:cubicBezTo>
                  <a:cubicBezTo>
                    <a:pt x="2287" y="155"/>
                    <a:pt x="1977" y="0"/>
                    <a:pt x="163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24"/>
            <p:cNvSpPr/>
            <p:nvPr/>
          </p:nvSpPr>
          <p:spPr>
            <a:xfrm>
              <a:off x="5056640" y="3943969"/>
              <a:ext cx="90691" cy="77949"/>
            </a:xfrm>
            <a:custGeom>
              <a:avLst/>
              <a:gdLst/>
              <a:ahLst/>
              <a:cxnLst/>
              <a:rect l="l" t="t" r="r" b="b"/>
              <a:pathLst>
                <a:path w="2847" h="2447" extrusionOk="0">
                  <a:moveTo>
                    <a:pt x="1606" y="335"/>
                  </a:moveTo>
                  <a:cubicBezTo>
                    <a:pt x="1769" y="335"/>
                    <a:pt x="1941" y="385"/>
                    <a:pt x="2108" y="500"/>
                  </a:cubicBezTo>
                  <a:lnTo>
                    <a:pt x="894" y="1715"/>
                  </a:lnTo>
                  <a:cubicBezTo>
                    <a:pt x="468" y="1081"/>
                    <a:pt x="974" y="335"/>
                    <a:pt x="1606" y="335"/>
                  </a:cubicBezTo>
                  <a:close/>
                  <a:moveTo>
                    <a:pt x="2358" y="726"/>
                  </a:moveTo>
                  <a:cubicBezTo>
                    <a:pt x="2801" y="1367"/>
                    <a:pt x="2289" y="2127"/>
                    <a:pt x="1649" y="2127"/>
                  </a:cubicBezTo>
                  <a:cubicBezTo>
                    <a:pt x="1481" y="2127"/>
                    <a:pt x="1303" y="2074"/>
                    <a:pt x="1132" y="1953"/>
                  </a:cubicBezTo>
                  <a:lnTo>
                    <a:pt x="2358" y="726"/>
                  </a:lnTo>
                  <a:close/>
                  <a:moveTo>
                    <a:pt x="1620" y="0"/>
                  </a:moveTo>
                  <a:cubicBezTo>
                    <a:pt x="525" y="0"/>
                    <a:pt x="1" y="1357"/>
                    <a:pt x="763" y="2084"/>
                  </a:cubicBezTo>
                  <a:cubicBezTo>
                    <a:pt x="1006" y="2335"/>
                    <a:pt x="1310" y="2447"/>
                    <a:pt x="1610" y="2447"/>
                  </a:cubicBezTo>
                  <a:cubicBezTo>
                    <a:pt x="2237" y="2447"/>
                    <a:pt x="2846" y="1959"/>
                    <a:pt x="2846" y="1227"/>
                  </a:cubicBezTo>
                  <a:cubicBezTo>
                    <a:pt x="2846" y="560"/>
                    <a:pt x="2311" y="0"/>
                    <a:pt x="16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24"/>
            <p:cNvSpPr/>
            <p:nvPr/>
          </p:nvSpPr>
          <p:spPr>
            <a:xfrm>
              <a:off x="4975473" y="4050492"/>
              <a:ext cx="77790" cy="78300"/>
            </a:xfrm>
            <a:custGeom>
              <a:avLst/>
              <a:gdLst/>
              <a:ahLst/>
              <a:cxnLst/>
              <a:rect l="l" t="t" r="r" b="b"/>
              <a:pathLst>
                <a:path w="2442" h="2458" extrusionOk="0">
                  <a:moveTo>
                    <a:pt x="1941" y="740"/>
                  </a:moveTo>
                  <a:lnTo>
                    <a:pt x="1941" y="740"/>
                  </a:lnTo>
                  <a:cubicBezTo>
                    <a:pt x="2401" y="1388"/>
                    <a:pt x="1892" y="2132"/>
                    <a:pt x="1247" y="2132"/>
                  </a:cubicBezTo>
                  <a:cubicBezTo>
                    <a:pt x="1074" y="2132"/>
                    <a:pt x="892" y="2078"/>
                    <a:pt x="715" y="1954"/>
                  </a:cubicBezTo>
                  <a:lnTo>
                    <a:pt x="1941" y="740"/>
                  </a:lnTo>
                  <a:close/>
                  <a:moveTo>
                    <a:pt x="1226" y="1"/>
                  </a:moveTo>
                  <a:cubicBezTo>
                    <a:pt x="1024" y="1"/>
                    <a:pt x="816" y="53"/>
                    <a:pt x="620" y="169"/>
                  </a:cubicBezTo>
                  <a:cubicBezTo>
                    <a:pt x="537" y="216"/>
                    <a:pt x="513" y="323"/>
                    <a:pt x="560" y="395"/>
                  </a:cubicBezTo>
                  <a:cubicBezTo>
                    <a:pt x="585" y="444"/>
                    <a:pt x="643" y="476"/>
                    <a:pt x="700" y="476"/>
                  </a:cubicBezTo>
                  <a:cubicBezTo>
                    <a:pt x="726" y="476"/>
                    <a:pt x="752" y="469"/>
                    <a:pt x="775" y="454"/>
                  </a:cubicBezTo>
                  <a:cubicBezTo>
                    <a:pt x="918" y="383"/>
                    <a:pt x="1072" y="335"/>
                    <a:pt x="1227" y="335"/>
                  </a:cubicBezTo>
                  <a:cubicBezTo>
                    <a:pt x="1406" y="335"/>
                    <a:pt x="1572" y="407"/>
                    <a:pt x="1715" y="502"/>
                  </a:cubicBezTo>
                  <a:lnTo>
                    <a:pt x="489" y="1716"/>
                  </a:lnTo>
                  <a:cubicBezTo>
                    <a:pt x="346" y="1502"/>
                    <a:pt x="287" y="1276"/>
                    <a:pt x="358" y="1026"/>
                  </a:cubicBezTo>
                  <a:cubicBezTo>
                    <a:pt x="370" y="931"/>
                    <a:pt x="334" y="847"/>
                    <a:pt x="239" y="823"/>
                  </a:cubicBezTo>
                  <a:cubicBezTo>
                    <a:pt x="230" y="822"/>
                    <a:pt x="222" y="822"/>
                    <a:pt x="213" y="822"/>
                  </a:cubicBezTo>
                  <a:cubicBezTo>
                    <a:pt x="137" y="822"/>
                    <a:pt x="59" y="868"/>
                    <a:pt x="48" y="942"/>
                  </a:cubicBezTo>
                  <a:cubicBezTo>
                    <a:pt x="36" y="1038"/>
                    <a:pt x="13" y="1145"/>
                    <a:pt x="13" y="1228"/>
                  </a:cubicBezTo>
                  <a:cubicBezTo>
                    <a:pt x="1" y="1573"/>
                    <a:pt x="144" y="1883"/>
                    <a:pt x="358" y="2097"/>
                  </a:cubicBezTo>
                  <a:cubicBezTo>
                    <a:pt x="607" y="2346"/>
                    <a:pt x="911" y="2457"/>
                    <a:pt x="1209" y="2457"/>
                  </a:cubicBezTo>
                  <a:cubicBezTo>
                    <a:pt x="1839" y="2457"/>
                    <a:pt x="2442" y="1963"/>
                    <a:pt x="2442" y="1228"/>
                  </a:cubicBezTo>
                  <a:cubicBezTo>
                    <a:pt x="2442" y="515"/>
                    <a:pt x="1860" y="1"/>
                    <a:pt x="122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24"/>
            <p:cNvSpPr/>
            <p:nvPr/>
          </p:nvSpPr>
          <p:spPr>
            <a:xfrm>
              <a:off x="5056640" y="4051288"/>
              <a:ext cx="90691" cy="77949"/>
            </a:xfrm>
            <a:custGeom>
              <a:avLst/>
              <a:gdLst/>
              <a:ahLst/>
              <a:cxnLst/>
              <a:rect l="l" t="t" r="r" b="b"/>
              <a:pathLst>
                <a:path w="2847" h="2447" extrusionOk="0">
                  <a:moveTo>
                    <a:pt x="1606" y="326"/>
                  </a:moveTo>
                  <a:cubicBezTo>
                    <a:pt x="1771" y="326"/>
                    <a:pt x="1943" y="375"/>
                    <a:pt x="2108" y="489"/>
                  </a:cubicBezTo>
                  <a:lnTo>
                    <a:pt x="894" y="1715"/>
                  </a:lnTo>
                  <a:cubicBezTo>
                    <a:pt x="459" y="1054"/>
                    <a:pt x="976" y="326"/>
                    <a:pt x="1606" y="326"/>
                  </a:cubicBezTo>
                  <a:close/>
                  <a:moveTo>
                    <a:pt x="2358" y="715"/>
                  </a:moveTo>
                  <a:lnTo>
                    <a:pt x="2358" y="715"/>
                  </a:lnTo>
                  <a:cubicBezTo>
                    <a:pt x="2809" y="1363"/>
                    <a:pt x="2297" y="2107"/>
                    <a:pt x="1658" y="2107"/>
                  </a:cubicBezTo>
                  <a:cubicBezTo>
                    <a:pt x="1486" y="2107"/>
                    <a:pt x="1306" y="2053"/>
                    <a:pt x="1132" y="1929"/>
                  </a:cubicBezTo>
                  <a:lnTo>
                    <a:pt x="2358" y="715"/>
                  </a:lnTo>
                  <a:close/>
                  <a:moveTo>
                    <a:pt x="1620" y="1"/>
                  </a:moveTo>
                  <a:cubicBezTo>
                    <a:pt x="536" y="1"/>
                    <a:pt x="1" y="1322"/>
                    <a:pt x="763" y="2084"/>
                  </a:cubicBezTo>
                  <a:cubicBezTo>
                    <a:pt x="1005" y="2335"/>
                    <a:pt x="1309" y="2447"/>
                    <a:pt x="1609" y="2447"/>
                  </a:cubicBezTo>
                  <a:cubicBezTo>
                    <a:pt x="2236" y="2447"/>
                    <a:pt x="2846" y="1956"/>
                    <a:pt x="2846" y="1215"/>
                  </a:cubicBezTo>
                  <a:cubicBezTo>
                    <a:pt x="2846" y="548"/>
                    <a:pt x="2311" y="1"/>
                    <a:pt x="16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24"/>
            <p:cNvSpPr/>
            <p:nvPr/>
          </p:nvSpPr>
          <p:spPr>
            <a:xfrm>
              <a:off x="4942472" y="3809318"/>
              <a:ext cx="238976" cy="352762"/>
            </a:xfrm>
            <a:custGeom>
              <a:avLst/>
              <a:gdLst/>
              <a:ahLst/>
              <a:cxnLst/>
              <a:rect l="l" t="t" r="r" b="b"/>
              <a:pathLst>
                <a:path w="7502" h="11074" extrusionOk="0">
                  <a:moveTo>
                    <a:pt x="775" y="0"/>
                  </a:moveTo>
                  <a:cubicBezTo>
                    <a:pt x="334" y="0"/>
                    <a:pt x="1" y="358"/>
                    <a:pt x="1" y="774"/>
                  </a:cubicBezTo>
                  <a:lnTo>
                    <a:pt x="1" y="10299"/>
                  </a:lnTo>
                  <a:cubicBezTo>
                    <a:pt x="1" y="10728"/>
                    <a:pt x="358" y="11073"/>
                    <a:pt x="775" y="11073"/>
                  </a:cubicBezTo>
                  <a:lnTo>
                    <a:pt x="6728" y="11073"/>
                  </a:lnTo>
                  <a:cubicBezTo>
                    <a:pt x="7157" y="11073"/>
                    <a:pt x="7502" y="10716"/>
                    <a:pt x="7502" y="10299"/>
                  </a:cubicBezTo>
                  <a:lnTo>
                    <a:pt x="7502" y="4799"/>
                  </a:lnTo>
                  <a:cubicBezTo>
                    <a:pt x="7502" y="4703"/>
                    <a:pt x="7419" y="4632"/>
                    <a:pt x="7335" y="4632"/>
                  </a:cubicBezTo>
                  <a:cubicBezTo>
                    <a:pt x="7252" y="4632"/>
                    <a:pt x="7168" y="4703"/>
                    <a:pt x="7168" y="4799"/>
                  </a:cubicBezTo>
                  <a:lnTo>
                    <a:pt x="7168" y="10299"/>
                  </a:lnTo>
                  <a:cubicBezTo>
                    <a:pt x="7168" y="10561"/>
                    <a:pt x="6966" y="10752"/>
                    <a:pt x="6728" y="10752"/>
                  </a:cubicBezTo>
                  <a:lnTo>
                    <a:pt x="775" y="10752"/>
                  </a:lnTo>
                  <a:cubicBezTo>
                    <a:pt x="525" y="10752"/>
                    <a:pt x="322" y="10537"/>
                    <a:pt x="322" y="10299"/>
                  </a:cubicBezTo>
                  <a:lnTo>
                    <a:pt x="322" y="774"/>
                  </a:lnTo>
                  <a:cubicBezTo>
                    <a:pt x="322" y="524"/>
                    <a:pt x="537" y="334"/>
                    <a:pt x="775" y="334"/>
                  </a:cubicBezTo>
                  <a:lnTo>
                    <a:pt x="6728" y="334"/>
                  </a:lnTo>
                  <a:cubicBezTo>
                    <a:pt x="6978" y="334"/>
                    <a:pt x="7168" y="536"/>
                    <a:pt x="7168" y="774"/>
                  </a:cubicBezTo>
                  <a:lnTo>
                    <a:pt x="7168" y="3930"/>
                  </a:lnTo>
                  <a:cubicBezTo>
                    <a:pt x="7168" y="4025"/>
                    <a:pt x="7252" y="4096"/>
                    <a:pt x="7335" y="4096"/>
                  </a:cubicBezTo>
                  <a:cubicBezTo>
                    <a:pt x="7419" y="4096"/>
                    <a:pt x="7502" y="4025"/>
                    <a:pt x="7502" y="3930"/>
                  </a:cubicBezTo>
                  <a:lnTo>
                    <a:pt x="7502" y="774"/>
                  </a:lnTo>
                  <a:cubicBezTo>
                    <a:pt x="7502" y="346"/>
                    <a:pt x="7145" y="0"/>
                    <a:pt x="67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6" name="Google Shape;466;p24"/>
          <p:cNvGrpSpPr/>
          <p:nvPr/>
        </p:nvGrpSpPr>
        <p:grpSpPr>
          <a:xfrm>
            <a:off x="851762" y="3223204"/>
            <a:ext cx="1244039" cy="1244039"/>
            <a:chOff x="851762" y="3073379"/>
            <a:chExt cx="1244039" cy="1244039"/>
          </a:xfrm>
        </p:grpSpPr>
        <p:sp>
          <p:nvSpPr>
            <p:cNvPr id="467" name="Google Shape;467;p24"/>
            <p:cNvSpPr/>
            <p:nvPr/>
          </p:nvSpPr>
          <p:spPr>
            <a:xfrm>
              <a:off x="851762" y="3073379"/>
              <a:ext cx="1244039" cy="1244039"/>
            </a:xfrm>
            <a:prstGeom prst="donut">
              <a:avLst>
                <a:gd name="adj" fmla="val 15028"/>
              </a:avLst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24"/>
            <p:cNvSpPr/>
            <p:nvPr/>
          </p:nvSpPr>
          <p:spPr>
            <a:xfrm>
              <a:off x="895152" y="3116572"/>
              <a:ext cx="1157203" cy="1157571"/>
            </a:xfrm>
            <a:prstGeom prst="blockArc">
              <a:avLst>
                <a:gd name="adj1" fmla="val 5431384"/>
                <a:gd name="adj2" fmla="val 21599774"/>
                <a:gd name="adj3" fmla="val 8499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9" name="Google Shape;469;p24"/>
          <p:cNvGrpSpPr/>
          <p:nvPr/>
        </p:nvGrpSpPr>
        <p:grpSpPr>
          <a:xfrm>
            <a:off x="1243499" y="3619570"/>
            <a:ext cx="460559" cy="451260"/>
            <a:chOff x="6657194" y="2434073"/>
            <a:chExt cx="375507" cy="367925"/>
          </a:xfrm>
        </p:grpSpPr>
        <p:sp>
          <p:nvSpPr>
            <p:cNvPr id="470" name="Google Shape;470;p24"/>
            <p:cNvSpPr/>
            <p:nvPr/>
          </p:nvSpPr>
          <p:spPr>
            <a:xfrm>
              <a:off x="6657194" y="2434073"/>
              <a:ext cx="190780" cy="367925"/>
            </a:xfrm>
            <a:custGeom>
              <a:avLst/>
              <a:gdLst/>
              <a:ahLst/>
              <a:cxnLst/>
              <a:rect l="l" t="t" r="r" b="b"/>
              <a:pathLst>
                <a:path w="5989" h="11550" extrusionOk="0">
                  <a:moveTo>
                    <a:pt x="3024" y="346"/>
                  </a:moveTo>
                  <a:cubicBezTo>
                    <a:pt x="4465" y="346"/>
                    <a:pt x="5644" y="1524"/>
                    <a:pt x="5644" y="2965"/>
                  </a:cubicBezTo>
                  <a:lnTo>
                    <a:pt x="5644" y="5596"/>
                  </a:lnTo>
                  <a:lnTo>
                    <a:pt x="2977" y="5596"/>
                  </a:lnTo>
                  <a:cubicBezTo>
                    <a:pt x="2893" y="5596"/>
                    <a:pt x="2810" y="5668"/>
                    <a:pt x="2810" y="5763"/>
                  </a:cubicBezTo>
                  <a:cubicBezTo>
                    <a:pt x="2810" y="5846"/>
                    <a:pt x="2893" y="5930"/>
                    <a:pt x="2977" y="5930"/>
                  </a:cubicBezTo>
                  <a:lnTo>
                    <a:pt x="5644" y="5930"/>
                  </a:lnTo>
                  <a:lnTo>
                    <a:pt x="5644" y="8561"/>
                  </a:lnTo>
                  <a:cubicBezTo>
                    <a:pt x="5644" y="10002"/>
                    <a:pt x="4465" y="11180"/>
                    <a:pt x="3024" y="11180"/>
                  </a:cubicBezTo>
                  <a:lnTo>
                    <a:pt x="2965" y="11180"/>
                  </a:lnTo>
                  <a:cubicBezTo>
                    <a:pt x="1524" y="11180"/>
                    <a:pt x="345" y="10002"/>
                    <a:pt x="345" y="8561"/>
                  </a:cubicBezTo>
                  <a:lnTo>
                    <a:pt x="345" y="5930"/>
                  </a:lnTo>
                  <a:lnTo>
                    <a:pt x="2119" y="5930"/>
                  </a:lnTo>
                  <a:cubicBezTo>
                    <a:pt x="2203" y="5930"/>
                    <a:pt x="2274" y="5846"/>
                    <a:pt x="2274" y="5763"/>
                  </a:cubicBezTo>
                  <a:cubicBezTo>
                    <a:pt x="2274" y="5668"/>
                    <a:pt x="2203" y="5596"/>
                    <a:pt x="2119" y="5596"/>
                  </a:cubicBezTo>
                  <a:lnTo>
                    <a:pt x="345" y="5596"/>
                  </a:lnTo>
                  <a:lnTo>
                    <a:pt x="345" y="2965"/>
                  </a:lnTo>
                  <a:cubicBezTo>
                    <a:pt x="345" y="1524"/>
                    <a:pt x="1524" y="346"/>
                    <a:pt x="2965" y="346"/>
                  </a:cubicBezTo>
                  <a:close/>
                  <a:moveTo>
                    <a:pt x="2965" y="0"/>
                  </a:moveTo>
                  <a:cubicBezTo>
                    <a:pt x="1322" y="0"/>
                    <a:pt x="0" y="1322"/>
                    <a:pt x="0" y="2965"/>
                  </a:cubicBezTo>
                  <a:lnTo>
                    <a:pt x="0" y="8585"/>
                  </a:lnTo>
                  <a:cubicBezTo>
                    <a:pt x="0" y="10228"/>
                    <a:pt x="1322" y="11550"/>
                    <a:pt x="2965" y="11550"/>
                  </a:cubicBezTo>
                  <a:lnTo>
                    <a:pt x="3024" y="11550"/>
                  </a:lnTo>
                  <a:cubicBezTo>
                    <a:pt x="4655" y="11550"/>
                    <a:pt x="5989" y="10228"/>
                    <a:pt x="5989" y="8585"/>
                  </a:cubicBezTo>
                  <a:lnTo>
                    <a:pt x="5989" y="2953"/>
                  </a:lnTo>
                  <a:cubicBezTo>
                    <a:pt x="5965" y="1322"/>
                    <a:pt x="4644" y="0"/>
                    <a:pt x="30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24"/>
            <p:cNvSpPr/>
            <p:nvPr/>
          </p:nvSpPr>
          <p:spPr>
            <a:xfrm>
              <a:off x="6854409" y="2464399"/>
              <a:ext cx="178292" cy="162365"/>
            </a:xfrm>
            <a:custGeom>
              <a:avLst/>
              <a:gdLst/>
              <a:ahLst/>
              <a:cxnLst/>
              <a:rect l="l" t="t" r="r" b="b"/>
              <a:pathLst>
                <a:path w="5597" h="5097" extrusionOk="0">
                  <a:moveTo>
                    <a:pt x="2807" y="346"/>
                  </a:moveTo>
                  <a:cubicBezTo>
                    <a:pt x="3371" y="346"/>
                    <a:pt x="3933" y="564"/>
                    <a:pt x="4358" y="1001"/>
                  </a:cubicBezTo>
                  <a:cubicBezTo>
                    <a:pt x="5180" y="1835"/>
                    <a:pt x="5227" y="3132"/>
                    <a:pt x="4477" y="3990"/>
                  </a:cubicBezTo>
                  <a:lnTo>
                    <a:pt x="3441" y="2954"/>
                  </a:lnTo>
                  <a:cubicBezTo>
                    <a:pt x="3411" y="2924"/>
                    <a:pt x="3367" y="2909"/>
                    <a:pt x="3322" y="2909"/>
                  </a:cubicBezTo>
                  <a:cubicBezTo>
                    <a:pt x="3278" y="2909"/>
                    <a:pt x="3233" y="2924"/>
                    <a:pt x="3203" y="2954"/>
                  </a:cubicBezTo>
                  <a:cubicBezTo>
                    <a:pt x="3144" y="3013"/>
                    <a:pt x="3144" y="3132"/>
                    <a:pt x="3203" y="3192"/>
                  </a:cubicBezTo>
                  <a:lnTo>
                    <a:pt x="4239" y="4228"/>
                  </a:lnTo>
                  <a:cubicBezTo>
                    <a:pt x="3831" y="4584"/>
                    <a:pt x="3321" y="4763"/>
                    <a:pt x="2810" y="4763"/>
                  </a:cubicBezTo>
                  <a:cubicBezTo>
                    <a:pt x="2246" y="4763"/>
                    <a:pt x="1681" y="4546"/>
                    <a:pt x="1250" y="4109"/>
                  </a:cubicBezTo>
                  <a:cubicBezTo>
                    <a:pt x="417" y="3287"/>
                    <a:pt x="393" y="1977"/>
                    <a:pt x="1131" y="1120"/>
                  </a:cubicBezTo>
                  <a:lnTo>
                    <a:pt x="1131" y="1120"/>
                  </a:lnTo>
                  <a:lnTo>
                    <a:pt x="2679" y="2668"/>
                  </a:lnTo>
                  <a:cubicBezTo>
                    <a:pt x="2709" y="2698"/>
                    <a:pt x="2754" y="2713"/>
                    <a:pt x="2798" y="2713"/>
                  </a:cubicBezTo>
                  <a:cubicBezTo>
                    <a:pt x="2843" y="2713"/>
                    <a:pt x="2888" y="2698"/>
                    <a:pt x="2917" y="2668"/>
                  </a:cubicBezTo>
                  <a:cubicBezTo>
                    <a:pt x="2977" y="2608"/>
                    <a:pt x="2977" y="2489"/>
                    <a:pt x="2917" y="2430"/>
                  </a:cubicBezTo>
                  <a:lnTo>
                    <a:pt x="1370" y="882"/>
                  </a:lnTo>
                  <a:cubicBezTo>
                    <a:pt x="1783" y="525"/>
                    <a:pt x="2296" y="346"/>
                    <a:pt x="2807" y="346"/>
                  </a:cubicBezTo>
                  <a:close/>
                  <a:moveTo>
                    <a:pt x="2803" y="1"/>
                  </a:moveTo>
                  <a:cubicBezTo>
                    <a:pt x="2152" y="1"/>
                    <a:pt x="1501" y="251"/>
                    <a:pt x="1000" y="751"/>
                  </a:cubicBezTo>
                  <a:cubicBezTo>
                    <a:pt x="0" y="1739"/>
                    <a:pt x="0" y="3347"/>
                    <a:pt x="1000" y="4347"/>
                  </a:cubicBezTo>
                  <a:cubicBezTo>
                    <a:pt x="1501" y="4847"/>
                    <a:pt x="2152" y="5097"/>
                    <a:pt x="2803" y="5097"/>
                  </a:cubicBezTo>
                  <a:cubicBezTo>
                    <a:pt x="3453" y="5097"/>
                    <a:pt x="4102" y="4847"/>
                    <a:pt x="4596" y="4347"/>
                  </a:cubicBezTo>
                  <a:cubicBezTo>
                    <a:pt x="5596" y="3347"/>
                    <a:pt x="5596" y="1739"/>
                    <a:pt x="4596" y="751"/>
                  </a:cubicBezTo>
                  <a:cubicBezTo>
                    <a:pt x="4102" y="251"/>
                    <a:pt x="3453" y="1"/>
                    <a:pt x="28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24"/>
            <p:cNvSpPr/>
            <p:nvPr/>
          </p:nvSpPr>
          <p:spPr>
            <a:xfrm>
              <a:off x="6854409" y="2631288"/>
              <a:ext cx="177528" cy="162365"/>
            </a:xfrm>
            <a:custGeom>
              <a:avLst/>
              <a:gdLst/>
              <a:ahLst/>
              <a:cxnLst/>
              <a:rect l="l" t="t" r="r" b="b"/>
              <a:pathLst>
                <a:path w="5573" h="5097" extrusionOk="0">
                  <a:moveTo>
                    <a:pt x="2805" y="338"/>
                  </a:moveTo>
                  <a:cubicBezTo>
                    <a:pt x="3314" y="338"/>
                    <a:pt x="3821" y="515"/>
                    <a:pt x="4227" y="870"/>
                  </a:cubicBezTo>
                  <a:lnTo>
                    <a:pt x="1120" y="3977"/>
                  </a:lnTo>
                  <a:cubicBezTo>
                    <a:pt x="393" y="3108"/>
                    <a:pt x="417" y="1799"/>
                    <a:pt x="1239" y="989"/>
                  </a:cubicBezTo>
                  <a:cubicBezTo>
                    <a:pt x="1671" y="556"/>
                    <a:pt x="2239" y="338"/>
                    <a:pt x="2805" y="338"/>
                  </a:cubicBezTo>
                  <a:close/>
                  <a:moveTo>
                    <a:pt x="2803" y="1"/>
                  </a:moveTo>
                  <a:cubicBezTo>
                    <a:pt x="2152" y="1"/>
                    <a:pt x="1501" y="251"/>
                    <a:pt x="1000" y="751"/>
                  </a:cubicBezTo>
                  <a:cubicBezTo>
                    <a:pt x="0" y="1739"/>
                    <a:pt x="0" y="3346"/>
                    <a:pt x="1000" y="4346"/>
                  </a:cubicBezTo>
                  <a:cubicBezTo>
                    <a:pt x="1501" y="4847"/>
                    <a:pt x="2152" y="5097"/>
                    <a:pt x="2803" y="5097"/>
                  </a:cubicBezTo>
                  <a:cubicBezTo>
                    <a:pt x="3453" y="5097"/>
                    <a:pt x="4102" y="4847"/>
                    <a:pt x="4596" y="4346"/>
                  </a:cubicBezTo>
                  <a:cubicBezTo>
                    <a:pt x="4656" y="4287"/>
                    <a:pt x="4656" y="4168"/>
                    <a:pt x="4596" y="4108"/>
                  </a:cubicBezTo>
                  <a:cubicBezTo>
                    <a:pt x="4566" y="4079"/>
                    <a:pt x="4522" y="4064"/>
                    <a:pt x="4477" y="4064"/>
                  </a:cubicBezTo>
                  <a:cubicBezTo>
                    <a:pt x="4432" y="4064"/>
                    <a:pt x="4388" y="4079"/>
                    <a:pt x="4358" y="4108"/>
                  </a:cubicBezTo>
                  <a:cubicBezTo>
                    <a:pt x="3933" y="4540"/>
                    <a:pt x="3370" y="4754"/>
                    <a:pt x="2806" y="4754"/>
                  </a:cubicBezTo>
                  <a:cubicBezTo>
                    <a:pt x="2295" y="4754"/>
                    <a:pt x="1783" y="4578"/>
                    <a:pt x="1370" y="4227"/>
                  </a:cubicBezTo>
                  <a:lnTo>
                    <a:pt x="2417" y="3180"/>
                  </a:lnTo>
                  <a:lnTo>
                    <a:pt x="4477" y="1120"/>
                  </a:lnTo>
                  <a:cubicBezTo>
                    <a:pt x="5060" y="1799"/>
                    <a:pt x="5180" y="2775"/>
                    <a:pt x="4763" y="3573"/>
                  </a:cubicBezTo>
                  <a:cubicBezTo>
                    <a:pt x="4715" y="3668"/>
                    <a:pt x="4751" y="3751"/>
                    <a:pt x="4834" y="3799"/>
                  </a:cubicBezTo>
                  <a:cubicBezTo>
                    <a:pt x="4863" y="3813"/>
                    <a:pt x="4890" y="3820"/>
                    <a:pt x="4916" y="3820"/>
                  </a:cubicBezTo>
                  <a:cubicBezTo>
                    <a:pt x="4976" y="3820"/>
                    <a:pt x="5027" y="3782"/>
                    <a:pt x="5060" y="3715"/>
                  </a:cubicBezTo>
                  <a:cubicBezTo>
                    <a:pt x="5572" y="2739"/>
                    <a:pt x="5406" y="1537"/>
                    <a:pt x="4596" y="751"/>
                  </a:cubicBezTo>
                  <a:cubicBezTo>
                    <a:pt x="4102" y="251"/>
                    <a:pt x="3453" y="1"/>
                    <a:pt x="28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3" name="Google Shape;473;p24"/>
          <p:cNvGrpSpPr/>
          <p:nvPr/>
        </p:nvGrpSpPr>
        <p:grpSpPr>
          <a:xfrm>
            <a:off x="2324400" y="3350310"/>
            <a:ext cx="1884600" cy="989826"/>
            <a:chOff x="2273150" y="3489923"/>
            <a:chExt cx="1884600" cy="989826"/>
          </a:xfrm>
        </p:grpSpPr>
        <p:sp>
          <p:nvSpPr>
            <p:cNvPr id="474" name="Google Shape;474;p24"/>
            <p:cNvSpPr txBox="1"/>
            <p:nvPr/>
          </p:nvSpPr>
          <p:spPr>
            <a:xfrm>
              <a:off x="2273150" y="3782549"/>
              <a:ext cx="1884600" cy="69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Mercury is the closest planet to the Sun and the smallest one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75" name="Google Shape;475;p24"/>
            <p:cNvSpPr/>
            <p:nvPr/>
          </p:nvSpPr>
          <p:spPr>
            <a:xfrm>
              <a:off x="2273150" y="3489923"/>
              <a:ext cx="1884600" cy="273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Product 3</a:t>
              </a:r>
              <a:endParaRPr sz="17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476" name="Google Shape;476;p24"/>
          <p:cNvGrpSpPr/>
          <p:nvPr/>
        </p:nvGrpSpPr>
        <p:grpSpPr>
          <a:xfrm>
            <a:off x="2324400" y="1543158"/>
            <a:ext cx="1884600" cy="989826"/>
            <a:chOff x="2273150" y="3489925"/>
            <a:chExt cx="1884600" cy="989826"/>
          </a:xfrm>
        </p:grpSpPr>
        <p:sp>
          <p:nvSpPr>
            <p:cNvPr id="477" name="Google Shape;477;p24"/>
            <p:cNvSpPr txBox="1"/>
            <p:nvPr/>
          </p:nvSpPr>
          <p:spPr>
            <a:xfrm>
              <a:off x="2273150" y="3782551"/>
              <a:ext cx="1884600" cy="69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Venus has a beautiful name and is the second planet from the Sun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78" name="Google Shape;478;p24"/>
            <p:cNvSpPr/>
            <p:nvPr/>
          </p:nvSpPr>
          <p:spPr>
            <a:xfrm>
              <a:off x="2273150" y="3489925"/>
              <a:ext cx="1884600" cy="273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Product 1</a:t>
              </a:r>
              <a:endParaRPr sz="17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479" name="Google Shape;479;p24"/>
          <p:cNvGrpSpPr/>
          <p:nvPr/>
        </p:nvGrpSpPr>
        <p:grpSpPr>
          <a:xfrm>
            <a:off x="6407700" y="3350310"/>
            <a:ext cx="1884600" cy="989826"/>
            <a:chOff x="2273150" y="3489923"/>
            <a:chExt cx="1884600" cy="989826"/>
          </a:xfrm>
        </p:grpSpPr>
        <p:sp>
          <p:nvSpPr>
            <p:cNvPr id="480" name="Google Shape;480;p24"/>
            <p:cNvSpPr txBox="1"/>
            <p:nvPr/>
          </p:nvSpPr>
          <p:spPr>
            <a:xfrm>
              <a:off x="2273150" y="3782549"/>
              <a:ext cx="1884600" cy="69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Jupiter is a gas giant and the biggest planet in the Solar System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1" name="Google Shape;481;p24"/>
            <p:cNvSpPr/>
            <p:nvPr/>
          </p:nvSpPr>
          <p:spPr>
            <a:xfrm>
              <a:off x="2273150" y="3489923"/>
              <a:ext cx="1884600" cy="273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Product 4</a:t>
              </a:r>
              <a:endParaRPr sz="17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482" name="Google Shape;482;p24"/>
          <p:cNvGrpSpPr/>
          <p:nvPr/>
        </p:nvGrpSpPr>
        <p:grpSpPr>
          <a:xfrm>
            <a:off x="6407700" y="1543158"/>
            <a:ext cx="1884600" cy="989826"/>
            <a:chOff x="2273150" y="3489925"/>
            <a:chExt cx="1884600" cy="989826"/>
          </a:xfrm>
        </p:grpSpPr>
        <p:sp>
          <p:nvSpPr>
            <p:cNvPr id="483" name="Google Shape;483;p24"/>
            <p:cNvSpPr txBox="1"/>
            <p:nvPr/>
          </p:nvSpPr>
          <p:spPr>
            <a:xfrm>
              <a:off x="2273150" y="3782551"/>
              <a:ext cx="1884600" cy="69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Despite being red, Mars is a cold place full of iron oxide dust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4" name="Google Shape;484;p24"/>
            <p:cNvSpPr/>
            <p:nvPr/>
          </p:nvSpPr>
          <p:spPr>
            <a:xfrm>
              <a:off x="2273150" y="3489925"/>
              <a:ext cx="1884600" cy="273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Product 2</a:t>
              </a:r>
              <a:endParaRPr sz="17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25"/>
          <p:cNvSpPr txBox="1">
            <a:spLocks noGrp="1"/>
          </p:cNvSpPr>
          <p:nvPr>
            <p:ph type="title"/>
          </p:nvPr>
        </p:nvSpPr>
        <p:spPr>
          <a:xfrm>
            <a:off x="483675" y="415425"/>
            <a:ext cx="82032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Data Charts Infographics</a:t>
            </a:r>
            <a:endParaRPr/>
          </a:p>
        </p:txBody>
      </p:sp>
      <p:grpSp>
        <p:nvGrpSpPr>
          <p:cNvPr id="490" name="Google Shape;490;p25"/>
          <p:cNvGrpSpPr/>
          <p:nvPr/>
        </p:nvGrpSpPr>
        <p:grpSpPr>
          <a:xfrm>
            <a:off x="710263" y="2088600"/>
            <a:ext cx="1702500" cy="2532562"/>
            <a:chOff x="1652925" y="1726763"/>
            <a:chExt cx="1702500" cy="2532562"/>
          </a:xfrm>
        </p:grpSpPr>
        <p:grpSp>
          <p:nvGrpSpPr>
            <p:cNvPr id="491" name="Google Shape;491;p25"/>
            <p:cNvGrpSpPr/>
            <p:nvPr/>
          </p:nvGrpSpPr>
          <p:grpSpPr>
            <a:xfrm>
              <a:off x="1711447" y="1726763"/>
              <a:ext cx="1585067" cy="1585067"/>
              <a:chOff x="6868325" y="1240250"/>
              <a:chExt cx="1423500" cy="1423500"/>
            </a:xfrm>
          </p:grpSpPr>
          <p:sp>
            <p:nvSpPr>
              <p:cNvPr id="492" name="Google Shape;492;p25"/>
              <p:cNvSpPr/>
              <p:nvPr/>
            </p:nvSpPr>
            <p:spPr>
              <a:xfrm>
                <a:off x="6868325" y="1240250"/>
                <a:ext cx="1423500" cy="1423500"/>
              </a:xfrm>
              <a:prstGeom prst="donut">
                <a:avLst>
                  <a:gd name="adj" fmla="val 16212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" name="Google Shape;493;p25"/>
              <p:cNvSpPr/>
              <p:nvPr/>
            </p:nvSpPr>
            <p:spPr>
              <a:xfrm>
                <a:off x="6869962" y="1241900"/>
                <a:ext cx="1420200" cy="1420200"/>
              </a:xfrm>
              <a:prstGeom prst="blockArc">
                <a:avLst>
                  <a:gd name="adj1" fmla="val 21538366"/>
                  <a:gd name="adj2" fmla="val 16198046"/>
                  <a:gd name="adj3" fmla="val 16139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94" name="Google Shape;494;p25"/>
            <p:cNvSpPr txBox="1"/>
            <p:nvPr/>
          </p:nvSpPr>
          <p:spPr>
            <a:xfrm>
              <a:off x="1652925" y="3446950"/>
              <a:ext cx="1702500" cy="3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Saturn</a:t>
              </a:r>
              <a:endParaRPr sz="17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495" name="Google Shape;495;p25"/>
            <p:cNvSpPr txBox="1"/>
            <p:nvPr/>
          </p:nvSpPr>
          <p:spPr>
            <a:xfrm>
              <a:off x="1652925" y="3778125"/>
              <a:ext cx="1702500" cy="48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It’s composed of hydrogen and helium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96" name="Google Shape;496;p25"/>
            <p:cNvSpPr txBox="1"/>
            <p:nvPr/>
          </p:nvSpPr>
          <p:spPr>
            <a:xfrm>
              <a:off x="2096738" y="2343050"/>
              <a:ext cx="814500" cy="3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75</a:t>
              </a:r>
              <a:r>
                <a:rPr lang="en" sz="2000">
                  <a:solidFill>
                    <a:schemeClr val="accen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%</a:t>
              </a:r>
              <a:endParaRPr sz="200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497" name="Google Shape;497;p25"/>
          <p:cNvGrpSpPr/>
          <p:nvPr/>
        </p:nvGrpSpPr>
        <p:grpSpPr>
          <a:xfrm>
            <a:off x="2717267" y="2088600"/>
            <a:ext cx="1702500" cy="2532562"/>
            <a:chOff x="3940675" y="1726763"/>
            <a:chExt cx="1702500" cy="2532562"/>
          </a:xfrm>
        </p:grpSpPr>
        <p:grpSp>
          <p:nvGrpSpPr>
            <p:cNvPr id="498" name="Google Shape;498;p25"/>
            <p:cNvGrpSpPr/>
            <p:nvPr/>
          </p:nvGrpSpPr>
          <p:grpSpPr>
            <a:xfrm>
              <a:off x="3999197" y="1726763"/>
              <a:ext cx="1585067" cy="1585067"/>
              <a:chOff x="6868325" y="1240250"/>
              <a:chExt cx="1423500" cy="1423500"/>
            </a:xfrm>
          </p:grpSpPr>
          <p:sp>
            <p:nvSpPr>
              <p:cNvPr id="499" name="Google Shape;499;p25"/>
              <p:cNvSpPr/>
              <p:nvPr/>
            </p:nvSpPr>
            <p:spPr>
              <a:xfrm>
                <a:off x="6868325" y="1240250"/>
                <a:ext cx="1423500" cy="1423500"/>
              </a:xfrm>
              <a:prstGeom prst="donut">
                <a:avLst>
                  <a:gd name="adj" fmla="val 16212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Google Shape;500;p25"/>
              <p:cNvSpPr/>
              <p:nvPr/>
            </p:nvSpPr>
            <p:spPr>
              <a:xfrm>
                <a:off x="6869962" y="1241900"/>
                <a:ext cx="1420200" cy="1420200"/>
              </a:xfrm>
              <a:prstGeom prst="blockArc">
                <a:avLst>
                  <a:gd name="adj1" fmla="val 5415375"/>
                  <a:gd name="adj2" fmla="val 16198046"/>
                  <a:gd name="adj3" fmla="val 16139"/>
                </a:avLst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01" name="Google Shape;501;p25"/>
            <p:cNvSpPr txBox="1"/>
            <p:nvPr/>
          </p:nvSpPr>
          <p:spPr>
            <a:xfrm>
              <a:off x="3940675" y="3446950"/>
              <a:ext cx="1702500" cy="3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Mercury</a:t>
              </a:r>
              <a:endParaRPr sz="170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502" name="Google Shape;502;p25"/>
            <p:cNvSpPr txBox="1"/>
            <p:nvPr/>
          </p:nvSpPr>
          <p:spPr>
            <a:xfrm>
              <a:off x="3940675" y="3778125"/>
              <a:ext cx="1702500" cy="48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Mercury is the closest planet to the Sun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03" name="Google Shape;503;p25"/>
            <p:cNvSpPr txBox="1"/>
            <p:nvPr/>
          </p:nvSpPr>
          <p:spPr>
            <a:xfrm>
              <a:off x="4384488" y="2343050"/>
              <a:ext cx="814500" cy="3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50</a:t>
              </a:r>
              <a:r>
                <a:rPr lang="en" sz="2000">
                  <a:solidFill>
                    <a:schemeClr val="accent2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%</a:t>
              </a:r>
              <a:endParaRPr sz="20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504" name="Google Shape;504;p25"/>
          <p:cNvGrpSpPr/>
          <p:nvPr/>
        </p:nvGrpSpPr>
        <p:grpSpPr>
          <a:xfrm>
            <a:off x="4724271" y="2088600"/>
            <a:ext cx="1702500" cy="2532562"/>
            <a:chOff x="6287325" y="1726763"/>
            <a:chExt cx="1702500" cy="2532562"/>
          </a:xfrm>
        </p:grpSpPr>
        <p:grpSp>
          <p:nvGrpSpPr>
            <p:cNvPr id="505" name="Google Shape;505;p25"/>
            <p:cNvGrpSpPr/>
            <p:nvPr/>
          </p:nvGrpSpPr>
          <p:grpSpPr>
            <a:xfrm>
              <a:off x="6345847" y="1726763"/>
              <a:ext cx="1585067" cy="1585067"/>
              <a:chOff x="6868325" y="1240250"/>
              <a:chExt cx="1423500" cy="1423500"/>
            </a:xfrm>
          </p:grpSpPr>
          <p:sp>
            <p:nvSpPr>
              <p:cNvPr id="506" name="Google Shape;506;p25"/>
              <p:cNvSpPr/>
              <p:nvPr/>
            </p:nvSpPr>
            <p:spPr>
              <a:xfrm>
                <a:off x="6868325" y="1240250"/>
                <a:ext cx="1423500" cy="1423500"/>
              </a:xfrm>
              <a:prstGeom prst="donut">
                <a:avLst>
                  <a:gd name="adj" fmla="val 16212"/>
                </a:avLst>
              </a:prstGeom>
              <a:noFill/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Google Shape;507;p25"/>
              <p:cNvSpPr/>
              <p:nvPr/>
            </p:nvSpPr>
            <p:spPr>
              <a:xfrm>
                <a:off x="6869962" y="1241900"/>
                <a:ext cx="1420200" cy="1420200"/>
              </a:xfrm>
              <a:prstGeom prst="blockArc">
                <a:avLst>
                  <a:gd name="adj1" fmla="val 9289951"/>
                  <a:gd name="adj2" fmla="val 16198046"/>
                  <a:gd name="adj3" fmla="val 16139"/>
                </a:avLst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08" name="Google Shape;508;p25"/>
            <p:cNvSpPr txBox="1"/>
            <p:nvPr/>
          </p:nvSpPr>
          <p:spPr>
            <a:xfrm>
              <a:off x="6287325" y="3446950"/>
              <a:ext cx="1702500" cy="3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Mars</a:t>
              </a:r>
              <a:endParaRPr sz="170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509" name="Google Shape;509;p25"/>
            <p:cNvSpPr txBox="1"/>
            <p:nvPr/>
          </p:nvSpPr>
          <p:spPr>
            <a:xfrm>
              <a:off x="6287325" y="3778125"/>
              <a:ext cx="1702500" cy="48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Despite being red, Mars is a cold place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0" name="Google Shape;510;p25"/>
            <p:cNvSpPr txBox="1"/>
            <p:nvPr/>
          </p:nvSpPr>
          <p:spPr>
            <a:xfrm>
              <a:off x="6731138" y="2343050"/>
              <a:ext cx="814500" cy="3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30</a:t>
              </a:r>
              <a:r>
                <a:rPr lang="en" sz="2000">
                  <a:solidFill>
                    <a:schemeClr val="accent3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%</a:t>
              </a:r>
              <a:endParaRPr sz="200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511" name="Google Shape;511;p25"/>
          <p:cNvGrpSpPr/>
          <p:nvPr/>
        </p:nvGrpSpPr>
        <p:grpSpPr>
          <a:xfrm>
            <a:off x="6731275" y="2088600"/>
            <a:ext cx="1702500" cy="2532562"/>
            <a:chOff x="6287325" y="1726763"/>
            <a:chExt cx="1702500" cy="2532562"/>
          </a:xfrm>
        </p:grpSpPr>
        <p:grpSp>
          <p:nvGrpSpPr>
            <p:cNvPr id="512" name="Google Shape;512;p25"/>
            <p:cNvGrpSpPr/>
            <p:nvPr/>
          </p:nvGrpSpPr>
          <p:grpSpPr>
            <a:xfrm>
              <a:off x="6345847" y="1726763"/>
              <a:ext cx="1585067" cy="1585067"/>
              <a:chOff x="6868325" y="1240250"/>
              <a:chExt cx="1423500" cy="1423500"/>
            </a:xfrm>
          </p:grpSpPr>
          <p:sp>
            <p:nvSpPr>
              <p:cNvPr id="513" name="Google Shape;513;p25"/>
              <p:cNvSpPr/>
              <p:nvPr/>
            </p:nvSpPr>
            <p:spPr>
              <a:xfrm>
                <a:off x="6868325" y="1240250"/>
                <a:ext cx="1423500" cy="1423500"/>
              </a:xfrm>
              <a:prstGeom prst="donut">
                <a:avLst>
                  <a:gd name="adj" fmla="val 16212"/>
                </a:avLst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Google Shape;514;p25"/>
              <p:cNvSpPr/>
              <p:nvPr/>
            </p:nvSpPr>
            <p:spPr>
              <a:xfrm>
                <a:off x="6869962" y="1241900"/>
                <a:ext cx="1420200" cy="1420200"/>
              </a:xfrm>
              <a:prstGeom prst="blockArc">
                <a:avLst>
                  <a:gd name="adj1" fmla="val 18563123"/>
                  <a:gd name="adj2" fmla="val 16198046"/>
                  <a:gd name="adj3" fmla="val 16139"/>
                </a:avLst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15" name="Google Shape;515;p25"/>
            <p:cNvSpPr txBox="1"/>
            <p:nvPr/>
          </p:nvSpPr>
          <p:spPr>
            <a:xfrm>
              <a:off x="6287325" y="3446950"/>
              <a:ext cx="1702500" cy="3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5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Jupiter</a:t>
              </a:r>
              <a:endParaRPr sz="1700">
                <a:solidFill>
                  <a:schemeClr val="accent5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516" name="Google Shape;516;p25"/>
            <p:cNvSpPr txBox="1"/>
            <p:nvPr/>
          </p:nvSpPr>
          <p:spPr>
            <a:xfrm>
              <a:off x="6287325" y="3778125"/>
              <a:ext cx="1702500" cy="48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Jupiter is a gas giant and the biggest planet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7" name="Google Shape;517;p25"/>
            <p:cNvSpPr txBox="1"/>
            <p:nvPr/>
          </p:nvSpPr>
          <p:spPr>
            <a:xfrm>
              <a:off x="6731138" y="2343050"/>
              <a:ext cx="814500" cy="3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chemeClr val="accent5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80</a:t>
              </a:r>
              <a:r>
                <a:rPr lang="en" sz="2000">
                  <a:solidFill>
                    <a:schemeClr val="accent5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%</a:t>
              </a:r>
              <a:endParaRPr sz="2000">
                <a:solidFill>
                  <a:schemeClr val="accent5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sp>
        <p:nvSpPr>
          <p:cNvPr id="518" name="Google Shape;518;p25"/>
          <p:cNvSpPr/>
          <p:nvPr/>
        </p:nvSpPr>
        <p:spPr>
          <a:xfrm>
            <a:off x="1375649" y="1490736"/>
            <a:ext cx="371760" cy="370160"/>
          </a:xfrm>
          <a:custGeom>
            <a:avLst/>
            <a:gdLst/>
            <a:ahLst/>
            <a:cxnLst/>
            <a:rect l="l" t="t" r="r" b="b"/>
            <a:pathLst>
              <a:path w="11348" h="11300" extrusionOk="0">
                <a:moveTo>
                  <a:pt x="7752" y="846"/>
                </a:moveTo>
                <a:cubicBezTo>
                  <a:pt x="7978" y="846"/>
                  <a:pt x="8133" y="1025"/>
                  <a:pt x="8133" y="1239"/>
                </a:cubicBezTo>
                <a:lnTo>
                  <a:pt x="8133" y="4001"/>
                </a:lnTo>
                <a:lnTo>
                  <a:pt x="4252" y="4001"/>
                </a:lnTo>
                <a:cubicBezTo>
                  <a:pt x="3763" y="4001"/>
                  <a:pt x="3359" y="4406"/>
                  <a:pt x="3359" y="4894"/>
                </a:cubicBezTo>
                <a:lnTo>
                  <a:pt x="3359" y="4990"/>
                </a:lnTo>
                <a:lnTo>
                  <a:pt x="1168" y="4990"/>
                </a:lnTo>
                <a:lnTo>
                  <a:pt x="1168" y="5001"/>
                </a:lnTo>
                <a:cubicBezTo>
                  <a:pt x="942" y="5001"/>
                  <a:pt x="787" y="4823"/>
                  <a:pt x="787" y="4609"/>
                </a:cubicBezTo>
                <a:lnTo>
                  <a:pt x="787" y="1239"/>
                </a:lnTo>
                <a:cubicBezTo>
                  <a:pt x="787" y="1013"/>
                  <a:pt x="965" y="846"/>
                  <a:pt x="1168" y="846"/>
                </a:cubicBezTo>
                <a:close/>
                <a:moveTo>
                  <a:pt x="3370" y="6621"/>
                </a:moveTo>
                <a:lnTo>
                  <a:pt x="3370" y="6978"/>
                </a:lnTo>
                <a:lnTo>
                  <a:pt x="3180" y="6978"/>
                </a:lnTo>
                <a:lnTo>
                  <a:pt x="3370" y="6621"/>
                </a:lnTo>
                <a:close/>
                <a:moveTo>
                  <a:pt x="3382" y="7335"/>
                </a:moveTo>
                <a:lnTo>
                  <a:pt x="3382" y="7490"/>
                </a:lnTo>
                <a:lnTo>
                  <a:pt x="2644" y="7490"/>
                </a:lnTo>
                <a:cubicBezTo>
                  <a:pt x="2597" y="7490"/>
                  <a:pt x="2573" y="7454"/>
                  <a:pt x="2573" y="7407"/>
                </a:cubicBezTo>
                <a:cubicBezTo>
                  <a:pt x="2573" y="7383"/>
                  <a:pt x="2585" y="7371"/>
                  <a:pt x="2597" y="7347"/>
                </a:cubicBezTo>
                <a:cubicBezTo>
                  <a:pt x="2620" y="7335"/>
                  <a:pt x="2632" y="7335"/>
                  <a:pt x="2656" y="7335"/>
                </a:cubicBezTo>
                <a:close/>
                <a:moveTo>
                  <a:pt x="8966" y="8276"/>
                </a:moveTo>
                <a:cubicBezTo>
                  <a:pt x="9062" y="8276"/>
                  <a:pt x="9133" y="8347"/>
                  <a:pt x="9133" y="8442"/>
                </a:cubicBezTo>
                <a:lnTo>
                  <a:pt x="9133" y="8573"/>
                </a:lnTo>
                <a:cubicBezTo>
                  <a:pt x="9109" y="8573"/>
                  <a:pt x="9074" y="8561"/>
                  <a:pt x="9038" y="8561"/>
                </a:cubicBezTo>
                <a:lnTo>
                  <a:pt x="7454" y="8561"/>
                </a:lnTo>
                <a:cubicBezTo>
                  <a:pt x="7419" y="8561"/>
                  <a:pt x="7395" y="8561"/>
                  <a:pt x="7359" y="8573"/>
                </a:cubicBezTo>
                <a:lnTo>
                  <a:pt x="7359" y="8442"/>
                </a:lnTo>
                <a:cubicBezTo>
                  <a:pt x="7359" y="8347"/>
                  <a:pt x="7430" y="8276"/>
                  <a:pt x="7526" y="8276"/>
                </a:cubicBezTo>
                <a:close/>
                <a:moveTo>
                  <a:pt x="9883" y="4347"/>
                </a:moveTo>
                <a:cubicBezTo>
                  <a:pt x="10193" y="4347"/>
                  <a:pt x="10443" y="4597"/>
                  <a:pt x="10443" y="4906"/>
                </a:cubicBezTo>
                <a:lnTo>
                  <a:pt x="10443" y="9276"/>
                </a:lnTo>
                <a:lnTo>
                  <a:pt x="9478" y="9276"/>
                </a:lnTo>
                <a:lnTo>
                  <a:pt x="9478" y="9109"/>
                </a:lnTo>
                <a:lnTo>
                  <a:pt x="9764" y="9109"/>
                </a:lnTo>
                <a:cubicBezTo>
                  <a:pt x="10038" y="9109"/>
                  <a:pt x="10264" y="8883"/>
                  <a:pt x="10264" y="8597"/>
                </a:cubicBezTo>
                <a:lnTo>
                  <a:pt x="10264" y="5942"/>
                </a:lnTo>
                <a:cubicBezTo>
                  <a:pt x="10264" y="5847"/>
                  <a:pt x="10193" y="5775"/>
                  <a:pt x="10097" y="5775"/>
                </a:cubicBezTo>
                <a:cubicBezTo>
                  <a:pt x="10014" y="5775"/>
                  <a:pt x="9931" y="5847"/>
                  <a:pt x="9931" y="5942"/>
                </a:cubicBezTo>
                <a:lnTo>
                  <a:pt x="9931" y="8585"/>
                </a:lnTo>
                <a:cubicBezTo>
                  <a:pt x="9931" y="8680"/>
                  <a:pt x="9859" y="8752"/>
                  <a:pt x="9764" y="8752"/>
                </a:cubicBezTo>
                <a:lnTo>
                  <a:pt x="9478" y="8752"/>
                </a:lnTo>
                <a:lnTo>
                  <a:pt x="9478" y="8419"/>
                </a:lnTo>
                <a:cubicBezTo>
                  <a:pt x="9478" y="8157"/>
                  <a:pt x="9252" y="7918"/>
                  <a:pt x="8966" y="7918"/>
                </a:cubicBezTo>
                <a:lnTo>
                  <a:pt x="7526" y="7918"/>
                </a:lnTo>
                <a:cubicBezTo>
                  <a:pt x="7264" y="7918"/>
                  <a:pt x="7026" y="8145"/>
                  <a:pt x="7026" y="8419"/>
                </a:cubicBezTo>
                <a:lnTo>
                  <a:pt x="7026" y="8752"/>
                </a:lnTo>
                <a:lnTo>
                  <a:pt x="4382" y="8752"/>
                </a:lnTo>
                <a:cubicBezTo>
                  <a:pt x="4299" y="8752"/>
                  <a:pt x="4204" y="8680"/>
                  <a:pt x="4204" y="8585"/>
                </a:cubicBezTo>
                <a:lnTo>
                  <a:pt x="4204" y="5121"/>
                </a:lnTo>
                <a:cubicBezTo>
                  <a:pt x="4204" y="5025"/>
                  <a:pt x="4287" y="4942"/>
                  <a:pt x="4382" y="4942"/>
                </a:cubicBezTo>
                <a:lnTo>
                  <a:pt x="9740" y="4942"/>
                </a:lnTo>
                <a:cubicBezTo>
                  <a:pt x="9836" y="4942"/>
                  <a:pt x="9919" y="5013"/>
                  <a:pt x="9919" y="5121"/>
                </a:cubicBezTo>
                <a:lnTo>
                  <a:pt x="9919" y="5251"/>
                </a:lnTo>
                <a:cubicBezTo>
                  <a:pt x="9919" y="5347"/>
                  <a:pt x="10002" y="5418"/>
                  <a:pt x="10086" y="5418"/>
                </a:cubicBezTo>
                <a:cubicBezTo>
                  <a:pt x="10181" y="5418"/>
                  <a:pt x="10252" y="5347"/>
                  <a:pt x="10252" y="5251"/>
                </a:cubicBezTo>
                <a:lnTo>
                  <a:pt x="10252" y="5121"/>
                </a:lnTo>
                <a:cubicBezTo>
                  <a:pt x="10252" y="4835"/>
                  <a:pt x="10026" y="4609"/>
                  <a:pt x="9740" y="4609"/>
                </a:cubicBezTo>
                <a:lnTo>
                  <a:pt x="4382" y="4609"/>
                </a:lnTo>
                <a:cubicBezTo>
                  <a:pt x="4109" y="4609"/>
                  <a:pt x="3882" y="4835"/>
                  <a:pt x="3882" y="5121"/>
                </a:cubicBezTo>
                <a:lnTo>
                  <a:pt x="3882" y="8585"/>
                </a:lnTo>
                <a:cubicBezTo>
                  <a:pt x="3882" y="8871"/>
                  <a:pt x="4109" y="9097"/>
                  <a:pt x="4382" y="9097"/>
                </a:cubicBezTo>
                <a:lnTo>
                  <a:pt x="7026" y="9097"/>
                </a:lnTo>
                <a:lnTo>
                  <a:pt x="7026" y="9252"/>
                </a:lnTo>
                <a:lnTo>
                  <a:pt x="3716" y="9252"/>
                </a:lnTo>
                <a:lnTo>
                  <a:pt x="3716" y="4906"/>
                </a:lnTo>
                <a:cubicBezTo>
                  <a:pt x="3716" y="4597"/>
                  <a:pt x="3966" y="4347"/>
                  <a:pt x="4287" y="4347"/>
                </a:cubicBezTo>
                <a:close/>
                <a:moveTo>
                  <a:pt x="7038" y="9597"/>
                </a:moveTo>
                <a:lnTo>
                  <a:pt x="7038" y="10002"/>
                </a:lnTo>
                <a:lnTo>
                  <a:pt x="3549" y="10002"/>
                </a:lnTo>
                <a:cubicBezTo>
                  <a:pt x="3539" y="10003"/>
                  <a:pt x="3529" y="10004"/>
                  <a:pt x="3520" y="10004"/>
                </a:cubicBezTo>
                <a:cubicBezTo>
                  <a:pt x="3434" y="10004"/>
                  <a:pt x="3351" y="9959"/>
                  <a:pt x="3287" y="9895"/>
                </a:cubicBezTo>
                <a:cubicBezTo>
                  <a:pt x="3216" y="9823"/>
                  <a:pt x="3168" y="9716"/>
                  <a:pt x="3168" y="9609"/>
                </a:cubicBezTo>
                <a:cubicBezTo>
                  <a:pt x="3168" y="9597"/>
                  <a:pt x="3168" y="9597"/>
                  <a:pt x="3180" y="9597"/>
                </a:cubicBezTo>
                <a:close/>
                <a:moveTo>
                  <a:pt x="10990" y="9609"/>
                </a:moveTo>
                <a:lnTo>
                  <a:pt x="10990" y="9633"/>
                </a:lnTo>
                <a:cubicBezTo>
                  <a:pt x="10979" y="9835"/>
                  <a:pt x="10812" y="10014"/>
                  <a:pt x="10598" y="10014"/>
                </a:cubicBezTo>
                <a:lnTo>
                  <a:pt x="9478" y="10014"/>
                </a:lnTo>
                <a:lnTo>
                  <a:pt x="9478" y="9609"/>
                </a:lnTo>
                <a:close/>
                <a:moveTo>
                  <a:pt x="9050" y="8883"/>
                </a:moveTo>
                <a:cubicBezTo>
                  <a:pt x="9085" y="8883"/>
                  <a:pt x="9133" y="8931"/>
                  <a:pt x="9133" y="8978"/>
                </a:cubicBezTo>
                <a:lnTo>
                  <a:pt x="9133" y="10240"/>
                </a:lnTo>
                <a:cubicBezTo>
                  <a:pt x="9133" y="10288"/>
                  <a:pt x="9085" y="10324"/>
                  <a:pt x="9050" y="10324"/>
                </a:cubicBezTo>
                <a:lnTo>
                  <a:pt x="7454" y="10324"/>
                </a:lnTo>
                <a:cubicBezTo>
                  <a:pt x="7407" y="10324"/>
                  <a:pt x="7359" y="10288"/>
                  <a:pt x="7359" y="10240"/>
                </a:cubicBezTo>
                <a:lnTo>
                  <a:pt x="7359" y="10181"/>
                </a:lnTo>
                <a:lnTo>
                  <a:pt x="7359" y="8978"/>
                </a:lnTo>
                <a:cubicBezTo>
                  <a:pt x="7359" y="8931"/>
                  <a:pt x="7407" y="8883"/>
                  <a:pt x="7454" y="8883"/>
                </a:cubicBezTo>
                <a:close/>
                <a:moveTo>
                  <a:pt x="9133" y="10645"/>
                </a:moveTo>
                <a:lnTo>
                  <a:pt x="9133" y="10776"/>
                </a:lnTo>
                <a:cubicBezTo>
                  <a:pt x="9133" y="10859"/>
                  <a:pt x="9062" y="10943"/>
                  <a:pt x="8966" y="10943"/>
                </a:cubicBezTo>
                <a:lnTo>
                  <a:pt x="7526" y="10943"/>
                </a:lnTo>
                <a:cubicBezTo>
                  <a:pt x="7442" y="10943"/>
                  <a:pt x="7359" y="10859"/>
                  <a:pt x="7359" y="10776"/>
                </a:cubicBezTo>
                <a:lnTo>
                  <a:pt x="7359" y="10645"/>
                </a:lnTo>
                <a:cubicBezTo>
                  <a:pt x="7395" y="10645"/>
                  <a:pt x="7419" y="10657"/>
                  <a:pt x="7454" y="10657"/>
                </a:cubicBezTo>
                <a:lnTo>
                  <a:pt x="9050" y="10657"/>
                </a:lnTo>
                <a:cubicBezTo>
                  <a:pt x="9074" y="10657"/>
                  <a:pt x="9109" y="10657"/>
                  <a:pt x="9133" y="10645"/>
                </a:cubicBezTo>
                <a:close/>
                <a:moveTo>
                  <a:pt x="858" y="1"/>
                </a:moveTo>
                <a:cubicBezTo>
                  <a:pt x="382" y="1"/>
                  <a:pt x="1" y="382"/>
                  <a:pt x="1" y="858"/>
                </a:cubicBezTo>
                <a:lnTo>
                  <a:pt x="1" y="5561"/>
                </a:lnTo>
                <a:cubicBezTo>
                  <a:pt x="1" y="6037"/>
                  <a:pt x="382" y="6430"/>
                  <a:pt x="858" y="6430"/>
                </a:cubicBezTo>
                <a:lnTo>
                  <a:pt x="1334" y="6430"/>
                </a:lnTo>
                <a:cubicBezTo>
                  <a:pt x="1430" y="6430"/>
                  <a:pt x="1501" y="6359"/>
                  <a:pt x="1501" y="6264"/>
                </a:cubicBezTo>
                <a:cubicBezTo>
                  <a:pt x="1501" y="6180"/>
                  <a:pt x="1430" y="6097"/>
                  <a:pt x="1334" y="6097"/>
                </a:cubicBezTo>
                <a:lnTo>
                  <a:pt x="858" y="6097"/>
                </a:lnTo>
                <a:cubicBezTo>
                  <a:pt x="572" y="6097"/>
                  <a:pt x="334" y="5859"/>
                  <a:pt x="334" y="5585"/>
                </a:cubicBezTo>
                <a:lnTo>
                  <a:pt x="334" y="882"/>
                </a:lnTo>
                <a:cubicBezTo>
                  <a:pt x="334" y="596"/>
                  <a:pt x="572" y="358"/>
                  <a:pt x="858" y="358"/>
                </a:cubicBezTo>
                <a:lnTo>
                  <a:pt x="8062" y="358"/>
                </a:lnTo>
                <a:cubicBezTo>
                  <a:pt x="8347" y="358"/>
                  <a:pt x="8585" y="596"/>
                  <a:pt x="8585" y="882"/>
                </a:cubicBezTo>
                <a:lnTo>
                  <a:pt x="8585" y="4001"/>
                </a:lnTo>
                <a:lnTo>
                  <a:pt x="8478" y="4001"/>
                </a:lnTo>
                <a:lnTo>
                  <a:pt x="8478" y="1215"/>
                </a:lnTo>
                <a:cubicBezTo>
                  <a:pt x="8478" y="822"/>
                  <a:pt x="8157" y="489"/>
                  <a:pt x="7752" y="489"/>
                </a:cubicBezTo>
                <a:lnTo>
                  <a:pt x="1168" y="489"/>
                </a:lnTo>
                <a:cubicBezTo>
                  <a:pt x="775" y="489"/>
                  <a:pt x="442" y="822"/>
                  <a:pt x="442" y="1215"/>
                </a:cubicBezTo>
                <a:lnTo>
                  <a:pt x="442" y="4597"/>
                </a:lnTo>
                <a:cubicBezTo>
                  <a:pt x="442" y="5001"/>
                  <a:pt x="775" y="5323"/>
                  <a:pt x="1168" y="5323"/>
                </a:cubicBezTo>
                <a:lnTo>
                  <a:pt x="3370" y="5323"/>
                </a:lnTo>
                <a:lnTo>
                  <a:pt x="3370" y="6085"/>
                </a:lnTo>
                <a:lnTo>
                  <a:pt x="2001" y="6085"/>
                </a:lnTo>
                <a:cubicBezTo>
                  <a:pt x="1918" y="6085"/>
                  <a:pt x="1846" y="6156"/>
                  <a:pt x="1846" y="6252"/>
                </a:cubicBezTo>
                <a:cubicBezTo>
                  <a:pt x="1846" y="6335"/>
                  <a:pt x="1918" y="6418"/>
                  <a:pt x="2001" y="6418"/>
                </a:cubicBezTo>
                <a:lnTo>
                  <a:pt x="3109" y="6418"/>
                </a:lnTo>
                <a:lnTo>
                  <a:pt x="2811" y="6978"/>
                </a:lnTo>
                <a:lnTo>
                  <a:pt x="2656" y="6978"/>
                </a:lnTo>
                <a:cubicBezTo>
                  <a:pt x="2561" y="6978"/>
                  <a:pt x="2454" y="7026"/>
                  <a:pt x="2358" y="7097"/>
                </a:cubicBezTo>
                <a:cubicBezTo>
                  <a:pt x="2287" y="7168"/>
                  <a:pt x="2239" y="7276"/>
                  <a:pt x="2239" y="7395"/>
                </a:cubicBezTo>
                <a:cubicBezTo>
                  <a:pt x="2239" y="7621"/>
                  <a:pt x="2418" y="7811"/>
                  <a:pt x="2656" y="7811"/>
                </a:cubicBezTo>
                <a:lnTo>
                  <a:pt x="3394" y="7811"/>
                </a:lnTo>
                <a:lnTo>
                  <a:pt x="3394" y="9276"/>
                </a:lnTo>
                <a:lnTo>
                  <a:pt x="3192" y="9276"/>
                </a:lnTo>
                <a:cubicBezTo>
                  <a:pt x="3001" y="9276"/>
                  <a:pt x="2835" y="9431"/>
                  <a:pt x="2835" y="9633"/>
                </a:cubicBezTo>
                <a:cubicBezTo>
                  <a:pt x="2835" y="9823"/>
                  <a:pt x="2918" y="10002"/>
                  <a:pt x="3049" y="10145"/>
                </a:cubicBezTo>
                <a:cubicBezTo>
                  <a:pt x="3180" y="10288"/>
                  <a:pt x="3370" y="10359"/>
                  <a:pt x="3573" y="10359"/>
                </a:cubicBezTo>
                <a:lnTo>
                  <a:pt x="7049" y="10359"/>
                </a:lnTo>
                <a:lnTo>
                  <a:pt x="7049" y="10788"/>
                </a:lnTo>
                <a:cubicBezTo>
                  <a:pt x="7049" y="11062"/>
                  <a:pt x="7276" y="11300"/>
                  <a:pt x="7550" y="11300"/>
                </a:cubicBezTo>
                <a:lnTo>
                  <a:pt x="9002" y="11300"/>
                </a:lnTo>
                <a:cubicBezTo>
                  <a:pt x="9264" y="11300"/>
                  <a:pt x="9502" y="11074"/>
                  <a:pt x="9502" y="10788"/>
                </a:cubicBezTo>
                <a:lnTo>
                  <a:pt x="9502" y="10359"/>
                </a:lnTo>
                <a:lnTo>
                  <a:pt x="10621" y="10359"/>
                </a:lnTo>
                <a:cubicBezTo>
                  <a:pt x="11026" y="10359"/>
                  <a:pt x="11348" y="10026"/>
                  <a:pt x="11348" y="9633"/>
                </a:cubicBezTo>
                <a:cubicBezTo>
                  <a:pt x="11324" y="9526"/>
                  <a:pt x="11276" y="9431"/>
                  <a:pt x="11217" y="9371"/>
                </a:cubicBezTo>
                <a:cubicBezTo>
                  <a:pt x="11157" y="9312"/>
                  <a:pt x="11074" y="9276"/>
                  <a:pt x="10967" y="9276"/>
                </a:cubicBezTo>
                <a:lnTo>
                  <a:pt x="10776" y="9276"/>
                </a:lnTo>
                <a:lnTo>
                  <a:pt x="10776" y="4906"/>
                </a:lnTo>
                <a:cubicBezTo>
                  <a:pt x="10776" y="4418"/>
                  <a:pt x="10371" y="4013"/>
                  <a:pt x="9883" y="4013"/>
                </a:cubicBezTo>
                <a:lnTo>
                  <a:pt x="8931" y="4013"/>
                </a:lnTo>
                <a:lnTo>
                  <a:pt x="8931" y="858"/>
                </a:lnTo>
                <a:cubicBezTo>
                  <a:pt x="8931" y="382"/>
                  <a:pt x="8538" y="1"/>
                  <a:pt x="806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19" name="Google Shape;519;p25"/>
          <p:cNvGrpSpPr/>
          <p:nvPr/>
        </p:nvGrpSpPr>
        <p:grpSpPr>
          <a:xfrm>
            <a:off x="3376208" y="1499117"/>
            <a:ext cx="384617" cy="353398"/>
            <a:chOff x="1952836" y="2774422"/>
            <a:chExt cx="372835" cy="342573"/>
          </a:xfrm>
        </p:grpSpPr>
        <p:sp>
          <p:nvSpPr>
            <p:cNvPr id="520" name="Google Shape;520;p25"/>
            <p:cNvSpPr/>
            <p:nvPr/>
          </p:nvSpPr>
          <p:spPr>
            <a:xfrm>
              <a:off x="2076490" y="3057581"/>
              <a:ext cx="40869" cy="40869"/>
            </a:xfrm>
            <a:custGeom>
              <a:avLst/>
              <a:gdLst/>
              <a:ahLst/>
              <a:cxnLst/>
              <a:rect l="l" t="t" r="r" b="b"/>
              <a:pathLst>
                <a:path w="1287" h="1287" extrusionOk="0">
                  <a:moveTo>
                    <a:pt x="643" y="346"/>
                  </a:moveTo>
                  <a:cubicBezTo>
                    <a:pt x="810" y="346"/>
                    <a:pt x="941" y="477"/>
                    <a:pt x="941" y="644"/>
                  </a:cubicBezTo>
                  <a:cubicBezTo>
                    <a:pt x="941" y="811"/>
                    <a:pt x="810" y="941"/>
                    <a:pt x="643" y="941"/>
                  </a:cubicBezTo>
                  <a:cubicBezTo>
                    <a:pt x="476" y="941"/>
                    <a:pt x="345" y="811"/>
                    <a:pt x="345" y="644"/>
                  </a:cubicBezTo>
                  <a:cubicBezTo>
                    <a:pt x="345" y="477"/>
                    <a:pt x="476" y="346"/>
                    <a:pt x="643" y="346"/>
                  </a:cubicBezTo>
                  <a:close/>
                  <a:moveTo>
                    <a:pt x="643" y="1"/>
                  </a:moveTo>
                  <a:cubicBezTo>
                    <a:pt x="286" y="1"/>
                    <a:pt x="0" y="287"/>
                    <a:pt x="0" y="644"/>
                  </a:cubicBezTo>
                  <a:cubicBezTo>
                    <a:pt x="0" y="1001"/>
                    <a:pt x="286" y="1287"/>
                    <a:pt x="643" y="1287"/>
                  </a:cubicBezTo>
                  <a:cubicBezTo>
                    <a:pt x="1000" y="1287"/>
                    <a:pt x="1286" y="1001"/>
                    <a:pt x="1286" y="644"/>
                  </a:cubicBezTo>
                  <a:cubicBezTo>
                    <a:pt x="1286" y="287"/>
                    <a:pt x="1000" y="1"/>
                    <a:pt x="6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25"/>
            <p:cNvSpPr/>
            <p:nvPr/>
          </p:nvSpPr>
          <p:spPr>
            <a:xfrm>
              <a:off x="2208432" y="3057581"/>
              <a:ext cx="40869" cy="40869"/>
            </a:xfrm>
            <a:custGeom>
              <a:avLst/>
              <a:gdLst/>
              <a:ahLst/>
              <a:cxnLst/>
              <a:rect l="l" t="t" r="r" b="b"/>
              <a:pathLst>
                <a:path w="1287" h="1287" extrusionOk="0">
                  <a:moveTo>
                    <a:pt x="643" y="346"/>
                  </a:moveTo>
                  <a:cubicBezTo>
                    <a:pt x="810" y="346"/>
                    <a:pt x="941" y="477"/>
                    <a:pt x="941" y="644"/>
                  </a:cubicBezTo>
                  <a:cubicBezTo>
                    <a:pt x="941" y="811"/>
                    <a:pt x="810" y="941"/>
                    <a:pt x="643" y="941"/>
                  </a:cubicBezTo>
                  <a:cubicBezTo>
                    <a:pt x="477" y="941"/>
                    <a:pt x="346" y="811"/>
                    <a:pt x="346" y="644"/>
                  </a:cubicBezTo>
                  <a:cubicBezTo>
                    <a:pt x="346" y="477"/>
                    <a:pt x="477" y="346"/>
                    <a:pt x="643" y="346"/>
                  </a:cubicBezTo>
                  <a:close/>
                  <a:moveTo>
                    <a:pt x="643" y="1"/>
                  </a:moveTo>
                  <a:cubicBezTo>
                    <a:pt x="286" y="1"/>
                    <a:pt x="0" y="287"/>
                    <a:pt x="0" y="644"/>
                  </a:cubicBezTo>
                  <a:cubicBezTo>
                    <a:pt x="0" y="1001"/>
                    <a:pt x="286" y="1287"/>
                    <a:pt x="643" y="1287"/>
                  </a:cubicBezTo>
                  <a:cubicBezTo>
                    <a:pt x="1001" y="1287"/>
                    <a:pt x="1286" y="1001"/>
                    <a:pt x="1286" y="644"/>
                  </a:cubicBezTo>
                  <a:cubicBezTo>
                    <a:pt x="1286" y="287"/>
                    <a:pt x="1001" y="1"/>
                    <a:pt x="6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25"/>
            <p:cNvSpPr/>
            <p:nvPr/>
          </p:nvSpPr>
          <p:spPr>
            <a:xfrm>
              <a:off x="1952836" y="2774422"/>
              <a:ext cx="372835" cy="342573"/>
            </a:xfrm>
            <a:custGeom>
              <a:avLst/>
              <a:gdLst/>
              <a:ahLst/>
              <a:cxnLst/>
              <a:rect l="l" t="t" r="r" b="b"/>
              <a:pathLst>
                <a:path w="11741" h="10788" extrusionOk="0">
                  <a:moveTo>
                    <a:pt x="5382" y="1988"/>
                  </a:moveTo>
                  <a:lnTo>
                    <a:pt x="5382" y="3001"/>
                  </a:lnTo>
                  <a:lnTo>
                    <a:pt x="4359" y="3001"/>
                  </a:lnTo>
                  <a:lnTo>
                    <a:pt x="4359" y="1988"/>
                  </a:lnTo>
                  <a:close/>
                  <a:moveTo>
                    <a:pt x="6752" y="1988"/>
                  </a:moveTo>
                  <a:lnTo>
                    <a:pt x="6752" y="3001"/>
                  </a:lnTo>
                  <a:lnTo>
                    <a:pt x="5728" y="3001"/>
                  </a:lnTo>
                  <a:lnTo>
                    <a:pt x="5728" y="1988"/>
                  </a:lnTo>
                  <a:close/>
                  <a:moveTo>
                    <a:pt x="8121" y="1988"/>
                  </a:moveTo>
                  <a:lnTo>
                    <a:pt x="8121" y="3001"/>
                  </a:lnTo>
                  <a:lnTo>
                    <a:pt x="7097" y="3001"/>
                  </a:lnTo>
                  <a:lnTo>
                    <a:pt x="7097" y="1988"/>
                  </a:lnTo>
                  <a:close/>
                  <a:moveTo>
                    <a:pt x="9490" y="1988"/>
                  </a:moveTo>
                  <a:lnTo>
                    <a:pt x="9490" y="3001"/>
                  </a:lnTo>
                  <a:lnTo>
                    <a:pt x="8466" y="3001"/>
                  </a:lnTo>
                  <a:lnTo>
                    <a:pt x="8466" y="1988"/>
                  </a:lnTo>
                  <a:close/>
                  <a:moveTo>
                    <a:pt x="10324" y="1988"/>
                  </a:moveTo>
                  <a:lnTo>
                    <a:pt x="10085" y="3001"/>
                  </a:lnTo>
                  <a:lnTo>
                    <a:pt x="9847" y="3001"/>
                  </a:lnTo>
                  <a:lnTo>
                    <a:pt x="9847" y="1988"/>
                  </a:lnTo>
                  <a:close/>
                  <a:moveTo>
                    <a:pt x="4001" y="2000"/>
                  </a:moveTo>
                  <a:lnTo>
                    <a:pt x="4001" y="3012"/>
                  </a:lnTo>
                  <a:lnTo>
                    <a:pt x="3311" y="3012"/>
                  </a:lnTo>
                  <a:lnTo>
                    <a:pt x="2965" y="2000"/>
                  </a:lnTo>
                  <a:close/>
                  <a:moveTo>
                    <a:pt x="10014" y="3334"/>
                  </a:moveTo>
                  <a:lnTo>
                    <a:pt x="9847" y="4048"/>
                  </a:lnTo>
                  <a:lnTo>
                    <a:pt x="9847" y="3334"/>
                  </a:lnTo>
                  <a:close/>
                  <a:moveTo>
                    <a:pt x="4013" y="3334"/>
                  </a:moveTo>
                  <a:lnTo>
                    <a:pt x="4013" y="4370"/>
                  </a:lnTo>
                  <a:lnTo>
                    <a:pt x="3823" y="4370"/>
                  </a:lnTo>
                  <a:lnTo>
                    <a:pt x="3454" y="3334"/>
                  </a:lnTo>
                  <a:close/>
                  <a:moveTo>
                    <a:pt x="5371" y="3334"/>
                  </a:moveTo>
                  <a:lnTo>
                    <a:pt x="5371" y="4370"/>
                  </a:lnTo>
                  <a:lnTo>
                    <a:pt x="4347" y="4370"/>
                  </a:lnTo>
                  <a:lnTo>
                    <a:pt x="4347" y="3334"/>
                  </a:lnTo>
                  <a:close/>
                  <a:moveTo>
                    <a:pt x="6752" y="3334"/>
                  </a:moveTo>
                  <a:lnTo>
                    <a:pt x="6752" y="4370"/>
                  </a:lnTo>
                  <a:lnTo>
                    <a:pt x="5728" y="4370"/>
                  </a:lnTo>
                  <a:lnTo>
                    <a:pt x="5728" y="3334"/>
                  </a:lnTo>
                  <a:close/>
                  <a:moveTo>
                    <a:pt x="8121" y="3358"/>
                  </a:moveTo>
                  <a:lnTo>
                    <a:pt x="8121" y="4382"/>
                  </a:lnTo>
                  <a:lnTo>
                    <a:pt x="7097" y="4382"/>
                  </a:lnTo>
                  <a:lnTo>
                    <a:pt x="7097" y="3358"/>
                  </a:lnTo>
                  <a:close/>
                  <a:moveTo>
                    <a:pt x="9514" y="3358"/>
                  </a:moveTo>
                  <a:lnTo>
                    <a:pt x="9514" y="4382"/>
                  </a:lnTo>
                  <a:lnTo>
                    <a:pt x="8478" y="4382"/>
                  </a:lnTo>
                  <a:lnTo>
                    <a:pt x="8478" y="3358"/>
                  </a:lnTo>
                  <a:close/>
                  <a:moveTo>
                    <a:pt x="4001" y="4727"/>
                  </a:moveTo>
                  <a:lnTo>
                    <a:pt x="4001" y="4941"/>
                  </a:lnTo>
                  <a:lnTo>
                    <a:pt x="3930" y="4727"/>
                  </a:lnTo>
                  <a:close/>
                  <a:moveTo>
                    <a:pt x="5371" y="4715"/>
                  </a:moveTo>
                  <a:lnTo>
                    <a:pt x="5371" y="5525"/>
                  </a:lnTo>
                  <a:cubicBezTo>
                    <a:pt x="5297" y="5521"/>
                    <a:pt x="5230" y="5520"/>
                    <a:pt x="5167" y="5520"/>
                  </a:cubicBezTo>
                  <a:cubicBezTo>
                    <a:pt x="5049" y="5520"/>
                    <a:pt x="4947" y="5524"/>
                    <a:pt x="4854" y="5524"/>
                  </a:cubicBezTo>
                  <a:cubicBezTo>
                    <a:pt x="4666" y="5524"/>
                    <a:pt x="4516" y="5507"/>
                    <a:pt x="4347" y="5406"/>
                  </a:cubicBezTo>
                  <a:lnTo>
                    <a:pt x="4347" y="4715"/>
                  </a:lnTo>
                  <a:close/>
                  <a:moveTo>
                    <a:pt x="6752" y="4727"/>
                  </a:moveTo>
                  <a:lnTo>
                    <a:pt x="6752" y="5525"/>
                  </a:lnTo>
                  <a:lnTo>
                    <a:pt x="5728" y="5525"/>
                  </a:lnTo>
                  <a:lnTo>
                    <a:pt x="5728" y="4727"/>
                  </a:lnTo>
                  <a:close/>
                  <a:moveTo>
                    <a:pt x="8121" y="4727"/>
                  </a:moveTo>
                  <a:lnTo>
                    <a:pt x="8121" y="5525"/>
                  </a:lnTo>
                  <a:lnTo>
                    <a:pt x="7097" y="5525"/>
                  </a:lnTo>
                  <a:lnTo>
                    <a:pt x="7097" y="4727"/>
                  </a:lnTo>
                  <a:close/>
                  <a:moveTo>
                    <a:pt x="9490" y="4727"/>
                  </a:moveTo>
                  <a:lnTo>
                    <a:pt x="9490" y="5525"/>
                  </a:lnTo>
                  <a:lnTo>
                    <a:pt x="8466" y="5525"/>
                  </a:lnTo>
                  <a:lnTo>
                    <a:pt x="8466" y="4727"/>
                  </a:lnTo>
                  <a:close/>
                  <a:moveTo>
                    <a:pt x="4537" y="8680"/>
                  </a:moveTo>
                  <a:cubicBezTo>
                    <a:pt x="5025" y="8680"/>
                    <a:pt x="5418" y="9085"/>
                    <a:pt x="5418" y="9561"/>
                  </a:cubicBezTo>
                  <a:cubicBezTo>
                    <a:pt x="5418" y="10037"/>
                    <a:pt x="5025" y="10442"/>
                    <a:pt x="4537" y="10442"/>
                  </a:cubicBezTo>
                  <a:cubicBezTo>
                    <a:pt x="4049" y="10442"/>
                    <a:pt x="3656" y="10049"/>
                    <a:pt x="3656" y="9561"/>
                  </a:cubicBezTo>
                  <a:cubicBezTo>
                    <a:pt x="3656" y="9085"/>
                    <a:pt x="4049" y="8680"/>
                    <a:pt x="4537" y="8680"/>
                  </a:cubicBezTo>
                  <a:close/>
                  <a:moveTo>
                    <a:pt x="8692" y="8680"/>
                  </a:moveTo>
                  <a:cubicBezTo>
                    <a:pt x="9181" y="8680"/>
                    <a:pt x="9573" y="9085"/>
                    <a:pt x="9573" y="9561"/>
                  </a:cubicBezTo>
                  <a:cubicBezTo>
                    <a:pt x="9573" y="10037"/>
                    <a:pt x="9181" y="10442"/>
                    <a:pt x="8692" y="10442"/>
                  </a:cubicBezTo>
                  <a:cubicBezTo>
                    <a:pt x="8204" y="10442"/>
                    <a:pt x="7811" y="10049"/>
                    <a:pt x="7811" y="9561"/>
                  </a:cubicBezTo>
                  <a:cubicBezTo>
                    <a:pt x="7811" y="9085"/>
                    <a:pt x="8204" y="8680"/>
                    <a:pt x="8692" y="8680"/>
                  </a:cubicBezTo>
                  <a:close/>
                  <a:moveTo>
                    <a:pt x="620" y="0"/>
                  </a:moveTo>
                  <a:cubicBezTo>
                    <a:pt x="287" y="0"/>
                    <a:pt x="1" y="286"/>
                    <a:pt x="1" y="631"/>
                  </a:cubicBezTo>
                  <a:cubicBezTo>
                    <a:pt x="1" y="976"/>
                    <a:pt x="287" y="1250"/>
                    <a:pt x="620" y="1250"/>
                  </a:cubicBezTo>
                  <a:lnTo>
                    <a:pt x="1394" y="1250"/>
                  </a:lnTo>
                  <a:lnTo>
                    <a:pt x="2346" y="3965"/>
                  </a:lnTo>
                  <a:cubicBezTo>
                    <a:pt x="2374" y="4029"/>
                    <a:pt x="2444" y="4072"/>
                    <a:pt x="2513" y="4072"/>
                  </a:cubicBezTo>
                  <a:cubicBezTo>
                    <a:pt x="2533" y="4072"/>
                    <a:pt x="2553" y="4068"/>
                    <a:pt x="2573" y="4060"/>
                  </a:cubicBezTo>
                  <a:cubicBezTo>
                    <a:pt x="2668" y="4036"/>
                    <a:pt x="2704" y="3929"/>
                    <a:pt x="2680" y="3846"/>
                  </a:cubicBezTo>
                  <a:cubicBezTo>
                    <a:pt x="1739" y="1191"/>
                    <a:pt x="1692" y="1072"/>
                    <a:pt x="1692" y="1072"/>
                  </a:cubicBezTo>
                  <a:cubicBezTo>
                    <a:pt x="1656" y="965"/>
                    <a:pt x="1561" y="905"/>
                    <a:pt x="1441" y="905"/>
                  </a:cubicBezTo>
                  <a:lnTo>
                    <a:pt x="620" y="905"/>
                  </a:lnTo>
                  <a:cubicBezTo>
                    <a:pt x="465" y="905"/>
                    <a:pt x="346" y="774"/>
                    <a:pt x="346" y="631"/>
                  </a:cubicBezTo>
                  <a:cubicBezTo>
                    <a:pt x="346" y="464"/>
                    <a:pt x="477" y="345"/>
                    <a:pt x="620" y="345"/>
                  </a:cubicBezTo>
                  <a:lnTo>
                    <a:pt x="1441" y="345"/>
                  </a:lnTo>
                  <a:cubicBezTo>
                    <a:pt x="1787" y="345"/>
                    <a:pt x="2084" y="536"/>
                    <a:pt x="2215" y="845"/>
                  </a:cubicBezTo>
                  <a:cubicBezTo>
                    <a:pt x="2418" y="1429"/>
                    <a:pt x="3585" y="4703"/>
                    <a:pt x="3751" y="5191"/>
                  </a:cubicBezTo>
                  <a:cubicBezTo>
                    <a:pt x="3870" y="5548"/>
                    <a:pt x="4287" y="5882"/>
                    <a:pt x="4775" y="5882"/>
                  </a:cubicBezTo>
                  <a:lnTo>
                    <a:pt x="10978" y="5882"/>
                  </a:lnTo>
                  <a:cubicBezTo>
                    <a:pt x="11145" y="5882"/>
                    <a:pt x="11264" y="6013"/>
                    <a:pt x="11264" y="6168"/>
                  </a:cubicBezTo>
                  <a:cubicBezTo>
                    <a:pt x="11264" y="6322"/>
                    <a:pt x="11133" y="6441"/>
                    <a:pt x="10978" y="6441"/>
                  </a:cubicBezTo>
                  <a:lnTo>
                    <a:pt x="4775" y="6441"/>
                  </a:lnTo>
                  <a:cubicBezTo>
                    <a:pt x="4108" y="6441"/>
                    <a:pt x="3489" y="6049"/>
                    <a:pt x="3227" y="5417"/>
                  </a:cubicBezTo>
                  <a:lnTo>
                    <a:pt x="2882" y="4453"/>
                  </a:lnTo>
                  <a:cubicBezTo>
                    <a:pt x="2863" y="4377"/>
                    <a:pt x="2791" y="4339"/>
                    <a:pt x="2720" y="4339"/>
                  </a:cubicBezTo>
                  <a:cubicBezTo>
                    <a:pt x="2702" y="4339"/>
                    <a:pt x="2684" y="4341"/>
                    <a:pt x="2668" y="4346"/>
                  </a:cubicBezTo>
                  <a:cubicBezTo>
                    <a:pt x="2573" y="4382"/>
                    <a:pt x="2525" y="4477"/>
                    <a:pt x="2561" y="4572"/>
                  </a:cubicBezTo>
                  <a:cubicBezTo>
                    <a:pt x="2846" y="5275"/>
                    <a:pt x="2846" y="5596"/>
                    <a:pt x="3180" y="6013"/>
                  </a:cubicBezTo>
                  <a:lnTo>
                    <a:pt x="2799" y="6560"/>
                  </a:lnTo>
                  <a:cubicBezTo>
                    <a:pt x="2215" y="7394"/>
                    <a:pt x="2715" y="8549"/>
                    <a:pt x="3716" y="8680"/>
                  </a:cubicBezTo>
                  <a:cubicBezTo>
                    <a:pt x="2918" y="9418"/>
                    <a:pt x="3442" y="10787"/>
                    <a:pt x="4549" y="10787"/>
                  </a:cubicBezTo>
                  <a:cubicBezTo>
                    <a:pt x="5656" y="10787"/>
                    <a:pt x="6168" y="9454"/>
                    <a:pt x="5394" y="8692"/>
                  </a:cubicBezTo>
                  <a:lnTo>
                    <a:pt x="7871" y="8692"/>
                  </a:lnTo>
                  <a:cubicBezTo>
                    <a:pt x="7085" y="9454"/>
                    <a:pt x="7621" y="10787"/>
                    <a:pt x="8716" y="10787"/>
                  </a:cubicBezTo>
                  <a:cubicBezTo>
                    <a:pt x="9823" y="10787"/>
                    <a:pt x="10335" y="9454"/>
                    <a:pt x="9562" y="8692"/>
                  </a:cubicBezTo>
                  <a:lnTo>
                    <a:pt x="9788" y="8692"/>
                  </a:lnTo>
                  <a:cubicBezTo>
                    <a:pt x="10133" y="8692"/>
                    <a:pt x="10419" y="8406"/>
                    <a:pt x="10419" y="8073"/>
                  </a:cubicBezTo>
                  <a:cubicBezTo>
                    <a:pt x="10419" y="7727"/>
                    <a:pt x="10133" y="7442"/>
                    <a:pt x="9788" y="7442"/>
                  </a:cubicBezTo>
                  <a:lnTo>
                    <a:pt x="8228" y="7442"/>
                  </a:lnTo>
                  <a:cubicBezTo>
                    <a:pt x="8133" y="7442"/>
                    <a:pt x="8061" y="7513"/>
                    <a:pt x="8061" y="7608"/>
                  </a:cubicBezTo>
                  <a:cubicBezTo>
                    <a:pt x="8061" y="7692"/>
                    <a:pt x="8133" y="7775"/>
                    <a:pt x="8228" y="7775"/>
                  </a:cubicBezTo>
                  <a:lnTo>
                    <a:pt x="9788" y="7775"/>
                  </a:lnTo>
                  <a:cubicBezTo>
                    <a:pt x="9954" y="7775"/>
                    <a:pt x="10074" y="7906"/>
                    <a:pt x="10074" y="8049"/>
                  </a:cubicBezTo>
                  <a:cubicBezTo>
                    <a:pt x="10074" y="8215"/>
                    <a:pt x="9943" y="8335"/>
                    <a:pt x="9788" y="8335"/>
                  </a:cubicBezTo>
                  <a:lnTo>
                    <a:pt x="3930" y="8335"/>
                  </a:lnTo>
                  <a:cubicBezTo>
                    <a:pt x="3108" y="8335"/>
                    <a:pt x="2620" y="7418"/>
                    <a:pt x="3096" y="6739"/>
                  </a:cubicBezTo>
                  <a:lnTo>
                    <a:pt x="3442" y="6251"/>
                  </a:lnTo>
                  <a:cubicBezTo>
                    <a:pt x="3573" y="6382"/>
                    <a:pt x="3739" y="6489"/>
                    <a:pt x="3906" y="6560"/>
                  </a:cubicBezTo>
                  <a:lnTo>
                    <a:pt x="3573" y="7072"/>
                  </a:lnTo>
                  <a:cubicBezTo>
                    <a:pt x="3358" y="7370"/>
                    <a:pt x="3573" y="7775"/>
                    <a:pt x="3942" y="7775"/>
                  </a:cubicBezTo>
                  <a:lnTo>
                    <a:pt x="7609" y="7775"/>
                  </a:lnTo>
                  <a:cubicBezTo>
                    <a:pt x="7692" y="7775"/>
                    <a:pt x="7764" y="7692"/>
                    <a:pt x="7764" y="7608"/>
                  </a:cubicBezTo>
                  <a:cubicBezTo>
                    <a:pt x="7764" y="7513"/>
                    <a:pt x="7692" y="7442"/>
                    <a:pt x="7609" y="7442"/>
                  </a:cubicBezTo>
                  <a:lnTo>
                    <a:pt x="3942" y="7442"/>
                  </a:lnTo>
                  <a:cubicBezTo>
                    <a:pt x="3847" y="7442"/>
                    <a:pt x="3811" y="7334"/>
                    <a:pt x="3847" y="7263"/>
                  </a:cubicBezTo>
                  <a:lnTo>
                    <a:pt x="4251" y="6703"/>
                  </a:lnTo>
                  <a:cubicBezTo>
                    <a:pt x="4465" y="6762"/>
                    <a:pt x="4535" y="6775"/>
                    <a:pt x="5134" y="6775"/>
                  </a:cubicBezTo>
                  <a:cubicBezTo>
                    <a:pt x="5630" y="6775"/>
                    <a:pt x="6490" y="6766"/>
                    <a:pt x="8097" y="6766"/>
                  </a:cubicBezTo>
                  <a:cubicBezTo>
                    <a:pt x="8881" y="6766"/>
                    <a:pt x="9842" y="6768"/>
                    <a:pt x="11026" y="6775"/>
                  </a:cubicBezTo>
                  <a:cubicBezTo>
                    <a:pt x="11371" y="6775"/>
                    <a:pt x="11645" y="6489"/>
                    <a:pt x="11645" y="6144"/>
                  </a:cubicBezTo>
                  <a:cubicBezTo>
                    <a:pt x="11598" y="5810"/>
                    <a:pt x="11312" y="5525"/>
                    <a:pt x="10966" y="5525"/>
                  </a:cubicBezTo>
                  <a:lnTo>
                    <a:pt x="10788" y="5525"/>
                  </a:lnTo>
                  <a:lnTo>
                    <a:pt x="11598" y="2048"/>
                  </a:lnTo>
                  <a:cubicBezTo>
                    <a:pt x="11740" y="1393"/>
                    <a:pt x="11252" y="762"/>
                    <a:pt x="10562" y="762"/>
                  </a:cubicBezTo>
                  <a:lnTo>
                    <a:pt x="7252" y="762"/>
                  </a:lnTo>
                  <a:cubicBezTo>
                    <a:pt x="7156" y="762"/>
                    <a:pt x="7085" y="834"/>
                    <a:pt x="7085" y="929"/>
                  </a:cubicBezTo>
                  <a:cubicBezTo>
                    <a:pt x="7085" y="1012"/>
                    <a:pt x="7156" y="1096"/>
                    <a:pt x="7252" y="1096"/>
                  </a:cubicBezTo>
                  <a:lnTo>
                    <a:pt x="10562" y="1096"/>
                  </a:lnTo>
                  <a:cubicBezTo>
                    <a:pt x="11026" y="1096"/>
                    <a:pt x="11359" y="1524"/>
                    <a:pt x="11252" y="1953"/>
                  </a:cubicBezTo>
                  <a:lnTo>
                    <a:pt x="10431" y="5525"/>
                  </a:lnTo>
                  <a:lnTo>
                    <a:pt x="9847" y="5525"/>
                  </a:lnTo>
                  <a:cubicBezTo>
                    <a:pt x="9943" y="5144"/>
                    <a:pt x="10585" y="2369"/>
                    <a:pt x="10705" y="1869"/>
                  </a:cubicBezTo>
                  <a:cubicBezTo>
                    <a:pt x="10728" y="1762"/>
                    <a:pt x="10645" y="1655"/>
                    <a:pt x="10538" y="1655"/>
                  </a:cubicBezTo>
                  <a:lnTo>
                    <a:pt x="2858" y="1655"/>
                  </a:lnTo>
                  <a:lnTo>
                    <a:pt x="2668" y="1096"/>
                  </a:lnTo>
                  <a:lnTo>
                    <a:pt x="6621" y="1096"/>
                  </a:lnTo>
                  <a:cubicBezTo>
                    <a:pt x="6716" y="1096"/>
                    <a:pt x="6787" y="1012"/>
                    <a:pt x="6787" y="929"/>
                  </a:cubicBezTo>
                  <a:cubicBezTo>
                    <a:pt x="6787" y="834"/>
                    <a:pt x="6716" y="762"/>
                    <a:pt x="6621" y="762"/>
                  </a:cubicBezTo>
                  <a:lnTo>
                    <a:pt x="2549" y="762"/>
                  </a:lnTo>
                  <a:cubicBezTo>
                    <a:pt x="2394" y="334"/>
                    <a:pt x="1965" y="0"/>
                    <a:pt x="144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3" name="Google Shape;523;p25"/>
          <p:cNvGrpSpPr/>
          <p:nvPr/>
        </p:nvGrpSpPr>
        <p:grpSpPr>
          <a:xfrm>
            <a:off x="5383039" y="1519804"/>
            <a:ext cx="384977" cy="312024"/>
            <a:chOff x="5220616" y="2791061"/>
            <a:chExt cx="373185" cy="302466"/>
          </a:xfrm>
        </p:grpSpPr>
        <p:sp>
          <p:nvSpPr>
            <p:cNvPr id="524" name="Google Shape;524;p25"/>
            <p:cNvSpPr/>
            <p:nvPr/>
          </p:nvSpPr>
          <p:spPr>
            <a:xfrm>
              <a:off x="5220616" y="2791061"/>
              <a:ext cx="373185" cy="302466"/>
            </a:xfrm>
            <a:custGeom>
              <a:avLst/>
              <a:gdLst/>
              <a:ahLst/>
              <a:cxnLst/>
              <a:rect l="l" t="t" r="r" b="b"/>
              <a:pathLst>
                <a:path w="11752" h="9525" extrusionOk="0">
                  <a:moveTo>
                    <a:pt x="1834" y="345"/>
                  </a:moveTo>
                  <a:cubicBezTo>
                    <a:pt x="1834" y="345"/>
                    <a:pt x="1846" y="345"/>
                    <a:pt x="1846" y="357"/>
                  </a:cubicBezTo>
                  <a:lnTo>
                    <a:pt x="1846" y="1083"/>
                  </a:lnTo>
                  <a:cubicBezTo>
                    <a:pt x="1846" y="1083"/>
                    <a:pt x="1846" y="1107"/>
                    <a:pt x="1834" y="1107"/>
                  </a:cubicBezTo>
                  <a:lnTo>
                    <a:pt x="1465" y="1107"/>
                  </a:lnTo>
                  <a:cubicBezTo>
                    <a:pt x="1465" y="1107"/>
                    <a:pt x="1453" y="1107"/>
                    <a:pt x="1453" y="1083"/>
                  </a:cubicBezTo>
                  <a:lnTo>
                    <a:pt x="1453" y="357"/>
                  </a:lnTo>
                  <a:lnTo>
                    <a:pt x="1465" y="357"/>
                  </a:lnTo>
                  <a:cubicBezTo>
                    <a:pt x="1465" y="351"/>
                    <a:pt x="1468" y="348"/>
                    <a:pt x="1469" y="348"/>
                  </a:cubicBezTo>
                  <a:lnTo>
                    <a:pt x="1469" y="348"/>
                  </a:lnTo>
                  <a:cubicBezTo>
                    <a:pt x="1471" y="348"/>
                    <a:pt x="1471" y="351"/>
                    <a:pt x="1465" y="357"/>
                  </a:cubicBezTo>
                  <a:lnTo>
                    <a:pt x="1834" y="345"/>
                  </a:lnTo>
                  <a:close/>
                  <a:moveTo>
                    <a:pt x="10276" y="345"/>
                  </a:moveTo>
                  <a:cubicBezTo>
                    <a:pt x="10276" y="345"/>
                    <a:pt x="10288" y="345"/>
                    <a:pt x="10288" y="357"/>
                  </a:cubicBezTo>
                  <a:lnTo>
                    <a:pt x="10288" y="1083"/>
                  </a:lnTo>
                  <a:cubicBezTo>
                    <a:pt x="10288" y="1083"/>
                    <a:pt x="10288" y="1107"/>
                    <a:pt x="10276" y="1107"/>
                  </a:cubicBezTo>
                  <a:lnTo>
                    <a:pt x="9907" y="1107"/>
                  </a:lnTo>
                  <a:cubicBezTo>
                    <a:pt x="9907" y="1107"/>
                    <a:pt x="9895" y="1107"/>
                    <a:pt x="9895" y="1083"/>
                  </a:cubicBezTo>
                  <a:lnTo>
                    <a:pt x="9895" y="357"/>
                  </a:lnTo>
                  <a:lnTo>
                    <a:pt x="9907" y="357"/>
                  </a:lnTo>
                  <a:cubicBezTo>
                    <a:pt x="9907" y="351"/>
                    <a:pt x="9910" y="348"/>
                    <a:pt x="9911" y="348"/>
                  </a:cubicBezTo>
                  <a:lnTo>
                    <a:pt x="9911" y="348"/>
                  </a:lnTo>
                  <a:cubicBezTo>
                    <a:pt x="9912" y="348"/>
                    <a:pt x="9912" y="351"/>
                    <a:pt x="9907" y="357"/>
                  </a:cubicBezTo>
                  <a:lnTo>
                    <a:pt x="10276" y="345"/>
                  </a:lnTo>
                  <a:close/>
                  <a:moveTo>
                    <a:pt x="11038" y="1107"/>
                  </a:moveTo>
                  <a:cubicBezTo>
                    <a:pt x="11240" y="1107"/>
                    <a:pt x="11407" y="1262"/>
                    <a:pt x="11407" y="1476"/>
                  </a:cubicBezTo>
                  <a:lnTo>
                    <a:pt x="11407" y="8811"/>
                  </a:lnTo>
                  <a:cubicBezTo>
                    <a:pt x="11407" y="9001"/>
                    <a:pt x="11228" y="9180"/>
                    <a:pt x="11026" y="9180"/>
                  </a:cubicBezTo>
                  <a:lnTo>
                    <a:pt x="751" y="9180"/>
                  </a:lnTo>
                  <a:cubicBezTo>
                    <a:pt x="536" y="9180"/>
                    <a:pt x="382" y="9025"/>
                    <a:pt x="382" y="8811"/>
                  </a:cubicBezTo>
                  <a:lnTo>
                    <a:pt x="382" y="1476"/>
                  </a:lnTo>
                  <a:cubicBezTo>
                    <a:pt x="382" y="1262"/>
                    <a:pt x="536" y="1107"/>
                    <a:pt x="751" y="1107"/>
                  </a:cubicBezTo>
                  <a:lnTo>
                    <a:pt x="1120" y="1107"/>
                  </a:lnTo>
                  <a:lnTo>
                    <a:pt x="1120" y="1119"/>
                  </a:lnTo>
                  <a:cubicBezTo>
                    <a:pt x="1120" y="1310"/>
                    <a:pt x="1286" y="1476"/>
                    <a:pt x="1477" y="1476"/>
                  </a:cubicBezTo>
                  <a:lnTo>
                    <a:pt x="1858" y="1476"/>
                  </a:lnTo>
                  <a:cubicBezTo>
                    <a:pt x="2048" y="1476"/>
                    <a:pt x="2215" y="1310"/>
                    <a:pt x="2215" y="1119"/>
                  </a:cubicBezTo>
                  <a:lnTo>
                    <a:pt x="2215" y="1107"/>
                  </a:lnTo>
                  <a:lnTo>
                    <a:pt x="9573" y="1107"/>
                  </a:lnTo>
                  <a:lnTo>
                    <a:pt x="9573" y="1119"/>
                  </a:lnTo>
                  <a:cubicBezTo>
                    <a:pt x="9573" y="1310"/>
                    <a:pt x="9740" y="1476"/>
                    <a:pt x="9930" y="1476"/>
                  </a:cubicBezTo>
                  <a:lnTo>
                    <a:pt x="10311" y="1476"/>
                  </a:lnTo>
                  <a:cubicBezTo>
                    <a:pt x="10502" y="1476"/>
                    <a:pt x="10669" y="1310"/>
                    <a:pt x="10669" y="1119"/>
                  </a:cubicBezTo>
                  <a:lnTo>
                    <a:pt x="10669" y="1107"/>
                  </a:lnTo>
                  <a:close/>
                  <a:moveTo>
                    <a:pt x="1465" y="0"/>
                  </a:moveTo>
                  <a:cubicBezTo>
                    <a:pt x="1275" y="0"/>
                    <a:pt x="1108" y="167"/>
                    <a:pt x="1108" y="357"/>
                  </a:cubicBezTo>
                  <a:lnTo>
                    <a:pt x="1108" y="726"/>
                  </a:lnTo>
                  <a:lnTo>
                    <a:pt x="739" y="726"/>
                  </a:lnTo>
                  <a:cubicBezTo>
                    <a:pt x="334" y="726"/>
                    <a:pt x="1" y="1060"/>
                    <a:pt x="1" y="1464"/>
                  </a:cubicBezTo>
                  <a:lnTo>
                    <a:pt x="1" y="8799"/>
                  </a:lnTo>
                  <a:cubicBezTo>
                    <a:pt x="1" y="9204"/>
                    <a:pt x="334" y="9525"/>
                    <a:pt x="739" y="9525"/>
                  </a:cubicBezTo>
                  <a:lnTo>
                    <a:pt x="11014" y="9525"/>
                  </a:lnTo>
                  <a:cubicBezTo>
                    <a:pt x="11419" y="9525"/>
                    <a:pt x="11752" y="9204"/>
                    <a:pt x="11752" y="8799"/>
                  </a:cubicBezTo>
                  <a:lnTo>
                    <a:pt x="11752" y="1464"/>
                  </a:lnTo>
                  <a:cubicBezTo>
                    <a:pt x="11752" y="1060"/>
                    <a:pt x="11419" y="726"/>
                    <a:pt x="11026" y="726"/>
                  </a:cubicBezTo>
                  <a:lnTo>
                    <a:pt x="10645" y="726"/>
                  </a:lnTo>
                  <a:lnTo>
                    <a:pt x="10645" y="357"/>
                  </a:lnTo>
                  <a:cubicBezTo>
                    <a:pt x="10645" y="167"/>
                    <a:pt x="10490" y="0"/>
                    <a:pt x="10288" y="0"/>
                  </a:cubicBezTo>
                  <a:lnTo>
                    <a:pt x="9918" y="0"/>
                  </a:lnTo>
                  <a:cubicBezTo>
                    <a:pt x="9728" y="0"/>
                    <a:pt x="9561" y="167"/>
                    <a:pt x="9561" y="357"/>
                  </a:cubicBezTo>
                  <a:lnTo>
                    <a:pt x="9561" y="726"/>
                  </a:lnTo>
                  <a:lnTo>
                    <a:pt x="2191" y="726"/>
                  </a:lnTo>
                  <a:lnTo>
                    <a:pt x="2191" y="357"/>
                  </a:lnTo>
                  <a:cubicBezTo>
                    <a:pt x="2191" y="167"/>
                    <a:pt x="2025" y="0"/>
                    <a:pt x="183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25"/>
            <p:cNvSpPr/>
            <p:nvPr/>
          </p:nvSpPr>
          <p:spPr>
            <a:xfrm>
              <a:off x="5244432" y="2849268"/>
              <a:ext cx="326314" cy="11368"/>
            </a:xfrm>
            <a:custGeom>
              <a:avLst/>
              <a:gdLst/>
              <a:ahLst/>
              <a:cxnLst/>
              <a:rect l="l" t="t" r="r" b="b"/>
              <a:pathLst>
                <a:path w="10276" h="358" extrusionOk="0">
                  <a:moveTo>
                    <a:pt x="179" y="1"/>
                  </a:moveTo>
                  <a:cubicBezTo>
                    <a:pt x="96" y="1"/>
                    <a:pt x="1" y="72"/>
                    <a:pt x="1" y="179"/>
                  </a:cubicBezTo>
                  <a:cubicBezTo>
                    <a:pt x="1" y="274"/>
                    <a:pt x="72" y="358"/>
                    <a:pt x="179" y="358"/>
                  </a:cubicBezTo>
                  <a:lnTo>
                    <a:pt x="10097" y="358"/>
                  </a:lnTo>
                  <a:cubicBezTo>
                    <a:pt x="10180" y="358"/>
                    <a:pt x="10276" y="274"/>
                    <a:pt x="10276" y="179"/>
                  </a:cubicBezTo>
                  <a:cubicBezTo>
                    <a:pt x="10276" y="72"/>
                    <a:pt x="10180" y="1"/>
                    <a:pt x="100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25"/>
            <p:cNvSpPr/>
            <p:nvPr/>
          </p:nvSpPr>
          <p:spPr>
            <a:xfrm>
              <a:off x="5261834" y="2896139"/>
              <a:ext cx="46521" cy="11400"/>
            </a:xfrm>
            <a:custGeom>
              <a:avLst/>
              <a:gdLst/>
              <a:ahLst/>
              <a:cxnLst/>
              <a:rect l="l" t="t" r="r" b="b"/>
              <a:pathLst>
                <a:path w="1465" h="359" extrusionOk="0">
                  <a:moveTo>
                    <a:pt x="179" y="1"/>
                  </a:moveTo>
                  <a:cubicBezTo>
                    <a:pt x="96" y="1"/>
                    <a:pt x="0" y="72"/>
                    <a:pt x="0" y="180"/>
                  </a:cubicBezTo>
                  <a:cubicBezTo>
                    <a:pt x="0" y="275"/>
                    <a:pt x="72" y="358"/>
                    <a:pt x="179" y="358"/>
                  </a:cubicBezTo>
                  <a:lnTo>
                    <a:pt x="1286" y="358"/>
                  </a:lnTo>
                  <a:cubicBezTo>
                    <a:pt x="1370" y="358"/>
                    <a:pt x="1465" y="275"/>
                    <a:pt x="1465" y="180"/>
                  </a:cubicBezTo>
                  <a:cubicBezTo>
                    <a:pt x="1465" y="72"/>
                    <a:pt x="1370" y="1"/>
                    <a:pt x="128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25"/>
            <p:cNvSpPr/>
            <p:nvPr/>
          </p:nvSpPr>
          <p:spPr>
            <a:xfrm>
              <a:off x="5343507" y="2896139"/>
              <a:ext cx="46521" cy="11400"/>
            </a:xfrm>
            <a:custGeom>
              <a:avLst/>
              <a:gdLst/>
              <a:ahLst/>
              <a:cxnLst/>
              <a:rect l="l" t="t" r="r" b="b"/>
              <a:pathLst>
                <a:path w="1465" h="359" extrusionOk="0">
                  <a:moveTo>
                    <a:pt x="179" y="1"/>
                  </a:moveTo>
                  <a:cubicBezTo>
                    <a:pt x="95" y="1"/>
                    <a:pt x="0" y="72"/>
                    <a:pt x="0" y="180"/>
                  </a:cubicBezTo>
                  <a:cubicBezTo>
                    <a:pt x="0" y="275"/>
                    <a:pt x="83" y="358"/>
                    <a:pt x="179" y="358"/>
                  </a:cubicBezTo>
                  <a:lnTo>
                    <a:pt x="1286" y="358"/>
                  </a:lnTo>
                  <a:cubicBezTo>
                    <a:pt x="1369" y="358"/>
                    <a:pt x="1465" y="275"/>
                    <a:pt x="1465" y="180"/>
                  </a:cubicBezTo>
                  <a:cubicBezTo>
                    <a:pt x="1465" y="72"/>
                    <a:pt x="1381" y="1"/>
                    <a:pt x="128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25"/>
            <p:cNvSpPr/>
            <p:nvPr/>
          </p:nvSpPr>
          <p:spPr>
            <a:xfrm>
              <a:off x="5506823" y="2896139"/>
              <a:ext cx="46172" cy="11400"/>
            </a:xfrm>
            <a:custGeom>
              <a:avLst/>
              <a:gdLst/>
              <a:ahLst/>
              <a:cxnLst/>
              <a:rect l="l" t="t" r="r" b="b"/>
              <a:pathLst>
                <a:path w="1454" h="359" extrusionOk="0">
                  <a:moveTo>
                    <a:pt x="179" y="1"/>
                  </a:moveTo>
                  <a:cubicBezTo>
                    <a:pt x="84" y="1"/>
                    <a:pt x="1" y="72"/>
                    <a:pt x="1" y="180"/>
                  </a:cubicBezTo>
                  <a:cubicBezTo>
                    <a:pt x="1" y="275"/>
                    <a:pt x="72" y="358"/>
                    <a:pt x="179" y="358"/>
                  </a:cubicBezTo>
                  <a:lnTo>
                    <a:pt x="1275" y="358"/>
                  </a:lnTo>
                  <a:cubicBezTo>
                    <a:pt x="1370" y="358"/>
                    <a:pt x="1453" y="275"/>
                    <a:pt x="1453" y="180"/>
                  </a:cubicBezTo>
                  <a:cubicBezTo>
                    <a:pt x="1453" y="72"/>
                    <a:pt x="1370" y="1"/>
                    <a:pt x="12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25"/>
            <p:cNvSpPr/>
            <p:nvPr/>
          </p:nvSpPr>
          <p:spPr>
            <a:xfrm>
              <a:off x="5261834" y="2942660"/>
              <a:ext cx="46521" cy="11368"/>
            </a:xfrm>
            <a:custGeom>
              <a:avLst/>
              <a:gdLst/>
              <a:ahLst/>
              <a:cxnLst/>
              <a:rect l="l" t="t" r="r" b="b"/>
              <a:pathLst>
                <a:path w="1465" h="358" extrusionOk="0">
                  <a:moveTo>
                    <a:pt x="179" y="0"/>
                  </a:moveTo>
                  <a:cubicBezTo>
                    <a:pt x="96" y="0"/>
                    <a:pt x="0" y="84"/>
                    <a:pt x="0" y="179"/>
                  </a:cubicBezTo>
                  <a:cubicBezTo>
                    <a:pt x="0" y="286"/>
                    <a:pt x="72" y="358"/>
                    <a:pt x="179" y="358"/>
                  </a:cubicBezTo>
                  <a:lnTo>
                    <a:pt x="1286" y="358"/>
                  </a:lnTo>
                  <a:cubicBezTo>
                    <a:pt x="1370" y="358"/>
                    <a:pt x="1465" y="286"/>
                    <a:pt x="1465" y="179"/>
                  </a:cubicBezTo>
                  <a:cubicBezTo>
                    <a:pt x="1465" y="84"/>
                    <a:pt x="1370" y="0"/>
                    <a:pt x="12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25"/>
            <p:cNvSpPr/>
            <p:nvPr/>
          </p:nvSpPr>
          <p:spPr>
            <a:xfrm>
              <a:off x="5424768" y="2942660"/>
              <a:ext cx="46553" cy="11368"/>
            </a:xfrm>
            <a:custGeom>
              <a:avLst/>
              <a:gdLst/>
              <a:ahLst/>
              <a:cxnLst/>
              <a:rect l="l" t="t" r="r" b="b"/>
              <a:pathLst>
                <a:path w="1466" h="358" extrusionOk="0">
                  <a:moveTo>
                    <a:pt x="180" y="0"/>
                  </a:moveTo>
                  <a:cubicBezTo>
                    <a:pt x="96" y="0"/>
                    <a:pt x="1" y="84"/>
                    <a:pt x="1" y="179"/>
                  </a:cubicBezTo>
                  <a:cubicBezTo>
                    <a:pt x="1" y="286"/>
                    <a:pt x="84" y="358"/>
                    <a:pt x="180" y="358"/>
                  </a:cubicBezTo>
                  <a:lnTo>
                    <a:pt x="1287" y="358"/>
                  </a:lnTo>
                  <a:cubicBezTo>
                    <a:pt x="1370" y="358"/>
                    <a:pt x="1465" y="286"/>
                    <a:pt x="1465" y="179"/>
                  </a:cubicBezTo>
                  <a:cubicBezTo>
                    <a:pt x="1465" y="84"/>
                    <a:pt x="1394" y="0"/>
                    <a:pt x="128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25"/>
            <p:cNvSpPr/>
            <p:nvPr/>
          </p:nvSpPr>
          <p:spPr>
            <a:xfrm>
              <a:off x="5261834" y="2989149"/>
              <a:ext cx="46521" cy="11400"/>
            </a:xfrm>
            <a:custGeom>
              <a:avLst/>
              <a:gdLst/>
              <a:ahLst/>
              <a:cxnLst/>
              <a:rect l="l" t="t" r="r" b="b"/>
              <a:pathLst>
                <a:path w="1465" h="359" extrusionOk="0">
                  <a:moveTo>
                    <a:pt x="179" y="1"/>
                  </a:moveTo>
                  <a:cubicBezTo>
                    <a:pt x="96" y="1"/>
                    <a:pt x="0" y="72"/>
                    <a:pt x="0" y="179"/>
                  </a:cubicBezTo>
                  <a:cubicBezTo>
                    <a:pt x="0" y="287"/>
                    <a:pt x="72" y="358"/>
                    <a:pt x="179" y="358"/>
                  </a:cubicBezTo>
                  <a:lnTo>
                    <a:pt x="1286" y="358"/>
                  </a:lnTo>
                  <a:cubicBezTo>
                    <a:pt x="1370" y="358"/>
                    <a:pt x="1465" y="287"/>
                    <a:pt x="1465" y="179"/>
                  </a:cubicBezTo>
                  <a:cubicBezTo>
                    <a:pt x="1465" y="72"/>
                    <a:pt x="1370" y="1"/>
                    <a:pt x="128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25"/>
            <p:cNvSpPr/>
            <p:nvPr/>
          </p:nvSpPr>
          <p:spPr>
            <a:xfrm>
              <a:off x="5343507" y="2989149"/>
              <a:ext cx="46521" cy="11400"/>
            </a:xfrm>
            <a:custGeom>
              <a:avLst/>
              <a:gdLst/>
              <a:ahLst/>
              <a:cxnLst/>
              <a:rect l="l" t="t" r="r" b="b"/>
              <a:pathLst>
                <a:path w="1465" h="359" extrusionOk="0">
                  <a:moveTo>
                    <a:pt x="179" y="1"/>
                  </a:moveTo>
                  <a:cubicBezTo>
                    <a:pt x="95" y="1"/>
                    <a:pt x="0" y="72"/>
                    <a:pt x="0" y="179"/>
                  </a:cubicBezTo>
                  <a:cubicBezTo>
                    <a:pt x="0" y="287"/>
                    <a:pt x="83" y="358"/>
                    <a:pt x="179" y="358"/>
                  </a:cubicBezTo>
                  <a:lnTo>
                    <a:pt x="1286" y="358"/>
                  </a:lnTo>
                  <a:cubicBezTo>
                    <a:pt x="1369" y="358"/>
                    <a:pt x="1465" y="287"/>
                    <a:pt x="1465" y="179"/>
                  </a:cubicBezTo>
                  <a:cubicBezTo>
                    <a:pt x="1465" y="72"/>
                    <a:pt x="1381" y="1"/>
                    <a:pt x="128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25"/>
            <p:cNvSpPr/>
            <p:nvPr/>
          </p:nvSpPr>
          <p:spPr>
            <a:xfrm>
              <a:off x="5506823" y="2989149"/>
              <a:ext cx="46172" cy="11400"/>
            </a:xfrm>
            <a:custGeom>
              <a:avLst/>
              <a:gdLst/>
              <a:ahLst/>
              <a:cxnLst/>
              <a:rect l="l" t="t" r="r" b="b"/>
              <a:pathLst>
                <a:path w="1454" h="359" extrusionOk="0">
                  <a:moveTo>
                    <a:pt x="179" y="1"/>
                  </a:moveTo>
                  <a:cubicBezTo>
                    <a:pt x="84" y="1"/>
                    <a:pt x="1" y="72"/>
                    <a:pt x="1" y="179"/>
                  </a:cubicBezTo>
                  <a:cubicBezTo>
                    <a:pt x="1" y="287"/>
                    <a:pt x="72" y="358"/>
                    <a:pt x="179" y="358"/>
                  </a:cubicBezTo>
                  <a:lnTo>
                    <a:pt x="1275" y="358"/>
                  </a:lnTo>
                  <a:cubicBezTo>
                    <a:pt x="1370" y="358"/>
                    <a:pt x="1453" y="287"/>
                    <a:pt x="1453" y="179"/>
                  </a:cubicBezTo>
                  <a:cubicBezTo>
                    <a:pt x="1453" y="72"/>
                    <a:pt x="1370" y="1"/>
                    <a:pt x="12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25"/>
            <p:cNvSpPr/>
            <p:nvPr/>
          </p:nvSpPr>
          <p:spPr>
            <a:xfrm>
              <a:off x="5343507" y="3036051"/>
              <a:ext cx="46521" cy="10987"/>
            </a:xfrm>
            <a:custGeom>
              <a:avLst/>
              <a:gdLst/>
              <a:ahLst/>
              <a:cxnLst/>
              <a:rect l="l" t="t" r="r" b="b"/>
              <a:pathLst>
                <a:path w="1465" h="346" extrusionOk="0">
                  <a:moveTo>
                    <a:pt x="179" y="0"/>
                  </a:moveTo>
                  <a:cubicBezTo>
                    <a:pt x="95" y="0"/>
                    <a:pt x="0" y="72"/>
                    <a:pt x="0" y="179"/>
                  </a:cubicBezTo>
                  <a:cubicBezTo>
                    <a:pt x="0" y="274"/>
                    <a:pt x="83" y="346"/>
                    <a:pt x="179" y="346"/>
                  </a:cubicBezTo>
                  <a:lnTo>
                    <a:pt x="1286" y="346"/>
                  </a:lnTo>
                  <a:cubicBezTo>
                    <a:pt x="1369" y="346"/>
                    <a:pt x="1465" y="274"/>
                    <a:pt x="1465" y="179"/>
                  </a:cubicBezTo>
                  <a:cubicBezTo>
                    <a:pt x="1465" y="72"/>
                    <a:pt x="1381" y="0"/>
                    <a:pt x="12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25"/>
            <p:cNvSpPr/>
            <p:nvPr/>
          </p:nvSpPr>
          <p:spPr>
            <a:xfrm>
              <a:off x="5424768" y="3036051"/>
              <a:ext cx="46553" cy="10987"/>
            </a:xfrm>
            <a:custGeom>
              <a:avLst/>
              <a:gdLst/>
              <a:ahLst/>
              <a:cxnLst/>
              <a:rect l="l" t="t" r="r" b="b"/>
              <a:pathLst>
                <a:path w="1466" h="346" extrusionOk="0">
                  <a:moveTo>
                    <a:pt x="180" y="0"/>
                  </a:moveTo>
                  <a:cubicBezTo>
                    <a:pt x="96" y="0"/>
                    <a:pt x="1" y="72"/>
                    <a:pt x="1" y="179"/>
                  </a:cubicBezTo>
                  <a:cubicBezTo>
                    <a:pt x="1" y="274"/>
                    <a:pt x="84" y="346"/>
                    <a:pt x="180" y="346"/>
                  </a:cubicBezTo>
                  <a:lnTo>
                    <a:pt x="1287" y="346"/>
                  </a:lnTo>
                  <a:cubicBezTo>
                    <a:pt x="1370" y="346"/>
                    <a:pt x="1465" y="274"/>
                    <a:pt x="1465" y="179"/>
                  </a:cubicBezTo>
                  <a:cubicBezTo>
                    <a:pt x="1465" y="72"/>
                    <a:pt x="1394" y="0"/>
                    <a:pt x="128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25"/>
            <p:cNvSpPr/>
            <p:nvPr/>
          </p:nvSpPr>
          <p:spPr>
            <a:xfrm>
              <a:off x="5506823" y="3036051"/>
              <a:ext cx="46172" cy="10987"/>
            </a:xfrm>
            <a:custGeom>
              <a:avLst/>
              <a:gdLst/>
              <a:ahLst/>
              <a:cxnLst/>
              <a:rect l="l" t="t" r="r" b="b"/>
              <a:pathLst>
                <a:path w="1454" h="346" extrusionOk="0">
                  <a:moveTo>
                    <a:pt x="179" y="0"/>
                  </a:moveTo>
                  <a:cubicBezTo>
                    <a:pt x="84" y="0"/>
                    <a:pt x="1" y="72"/>
                    <a:pt x="1" y="179"/>
                  </a:cubicBezTo>
                  <a:cubicBezTo>
                    <a:pt x="1" y="274"/>
                    <a:pt x="72" y="346"/>
                    <a:pt x="179" y="346"/>
                  </a:cubicBezTo>
                  <a:lnTo>
                    <a:pt x="1275" y="346"/>
                  </a:lnTo>
                  <a:cubicBezTo>
                    <a:pt x="1370" y="346"/>
                    <a:pt x="1453" y="274"/>
                    <a:pt x="1453" y="179"/>
                  </a:cubicBezTo>
                  <a:cubicBezTo>
                    <a:pt x="1453" y="72"/>
                    <a:pt x="1370" y="0"/>
                    <a:pt x="127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25"/>
            <p:cNvSpPr/>
            <p:nvPr/>
          </p:nvSpPr>
          <p:spPr>
            <a:xfrm>
              <a:off x="5343126" y="2930752"/>
              <a:ext cx="46902" cy="33851"/>
            </a:xfrm>
            <a:custGeom>
              <a:avLst/>
              <a:gdLst/>
              <a:ahLst/>
              <a:cxnLst/>
              <a:rect l="l" t="t" r="r" b="b"/>
              <a:pathLst>
                <a:path w="1477" h="1066" extrusionOk="0">
                  <a:moveTo>
                    <a:pt x="1293" y="0"/>
                  </a:moveTo>
                  <a:cubicBezTo>
                    <a:pt x="1250" y="0"/>
                    <a:pt x="1209" y="18"/>
                    <a:pt x="1179" y="54"/>
                  </a:cubicBezTo>
                  <a:lnTo>
                    <a:pt x="572" y="661"/>
                  </a:lnTo>
                  <a:lnTo>
                    <a:pt x="322" y="411"/>
                  </a:lnTo>
                  <a:cubicBezTo>
                    <a:pt x="280" y="375"/>
                    <a:pt x="235" y="358"/>
                    <a:pt x="194" y="358"/>
                  </a:cubicBezTo>
                  <a:cubicBezTo>
                    <a:pt x="152" y="358"/>
                    <a:pt x="113" y="375"/>
                    <a:pt x="84" y="411"/>
                  </a:cubicBezTo>
                  <a:cubicBezTo>
                    <a:pt x="0" y="483"/>
                    <a:pt x="0" y="590"/>
                    <a:pt x="84" y="649"/>
                  </a:cubicBezTo>
                  <a:lnTo>
                    <a:pt x="453" y="1018"/>
                  </a:lnTo>
                  <a:cubicBezTo>
                    <a:pt x="476" y="1054"/>
                    <a:pt x="524" y="1066"/>
                    <a:pt x="572" y="1066"/>
                  </a:cubicBezTo>
                  <a:cubicBezTo>
                    <a:pt x="619" y="1066"/>
                    <a:pt x="655" y="1054"/>
                    <a:pt x="691" y="1018"/>
                  </a:cubicBezTo>
                  <a:lnTo>
                    <a:pt x="1417" y="292"/>
                  </a:lnTo>
                  <a:cubicBezTo>
                    <a:pt x="1477" y="233"/>
                    <a:pt x="1477" y="125"/>
                    <a:pt x="1417" y="54"/>
                  </a:cubicBezTo>
                  <a:cubicBezTo>
                    <a:pt x="1381" y="18"/>
                    <a:pt x="1337" y="0"/>
                    <a:pt x="129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25"/>
            <p:cNvSpPr/>
            <p:nvPr/>
          </p:nvSpPr>
          <p:spPr>
            <a:xfrm>
              <a:off x="5506442" y="2930752"/>
              <a:ext cx="47283" cy="33851"/>
            </a:xfrm>
            <a:custGeom>
              <a:avLst/>
              <a:gdLst/>
              <a:ahLst/>
              <a:cxnLst/>
              <a:rect l="l" t="t" r="r" b="b"/>
              <a:pathLst>
                <a:path w="1489" h="1066" extrusionOk="0">
                  <a:moveTo>
                    <a:pt x="1282" y="0"/>
                  </a:moveTo>
                  <a:cubicBezTo>
                    <a:pt x="1239" y="0"/>
                    <a:pt x="1197" y="18"/>
                    <a:pt x="1167" y="54"/>
                  </a:cubicBezTo>
                  <a:lnTo>
                    <a:pt x="560" y="661"/>
                  </a:lnTo>
                  <a:lnTo>
                    <a:pt x="310" y="411"/>
                  </a:lnTo>
                  <a:cubicBezTo>
                    <a:pt x="275" y="375"/>
                    <a:pt x="230" y="358"/>
                    <a:pt x="187" y="358"/>
                  </a:cubicBezTo>
                  <a:cubicBezTo>
                    <a:pt x="144" y="358"/>
                    <a:pt x="102" y="375"/>
                    <a:pt x="72" y="411"/>
                  </a:cubicBezTo>
                  <a:cubicBezTo>
                    <a:pt x="1" y="483"/>
                    <a:pt x="1" y="590"/>
                    <a:pt x="72" y="649"/>
                  </a:cubicBezTo>
                  <a:lnTo>
                    <a:pt x="441" y="1018"/>
                  </a:lnTo>
                  <a:cubicBezTo>
                    <a:pt x="477" y="1054"/>
                    <a:pt x="513" y="1066"/>
                    <a:pt x="560" y="1066"/>
                  </a:cubicBezTo>
                  <a:cubicBezTo>
                    <a:pt x="608" y="1066"/>
                    <a:pt x="656" y="1054"/>
                    <a:pt x="679" y="1018"/>
                  </a:cubicBezTo>
                  <a:lnTo>
                    <a:pt x="1406" y="292"/>
                  </a:lnTo>
                  <a:cubicBezTo>
                    <a:pt x="1489" y="233"/>
                    <a:pt x="1489" y="125"/>
                    <a:pt x="1406" y="54"/>
                  </a:cubicBezTo>
                  <a:cubicBezTo>
                    <a:pt x="1370" y="18"/>
                    <a:pt x="1325" y="0"/>
                    <a:pt x="128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25"/>
            <p:cNvSpPr/>
            <p:nvPr/>
          </p:nvSpPr>
          <p:spPr>
            <a:xfrm>
              <a:off x="5424419" y="2977336"/>
              <a:ext cx="47283" cy="34168"/>
            </a:xfrm>
            <a:custGeom>
              <a:avLst/>
              <a:gdLst/>
              <a:ahLst/>
              <a:cxnLst/>
              <a:rect l="l" t="t" r="r" b="b"/>
              <a:pathLst>
                <a:path w="1489" h="1076" extrusionOk="0">
                  <a:moveTo>
                    <a:pt x="1293" y="1"/>
                  </a:moveTo>
                  <a:cubicBezTo>
                    <a:pt x="1250" y="1"/>
                    <a:pt x="1208" y="22"/>
                    <a:pt x="1179" y="63"/>
                  </a:cubicBezTo>
                  <a:lnTo>
                    <a:pt x="572" y="671"/>
                  </a:lnTo>
                  <a:lnTo>
                    <a:pt x="321" y="421"/>
                  </a:lnTo>
                  <a:cubicBezTo>
                    <a:pt x="280" y="379"/>
                    <a:pt x="235" y="358"/>
                    <a:pt x="193" y="358"/>
                  </a:cubicBezTo>
                  <a:cubicBezTo>
                    <a:pt x="152" y="358"/>
                    <a:pt x="113" y="379"/>
                    <a:pt x="83" y="421"/>
                  </a:cubicBezTo>
                  <a:cubicBezTo>
                    <a:pt x="0" y="492"/>
                    <a:pt x="0" y="599"/>
                    <a:pt x="83" y="659"/>
                  </a:cubicBezTo>
                  <a:lnTo>
                    <a:pt x="452" y="1028"/>
                  </a:lnTo>
                  <a:cubicBezTo>
                    <a:pt x="476" y="1052"/>
                    <a:pt x="524" y="1075"/>
                    <a:pt x="572" y="1075"/>
                  </a:cubicBezTo>
                  <a:cubicBezTo>
                    <a:pt x="619" y="1075"/>
                    <a:pt x="655" y="1052"/>
                    <a:pt x="691" y="1028"/>
                  </a:cubicBezTo>
                  <a:lnTo>
                    <a:pt x="1417" y="301"/>
                  </a:lnTo>
                  <a:cubicBezTo>
                    <a:pt x="1488" y="242"/>
                    <a:pt x="1488" y="123"/>
                    <a:pt x="1417" y="63"/>
                  </a:cubicBezTo>
                  <a:cubicBezTo>
                    <a:pt x="1381" y="22"/>
                    <a:pt x="1336" y="1"/>
                    <a:pt x="12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25"/>
            <p:cNvSpPr/>
            <p:nvPr/>
          </p:nvSpPr>
          <p:spPr>
            <a:xfrm>
              <a:off x="5261453" y="3024143"/>
              <a:ext cx="47283" cy="33851"/>
            </a:xfrm>
            <a:custGeom>
              <a:avLst/>
              <a:gdLst/>
              <a:ahLst/>
              <a:cxnLst/>
              <a:rect l="l" t="t" r="r" b="b"/>
              <a:pathLst>
                <a:path w="1489" h="1066" extrusionOk="0">
                  <a:moveTo>
                    <a:pt x="1289" y="0"/>
                  </a:moveTo>
                  <a:cubicBezTo>
                    <a:pt x="1248" y="0"/>
                    <a:pt x="1209" y="18"/>
                    <a:pt x="1179" y="54"/>
                  </a:cubicBezTo>
                  <a:lnTo>
                    <a:pt x="572" y="673"/>
                  </a:lnTo>
                  <a:lnTo>
                    <a:pt x="310" y="411"/>
                  </a:lnTo>
                  <a:cubicBezTo>
                    <a:pt x="274" y="375"/>
                    <a:pt x="230" y="357"/>
                    <a:pt x="186" y="357"/>
                  </a:cubicBezTo>
                  <a:cubicBezTo>
                    <a:pt x="143" y="357"/>
                    <a:pt x="102" y="375"/>
                    <a:pt x="72" y="411"/>
                  </a:cubicBezTo>
                  <a:cubicBezTo>
                    <a:pt x="0" y="494"/>
                    <a:pt x="0" y="590"/>
                    <a:pt x="72" y="649"/>
                  </a:cubicBezTo>
                  <a:lnTo>
                    <a:pt x="453" y="1030"/>
                  </a:lnTo>
                  <a:cubicBezTo>
                    <a:pt x="477" y="1054"/>
                    <a:pt x="524" y="1066"/>
                    <a:pt x="572" y="1066"/>
                  </a:cubicBezTo>
                  <a:cubicBezTo>
                    <a:pt x="608" y="1066"/>
                    <a:pt x="655" y="1054"/>
                    <a:pt x="691" y="1030"/>
                  </a:cubicBezTo>
                  <a:lnTo>
                    <a:pt x="1417" y="292"/>
                  </a:lnTo>
                  <a:cubicBezTo>
                    <a:pt x="1489" y="220"/>
                    <a:pt x="1489" y="113"/>
                    <a:pt x="1417" y="54"/>
                  </a:cubicBezTo>
                  <a:cubicBezTo>
                    <a:pt x="1376" y="18"/>
                    <a:pt x="1331" y="0"/>
                    <a:pt x="128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25"/>
            <p:cNvSpPr/>
            <p:nvPr/>
          </p:nvSpPr>
          <p:spPr>
            <a:xfrm>
              <a:off x="5424419" y="2884231"/>
              <a:ext cx="47283" cy="33883"/>
            </a:xfrm>
            <a:custGeom>
              <a:avLst/>
              <a:gdLst/>
              <a:ahLst/>
              <a:cxnLst/>
              <a:rect l="l" t="t" r="r" b="b"/>
              <a:pathLst>
                <a:path w="1489" h="1067" extrusionOk="0">
                  <a:moveTo>
                    <a:pt x="1293" y="1"/>
                  </a:moveTo>
                  <a:cubicBezTo>
                    <a:pt x="1250" y="1"/>
                    <a:pt x="1208" y="19"/>
                    <a:pt x="1179" y="54"/>
                  </a:cubicBezTo>
                  <a:lnTo>
                    <a:pt x="572" y="674"/>
                  </a:lnTo>
                  <a:lnTo>
                    <a:pt x="321" y="412"/>
                  </a:lnTo>
                  <a:cubicBezTo>
                    <a:pt x="280" y="376"/>
                    <a:pt x="235" y="358"/>
                    <a:pt x="193" y="358"/>
                  </a:cubicBezTo>
                  <a:cubicBezTo>
                    <a:pt x="152" y="358"/>
                    <a:pt x="113" y="376"/>
                    <a:pt x="83" y="412"/>
                  </a:cubicBezTo>
                  <a:cubicBezTo>
                    <a:pt x="0" y="495"/>
                    <a:pt x="0" y="590"/>
                    <a:pt x="83" y="650"/>
                  </a:cubicBezTo>
                  <a:lnTo>
                    <a:pt x="452" y="1031"/>
                  </a:lnTo>
                  <a:cubicBezTo>
                    <a:pt x="476" y="1055"/>
                    <a:pt x="524" y="1067"/>
                    <a:pt x="572" y="1067"/>
                  </a:cubicBezTo>
                  <a:cubicBezTo>
                    <a:pt x="619" y="1067"/>
                    <a:pt x="655" y="1055"/>
                    <a:pt x="691" y="1031"/>
                  </a:cubicBezTo>
                  <a:lnTo>
                    <a:pt x="1417" y="293"/>
                  </a:lnTo>
                  <a:cubicBezTo>
                    <a:pt x="1488" y="221"/>
                    <a:pt x="1488" y="114"/>
                    <a:pt x="1417" y="54"/>
                  </a:cubicBezTo>
                  <a:cubicBezTo>
                    <a:pt x="1381" y="19"/>
                    <a:pt x="1336" y="1"/>
                    <a:pt x="12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2" name="Google Shape;542;p25"/>
          <p:cNvGrpSpPr/>
          <p:nvPr/>
        </p:nvGrpSpPr>
        <p:grpSpPr>
          <a:xfrm>
            <a:off x="7415956" y="1496382"/>
            <a:ext cx="333121" cy="358869"/>
            <a:chOff x="6896644" y="3216007"/>
            <a:chExt cx="322917" cy="347876"/>
          </a:xfrm>
        </p:grpSpPr>
        <p:sp>
          <p:nvSpPr>
            <p:cNvPr id="543" name="Google Shape;543;p25"/>
            <p:cNvSpPr/>
            <p:nvPr/>
          </p:nvSpPr>
          <p:spPr>
            <a:xfrm>
              <a:off x="6896644" y="3216007"/>
              <a:ext cx="301387" cy="347876"/>
            </a:xfrm>
            <a:custGeom>
              <a:avLst/>
              <a:gdLst/>
              <a:ahLst/>
              <a:cxnLst/>
              <a:rect l="l" t="t" r="r" b="b"/>
              <a:pathLst>
                <a:path w="9491" h="10955" extrusionOk="0">
                  <a:moveTo>
                    <a:pt x="5192" y="382"/>
                  </a:moveTo>
                  <a:lnTo>
                    <a:pt x="6490" y="1679"/>
                  </a:lnTo>
                  <a:lnTo>
                    <a:pt x="3906" y="1679"/>
                  </a:lnTo>
                  <a:lnTo>
                    <a:pt x="5192" y="382"/>
                  </a:lnTo>
                  <a:close/>
                  <a:moveTo>
                    <a:pt x="5186" y="1"/>
                  </a:moveTo>
                  <a:cubicBezTo>
                    <a:pt x="5144" y="1"/>
                    <a:pt x="5103" y="13"/>
                    <a:pt x="5073" y="36"/>
                  </a:cubicBezTo>
                  <a:lnTo>
                    <a:pt x="3442" y="1679"/>
                  </a:lnTo>
                  <a:lnTo>
                    <a:pt x="870" y="1679"/>
                  </a:lnTo>
                  <a:cubicBezTo>
                    <a:pt x="775" y="1679"/>
                    <a:pt x="703" y="1751"/>
                    <a:pt x="703" y="1846"/>
                  </a:cubicBezTo>
                  <a:lnTo>
                    <a:pt x="703" y="4501"/>
                  </a:lnTo>
                  <a:lnTo>
                    <a:pt x="168" y="4501"/>
                  </a:lnTo>
                  <a:cubicBezTo>
                    <a:pt x="72" y="4501"/>
                    <a:pt x="1" y="4585"/>
                    <a:pt x="1" y="4668"/>
                  </a:cubicBezTo>
                  <a:lnTo>
                    <a:pt x="1" y="10788"/>
                  </a:lnTo>
                  <a:cubicBezTo>
                    <a:pt x="1" y="10883"/>
                    <a:pt x="72" y="10954"/>
                    <a:pt x="168" y="10954"/>
                  </a:cubicBezTo>
                  <a:lnTo>
                    <a:pt x="1846" y="10954"/>
                  </a:lnTo>
                  <a:cubicBezTo>
                    <a:pt x="1942" y="10954"/>
                    <a:pt x="2013" y="10883"/>
                    <a:pt x="2013" y="10788"/>
                  </a:cubicBezTo>
                  <a:cubicBezTo>
                    <a:pt x="2013" y="10704"/>
                    <a:pt x="1942" y="10621"/>
                    <a:pt x="1846" y="10621"/>
                  </a:cubicBezTo>
                  <a:lnTo>
                    <a:pt x="334" y="10621"/>
                  </a:lnTo>
                  <a:lnTo>
                    <a:pt x="334" y="4989"/>
                  </a:lnTo>
                  <a:lnTo>
                    <a:pt x="1084" y="5537"/>
                  </a:lnTo>
                  <a:cubicBezTo>
                    <a:pt x="1115" y="5554"/>
                    <a:pt x="1147" y="5562"/>
                    <a:pt x="1178" y="5562"/>
                  </a:cubicBezTo>
                  <a:cubicBezTo>
                    <a:pt x="1231" y="5562"/>
                    <a:pt x="1280" y="5539"/>
                    <a:pt x="1311" y="5501"/>
                  </a:cubicBezTo>
                  <a:cubicBezTo>
                    <a:pt x="1358" y="5430"/>
                    <a:pt x="1346" y="5323"/>
                    <a:pt x="1275" y="5287"/>
                  </a:cubicBezTo>
                  <a:lnTo>
                    <a:pt x="1049" y="5096"/>
                  </a:lnTo>
                  <a:lnTo>
                    <a:pt x="1049" y="4692"/>
                  </a:lnTo>
                  <a:lnTo>
                    <a:pt x="1049" y="4668"/>
                  </a:lnTo>
                  <a:lnTo>
                    <a:pt x="1049" y="4656"/>
                  </a:lnTo>
                  <a:lnTo>
                    <a:pt x="1049" y="2013"/>
                  </a:lnTo>
                  <a:lnTo>
                    <a:pt x="9169" y="2013"/>
                  </a:lnTo>
                  <a:lnTo>
                    <a:pt x="9169" y="2620"/>
                  </a:lnTo>
                  <a:cubicBezTo>
                    <a:pt x="9169" y="2703"/>
                    <a:pt x="9240" y="2787"/>
                    <a:pt x="9335" y="2787"/>
                  </a:cubicBezTo>
                  <a:cubicBezTo>
                    <a:pt x="9419" y="2787"/>
                    <a:pt x="9490" y="2703"/>
                    <a:pt x="9490" y="2620"/>
                  </a:cubicBezTo>
                  <a:lnTo>
                    <a:pt x="9490" y="1846"/>
                  </a:lnTo>
                  <a:cubicBezTo>
                    <a:pt x="9466" y="1751"/>
                    <a:pt x="9395" y="1679"/>
                    <a:pt x="9300" y="1679"/>
                  </a:cubicBezTo>
                  <a:lnTo>
                    <a:pt x="6930" y="1679"/>
                  </a:lnTo>
                  <a:lnTo>
                    <a:pt x="5299" y="36"/>
                  </a:lnTo>
                  <a:cubicBezTo>
                    <a:pt x="5269" y="13"/>
                    <a:pt x="5228" y="1"/>
                    <a:pt x="518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25"/>
            <p:cNvSpPr/>
            <p:nvPr/>
          </p:nvSpPr>
          <p:spPr>
            <a:xfrm>
              <a:off x="6954883" y="3306382"/>
              <a:ext cx="42012" cy="41980"/>
            </a:xfrm>
            <a:custGeom>
              <a:avLst/>
              <a:gdLst/>
              <a:ahLst/>
              <a:cxnLst/>
              <a:rect l="l" t="t" r="r" b="b"/>
              <a:pathLst>
                <a:path w="1323" h="1322" extrusionOk="0">
                  <a:moveTo>
                    <a:pt x="1001" y="322"/>
                  </a:moveTo>
                  <a:lnTo>
                    <a:pt x="1001" y="988"/>
                  </a:lnTo>
                  <a:lnTo>
                    <a:pt x="322" y="988"/>
                  </a:lnTo>
                  <a:lnTo>
                    <a:pt x="322" y="322"/>
                  </a:lnTo>
                  <a:close/>
                  <a:moveTo>
                    <a:pt x="167" y="0"/>
                  </a:moveTo>
                  <a:cubicBezTo>
                    <a:pt x="72" y="0"/>
                    <a:pt x="1" y="72"/>
                    <a:pt x="1" y="155"/>
                  </a:cubicBezTo>
                  <a:lnTo>
                    <a:pt x="1" y="1155"/>
                  </a:lnTo>
                  <a:cubicBezTo>
                    <a:pt x="1" y="1250"/>
                    <a:pt x="72" y="1322"/>
                    <a:pt x="167" y="1322"/>
                  </a:cubicBezTo>
                  <a:lnTo>
                    <a:pt x="1155" y="1322"/>
                  </a:lnTo>
                  <a:cubicBezTo>
                    <a:pt x="1251" y="1322"/>
                    <a:pt x="1322" y="1250"/>
                    <a:pt x="1322" y="1155"/>
                  </a:cubicBezTo>
                  <a:lnTo>
                    <a:pt x="1322" y="155"/>
                  </a:lnTo>
                  <a:cubicBezTo>
                    <a:pt x="1310" y="72"/>
                    <a:pt x="1239" y="0"/>
                    <a:pt x="115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25"/>
            <p:cNvSpPr/>
            <p:nvPr/>
          </p:nvSpPr>
          <p:spPr>
            <a:xfrm>
              <a:off x="7013122" y="3306382"/>
              <a:ext cx="32168" cy="10225"/>
            </a:xfrm>
            <a:custGeom>
              <a:avLst/>
              <a:gdLst/>
              <a:ahLst/>
              <a:cxnLst/>
              <a:rect l="l" t="t" r="r" b="b"/>
              <a:pathLst>
                <a:path w="1013" h="322" extrusionOk="0">
                  <a:moveTo>
                    <a:pt x="155" y="0"/>
                  </a:moveTo>
                  <a:cubicBezTo>
                    <a:pt x="72" y="0"/>
                    <a:pt x="0" y="72"/>
                    <a:pt x="0" y="155"/>
                  </a:cubicBezTo>
                  <a:cubicBezTo>
                    <a:pt x="0" y="250"/>
                    <a:pt x="72" y="322"/>
                    <a:pt x="155" y="322"/>
                  </a:cubicBezTo>
                  <a:lnTo>
                    <a:pt x="845" y="322"/>
                  </a:lnTo>
                  <a:cubicBezTo>
                    <a:pt x="929" y="322"/>
                    <a:pt x="1012" y="250"/>
                    <a:pt x="1012" y="155"/>
                  </a:cubicBezTo>
                  <a:cubicBezTo>
                    <a:pt x="1012" y="72"/>
                    <a:pt x="929" y="0"/>
                    <a:pt x="84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25"/>
            <p:cNvSpPr/>
            <p:nvPr/>
          </p:nvSpPr>
          <p:spPr>
            <a:xfrm>
              <a:off x="7013471" y="3333596"/>
              <a:ext cx="105903" cy="10606"/>
            </a:xfrm>
            <a:custGeom>
              <a:avLst/>
              <a:gdLst/>
              <a:ahLst/>
              <a:cxnLst/>
              <a:rect l="l" t="t" r="r" b="b"/>
              <a:pathLst>
                <a:path w="3335" h="334" extrusionOk="0">
                  <a:moveTo>
                    <a:pt x="168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34"/>
                    <a:pt x="168" y="334"/>
                  </a:cubicBezTo>
                  <a:lnTo>
                    <a:pt x="3168" y="334"/>
                  </a:lnTo>
                  <a:cubicBezTo>
                    <a:pt x="3251" y="334"/>
                    <a:pt x="3335" y="250"/>
                    <a:pt x="3335" y="167"/>
                  </a:cubicBezTo>
                  <a:cubicBezTo>
                    <a:pt x="3335" y="60"/>
                    <a:pt x="3263" y="0"/>
                    <a:pt x="316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25"/>
            <p:cNvSpPr/>
            <p:nvPr/>
          </p:nvSpPr>
          <p:spPr>
            <a:xfrm>
              <a:off x="6966982" y="3375576"/>
              <a:ext cx="63923" cy="10606"/>
            </a:xfrm>
            <a:custGeom>
              <a:avLst/>
              <a:gdLst/>
              <a:ahLst/>
              <a:cxnLst/>
              <a:rect l="l" t="t" r="r" b="b"/>
              <a:pathLst>
                <a:path w="2013" h="334" extrusionOk="0">
                  <a:moveTo>
                    <a:pt x="167" y="0"/>
                  </a:moveTo>
                  <a:cubicBezTo>
                    <a:pt x="84" y="0"/>
                    <a:pt x="1" y="71"/>
                    <a:pt x="1" y="167"/>
                  </a:cubicBezTo>
                  <a:cubicBezTo>
                    <a:pt x="1" y="262"/>
                    <a:pt x="84" y="333"/>
                    <a:pt x="167" y="333"/>
                  </a:cubicBezTo>
                  <a:lnTo>
                    <a:pt x="1846" y="333"/>
                  </a:lnTo>
                  <a:cubicBezTo>
                    <a:pt x="1941" y="333"/>
                    <a:pt x="2013" y="262"/>
                    <a:pt x="2013" y="167"/>
                  </a:cubicBezTo>
                  <a:cubicBezTo>
                    <a:pt x="2013" y="71"/>
                    <a:pt x="1941" y="0"/>
                    <a:pt x="184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25"/>
            <p:cNvSpPr/>
            <p:nvPr/>
          </p:nvSpPr>
          <p:spPr>
            <a:xfrm>
              <a:off x="6928781" y="3524157"/>
              <a:ext cx="52237" cy="10225"/>
            </a:xfrm>
            <a:custGeom>
              <a:avLst/>
              <a:gdLst/>
              <a:ahLst/>
              <a:cxnLst/>
              <a:rect l="l" t="t" r="r" b="b"/>
              <a:pathLst>
                <a:path w="1645" h="322" extrusionOk="0">
                  <a:moveTo>
                    <a:pt x="168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22"/>
                    <a:pt x="168" y="322"/>
                  </a:cubicBezTo>
                  <a:lnTo>
                    <a:pt x="1477" y="322"/>
                  </a:lnTo>
                  <a:cubicBezTo>
                    <a:pt x="1561" y="322"/>
                    <a:pt x="1644" y="250"/>
                    <a:pt x="1644" y="167"/>
                  </a:cubicBezTo>
                  <a:cubicBezTo>
                    <a:pt x="1644" y="72"/>
                    <a:pt x="1561" y="0"/>
                    <a:pt x="147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25"/>
            <p:cNvSpPr/>
            <p:nvPr/>
          </p:nvSpPr>
          <p:spPr>
            <a:xfrm>
              <a:off x="6945420" y="3314701"/>
              <a:ext cx="274141" cy="248800"/>
            </a:xfrm>
            <a:custGeom>
              <a:avLst/>
              <a:gdLst/>
              <a:ahLst/>
              <a:cxnLst/>
              <a:rect l="l" t="t" r="r" b="b"/>
              <a:pathLst>
                <a:path w="8633" h="7835" extrusionOk="0">
                  <a:moveTo>
                    <a:pt x="5835" y="3274"/>
                  </a:moveTo>
                  <a:lnTo>
                    <a:pt x="5323" y="3632"/>
                  </a:lnTo>
                  <a:lnTo>
                    <a:pt x="1787" y="3632"/>
                  </a:lnTo>
                  <a:lnTo>
                    <a:pt x="1275" y="3274"/>
                  </a:lnTo>
                  <a:close/>
                  <a:moveTo>
                    <a:pt x="4882" y="3965"/>
                  </a:moveTo>
                  <a:lnTo>
                    <a:pt x="4370" y="4322"/>
                  </a:lnTo>
                  <a:lnTo>
                    <a:pt x="2739" y="4322"/>
                  </a:lnTo>
                  <a:lnTo>
                    <a:pt x="2227" y="3965"/>
                  </a:lnTo>
                  <a:close/>
                  <a:moveTo>
                    <a:pt x="3930" y="4632"/>
                  </a:moveTo>
                  <a:lnTo>
                    <a:pt x="3561" y="4894"/>
                  </a:lnTo>
                  <a:lnTo>
                    <a:pt x="3180" y="4632"/>
                  </a:lnTo>
                  <a:close/>
                  <a:moveTo>
                    <a:pt x="7752" y="0"/>
                  </a:moveTo>
                  <a:cubicBezTo>
                    <a:pt x="7668" y="0"/>
                    <a:pt x="7585" y="72"/>
                    <a:pt x="7585" y="167"/>
                  </a:cubicBezTo>
                  <a:lnTo>
                    <a:pt x="7585" y="1560"/>
                  </a:lnTo>
                  <a:lnTo>
                    <a:pt x="7585" y="1977"/>
                  </a:lnTo>
                  <a:lnTo>
                    <a:pt x="6252" y="2929"/>
                  </a:lnTo>
                  <a:lnTo>
                    <a:pt x="799" y="2929"/>
                  </a:lnTo>
                  <a:lnTo>
                    <a:pt x="263" y="2548"/>
                  </a:lnTo>
                  <a:cubicBezTo>
                    <a:pt x="233" y="2528"/>
                    <a:pt x="197" y="2519"/>
                    <a:pt x="162" y="2519"/>
                  </a:cubicBezTo>
                  <a:cubicBezTo>
                    <a:pt x="114" y="2519"/>
                    <a:pt x="69" y="2537"/>
                    <a:pt x="48" y="2572"/>
                  </a:cubicBezTo>
                  <a:cubicBezTo>
                    <a:pt x="1" y="2643"/>
                    <a:pt x="13" y="2750"/>
                    <a:pt x="72" y="2798"/>
                  </a:cubicBezTo>
                  <a:lnTo>
                    <a:pt x="3442" y="5215"/>
                  </a:lnTo>
                  <a:cubicBezTo>
                    <a:pt x="3472" y="5233"/>
                    <a:pt x="3504" y="5242"/>
                    <a:pt x="3537" y="5242"/>
                  </a:cubicBezTo>
                  <a:cubicBezTo>
                    <a:pt x="3570" y="5242"/>
                    <a:pt x="3602" y="5233"/>
                    <a:pt x="3632" y="5215"/>
                  </a:cubicBezTo>
                  <a:lnTo>
                    <a:pt x="8300" y="1858"/>
                  </a:lnTo>
                  <a:lnTo>
                    <a:pt x="8300" y="7501"/>
                  </a:lnTo>
                  <a:lnTo>
                    <a:pt x="941" y="7501"/>
                  </a:lnTo>
                  <a:cubicBezTo>
                    <a:pt x="846" y="7501"/>
                    <a:pt x="775" y="7572"/>
                    <a:pt x="775" y="7668"/>
                  </a:cubicBezTo>
                  <a:cubicBezTo>
                    <a:pt x="775" y="7751"/>
                    <a:pt x="846" y="7834"/>
                    <a:pt x="941" y="7834"/>
                  </a:cubicBezTo>
                  <a:lnTo>
                    <a:pt x="8454" y="7834"/>
                  </a:lnTo>
                  <a:cubicBezTo>
                    <a:pt x="8538" y="7834"/>
                    <a:pt x="8621" y="7751"/>
                    <a:pt x="8621" y="7668"/>
                  </a:cubicBezTo>
                  <a:lnTo>
                    <a:pt x="8621" y="1548"/>
                  </a:lnTo>
                  <a:cubicBezTo>
                    <a:pt x="8625" y="1552"/>
                    <a:pt x="8628" y="1553"/>
                    <a:pt x="8629" y="1553"/>
                  </a:cubicBezTo>
                  <a:cubicBezTo>
                    <a:pt x="8633" y="1553"/>
                    <a:pt x="8633" y="1548"/>
                    <a:pt x="8633" y="1548"/>
                  </a:cubicBezTo>
                  <a:cubicBezTo>
                    <a:pt x="8621" y="1477"/>
                    <a:pt x="8561" y="1417"/>
                    <a:pt x="8466" y="1417"/>
                  </a:cubicBezTo>
                  <a:lnTo>
                    <a:pt x="7919" y="1417"/>
                  </a:lnTo>
                  <a:lnTo>
                    <a:pt x="7919" y="167"/>
                  </a:lnTo>
                  <a:cubicBezTo>
                    <a:pt x="7919" y="72"/>
                    <a:pt x="7847" y="0"/>
                    <a:pt x="775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4" name="Google Shape;554;p26"/>
          <p:cNvGrpSpPr/>
          <p:nvPr/>
        </p:nvGrpSpPr>
        <p:grpSpPr>
          <a:xfrm>
            <a:off x="3045775" y="1453488"/>
            <a:ext cx="3052500" cy="3052500"/>
            <a:chOff x="4389375" y="1045500"/>
            <a:chExt cx="3052500" cy="3052500"/>
          </a:xfrm>
        </p:grpSpPr>
        <p:sp>
          <p:nvSpPr>
            <p:cNvPr id="555" name="Google Shape;555;p26"/>
            <p:cNvSpPr/>
            <p:nvPr/>
          </p:nvSpPr>
          <p:spPr>
            <a:xfrm>
              <a:off x="4389375" y="1045500"/>
              <a:ext cx="3052500" cy="3052500"/>
            </a:xfrm>
            <a:prstGeom prst="pie">
              <a:avLst>
                <a:gd name="adj1" fmla="val 2991682"/>
                <a:gd name="adj2" fmla="val 11353025"/>
              </a:avLst>
            </a:prstGeom>
            <a:solidFill>
              <a:schemeClr val="accent5"/>
            </a:solidFill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26"/>
            <p:cNvSpPr/>
            <p:nvPr/>
          </p:nvSpPr>
          <p:spPr>
            <a:xfrm>
              <a:off x="4389375" y="1045500"/>
              <a:ext cx="3052500" cy="3052500"/>
            </a:xfrm>
            <a:prstGeom prst="pie">
              <a:avLst>
                <a:gd name="adj1" fmla="val 18630211"/>
                <a:gd name="adj2" fmla="val 2992373"/>
              </a:avLst>
            </a:prstGeom>
            <a:solidFill>
              <a:schemeClr val="accent3"/>
            </a:solidFill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26"/>
            <p:cNvSpPr/>
            <p:nvPr/>
          </p:nvSpPr>
          <p:spPr>
            <a:xfrm>
              <a:off x="4389375" y="1045500"/>
              <a:ext cx="3052500" cy="3052500"/>
            </a:xfrm>
            <a:prstGeom prst="pie">
              <a:avLst>
                <a:gd name="adj1" fmla="val 15043696"/>
                <a:gd name="adj2" fmla="val 18626570"/>
              </a:avLst>
            </a:prstGeom>
            <a:solidFill>
              <a:schemeClr val="accent2"/>
            </a:solidFill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26"/>
            <p:cNvSpPr/>
            <p:nvPr/>
          </p:nvSpPr>
          <p:spPr>
            <a:xfrm>
              <a:off x="4389375" y="1045500"/>
              <a:ext cx="3052500" cy="3052500"/>
            </a:xfrm>
            <a:prstGeom prst="pie">
              <a:avLst>
                <a:gd name="adj1" fmla="val 11361736"/>
                <a:gd name="adj2" fmla="val 15052745"/>
              </a:avLst>
            </a:prstGeom>
            <a:solidFill>
              <a:schemeClr val="accent1"/>
            </a:solidFill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26"/>
            <p:cNvSpPr txBox="1"/>
            <p:nvPr/>
          </p:nvSpPr>
          <p:spPr>
            <a:xfrm>
              <a:off x="5040364" y="3054724"/>
              <a:ext cx="915300" cy="39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35</a:t>
              </a:r>
              <a:r>
                <a:rPr lang="en" sz="1800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%</a:t>
              </a:r>
              <a:endParaRPr sz="180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560" name="Google Shape;560;p26"/>
            <p:cNvSpPr txBox="1"/>
            <p:nvPr/>
          </p:nvSpPr>
          <p:spPr>
            <a:xfrm>
              <a:off x="6351589" y="2349374"/>
              <a:ext cx="915300" cy="39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25</a:t>
              </a:r>
              <a:r>
                <a:rPr lang="en" sz="1800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%</a:t>
              </a:r>
              <a:endParaRPr sz="180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561" name="Google Shape;561;p26"/>
            <p:cNvSpPr txBox="1"/>
            <p:nvPr/>
          </p:nvSpPr>
          <p:spPr>
            <a:xfrm>
              <a:off x="5658014" y="1471924"/>
              <a:ext cx="915300" cy="39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15</a:t>
              </a:r>
              <a:r>
                <a:rPr lang="en" sz="1800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%</a:t>
              </a:r>
              <a:endParaRPr sz="180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562" name="Google Shape;562;p26"/>
            <p:cNvSpPr txBox="1"/>
            <p:nvPr/>
          </p:nvSpPr>
          <p:spPr>
            <a:xfrm>
              <a:off x="4651564" y="1792349"/>
              <a:ext cx="915300" cy="39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15</a:t>
              </a:r>
              <a:r>
                <a:rPr lang="en" sz="1800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%</a:t>
              </a:r>
              <a:endParaRPr sz="180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sp>
        <p:nvSpPr>
          <p:cNvPr id="563" name="Google Shape;563;p26"/>
          <p:cNvSpPr txBox="1">
            <a:spLocks noGrp="1"/>
          </p:cNvSpPr>
          <p:nvPr>
            <p:ph type="title"/>
          </p:nvPr>
        </p:nvSpPr>
        <p:spPr>
          <a:xfrm>
            <a:off x="483675" y="415425"/>
            <a:ext cx="82032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Data Charts Infographics</a:t>
            </a:r>
            <a:endParaRPr/>
          </a:p>
        </p:txBody>
      </p:sp>
      <p:grpSp>
        <p:nvGrpSpPr>
          <p:cNvPr id="564" name="Google Shape;564;p26"/>
          <p:cNvGrpSpPr/>
          <p:nvPr/>
        </p:nvGrpSpPr>
        <p:grpSpPr>
          <a:xfrm>
            <a:off x="710275" y="1592600"/>
            <a:ext cx="2851100" cy="1179763"/>
            <a:chOff x="710275" y="1442775"/>
            <a:chExt cx="2851100" cy="1179763"/>
          </a:xfrm>
        </p:grpSpPr>
        <p:sp>
          <p:nvSpPr>
            <p:cNvPr id="565" name="Google Shape;565;p26"/>
            <p:cNvSpPr txBox="1"/>
            <p:nvPr/>
          </p:nvSpPr>
          <p:spPr>
            <a:xfrm>
              <a:off x="710275" y="1607763"/>
              <a:ext cx="1884600" cy="26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Quarter 1</a:t>
              </a:r>
              <a:endParaRPr sz="17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566" name="Google Shape;566;p26"/>
            <p:cNvSpPr txBox="1"/>
            <p:nvPr/>
          </p:nvSpPr>
          <p:spPr>
            <a:xfrm>
              <a:off x="710275" y="1861738"/>
              <a:ext cx="1884600" cy="76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Venus has a beautiful name and is the second planet from the Sun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67" name="Google Shape;567;p26"/>
            <p:cNvSpPr/>
            <p:nvPr/>
          </p:nvSpPr>
          <p:spPr>
            <a:xfrm>
              <a:off x="815175" y="1442775"/>
              <a:ext cx="607500" cy="92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68" name="Google Shape;568;p26"/>
            <p:cNvCxnSpPr/>
            <p:nvPr/>
          </p:nvCxnSpPr>
          <p:spPr>
            <a:xfrm>
              <a:off x="1575075" y="1488825"/>
              <a:ext cx="19863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569" name="Google Shape;569;p26"/>
          <p:cNvGrpSpPr/>
          <p:nvPr/>
        </p:nvGrpSpPr>
        <p:grpSpPr>
          <a:xfrm>
            <a:off x="710275" y="3187125"/>
            <a:ext cx="2171600" cy="1179763"/>
            <a:chOff x="710275" y="3037300"/>
            <a:chExt cx="2171600" cy="1179763"/>
          </a:xfrm>
        </p:grpSpPr>
        <p:sp>
          <p:nvSpPr>
            <p:cNvPr id="570" name="Google Shape;570;p26"/>
            <p:cNvSpPr txBox="1"/>
            <p:nvPr/>
          </p:nvSpPr>
          <p:spPr>
            <a:xfrm>
              <a:off x="710275" y="3202288"/>
              <a:ext cx="1884600" cy="26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5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Quarter 3</a:t>
              </a:r>
              <a:endParaRPr sz="1700">
                <a:solidFill>
                  <a:schemeClr val="accent5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571" name="Google Shape;571;p26"/>
            <p:cNvSpPr txBox="1"/>
            <p:nvPr/>
          </p:nvSpPr>
          <p:spPr>
            <a:xfrm>
              <a:off x="710275" y="3456263"/>
              <a:ext cx="1884600" cy="76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Mercury is the closest planet to the Sun and the smallest one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72" name="Google Shape;572;p26"/>
            <p:cNvSpPr/>
            <p:nvPr/>
          </p:nvSpPr>
          <p:spPr>
            <a:xfrm>
              <a:off x="815175" y="3037300"/>
              <a:ext cx="607500" cy="921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73" name="Google Shape;573;p26"/>
            <p:cNvCxnSpPr/>
            <p:nvPr/>
          </p:nvCxnSpPr>
          <p:spPr>
            <a:xfrm>
              <a:off x="1575075" y="3083350"/>
              <a:ext cx="1306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574" name="Google Shape;574;p26"/>
          <p:cNvGrpSpPr/>
          <p:nvPr/>
        </p:nvGrpSpPr>
        <p:grpSpPr>
          <a:xfrm>
            <a:off x="5582675" y="1592600"/>
            <a:ext cx="2851100" cy="1179763"/>
            <a:chOff x="5582675" y="1442775"/>
            <a:chExt cx="2851100" cy="1179763"/>
          </a:xfrm>
        </p:grpSpPr>
        <p:sp>
          <p:nvSpPr>
            <p:cNvPr id="575" name="Google Shape;575;p26"/>
            <p:cNvSpPr txBox="1"/>
            <p:nvPr/>
          </p:nvSpPr>
          <p:spPr>
            <a:xfrm>
              <a:off x="6549175" y="1607763"/>
              <a:ext cx="1884600" cy="26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Quarter 2</a:t>
              </a:r>
              <a:endParaRPr sz="170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576" name="Google Shape;576;p26"/>
            <p:cNvSpPr txBox="1"/>
            <p:nvPr/>
          </p:nvSpPr>
          <p:spPr>
            <a:xfrm>
              <a:off x="6549175" y="1861738"/>
              <a:ext cx="1884600" cy="76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Despite being red, Mars is a cold place full of iron oxide dust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77" name="Google Shape;577;p26"/>
            <p:cNvSpPr/>
            <p:nvPr/>
          </p:nvSpPr>
          <p:spPr>
            <a:xfrm>
              <a:off x="7721375" y="1442775"/>
              <a:ext cx="607500" cy="92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78" name="Google Shape;578;p26"/>
            <p:cNvCxnSpPr/>
            <p:nvPr/>
          </p:nvCxnSpPr>
          <p:spPr>
            <a:xfrm>
              <a:off x="5582675" y="1488825"/>
              <a:ext cx="1986300" cy="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579" name="Google Shape;579;p26"/>
          <p:cNvGrpSpPr/>
          <p:nvPr/>
        </p:nvGrpSpPr>
        <p:grpSpPr>
          <a:xfrm>
            <a:off x="6262175" y="3187125"/>
            <a:ext cx="2171600" cy="1179763"/>
            <a:chOff x="6262175" y="3037300"/>
            <a:chExt cx="2171600" cy="1179763"/>
          </a:xfrm>
        </p:grpSpPr>
        <p:sp>
          <p:nvSpPr>
            <p:cNvPr id="580" name="Google Shape;580;p26"/>
            <p:cNvSpPr txBox="1"/>
            <p:nvPr/>
          </p:nvSpPr>
          <p:spPr>
            <a:xfrm>
              <a:off x="6549175" y="3202288"/>
              <a:ext cx="1884600" cy="26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Quarter 4</a:t>
              </a:r>
              <a:endParaRPr sz="170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581" name="Google Shape;581;p26"/>
            <p:cNvSpPr txBox="1"/>
            <p:nvPr/>
          </p:nvSpPr>
          <p:spPr>
            <a:xfrm>
              <a:off x="6549175" y="3456263"/>
              <a:ext cx="1884600" cy="76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Jupiter is a gas giant and the biggest planet in the Solar System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82" name="Google Shape;582;p26"/>
            <p:cNvSpPr/>
            <p:nvPr/>
          </p:nvSpPr>
          <p:spPr>
            <a:xfrm>
              <a:off x="7721375" y="3037300"/>
              <a:ext cx="607500" cy="92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83" name="Google Shape;583;p26"/>
            <p:cNvCxnSpPr/>
            <p:nvPr/>
          </p:nvCxnSpPr>
          <p:spPr>
            <a:xfrm>
              <a:off x="6262175" y="3083350"/>
              <a:ext cx="1306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27"/>
          <p:cNvSpPr txBox="1">
            <a:spLocks noGrp="1"/>
          </p:cNvSpPr>
          <p:nvPr>
            <p:ph type="title"/>
          </p:nvPr>
        </p:nvSpPr>
        <p:spPr>
          <a:xfrm>
            <a:off x="483675" y="415425"/>
            <a:ext cx="82032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Data Charts Infographics</a:t>
            </a:r>
            <a:endParaRPr/>
          </a:p>
        </p:txBody>
      </p:sp>
      <p:grpSp>
        <p:nvGrpSpPr>
          <p:cNvPr id="589" name="Google Shape;589;p27"/>
          <p:cNvGrpSpPr/>
          <p:nvPr/>
        </p:nvGrpSpPr>
        <p:grpSpPr>
          <a:xfrm>
            <a:off x="2888625" y="1296450"/>
            <a:ext cx="3366600" cy="3366600"/>
            <a:chOff x="2888625" y="1279825"/>
            <a:chExt cx="3366600" cy="3366600"/>
          </a:xfrm>
        </p:grpSpPr>
        <p:grpSp>
          <p:nvGrpSpPr>
            <p:cNvPr id="590" name="Google Shape;590;p27"/>
            <p:cNvGrpSpPr/>
            <p:nvPr/>
          </p:nvGrpSpPr>
          <p:grpSpPr>
            <a:xfrm>
              <a:off x="3504625" y="1895825"/>
              <a:ext cx="2164750" cy="2134800"/>
              <a:chOff x="3504625" y="1743425"/>
              <a:chExt cx="2164750" cy="2134800"/>
            </a:xfrm>
          </p:grpSpPr>
          <p:sp>
            <p:nvSpPr>
              <p:cNvPr id="591" name="Google Shape;591;p27"/>
              <p:cNvSpPr/>
              <p:nvPr/>
            </p:nvSpPr>
            <p:spPr>
              <a:xfrm>
                <a:off x="3504625" y="1743425"/>
                <a:ext cx="2134800" cy="2134800"/>
              </a:xfrm>
              <a:prstGeom prst="pie">
                <a:avLst>
                  <a:gd name="adj1" fmla="val 19001718"/>
                  <a:gd name="adj2" fmla="val 2901665"/>
                </a:avLst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Google Shape;592;p27"/>
              <p:cNvSpPr txBox="1"/>
              <p:nvPr/>
            </p:nvSpPr>
            <p:spPr>
              <a:xfrm>
                <a:off x="4788575" y="2550300"/>
                <a:ext cx="880800" cy="520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500">
                    <a:solidFill>
                      <a:srgbClr val="FFFFFF"/>
                    </a:solidFill>
                    <a:latin typeface="Fira Sans Extra Condensed Medium"/>
                    <a:ea typeface="Fira Sans Extra Condensed Medium"/>
                    <a:cs typeface="Fira Sans Extra Condensed Medium"/>
                    <a:sym typeface="Fira Sans Extra Condensed Medium"/>
                  </a:rPr>
                  <a:t>10</a:t>
                </a:r>
                <a:r>
                  <a:rPr lang="en" sz="1600">
                    <a:solidFill>
                      <a:schemeClr val="lt1"/>
                    </a:solidFill>
                    <a:latin typeface="Fira Sans Extra Condensed Light"/>
                    <a:ea typeface="Fira Sans Extra Condensed Light"/>
                    <a:cs typeface="Fira Sans Extra Condensed Light"/>
                    <a:sym typeface="Fira Sans Extra Condensed Light"/>
                  </a:rPr>
                  <a:t>%</a:t>
                </a:r>
                <a:endParaRPr sz="16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593" name="Google Shape;593;p27"/>
            <p:cNvGrpSpPr/>
            <p:nvPr/>
          </p:nvGrpSpPr>
          <p:grpSpPr>
            <a:xfrm>
              <a:off x="3261050" y="1652250"/>
              <a:ext cx="2622000" cy="2622000"/>
              <a:chOff x="3261050" y="1499850"/>
              <a:chExt cx="2622000" cy="2622000"/>
            </a:xfrm>
          </p:grpSpPr>
          <p:sp>
            <p:nvSpPr>
              <p:cNvPr id="594" name="Google Shape;594;p27"/>
              <p:cNvSpPr/>
              <p:nvPr/>
            </p:nvSpPr>
            <p:spPr>
              <a:xfrm>
                <a:off x="3261050" y="1499850"/>
                <a:ext cx="2622000" cy="2622000"/>
              </a:xfrm>
              <a:prstGeom prst="pie">
                <a:avLst>
                  <a:gd name="adj1" fmla="val 2863663"/>
                  <a:gd name="adj2" fmla="val 8037408"/>
                </a:avLst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Google Shape;595;p27"/>
              <p:cNvSpPr txBox="1"/>
              <p:nvPr/>
            </p:nvSpPr>
            <p:spPr>
              <a:xfrm>
                <a:off x="4131500" y="3357425"/>
                <a:ext cx="880800" cy="520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500">
                    <a:solidFill>
                      <a:srgbClr val="FFFFFF"/>
                    </a:solidFill>
                    <a:latin typeface="Fira Sans Extra Condensed Medium"/>
                    <a:ea typeface="Fira Sans Extra Condensed Medium"/>
                    <a:cs typeface="Fira Sans Extra Condensed Medium"/>
                    <a:sym typeface="Fira Sans Extra Condensed Medium"/>
                  </a:rPr>
                  <a:t>15</a:t>
                </a:r>
                <a:r>
                  <a:rPr lang="en" sz="1600">
                    <a:solidFill>
                      <a:schemeClr val="lt1"/>
                    </a:solidFill>
                    <a:latin typeface="Fira Sans Extra Condensed Light"/>
                    <a:ea typeface="Fira Sans Extra Condensed Light"/>
                    <a:cs typeface="Fira Sans Extra Condensed Light"/>
                    <a:sym typeface="Fira Sans Extra Condensed Light"/>
                  </a:rPr>
                  <a:t>%</a:t>
                </a:r>
                <a:endParaRPr sz="16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596" name="Google Shape;596;p27"/>
            <p:cNvGrpSpPr/>
            <p:nvPr/>
          </p:nvGrpSpPr>
          <p:grpSpPr>
            <a:xfrm>
              <a:off x="3123960" y="1515160"/>
              <a:ext cx="2895900" cy="2895900"/>
              <a:chOff x="3123960" y="1362760"/>
              <a:chExt cx="2895900" cy="2895900"/>
            </a:xfrm>
          </p:grpSpPr>
          <p:sp>
            <p:nvSpPr>
              <p:cNvPr id="597" name="Google Shape;597;p27"/>
              <p:cNvSpPr/>
              <p:nvPr/>
            </p:nvSpPr>
            <p:spPr>
              <a:xfrm>
                <a:off x="3123960" y="1362760"/>
                <a:ext cx="2895900" cy="2895900"/>
              </a:xfrm>
              <a:prstGeom prst="pie">
                <a:avLst>
                  <a:gd name="adj1" fmla="val 7942849"/>
                  <a:gd name="adj2" fmla="val 13500110"/>
                </a:avLst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Google Shape;598;p27"/>
              <p:cNvSpPr txBox="1"/>
              <p:nvPr/>
            </p:nvSpPr>
            <p:spPr>
              <a:xfrm>
                <a:off x="3261050" y="2550300"/>
                <a:ext cx="880800" cy="520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500">
                    <a:solidFill>
                      <a:srgbClr val="FFFFFF"/>
                    </a:solidFill>
                    <a:latin typeface="Fira Sans Extra Condensed Medium"/>
                    <a:ea typeface="Fira Sans Extra Condensed Medium"/>
                    <a:cs typeface="Fira Sans Extra Condensed Medium"/>
                    <a:sym typeface="Fira Sans Extra Condensed Medium"/>
                  </a:rPr>
                  <a:t>35</a:t>
                </a:r>
                <a:r>
                  <a:rPr lang="en" sz="1600">
                    <a:solidFill>
                      <a:schemeClr val="lt1"/>
                    </a:solidFill>
                    <a:latin typeface="Fira Sans Extra Condensed Light"/>
                    <a:ea typeface="Fira Sans Extra Condensed Light"/>
                    <a:cs typeface="Fira Sans Extra Condensed Light"/>
                    <a:sym typeface="Fira Sans Extra Condensed Light"/>
                  </a:rPr>
                  <a:t>%</a:t>
                </a:r>
                <a:endParaRPr sz="16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599" name="Google Shape;599;p27"/>
            <p:cNvGrpSpPr/>
            <p:nvPr/>
          </p:nvGrpSpPr>
          <p:grpSpPr>
            <a:xfrm>
              <a:off x="2888625" y="1279825"/>
              <a:ext cx="3366600" cy="3366600"/>
              <a:chOff x="2888625" y="1127425"/>
              <a:chExt cx="3366600" cy="3366600"/>
            </a:xfrm>
          </p:grpSpPr>
          <p:sp>
            <p:nvSpPr>
              <p:cNvPr id="600" name="Google Shape;600;p27"/>
              <p:cNvSpPr/>
              <p:nvPr/>
            </p:nvSpPr>
            <p:spPr>
              <a:xfrm>
                <a:off x="2888625" y="1127425"/>
                <a:ext cx="3366600" cy="3366600"/>
              </a:xfrm>
              <a:prstGeom prst="pie">
                <a:avLst>
                  <a:gd name="adj1" fmla="val 13421822"/>
                  <a:gd name="adj2" fmla="val 19067991"/>
                </a:avLst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Google Shape;601;p27"/>
              <p:cNvSpPr txBox="1"/>
              <p:nvPr/>
            </p:nvSpPr>
            <p:spPr>
              <a:xfrm>
                <a:off x="4131500" y="1510025"/>
                <a:ext cx="880800" cy="520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500">
                    <a:solidFill>
                      <a:srgbClr val="FFFFFF"/>
                    </a:solidFill>
                    <a:latin typeface="Fira Sans Extra Condensed Medium"/>
                    <a:ea typeface="Fira Sans Extra Condensed Medium"/>
                    <a:cs typeface="Fira Sans Extra Condensed Medium"/>
                    <a:sym typeface="Fira Sans Extra Condensed Medium"/>
                  </a:rPr>
                  <a:t>50</a:t>
                </a:r>
                <a:r>
                  <a:rPr lang="en" sz="1600">
                    <a:solidFill>
                      <a:srgbClr val="FFFFFF"/>
                    </a:solidFill>
                    <a:latin typeface="Fira Sans Extra Condensed Light"/>
                    <a:ea typeface="Fira Sans Extra Condensed Light"/>
                    <a:cs typeface="Fira Sans Extra Condensed Light"/>
                    <a:sym typeface="Fira Sans Extra Condensed Light"/>
                  </a:rPr>
                  <a:t>%</a:t>
                </a:r>
                <a:endParaRPr sz="1600">
                  <a:solidFill>
                    <a:srgbClr val="FFFFFF"/>
                  </a:solidFill>
                  <a:latin typeface="Fira Sans Extra Condensed Light"/>
                  <a:ea typeface="Fira Sans Extra Condensed Light"/>
                  <a:cs typeface="Fira Sans Extra Condensed Light"/>
                  <a:sym typeface="Fira Sans Extra Condensed Light"/>
                </a:endParaRPr>
              </a:p>
            </p:txBody>
          </p:sp>
        </p:grpSp>
        <p:sp>
          <p:nvSpPr>
            <p:cNvPr id="602" name="Google Shape;602;p27"/>
            <p:cNvSpPr/>
            <p:nvPr/>
          </p:nvSpPr>
          <p:spPr>
            <a:xfrm>
              <a:off x="4260450" y="2651650"/>
              <a:ext cx="622800" cy="6228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3" name="Google Shape;603;p27"/>
          <p:cNvGrpSpPr/>
          <p:nvPr/>
        </p:nvGrpSpPr>
        <p:grpSpPr>
          <a:xfrm>
            <a:off x="6549175" y="1624388"/>
            <a:ext cx="1884600" cy="1014775"/>
            <a:chOff x="6549175" y="1626963"/>
            <a:chExt cx="1884600" cy="1014775"/>
          </a:xfrm>
        </p:grpSpPr>
        <p:sp>
          <p:nvSpPr>
            <p:cNvPr id="604" name="Google Shape;604;p27"/>
            <p:cNvSpPr txBox="1"/>
            <p:nvPr/>
          </p:nvSpPr>
          <p:spPr>
            <a:xfrm>
              <a:off x="6549175" y="1626963"/>
              <a:ext cx="1884600" cy="26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4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Mars</a:t>
              </a:r>
              <a:endParaRPr sz="1700">
                <a:solidFill>
                  <a:schemeClr val="accent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605" name="Google Shape;605;p27"/>
            <p:cNvSpPr txBox="1"/>
            <p:nvPr/>
          </p:nvSpPr>
          <p:spPr>
            <a:xfrm>
              <a:off x="6549175" y="1880938"/>
              <a:ext cx="1884600" cy="76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Despite being red, Mars is a cold place full of iron oxide dust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06" name="Google Shape;606;p27"/>
          <p:cNvGrpSpPr/>
          <p:nvPr/>
        </p:nvGrpSpPr>
        <p:grpSpPr>
          <a:xfrm>
            <a:off x="710275" y="3218913"/>
            <a:ext cx="1884600" cy="1014775"/>
            <a:chOff x="710275" y="3221488"/>
            <a:chExt cx="1884600" cy="1014775"/>
          </a:xfrm>
        </p:grpSpPr>
        <p:sp>
          <p:nvSpPr>
            <p:cNvPr id="607" name="Google Shape;607;p27"/>
            <p:cNvSpPr txBox="1"/>
            <p:nvPr/>
          </p:nvSpPr>
          <p:spPr>
            <a:xfrm>
              <a:off x="710275" y="3221488"/>
              <a:ext cx="1884600" cy="26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Mercury</a:t>
              </a:r>
              <a:endParaRPr sz="170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608" name="Google Shape;608;p27"/>
            <p:cNvSpPr txBox="1"/>
            <p:nvPr/>
          </p:nvSpPr>
          <p:spPr>
            <a:xfrm>
              <a:off x="710275" y="3475463"/>
              <a:ext cx="1884600" cy="76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Mercury is the closest planet to the Sun and the smallest one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09" name="Google Shape;609;p27"/>
          <p:cNvGrpSpPr/>
          <p:nvPr/>
        </p:nvGrpSpPr>
        <p:grpSpPr>
          <a:xfrm>
            <a:off x="710275" y="1624388"/>
            <a:ext cx="1884600" cy="1014775"/>
            <a:chOff x="710275" y="1626963"/>
            <a:chExt cx="1884600" cy="1014775"/>
          </a:xfrm>
        </p:grpSpPr>
        <p:sp>
          <p:nvSpPr>
            <p:cNvPr id="610" name="Google Shape;610;p27"/>
            <p:cNvSpPr txBox="1"/>
            <p:nvPr/>
          </p:nvSpPr>
          <p:spPr>
            <a:xfrm>
              <a:off x="710275" y="1626963"/>
              <a:ext cx="1884600" cy="26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Venus</a:t>
              </a:r>
              <a:endParaRPr sz="170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611" name="Google Shape;611;p27"/>
            <p:cNvSpPr txBox="1"/>
            <p:nvPr/>
          </p:nvSpPr>
          <p:spPr>
            <a:xfrm>
              <a:off x="710275" y="1880938"/>
              <a:ext cx="1884600" cy="76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Venus has a beautiful name and is the second planet from the Sun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12" name="Google Shape;612;p27"/>
          <p:cNvGrpSpPr/>
          <p:nvPr/>
        </p:nvGrpSpPr>
        <p:grpSpPr>
          <a:xfrm>
            <a:off x="6549175" y="3218913"/>
            <a:ext cx="1884600" cy="1014775"/>
            <a:chOff x="6549175" y="3221488"/>
            <a:chExt cx="1884600" cy="1014775"/>
          </a:xfrm>
        </p:grpSpPr>
        <p:sp>
          <p:nvSpPr>
            <p:cNvPr id="613" name="Google Shape;613;p27"/>
            <p:cNvSpPr txBox="1"/>
            <p:nvPr/>
          </p:nvSpPr>
          <p:spPr>
            <a:xfrm>
              <a:off x="6549175" y="3221488"/>
              <a:ext cx="1884600" cy="26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5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Jupiter</a:t>
              </a:r>
              <a:endParaRPr sz="1700">
                <a:solidFill>
                  <a:schemeClr val="accent5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614" name="Google Shape;614;p27"/>
            <p:cNvSpPr txBox="1"/>
            <p:nvPr/>
          </p:nvSpPr>
          <p:spPr>
            <a:xfrm>
              <a:off x="6549175" y="3475463"/>
              <a:ext cx="1884600" cy="76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Jupiter is a gas giant and the biggest planet in the Solar System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28"/>
          <p:cNvSpPr txBox="1">
            <a:spLocks noGrp="1"/>
          </p:cNvSpPr>
          <p:nvPr>
            <p:ph type="title"/>
          </p:nvPr>
        </p:nvSpPr>
        <p:spPr>
          <a:xfrm>
            <a:off x="483675" y="415425"/>
            <a:ext cx="82032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Data Charts Infographics</a:t>
            </a:r>
            <a:endParaRPr/>
          </a:p>
        </p:txBody>
      </p:sp>
      <p:grpSp>
        <p:nvGrpSpPr>
          <p:cNvPr id="620" name="Google Shape;620;p28"/>
          <p:cNvGrpSpPr/>
          <p:nvPr/>
        </p:nvGrpSpPr>
        <p:grpSpPr>
          <a:xfrm>
            <a:off x="5520225" y="3652574"/>
            <a:ext cx="2673900" cy="856326"/>
            <a:chOff x="5520225" y="3502762"/>
            <a:chExt cx="2673900" cy="856326"/>
          </a:xfrm>
        </p:grpSpPr>
        <p:sp>
          <p:nvSpPr>
            <p:cNvPr id="621" name="Google Shape;621;p28"/>
            <p:cNvSpPr txBox="1"/>
            <p:nvPr/>
          </p:nvSpPr>
          <p:spPr>
            <a:xfrm>
              <a:off x="5520225" y="3795388"/>
              <a:ext cx="2673900" cy="563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Mercury is the closest planet to the Sun and the smallest of them all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22" name="Google Shape;622;p28"/>
            <p:cNvSpPr/>
            <p:nvPr/>
          </p:nvSpPr>
          <p:spPr>
            <a:xfrm>
              <a:off x="5520225" y="3502762"/>
              <a:ext cx="2673900" cy="273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Mercury</a:t>
              </a:r>
              <a:endParaRPr sz="17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623" name="Google Shape;623;p28"/>
          <p:cNvGrpSpPr/>
          <p:nvPr/>
        </p:nvGrpSpPr>
        <p:grpSpPr>
          <a:xfrm>
            <a:off x="5520225" y="1450575"/>
            <a:ext cx="2673900" cy="856325"/>
            <a:chOff x="5520225" y="1300763"/>
            <a:chExt cx="2673900" cy="856325"/>
          </a:xfrm>
        </p:grpSpPr>
        <p:sp>
          <p:nvSpPr>
            <p:cNvPr id="624" name="Google Shape;624;p28"/>
            <p:cNvSpPr txBox="1"/>
            <p:nvPr/>
          </p:nvSpPr>
          <p:spPr>
            <a:xfrm>
              <a:off x="5520225" y="1593388"/>
              <a:ext cx="2673900" cy="563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Venus has a beautiful name and is the second planet from the Sun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25" name="Google Shape;625;p28"/>
            <p:cNvSpPr/>
            <p:nvPr/>
          </p:nvSpPr>
          <p:spPr>
            <a:xfrm>
              <a:off x="5520225" y="1300763"/>
              <a:ext cx="2673900" cy="2739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Venus</a:t>
              </a:r>
              <a:endParaRPr sz="17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626" name="Google Shape;626;p28"/>
          <p:cNvGrpSpPr/>
          <p:nvPr/>
        </p:nvGrpSpPr>
        <p:grpSpPr>
          <a:xfrm>
            <a:off x="5520225" y="2551576"/>
            <a:ext cx="2673900" cy="856325"/>
            <a:chOff x="5520225" y="2401763"/>
            <a:chExt cx="2673900" cy="856325"/>
          </a:xfrm>
        </p:grpSpPr>
        <p:sp>
          <p:nvSpPr>
            <p:cNvPr id="627" name="Google Shape;627;p28"/>
            <p:cNvSpPr txBox="1"/>
            <p:nvPr/>
          </p:nvSpPr>
          <p:spPr>
            <a:xfrm>
              <a:off x="5520225" y="2694388"/>
              <a:ext cx="2673900" cy="563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Jupiter is a gas giant and the biggest planet in the Solar System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28" name="Google Shape;628;p28"/>
            <p:cNvSpPr/>
            <p:nvPr/>
          </p:nvSpPr>
          <p:spPr>
            <a:xfrm>
              <a:off x="5520225" y="2401763"/>
              <a:ext cx="2673900" cy="2739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Jupiter</a:t>
              </a:r>
              <a:endParaRPr sz="17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629" name="Google Shape;629;p28"/>
          <p:cNvGrpSpPr/>
          <p:nvPr/>
        </p:nvGrpSpPr>
        <p:grpSpPr>
          <a:xfrm>
            <a:off x="949925" y="1553960"/>
            <a:ext cx="3933296" cy="2851555"/>
            <a:chOff x="949925" y="1404147"/>
            <a:chExt cx="3933296" cy="2851555"/>
          </a:xfrm>
        </p:grpSpPr>
        <p:grpSp>
          <p:nvGrpSpPr>
            <p:cNvPr id="630" name="Google Shape;630;p28"/>
            <p:cNvGrpSpPr/>
            <p:nvPr/>
          </p:nvGrpSpPr>
          <p:grpSpPr>
            <a:xfrm>
              <a:off x="2031665" y="1404147"/>
              <a:ext cx="2851555" cy="2851555"/>
              <a:chOff x="6868325" y="1240250"/>
              <a:chExt cx="1423500" cy="1423500"/>
            </a:xfrm>
          </p:grpSpPr>
          <p:sp>
            <p:nvSpPr>
              <p:cNvPr id="631" name="Google Shape;631;p28"/>
              <p:cNvSpPr/>
              <p:nvPr/>
            </p:nvSpPr>
            <p:spPr>
              <a:xfrm>
                <a:off x="6868325" y="1240250"/>
                <a:ext cx="1423500" cy="1423500"/>
              </a:xfrm>
              <a:prstGeom prst="donut">
                <a:avLst>
                  <a:gd name="adj" fmla="val 8248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" name="Google Shape;632;p28"/>
              <p:cNvSpPr/>
              <p:nvPr/>
            </p:nvSpPr>
            <p:spPr>
              <a:xfrm>
                <a:off x="6869962" y="1240253"/>
                <a:ext cx="1420200" cy="1420200"/>
              </a:xfrm>
              <a:prstGeom prst="blockArc">
                <a:avLst>
                  <a:gd name="adj1" fmla="val 21597691"/>
                  <a:gd name="adj2" fmla="val 16212183"/>
                  <a:gd name="adj3" fmla="val 8272"/>
                </a:avLst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33" name="Google Shape;633;p28"/>
            <p:cNvSpPr/>
            <p:nvPr/>
          </p:nvSpPr>
          <p:spPr>
            <a:xfrm>
              <a:off x="2335593" y="1708075"/>
              <a:ext cx="2243700" cy="2243700"/>
            </a:xfrm>
            <a:prstGeom prst="donut">
              <a:avLst>
                <a:gd name="adj" fmla="val 10621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28"/>
            <p:cNvSpPr/>
            <p:nvPr/>
          </p:nvSpPr>
          <p:spPr>
            <a:xfrm>
              <a:off x="2338143" y="1710625"/>
              <a:ext cx="2238600" cy="2238600"/>
            </a:xfrm>
            <a:prstGeom prst="blockArc">
              <a:avLst>
                <a:gd name="adj1" fmla="val 2077565"/>
                <a:gd name="adj2" fmla="val 16217890"/>
                <a:gd name="adj3" fmla="val 10528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35" name="Google Shape;635;p28"/>
            <p:cNvGrpSpPr/>
            <p:nvPr/>
          </p:nvGrpSpPr>
          <p:grpSpPr>
            <a:xfrm>
              <a:off x="2668966" y="2041000"/>
              <a:ext cx="1576953" cy="1577850"/>
              <a:chOff x="6868325" y="1239440"/>
              <a:chExt cx="1423500" cy="1424310"/>
            </a:xfrm>
          </p:grpSpPr>
          <p:sp>
            <p:nvSpPr>
              <p:cNvPr id="636" name="Google Shape;636;p28"/>
              <p:cNvSpPr/>
              <p:nvPr/>
            </p:nvSpPr>
            <p:spPr>
              <a:xfrm>
                <a:off x="6868325" y="1240250"/>
                <a:ext cx="1423500" cy="1423500"/>
              </a:xfrm>
              <a:prstGeom prst="donut">
                <a:avLst>
                  <a:gd name="adj" fmla="val 15076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Google Shape;637;p28"/>
              <p:cNvSpPr/>
              <p:nvPr/>
            </p:nvSpPr>
            <p:spPr>
              <a:xfrm>
                <a:off x="6869962" y="1239440"/>
                <a:ext cx="1420200" cy="1420200"/>
              </a:xfrm>
              <a:prstGeom prst="blockArc">
                <a:avLst>
                  <a:gd name="adj1" fmla="val 5423556"/>
                  <a:gd name="adj2" fmla="val 16203475"/>
                  <a:gd name="adj3" fmla="val 14985"/>
                </a:avLst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38" name="Google Shape;638;p28"/>
            <p:cNvSpPr/>
            <p:nvPr/>
          </p:nvSpPr>
          <p:spPr>
            <a:xfrm>
              <a:off x="949925" y="1404152"/>
              <a:ext cx="660600" cy="374100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22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75</a:t>
              </a:r>
              <a:r>
                <a:rPr lang="en" sz="1800">
                  <a:solidFill>
                    <a:srgbClr val="FFFFFF"/>
                  </a:solidFill>
                  <a:latin typeface="Fira Sans Extra Condensed Light"/>
                  <a:ea typeface="Fira Sans Extra Condensed Light"/>
                  <a:cs typeface="Fira Sans Extra Condensed Light"/>
                  <a:sym typeface="Fira Sans Extra Condensed Light"/>
                </a:rPr>
                <a:t>%</a:t>
              </a:r>
              <a:endParaRPr sz="1200">
                <a:solidFill>
                  <a:srgbClr val="FFFFFF"/>
                </a:solidFill>
                <a:latin typeface="Fira Sans Extra Condensed Light"/>
                <a:ea typeface="Fira Sans Extra Condensed Light"/>
                <a:cs typeface="Fira Sans Extra Condensed Light"/>
                <a:sym typeface="Fira Sans Extra Condensed Light"/>
              </a:endParaRPr>
            </a:p>
          </p:txBody>
        </p:sp>
        <p:sp>
          <p:nvSpPr>
            <p:cNvPr id="639" name="Google Shape;639;p28"/>
            <p:cNvSpPr/>
            <p:nvPr/>
          </p:nvSpPr>
          <p:spPr>
            <a:xfrm>
              <a:off x="949925" y="1902664"/>
              <a:ext cx="660600" cy="37410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22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65</a:t>
              </a:r>
              <a:r>
                <a:rPr lang="en" sz="1800">
                  <a:solidFill>
                    <a:srgbClr val="FFFFFF"/>
                  </a:solidFill>
                  <a:latin typeface="Fira Sans Extra Condensed Light"/>
                  <a:ea typeface="Fira Sans Extra Condensed Light"/>
                  <a:cs typeface="Fira Sans Extra Condensed Light"/>
                  <a:sym typeface="Fira Sans Extra Condensed Light"/>
                </a:rPr>
                <a:t>%</a:t>
              </a:r>
              <a:endParaRPr sz="1200">
                <a:solidFill>
                  <a:srgbClr val="FFFFFF"/>
                </a:solidFill>
                <a:latin typeface="Fira Sans Extra Condensed Light"/>
                <a:ea typeface="Fira Sans Extra Condensed Light"/>
                <a:cs typeface="Fira Sans Extra Condensed Light"/>
                <a:sym typeface="Fira Sans Extra Condensed Light"/>
              </a:endParaRPr>
            </a:p>
          </p:txBody>
        </p:sp>
        <p:sp>
          <p:nvSpPr>
            <p:cNvPr id="640" name="Google Shape;640;p28"/>
            <p:cNvSpPr/>
            <p:nvPr/>
          </p:nvSpPr>
          <p:spPr>
            <a:xfrm>
              <a:off x="949925" y="2401177"/>
              <a:ext cx="660600" cy="374100"/>
            </a:xfrm>
            <a:prstGeom prst="roundRect">
              <a:avLst>
                <a:gd name="adj" fmla="val 16667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22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50</a:t>
              </a:r>
              <a:r>
                <a:rPr lang="en" sz="1800">
                  <a:solidFill>
                    <a:srgbClr val="FFFFFF"/>
                  </a:solidFill>
                  <a:latin typeface="Fira Sans Extra Condensed Light"/>
                  <a:ea typeface="Fira Sans Extra Condensed Light"/>
                  <a:cs typeface="Fira Sans Extra Condensed Light"/>
                  <a:sym typeface="Fira Sans Extra Condensed Light"/>
                </a:rPr>
                <a:t>%</a:t>
              </a:r>
              <a:endParaRPr sz="1200">
                <a:solidFill>
                  <a:srgbClr val="FFFFFF"/>
                </a:solidFill>
                <a:latin typeface="Fira Sans Extra Condensed Light"/>
                <a:ea typeface="Fira Sans Extra Condensed Light"/>
                <a:cs typeface="Fira Sans Extra Condensed Light"/>
                <a:sym typeface="Fira Sans Extra Condensed Light"/>
              </a:endParaRPr>
            </a:p>
          </p:txBody>
        </p:sp>
        <p:cxnSp>
          <p:nvCxnSpPr>
            <p:cNvPr id="641" name="Google Shape;641;p28"/>
            <p:cNvCxnSpPr>
              <a:stCxn id="638" idx="3"/>
            </p:cNvCxnSpPr>
            <p:nvPr/>
          </p:nvCxnSpPr>
          <p:spPr>
            <a:xfrm>
              <a:off x="1610525" y="1591202"/>
              <a:ext cx="1477200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642" name="Google Shape;642;p28"/>
            <p:cNvCxnSpPr>
              <a:stCxn id="639" idx="3"/>
            </p:cNvCxnSpPr>
            <p:nvPr/>
          </p:nvCxnSpPr>
          <p:spPr>
            <a:xfrm>
              <a:off x="1610525" y="2089714"/>
              <a:ext cx="117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643" name="Google Shape;643;p28"/>
            <p:cNvCxnSpPr>
              <a:stCxn id="640" idx="3"/>
            </p:cNvCxnSpPr>
            <p:nvPr/>
          </p:nvCxnSpPr>
          <p:spPr>
            <a:xfrm>
              <a:off x="1610525" y="2588227"/>
              <a:ext cx="1242000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8" name="Google Shape;648;p29"/>
          <p:cNvGrpSpPr/>
          <p:nvPr/>
        </p:nvGrpSpPr>
        <p:grpSpPr>
          <a:xfrm>
            <a:off x="792375" y="1312800"/>
            <a:ext cx="3064800" cy="3064800"/>
            <a:chOff x="792375" y="1239425"/>
            <a:chExt cx="3064800" cy="3064800"/>
          </a:xfrm>
        </p:grpSpPr>
        <p:sp>
          <p:nvSpPr>
            <p:cNvPr id="649" name="Google Shape;649;p29"/>
            <p:cNvSpPr/>
            <p:nvPr/>
          </p:nvSpPr>
          <p:spPr>
            <a:xfrm>
              <a:off x="923625" y="1370675"/>
              <a:ext cx="2802300" cy="2802300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29"/>
            <p:cNvSpPr/>
            <p:nvPr/>
          </p:nvSpPr>
          <p:spPr>
            <a:xfrm rot="10800000" flipH="1">
              <a:off x="792375" y="1239425"/>
              <a:ext cx="3064800" cy="3064800"/>
            </a:xfrm>
            <a:prstGeom prst="blockArc">
              <a:avLst>
                <a:gd name="adj1" fmla="val 5383899"/>
                <a:gd name="adj2" fmla="val 16197592"/>
                <a:gd name="adj3" fmla="val 807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1" name="Google Shape;651;p29"/>
          <p:cNvGrpSpPr/>
          <p:nvPr/>
        </p:nvGrpSpPr>
        <p:grpSpPr>
          <a:xfrm>
            <a:off x="1038675" y="1559250"/>
            <a:ext cx="2572200" cy="2571900"/>
            <a:chOff x="1038675" y="1485875"/>
            <a:chExt cx="2572200" cy="2571900"/>
          </a:xfrm>
        </p:grpSpPr>
        <p:sp>
          <p:nvSpPr>
            <p:cNvPr id="652" name="Google Shape;652;p29"/>
            <p:cNvSpPr/>
            <p:nvPr/>
          </p:nvSpPr>
          <p:spPr>
            <a:xfrm>
              <a:off x="1159025" y="1606050"/>
              <a:ext cx="2331600" cy="23316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29"/>
            <p:cNvSpPr/>
            <p:nvPr/>
          </p:nvSpPr>
          <p:spPr>
            <a:xfrm rot="10800000" flipH="1">
              <a:off x="1038675" y="1485875"/>
              <a:ext cx="2572200" cy="2571900"/>
            </a:xfrm>
            <a:prstGeom prst="blockArc">
              <a:avLst>
                <a:gd name="adj1" fmla="val 3698438"/>
                <a:gd name="adj2" fmla="val 16196780"/>
                <a:gd name="adj3" fmla="val 9536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4" name="Google Shape;654;p29"/>
          <p:cNvGrpSpPr/>
          <p:nvPr/>
        </p:nvGrpSpPr>
        <p:grpSpPr>
          <a:xfrm>
            <a:off x="1283325" y="1803750"/>
            <a:ext cx="2082900" cy="2082900"/>
            <a:chOff x="1283325" y="1730375"/>
            <a:chExt cx="2082900" cy="2082900"/>
          </a:xfrm>
        </p:grpSpPr>
        <p:sp>
          <p:nvSpPr>
            <p:cNvPr id="655" name="Google Shape;655;p29"/>
            <p:cNvSpPr/>
            <p:nvPr/>
          </p:nvSpPr>
          <p:spPr>
            <a:xfrm>
              <a:off x="1399175" y="1846200"/>
              <a:ext cx="1851300" cy="1851300"/>
            </a:xfrm>
            <a:prstGeom prst="ellipse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29"/>
            <p:cNvSpPr/>
            <p:nvPr/>
          </p:nvSpPr>
          <p:spPr>
            <a:xfrm rot="10800000" flipH="1">
              <a:off x="1283325" y="1730375"/>
              <a:ext cx="2082900" cy="2082900"/>
            </a:xfrm>
            <a:prstGeom prst="blockArc">
              <a:avLst>
                <a:gd name="adj1" fmla="val 1545075"/>
                <a:gd name="adj2" fmla="val 16195235"/>
                <a:gd name="adj3" fmla="val 11901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7" name="Google Shape;657;p29"/>
          <p:cNvGrpSpPr/>
          <p:nvPr/>
        </p:nvGrpSpPr>
        <p:grpSpPr>
          <a:xfrm>
            <a:off x="1528575" y="2049000"/>
            <a:ext cx="1592400" cy="1592400"/>
            <a:chOff x="1528575" y="1975625"/>
            <a:chExt cx="1592400" cy="1592400"/>
          </a:xfrm>
        </p:grpSpPr>
        <p:sp>
          <p:nvSpPr>
            <p:cNvPr id="658" name="Google Shape;658;p29"/>
            <p:cNvSpPr/>
            <p:nvPr/>
          </p:nvSpPr>
          <p:spPr>
            <a:xfrm>
              <a:off x="1644350" y="2091375"/>
              <a:ext cx="1360800" cy="1360800"/>
            </a:xfrm>
            <a:prstGeom prst="ellipse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29"/>
            <p:cNvSpPr/>
            <p:nvPr/>
          </p:nvSpPr>
          <p:spPr>
            <a:xfrm rot="10800000" flipH="1">
              <a:off x="1528575" y="1975625"/>
              <a:ext cx="1592400" cy="1592400"/>
            </a:xfrm>
            <a:prstGeom prst="blockArc">
              <a:avLst>
                <a:gd name="adj1" fmla="val 19723798"/>
                <a:gd name="adj2" fmla="val 16192946"/>
                <a:gd name="adj3" fmla="val 15569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0" name="Google Shape;660;p29"/>
          <p:cNvSpPr txBox="1">
            <a:spLocks noGrp="1"/>
          </p:cNvSpPr>
          <p:nvPr>
            <p:ph type="title"/>
          </p:nvPr>
        </p:nvSpPr>
        <p:spPr>
          <a:xfrm>
            <a:off x="483675" y="415425"/>
            <a:ext cx="82032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Data Charts Infographics</a:t>
            </a:r>
            <a:endParaRPr/>
          </a:p>
        </p:txBody>
      </p:sp>
      <p:grpSp>
        <p:nvGrpSpPr>
          <p:cNvPr id="661" name="Google Shape;661;p29"/>
          <p:cNvGrpSpPr/>
          <p:nvPr/>
        </p:nvGrpSpPr>
        <p:grpSpPr>
          <a:xfrm>
            <a:off x="4122675" y="3026752"/>
            <a:ext cx="1884600" cy="1467559"/>
            <a:chOff x="4122675" y="2953377"/>
            <a:chExt cx="1884600" cy="1467559"/>
          </a:xfrm>
        </p:grpSpPr>
        <p:sp>
          <p:nvSpPr>
            <p:cNvPr id="662" name="Google Shape;662;p29"/>
            <p:cNvSpPr txBox="1"/>
            <p:nvPr/>
          </p:nvSpPr>
          <p:spPr>
            <a:xfrm>
              <a:off x="4122675" y="3723736"/>
              <a:ext cx="1884600" cy="69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Mercury is the closest planet to the Sun and the smallest one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63" name="Google Shape;663;p29"/>
            <p:cNvSpPr/>
            <p:nvPr/>
          </p:nvSpPr>
          <p:spPr>
            <a:xfrm>
              <a:off x="4122675" y="3431110"/>
              <a:ext cx="1884600" cy="27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Mercury</a:t>
              </a:r>
              <a:endParaRPr sz="170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664" name="Google Shape;664;p29"/>
            <p:cNvSpPr/>
            <p:nvPr/>
          </p:nvSpPr>
          <p:spPr>
            <a:xfrm>
              <a:off x="5245713" y="2953377"/>
              <a:ext cx="660600" cy="37410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70</a:t>
              </a:r>
              <a:r>
                <a:rPr lang="en" sz="1800">
                  <a:solidFill>
                    <a:srgbClr val="FFFFFF"/>
                  </a:solidFill>
                  <a:latin typeface="Fira Sans Extra Condensed Light"/>
                  <a:ea typeface="Fira Sans Extra Condensed Light"/>
                  <a:cs typeface="Fira Sans Extra Condensed Light"/>
                  <a:sym typeface="Fira Sans Extra Condensed Light"/>
                </a:rPr>
                <a:t>%</a:t>
              </a:r>
              <a:endParaRPr sz="1200">
                <a:solidFill>
                  <a:srgbClr val="FFFFFF"/>
                </a:solidFill>
                <a:latin typeface="Fira Sans Extra Condensed Light"/>
                <a:ea typeface="Fira Sans Extra Condensed Light"/>
                <a:cs typeface="Fira Sans Extra Condensed Light"/>
                <a:sym typeface="Fira Sans Extra Condensed Light"/>
              </a:endParaRPr>
            </a:p>
          </p:txBody>
        </p:sp>
      </p:grpSp>
      <p:grpSp>
        <p:nvGrpSpPr>
          <p:cNvPr id="665" name="Google Shape;665;p29"/>
          <p:cNvGrpSpPr/>
          <p:nvPr/>
        </p:nvGrpSpPr>
        <p:grpSpPr>
          <a:xfrm>
            <a:off x="6467075" y="3026752"/>
            <a:ext cx="1884600" cy="1467559"/>
            <a:chOff x="6467075" y="2953377"/>
            <a:chExt cx="1884600" cy="1467559"/>
          </a:xfrm>
        </p:grpSpPr>
        <p:sp>
          <p:nvSpPr>
            <p:cNvPr id="666" name="Google Shape;666;p29"/>
            <p:cNvSpPr txBox="1"/>
            <p:nvPr/>
          </p:nvSpPr>
          <p:spPr>
            <a:xfrm>
              <a:off x="6467075" y="3723736"/>
              <a:ext cx="1884600" cy="69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Jupiter is a gas giant and the biggest planet in the Solar System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67" name="Google Shape;667;p29"/>
            <p:cNvSpPr/>
            <p:nvPr/>
          </p:nvSpPr>
          <p:spPr>
            <a:xfrm>
              <a:off x="6467075" y="3431110"/>
              <a:ext cx="1884600" cy="27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4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Jupiter</a:t>
              </a:r>
              <a:endParaRPr sz="1700">
                <a:solidFill>
                  <a:schemeClr val="accent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668" name="Google Shape;668;p29"/>
            <p:cNvSpPr/>
            <p:nvPr/>
          </p:nvSpPr>
          <p:spPr>
            <a:xfrm>
              <a:off x="7586475" y="2953377"/>
              <a:ext cx="660600" cy="374100"/>
            </a:xfrm>
            <a:prstGeom prst="roundRect">
              <a:avLst>
                <a:gd name="adj" fmla="val 16667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80</a:t>
              </a:r>
              <a:r>
                <a:rPr lang="en" sz="1800">
                  <a:solidFill>
                    <a:srgbClr val="FFFFFF"/>
                  </a:solidFill>
                  <a:latin typeface="Fira Sans Extra Condensed Light"/>
                  <a:ea typeface="Fira Sans Extra Condensed Light"/>
                  <a:cs typeface="Fira Sans Extra Condensed Light"/>
                  <a:sym typeface="Fira Sans Extra Condensed Light"/>
                </a:rPr>
                <a:t>%</a:t>
              </a:r>
              <a:endParaRPr sz="1200">
                <a:solidFill>
                  <a:srgbClr val="FFFFFF"/>
                </a:solidFill>
                <a:latin typeface="Fira Sans Extra Condensed Light"/>
                <a:ea typeface="Fira Sans Extra Condensed Light"/>
                <a:cs typeface="Fira Sans Extra Condensed Light"/>
                <a:sym typeface="Fira Sans Extra Condensed Light"/>
              </a:endParaRPr>
            </a:p>
          </p:txBody>
        </p:sp>
      </p:grpSp>
      <p:grpSp>
        <p:nvGrpSpPr>
          <p:cNvPr id="669" name="Google Shape;669;p29"/>
          <p:cNvGrpSpPr/>
          <p:nvPr/>
        </p:nvGrpSpPr>
        <p:grpSpPr>
          <a:xfrm>
            <a:off x="4122675" y="1312789"/>
            <a:ext cx="1884600" cy="1458857"/>
            <a:chOff x="4122675" y="1239414"/>
            <a:chExt cx="1884600" cy="1458857"/>
          </a:xfrm>
        </p:grpSpPr>
        <p:sp>
          <p:nvSpPr>
            <p:cNvPr id="670" name="Google Shape;670;p29"/>
            <p:cNvSpPr txBox="1"/>
            <p:nvPr/>
          </p:nvSpPr>
          <p:spPr>
            <a:xfrm>
              <a:off x="4122675" y="2001071"/>
              <a:ext cx="1884600" cy="69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Venus has a beautiful name and is the second planet from the Sun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71" name="Google Shape;671;p29"/>
            <p:cNvSpPr/>
            <p:nvPr/>
          </p:nvSpPr>
          <p:spPr>
            <a:xfrm>
              <a:off x="4122675" y="1708446"/>
              <a:ext cx="1884600" cy="27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Venus</a:t>
              </a:r>
              <a:endParaRPr sz="17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672" name="Google Shape;672;p29"/>
            <p:cNvSpPr/>
            <p:nvPr/>
          </p:nvSpPr>
          <p:spPr>
            <a:xfrm>
              <a:off x="5245713" y="1239414"/>
              <a:ext cx="660600" cy="37410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50</a:t>
              </a:r>
              <a:r>
                <a:rPr lang="en" sz="1800">
                  <a:solidFill>
                    <a:srgbClr val="FFFFFF"/>
                  </a:solidFill>
                  <a:latin typeface="Fira Sans Extra Condensed Light"/>
                  <a:ea typeface="Fira Sans Extra Condensed Light"/>
                  <a:cs typeface="Fira Sans Extra Condensed Light"/>
                  <a:sym typeface="Fira Sans Extra Condensed Light"/>
                </a:rPr>
                <a:t>%</a:t>
              </a:r>
              <a:endParaRPr sz="1200">
                <a:solidFill>
                  <a:srgbClr val="FFFFFF"/>
                </a:solidFill>
                <a:latin typeface="Fira Sans Extra Condensed Light"/>
                <a:ea typeface="Fira Sans Extra Condensed Light"/>
                <a:cs typeface="Fira Sans Extra Condensed Light"/>
                <a:sym typeface="Fira Sans Extra Condensed Light"/>
              </a:endParaRPr>
            </a:p>
          </p:txBody>
        </p:sp>
      </p:grpSp>
      <p:grpSp>
        <p:nvGrpSpPr>
          <p:cNvPr id="673" name="Google Shape;673;p29"/>
          <p:cNvGrpSpPr/>
          <p:nvPr/>
        </p:nvGrpSpPr>
        <p:grpSpPr>
          <a:xfrm>
            <a:off x="6467075" y="1312789"/>
            <a:ext cx="1884600" cy="1458857"/>
            <a:chOff x="6467075" y="1239414"/>
            <a:chExt cx="1884600" cy="1458857"/>
          </a:xfrm>
        </p:grpSpPr>
        <p:sp>
          <p:nvSpPr>
            <p:cNvPr id="674" name="Google Shape;674;p29"/>
            <p:cNvSpPr txBox="1"/>
            <p:nvPr/>
          </p:nvSpPr>
          <p:spPr>
            <a:xfrm>
              <a:off x="6467075" y="2001071"/>
              <a:ext cx="1884600" cy="69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Despite being red, Mars is a cold place full of iron oxide dust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75" name="Google Shape;675;p29"/>
            <p:cNvSpPr/>
            <p:nvPr/>
          </p:nvSpPr>
          <p:spPr>
            <a:xfrm>
              <a:off x="6467075" y="1708446"/>
              <a:ext cx="1884600" cy="27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Mars</a:t>
              </a:r>
              <a:endParaRPr sz="170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676" name="Google Shape;676;p29"/>
            <p:cNvSpPr/>
            <p:nvPr/>
          </p:nvSpPr>
          <p:spPr>
            <a:xfrm>
              <a:off x="7586475" y="1239414"/>
              <a:ext cx="660600" cy="374100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60</a:t>
              </a:r>
              <a:r>
                <a:rPr lang="en" sz="1800">
                  <a:solidFill>
                    <a:srgbClr val="FFFFFF"/>
                  </a:solidFill>
                  <a:latin typeface="Fira Sans Extra Condensed Light"/>
                  <a:ea typeface="Fira Sans Extra Condensed Light"/>
                  <a:cs typeface="Fira Sans Extra Condensed Light"/>
                  <a:sym typeface="Fira Sans Extra Condensed Light"/>
                </a:rPr>
                <a:t>%</a:t>
              </a:r>
              <a:endParaRPr sz="1200">
                <a:solidFill>
                  <a:srgbClr val="FFFFFF"/>
                </a:solidFill>
                <a:latin typeface="Fira Sans Extra Condensed Light"/>
                <a:ea typeface="Fira Sans Extra Condensed Light"/>
                <a:cs typeface="Fira Sans Extra Condensed Light"/>
                <a:sym typeface="Fira Sans Extra Condensed Light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1" name="Google Shape;681;p30"/>
          <p:cNvGrpSpPr/>
          <p:nvPr/>
        </p:nvGrpSpPr>
        <p:grpSpPr>
          <a:xfrm>
            <a:off x="1171229" y="1317004"/>
            <a:ext cx="3881808" cy="2917470"/>
            <a:chOff x="2805784" y="1248756"/>
            <a:chExt cx="3996096" cy="3003367"/>
          </a:xfrm>
        </p:grpSpPr>
        <p:cxnSp>
          <p:nvCxnSpPr>
            <p:cNvPr id="682" name="Google Shape;682;p30"/>
            <p:cNvCxnSpPr/>
            <p:nvPr/>
          </p:nvCxnSpPr>
          <p:spPr>
            <a:xfrm>
              <a:off x="2810490" y="4212206"/>
              <a:ext cx="2175000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sp>
          <p:nvSpPr>
            <p:cNvPr id="683" name="Google Shape;683;p30"/>
            <p:cNvSpPr/>
            <p:nvPr/>
          </p:nvSpPr>
          <p:spPr>
            <a:xfrm>
              <a:off x="3798514" y="1248756"/>
              <a:ext cx="3003367" cy="3003367"/>
            </a:xfrm>
            <a:prstGeom prst="arc">
              <a:avLst>
                <a:gd name="adj1" fmla="val 16200000"/>
                <a:gd name="adj2" fmla="val 6136707"/>
              </a:avLst>
            </a:prstGeom>
            <a:noFill/>
            <a:ln w="2286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30"/>
            <p:cNvSpPr txBox="1"/>
            <p:nvPr/>
          </p:nvSpPr>
          <p:spPr>
            <a:xfrm>
              <a:off x="2805784" y="3788996"/>
              <a:ext cx="1347335" cy="3396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55</a:t>
              </a:r>
              <a:r>
                <a:rPr lang="en" sz="2000">
                  <a:solidFill>
                    <a:schemeClr val="accent1"/>
                  </a:solidFill>
                  <a:latin typeface="Fira Sans Extra Condensed Light"/>
                  <a:ea typeface="Fira Sans Extra Condensed Light"/>
                  <a:cs typeface="Fira Sans Extra Condensed Light"/>
                  <a:sym typeface="Fira Sans Extra Condensed Light"/>
                </a:rPr>
                <a:t>%</a:t>
              </a:r>
              <a:endParaRPr sz="25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685" name="Google Shape;685;p30"/>
          <p:cNvGrpSpPr/>
          <p:nvPr/>
        </p:nvGrpSpPr>
        <p:grpSpPr>
          <a:xfrm>
            <a:off x="1171229" y="1595532"/>
            <a:ext cx="3603439" cy="2360574"/>
            <a:chOff x="2805784" y="1535483"/>
            <a:chExt cx="3709532" cy="2430074"/>
          </a:xfrm>
        </p:grpSpPr>
        <p:sp>
          <p:nvSpPr>
            <p:cNvPr id="686" name="Google Shape;686;p30"/>
            <p:cNvSpPr/>
            <p:nvPr/>
          </p:nvSpPr>
          <p:spPr>
            <a:xfrm>
              <a:off x="4085242" y="1535483"/>
              <a:ext cx="2430074" cy="2430074"/>
            </a:xfrm>
            <a:prstGeom prst="arc">
              <a:avLst>
                <a:gd name="adj1" fmla="val 16200000"/>
                <a:gd name="adj2" fmla="val 9118718"/>
              </a:avLst>
            </a:prstGeom>
            <a:noFill/>
            <a:ln w="2286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687" name="Google Shape;687;p30"/>
            <p:cNvCxnSpPr/>
            <p:nvPr/>
          </p:nvCxnSpPr>
          <p:spPr>
            <a:xfrm>
              <a:off x="2806030" y="3323525"/>
              <a:ext cx="1438825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sp>
          <p:nvSpPr>
            <p:cNvPr id="688" name="Google Shape;688;p30"/>
            <p:cNvSpPr txBox="1"/>
            <p:nvPr/>
          </p:nvSpPr>
          <p:spPr>
            <a:xfrm>
              <a:off x="2805784" y="2900317"/>
              <a:ext cx="1347335" cy="3396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70</a:t>
              </a:r>
              <a:r>
                <a:rPr lang="en" sz="2000">
                  <a:solidFill>
                    <a:schemeClr val="accent2"/>
                  </a:solidFill>
                  <a:latin typeface="Fira Sans Extra Condensed Light"/>
                  <a:ea typeface="Fira Sans Extra Condensed Light"/>
                  <a:cs typeface="Fira Sans Extra Condensed Light"/>
                  <a:sym typeface="Fira Sans Extra Condensed Light"/>
                </a:rPr>
                <a:t>%</a:t>
              </a:r>
              <a:endParaRPr sz="250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689" name="Google Shape;689;p30"/>
          <p:cNvGrpSpPr/>
          <p:nvPr/>
        </p:nvGrpSpPr>
        <p:grpSpPr>
          <a:xfrm>
            <a:off x="1171229" y="1868712"/>
            <a:ext cx="3329954" cy="1813908"/>
            <a:chOff x="2805784" y="1816707"/>
            <a:chExt cx="3427994" cy="1867313"/>
          </a:xfrm>
        </p:grpSpPr>
        <p:sp>
          <p:nvSpPr>
            <p:cNvPr id="690" name="Google Shape;690;p30"/>
            <p:cNvSpPr/>
            <p:nvPr/>
          </p:nvSpPr>
          <p:spPr>
            <a:xfrm>
              <a:off x="4366465" y="1816707"/>
              <a:ext cx="1867313" cy="1867313"/>
            </a:xfrm>
            <a:prstGeom prst="arc">
              <a:avLst>
                <a:gd name="adj1" fmla="val 16200000"/>
                <a:gd name="adj2" fmla="val 12033762"/>
              </a:avLst>
            </a:prstGeom>
            <a:noFill/>
            <a:ln w="2286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691" name="Google Shape;691;p30"/>
            <p:cNvCxnSpPr/>
            <p:nvPr/>
          </p:nvCxnSpPr>
          <p:spPr>
            <a:xfrm>
              <a:off x="2806030" y="2434613"/>
              <a:ext cx="1616539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sp>
          <p:nvSpPr>
            <p:cNvPr id="692" name="Google Shape;692;p30"/>
            <p:cNvSpPr txBox="1"/>
            <p:nvPr/>
          </p:nvSpPr>
          <p:spPr>
            <a:xfrm>
              <a:off x="2805784" y="2011637"/>
              <a:ext cx="1347335" cy="3396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80</a:t>
              </a:r>
              <a:r>
                <a:rPr lang="en" sz="2000">
                  <a:solidFill>
                    <a:schemeClr val="accent3"/>
                  </a:solidFill>
                  <a:latin typeface="Fira Sans Extra Condensed Light"/>
                  <a:ea typeface="Fira Sans Extra Condensed Light"/>
                  <a:cs typeface="Fira Sans Extra Condensed Light"/>
                  <a:sym typeface="Fira Sans Extra Condensed Light"/>
                </a:rPr>
                <a:t>%</a:t>
              </a:r>
              <a:endParaRPr sz="2000">
                <a:solidFill>
                  <a:schemeClr val="accent3"/>
                </a:solidFill>
                <a:latin typeface="Fira Sans Extra Condensed Light"/>
                <a:ea typeface="Fira Sans Extra Condensed Light"/>
                <a:cs typeface="Fira Sans Extra Condensed Light"/>
                <a:sym typeface="Fira Sans Extra Condensed Light"/>
              </a:endParaRPr>
            </a:p>
          </p:txBody>
        </p:sp>
      </p:grpSp>
      <p:sp>
        <p:nvSpPr>
          <p:cNvPr id="693" name="Google Shape;693;p30"/>
          <p:cNvSpPr txBox="1">
            <a:spLocks noGrp="1"/>
          </p:cNvSpPr>
          <p:nvPr>
            <p:ph type="title"/>
          </p:nvPr>
        </p:nvSpPr>
        <p:spPr>
          <a:xfrm>
            <a:off x="483675" y="415425"/>
            <a:ext cx="82032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Data Charts Infographics</a:t>
            </a:r>
            <a:endParaRPr/>
          </a:p>
        </p:txBody>
      </p:sp>
      <p:grpSp>
        <p:nvGrpSpPr>
          <p:cNvPr id="694" name="Google Shape;694;p30"/>
          <p:cNvGrpSpPr/>
          <p:nvPr/>
        </p:nvGrpSpPr>
        <p:grpSpPr>
          <a:xfrm>
            <a:off x="5759825" y="3666399"/>
            <a:ext cx="2673900" cy="806276"/>
            <a:chOff x="5759825" y="3413487"/>
            <a:chExt cx="2673900" cy="806276"/>
          </a:xfrm>
        </p:grpSpPr>
        <p:sp>
          <p:nvSpPr>
            <p:cNvPr id="695" name="Google Shape;695;p30"/>
            <p:cNvSpPr txBox="1"/>
            <p:nvPr/>
          </p:nvSpPr>
          <p:spPr>
            <a:xfrm>
              <a:off x="5759825" y="3656063"/>
              <a:ext cx="2673900" cy="563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Mercury is the closest planet to the Sun and the smallest of them all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96" name="Google Shape;696;p30"/>
            <p:cNvSpPr/>
            <p:nvPr/>
          </p:nvSpPr>
          <p:spPr>
            <a:xfrm>
              <a:off x="5759825" y="3413487"/>
              <a:ext cx="2673900" cy="27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Mercury</a:t>
              </a:r>
              <a:endParaRPr sz="17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697" name="Google Shape;697;p30"/>
          <p:cNvGrpSpPr/>
          <p:nvPr/>
        </p:nvGrpSpPr>
        <p:grpSpPr>
          <a:xfrm>
            <a:off x="5759825" y="1145808"/>
            <a:ext cx="2673900" cy="806275"/>
            <a:chOff x="5759825" y="1287688"/>
            <a:chExt cx="2673900" cy="806275"/>
          </a:xfrm>
        </p:grpSpPr>
        <p:sp>
          <p:nvSpPr>
            <p:cNvPr id="698" name="Google Shape;698;p30"/>
            <p:cNvSpPr txBox="1"/>
            <p:nvPr/>
          </p:nvSpPr>
          <p:spPr>
            <a:xfrm>
              <a:off x="5759825" y="1530263"/>
              <a:ext cx="2673900" cy="563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Venus has a beautiful name and is the second planet from the Sun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99" name="Google Shape;699;p30"/>
            <p:cNvSpPr/>
            <p:nvPr/>
          </p:nvSpPr>
          <p:spPr>
            <a:xfrm>
              <a:off x="5759825" y="1287688"/>
              <a:ext cx="2673900" cy="27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Venus</a:t>
              </a:r>
              <a:endParaRPr sz="170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700" name="Google Shape;700;p30"/>
          <p:cNvGrpSpPr/>
          <p:nvPr/>
        </p:nvGrpSpPr>
        <p:grpSpPr>
          <a:xfrm>
            <a:off x="5759825" y="2406104"/>
            <a:ext cx="2673900" cy="806275"/>
            <a:chOff x="5759825" y="2350588"/>
            <a:chExt cx="2673900" cy="806275"/>
          </a:xfrm>
        </p:grpSpPr>
        <p:sp>
          <p:nvSpPr>
            <p:cNvPr id="701" name="Google Shape;701;p30"/>
            <p:cNvSpPr txBox="1"/>
            <p:nvPr/>
          </p:nvSpPr>
          <p:spPr>
            <a:xfrm>
              <a:off x="5759825" y="2593163"/>
              <a:ext cx="2673900" cy="563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Jupiter is a gas giant and the biggest planet in the Solar System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02" name="Google Shape;702;p30"/>
            <p:cNvSpPr/>
            <p:nvPr/>
          </p:nvSpPr>
          <p:spPr>
            <a:xfrm>
              <a:off x="5759825" y="2350588"/>
              <a:ext cx="2673900" cy="27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Jupiter</a:t>
              </a:r>
              <a:endParaRPr sz="170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703" name="Google Shape;703;p30"/>
          <p:cNvGrpSpPr/>
          <p:nvPr/>
        </p:nvGrpSpPr>
        <p:grpSpPr>
          <a:xfrm>
            <a:off x="710278" y="4046303"/>
            <a:ext cx="291388" cy="291388"/>
            <a:chOff x="4933458" y="1687279"/>
            <a:chExt cx="397907" cy="397907"/>
          </a:xfrm>
        </p:grpSpPr>
        <p:sp>
          <p:nvSpPr>
            <p:cNvPr id="704" name="Google Shape;704;p30"/>
            <p:cNvSpPr/>
            <p:nvPr/>
          </p:nvSpPr>
          <p:spPr>
            <a:xfrm>
              <a:off x="5071801" y="1766541"/>
              <a:ext cx="125867" cy="241215"/>
            </a:xfrm>
            <a:custGeom>
              <a:avLst/>
              <a:gdLst/>
              <a:ahLst/>
              <a:cxnLst/>
              <a:rect l="l" t="t" r="r" b="b"/>
              <a:pathLst>
                <a:path w="6031" h="11558" extrusionOk="0">
                  <a:moveTo>
                    <a:pt x="2415" y="1"/>
                  </a:moveTo>
                  <a:cubicBezTo>
                    <a:pt x="2233" y="993"/>
                    <a:pt x="1808" y="2415"/>
                    <a:pt x="0" y="2785"/>
                  </a:cubicBezTo>
                  <a:lnTo>
                    <a:pt x="0" y="4244"/>
                  </a:lnTo>
                  <a:lnTo>
                    <a:pt x="1228" y="4244"/>
                  </a:lnTo>
                  <a:cubicBezTo>
                    <a:pt x="1537" y="4244"/>
                    <a:pt x="1787" y="4496"/>
                    <a:pt x="1787" y="4803"/>
                  </a:cubicBezTo>
                  <a:lnTo>
                    <a:pt x="1787" y="9077"/>
                  </a:lnTo>
                  <a:cubicBezTo>
                    <a:pt x="1787" y="10222"/>
                    <a:pt x="2553" y="11558"/>
                    <a:pt x="4714" y="11558"/>
                  </a:cubicBezTo>
                  <a:cubicBezTo>
                    <a:pt x="5212" y="11558"/>
                    <a:pt x="5689" y="11535"/>
                    <a:pt x="6031" y="11512"/>
                  </a:cubicBezTo>
                  <a:lnTo>
                    <a:pt x="6031" y="9905"/>
                  </a:lnTo>
                  <a:lnTo>
                    <a:pt x="4891" y="9905"/>
                  </a:lnTo>
                  <a:cubicBezTo>
                    <a:pt x="3535" y="9905"/>
                    <a:pt x="3351" y="9125"/>
                    <a:pt x="3351" y="8363"/>
                  </a:cubicBezTo>
                  <a:lnTo>
                    <a:pt x="3351" y="4803"/>
                  </a:lnTo>
                  <a:cubicBezTo>
                    <a:pt x="3351" y="4496"/>
                    <a:pt x="3600" y="4244"/>
                    <a:pt x="3910" y="4244"/>
                  </a:cubicBezTo>
                  <a:lnTo>
                    <a:pt x="6031" y="4244"/>
                  </a:lnTo>
                  <a:lnTo>
                    <a:pt x="6031" y="2681"/>
                  </a:lnTo>
                  <a:lnTo>
                    <a:pt x="3910" y="2681"/>
                  </a:lnTo>
                  <a:cubicBezTo>
                    <a:pt x="3600" y="2681"/>
                    <a:pt x="3351" y="2431"/>
                    <a:pt x="3351" y="2122"/>
                  </a:cubicBezTo>
                  <a:lnTo>
                    <a:pt x="335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30"/>
            <p:cNvSpPr/>
            <p:nvPr/>
          </p:nvSpPr>
          <p:spPr>
            <a:xfrm>
              <a:off x="4933458" y="1687279"/>
              <a:ext cx="397907" cy="397907"/>
            </a:xfrm>
            <a:custGeom>
              <a:avLst/>
              <a:gdLst/>
              <a:ahLst/>
              <a:cxnLst/>
              <a:rect l="l" t="t" r="r" b="b"/>
              <a:pathLst>
                <a:path w="19066" h="19066" extrusionOk="0">
                  <a:moveTo>
                    <a:pt x="10539" y="2681"/>
                  </a:moveTo>
                  <a:cubicBezTo>
                    <a:pt x="10846" y="2681"/>
                    <a:pt x="11059" y="2932"/>
                    <a:pt x="11059" y="3240"/>
                  </a:cubicBezTo>
                  <a:lnTo>
                    <a:pt x="11059" y="5362"/>
                  </a:lnTo>
                  <a:lnTo>
                    <a:pt x="13219" y="5362"/>
                  </a:lnTo>
                  <a:cubicBezTo>
                    <a:pt x="13528" y="5362"/>
                    <a:pt x="13778" y="5612"/>
                    <a:pt x="13778" y="5921"/>
                  </a:cubicBezTo>
                  <a:lnTo>
                    <a:pt x="13778" y="8601"/>
                  </a:lnTo>
                  <a:cubicBezTo>
                    <a:pt x="13778" y="8911"/>
                    <a:pt x="13528" y="9160"/>
                    <a:pt x="13219" y="9160"/>
                  </a:cubicBezTo>
                  <a:lnTo>
                    <a:pt x="11096" y="9160"/>
                  </a:lnTo>
                  <a:lnTo>
                    <a:pt x="11096" y="12161"/>
                  </a:lnTo>
                  <a:cubicBezTo>
                    <a:pt x="11096" y="12440"/>
                    <a:pt x="11121" y="12520"/>
                    <a:pt x="11133" y="12541"/>
                  </a:cubicBezTo>
                  <a:cubicBezTo>
                    <a:pt x="11140" y="12541"/>
                    <a:pt x="11234" y="12585"/>
                    <a:pt x="11520" y="12585"/>
                  </a:cubicBezTo>
                  <a:lnTo>
                    <a:pt x="13219" y="12585"/>
                  </a:lnTo>
                  <a:cubicBezTo>
                    <a:pt x="13528" y="12585"/>
                    <a:pt x="13741" y="12836"/>
                    <a:pt x="13741" y="13144"/>
                  </a:cubicBezTo>
                  <a:lnTo>
                    <a:pt x="13741" y="15826"/>
                  </a:lnTo>
                  <a:cubicBezTo>
                    <a:pt x="13741" y="16113"/>
                    <a:pt x="13560" y="16351"/>
                    <a:pt x="13273" y="16382"/>
                  </a:cubicBezTo>
                  <a:cubicBezTo>
                    <a:pt x="13236" y="16385"/>
                    <a:pt x="12341" y="16474"/>
                    <a:pt x="11342" y="16474"/>
                  </a:cubicBezTo>
                  <a:cubicBezTo>
                    <a:pt x="8564" y="16474"/>
                    <a:pt x="7298" y="14609"/>
                    <a:pt x="7298" y="12877"/>
                  </a:cubicBezTo>
                  <a:lnTo>
                    <a:pt x="7298" y="9160"/>
                  </a:lnTo>
                  <a:lnTo>
                    <a:pt x="6070" y="9160"/>
                  </a:lnTo>
                  <a:cubicBezTo>
                    <a:pt x="5760" y="9160"/>
                    <a:pt x="5511" y="8911"/>
                    <a:pt x="5511" y="8601"/>
                  </a:cubicBezTo>
                  <a:lnTo>
                    <a:pt x="5511" y="6100"/>
                  </a:lnTo>
                  <a:cubicBezTo>
                    <a:pt x="5511" y="5808"/>
                    <a:pt x="5734" y="5568"/>
                    <a:pt x="6024" y="5543"/>
                  </a:cubicBezTo>
                  <a:cubicBezTo>
                    <a:pt x="7535" y="5417"/>
                    <a:pt x="7797" y="4524"/>
                    <a:pt x="8000" y="3275"/>
                  </a:cubicBezTo>
                  <a:lnTo>
                    <a:pt x="8021" y="3148"/>
                  </a:lnTo>
                  <a:cubicBezTo>
                    <a:pt x="8066" y="2879"/>
                    <a:pt x="8299" y="2681"/>
                    <a:pt x="8571" y="2681"/>
                  </a:cubicBezTo>
                  <a:close/>
                  <a:moveTo>
                    <a:pt x="2794" y="1"/>
                  </a:moveTo>
                  <a:cubicBezTo>
                    <a:pt x="1253" y="1"/>
                    <a:pt x="1" y="1253"/>
                    <a:pt x="1" y="2794"/>
                  </a:cubicBezTo>
                  <a:lnTo>
                    <a:pt x="1" y="16272"/>
                  </a:lnTo>
                  <a:cubicBezTo>
                    <a:pt x="1" y="17811"/>
                    <a:pt x="1253" y="19065"/>
                    <a:pt x="2794" y="19065"/>
                  </a:cubicBezTo>
                  <a:lnTo>
                    <a:pt x="16272" y="19065"/>
                  </a:lnTo>
                  <a:cubicBezTo>
                    <a:pt x="17813" y="19065"/>
                    <a:pt x="19065" y="17811"/>
                    <a:pt x="19065" y="16272"/>
                  </a:cubicBezTo>
                  <a:lnTo>
                    <a:pt x="19065" y="2792"/>
                  </a:lnTo>
                  <a:cubicBezTo>
                    <a:pt x="19065" y="1253"/>
                    <a:pt x="17813" y="1"/>
                    <a:pt x="162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6" name="Google Shape;706;p30"/>
          <p:cNvGrpSpPr/>
          <p:nvPr/>
        </p:nvGrpSpPr>
        <p:grpSpPr>
          <a:xfrm>
            <a:off x="710278" y="3193926"/>
            <a:ext cx="291388" cy="291372"/>
            <a:chOff x="266768" y="1721375"/>
            <a:chExt cx="397907" cy="397887"/>
          </a:xfrm>
        </p:grpSpPr>
        <p:sp>
          <p:nvSpPr>
            <p:cNvPr id="707" name="Google Shape;707;p30"/>
            <p:cNvSpPr/>
            <p:nvPr/>
          </p:nvSpPr>
          <p:spPr>
            <a:xfrm>
              <a:off x="454843" y="1791037"/>
              <a:ext cx="136218" cy="328222"/>
            </a:xfrm>
            <a:custGeom>
              <a:avLst/>
              <a:gdLst/>
              <a:ahLst/>
              <a:cxnLst/>
              <a:rect l="l" t="t" r="r" b="b"/>
              <a:pathLst>
                <a:path w="6527" h="15727" extrusionOk="0">
                  <a:moveTo>
                    <a:pt x="4957" y="1"/>
                  </a:moveTo>
                  <a:cubicBezTo>
                    <a:pt x="4645" y="1"/>
                    <a:pt x="4336" y="24"/>
                    <a:pt x="4028" y="69"/>
                  </a:cubicBezTo>
                  <a:cubicBezTo>
                    <a:pt x="2588" y="280"/>
                    <a:pt x="1700" y="890"/>
                    <a:pt x="1675" y="2250"/>
                  </a:cubicBezTo>
                  <a:lnTo>
                    <a:pt x="1675" y="5040"/>
                  </a:lnTo>
                  <a:cubicBezTo>
                    <a:pt x="1675" y="5348"/>
                    <a:pt x="1426" y="5599"/>
                    <a:pt x="1118" y="5599"/>
                  </a:cubicBezTo>
                  <a:lnTo>
                    <a:pt x="0" y="5599"/>
                  </a:lnTo>
                  <a:lnTo>
                    <a:pt x="0" y="6715"/>
                  </a:lnTo>
                  <a:lnTo>
                    <a:pt x="1118" y="6715"/>
                  </a:lnTo>
                  <a:cubicBezTo>
                    <a:pt x="1426" y="6715"/>
                    <a:pt x="1675" y="6965"/>
                    <a:pt x="1675" y="7274"/>
                  </a:cubicBezTo>
                  <a:lnTo>
                    <a:pt x="1675" y="15727"/>
                  </a:lnTo>
                  <a:lnTo>
                    <a:pt x="3352" y="15727"/>
                  </a:lnTo>
                  <a:lnTo>
                    <a:pt x="3352" y="7274"/>
                  </a:lnTo>
                  <a:cubicBezTo>
                    <a:pt x="3352" y="6965"/>
                    <a:pt x="3602" y="6715"/>
                    <a:pt x="3910" y="6715"/>
                  </a:cubicBezTo>
                  <a:lnTo>
                    <a:pt x="5709" y="6715"/>
                  </a:lnTo>
                  <a:lnTo>
                    <a:pt x="5987" y="5599"/>
                  </a:lnTo>
                  <a:lnTo>
                    <a:pt x="3910" y="5599"/>
                  </a:lnTo>
                  <a:cubicBezTo>
                    <a:pt x="3602" y="5599"/>
                    <a:pt x="3352" y="5348"/>
                    <a:pt x="3352" y="5040"/>
                  </a:cubicBezTo>
                  <a:lnTo>
                    <a:pt x="3352" y="3253"/>
                  </a:lnTo>
                  <a:cubicBezTo>
                    <a:pt x="3352" y="2316"/>
                    <a:pt x="3942" y="1677"/>
                    <a:pt x="4968" y="1504"/>
                  </a:cubicBezTo>
                  <a:cubicBezTo>
                    <a:pt x="5157" y="1473"/>
                    <a:pt x="5339" y="1460"/>
                    <a:pt x="5511" y="1460"/>
                  </a:cubicBezTo>
                  <a:cubicBezTo>
                    <a:pt x="5810" y="1460"/>
                    <a:pt x="6082" y="1498"/>
                    <a:pt x="6324" y="1546"/>
                  </a:cubicBezTo>
                  <a:lnTo>
                    <a:pt x="6526" y="182"/>
                  </a:lnTo>
                  <a:cubicBezTo>
                    <a:pt x="5988" y="62"/>
                    <a:pt x="5468" y="1"/>
                    <a:pt x="495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30"/>
            <p:cNvSpPr/>
            <p:nvPr/>
          </p:nvSpPr>
          <p:spPr>
            <a:xfrm>
              <a:off x="266768" y="1721375"/>
              <a:ext cx="397907" cy="397887"/>
            </a:xfrm>
            <a:custGeom>
              <a:avLst/>
              <a:gdLst/>
              <a:ahLst/>
              <a:cxnLst/>
              <a:rect l="l" t="t" r="r" b="b"/>
              <a:pathLst>
                <a:path w="19066" h="19065" extrusionOk="0">
                  <a:moveTo>
                    <a:pt x="2794" y="0"/>
                  </a:moveTo>
                  <a:cubicBezTo>
                    <a:pt x="1255" y="0"/>
                    <a:pt x="1" y="1253"/>
                    <a:pt x="1" y="2793"/>
                  </a:cubicBezTo>
                  <a:lnTo>
                    <a:pt x="1" y="16271"/>
                  </a:lnTo>
                  <a:cubicBezTo>
                    <a:pt x="1" y="17812"/>
                    <a:pt x="1255" y="19065"/>
                    <a:pt x="2794" y="19065"/>
                  </a:cubicBezTo>
                  <a:lnTo>
                    <a:pt x="9571" y="19065"/>
                  </a:lnTo>
                  <a:lnTo>
                    <a:pt x="9571" y="11171"/>
                  </a:lnTo>
                  <a:lnTo>
                    <a:pt x="8453" y="11171"/>
                  </a:lnTo>
                  <a:cubicBezTo>
                    <a:pt x="8145" y="11171"/>
                    <a:pt x="7896" y="10920"/>
                    <a:pt x="7896" y="10612"/>
                  </a:cubicBezTo>
                  <a:lnTo>
                    <a:pt x="7896" y="8378"/>
                  </a:lnTo>
                  <a:cubicBezTo>
                    <a:pt x="7896" y="8070"/>
                    <a:pt x="8145" y="7819"/>
                    <a:pt x="8453" y="7819"/>
                  </a:cubicBezTo>
                  <a:lnTo>
                    <a:pt x="9571" y="7819"/>
                  </a:lnTo>
                  <a:lnTo>
                    <a:pt x="9571" y="5836"/>
                  </a:lnTo>
                  <a:cubicBezTo>
                    <a:pt x="9571" y="3710"/>
                    <a:pt x="10741" y="2615"/>
                    <a:pt x="12878" y="2302"/>
                  </a:cubicBezTo>
                  <a:cubicBezTo>
                    <a:pt x="13231" y="2249"/>
                    <a:pt x="13591" y="2223"/>
                    <a:pt x="13956" y="2223"/>
                  </a:cubicBezTo>
                  <a:cubicBezTo>
                    <a:pt x="14725" y="2223"/>
                    <a:pt x="15517" y="2339"/>
                    <a:pt x="16318" y="2567"/>
                  </a:cubicBezTo>
                  <a:cubicBezTo>
                    <a:pt x="16589" y="2643"/>
                    <a:pt x="16759" y="2908"/>
                    <a:pt x="16718" y="3186"/>
                  </a:cubicBezTo>
                  <a:lnTo>
                    <a:pt x="16352" y="5650"/>
                  </a:lnTo>
                  <a:cubicBezTo>
                    <a:pt x="16329" y="5806"/>
                    <a:pt x="16240" y="5944"/>
                    <a:pt x="16111" y="6031"/>
                  </a:cubicBezTo>
                  <a:cubicBezTo>
                    <a:pt x="16006" y="6102"/>
                    <a:pt x="15912" y="6127"/>
                    <a:pt x="15818" y="6127"/>
                  </a:cubicBezTo>
                  <a:cubicBezTo>
                    <a:pt x="15717" y="6127"/>
                    <a:pt x="15614" y="6098"/>
                    <a:pt x="15494" y="6068"/>
                  </a:cubicBezTo>
                  <a:cubicBezTo>
                    <a:pt x="15202" y="5995"/>
                    <a:pt x="14879" y="5914"/>
                    <a:pt x="14527" y="5914"/>
                  </a:cubicBezTo>
                  <a:cubicBezTo>
                    <a:pt x="14409" y="5914"/>
                    <a:pt x="14289" y="5923"/>
                    <a:pt x="14165" y="5944"/>
                  </a:cubicBezTo>
                  <a:cubicBezTo>
                    <a:pt x="13534" y="6050"/>
                    <a:pt x="13481" y="6333"/>
                    <a:pt x="13481" y="6590"/>
                  </a:cubicBezTo>
                  <a:lnTo>
                    <a:pt x="13481" y="7819"/>
                  </a:lnTo>
                  <a:lnTo>
                    <a:pt x="15715" y="7819"/>
                  </a:lnTo>
                  <a:cubicBezTo>
                    <a:pt x="15887" y="7819"/>
                    <a:pt x="16048" y="7899"/>
                    <a:pt x="16154" y="8035"/>
                  </a:cubicBezTo>
                  <a:cubicBezTo>
                    <a:pt x="16260" y="8169"/>
                    <a:pt x="16297" y="8346"/>
                    <a:pt x="16256" y="8513"/>
                  </a:cubicBezTo>
                  <a:lnTo>
                    <a:pt x="15697" y="10747"/>
                  </a:lnTo>
                  <a:cubicBezTo>
                    <a:pt x="15635" y="10996"/>
                    <a:pt x="15412" y="11170"/>
                    <a:pt x="15156" y="11170"/>
                  </a:cubicBezTo>
                  <a:lnTo>
                    <a:pt x="13481" y="11170"/>
                  </a:lnTo>
                  <a:lnTo>
                    <a:pt x="13481" y="19065"/>
                  </a:lnTo>
                  <a:lnTo>
                    <a:pt x="16272" y="19065"/>
                  </a:lnTo>
                  <a:cubicBezTo>
                    <a:pt x="17813" y="19065"/>
                    <a:pt x="19066" y="17810"/>
                    <a:pt x="19066" y="16271"/>
                  </a:cubicBezTo>
                  <a:lnTo>
                    <a:pt x="19066" y="2793"/>
                  </a:lnTo>
                  <a:cubicBezTo>
                    <a:pt x="19066" y="1253"/>
                    <a:pt x="17813" y="0"/>
                    <a:pt x="1627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9" name="Google Shape;709;p30"/>
          <p:cNvGrpSpPr/>
          <p:nvPr/>
        </p:nvGrpSpPr>
        <p:grpSpPr>
          <a:xfrm>
            <a:off x="710294" y="2313326"/>
            <a:ext cx="291357" cy="291372"/>
            <a:chOff x="864491" y="1723250"/>
            <a:chExt cx="397866" cy="397887"/>
          </a:xfrm>
        </p:grpSpPr>
        <p:sp>
          <p:nvSpPr>
            <p:cNvPr id="710" name="Google Shape;710;p30"/>
            <p:cNvSpPr/>
            <p:nvPr/>
          </p:nvSpPr>
          <p:spPr>
            <a:xfrm>
              <a:off x="935197" y="179397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30"/>
            <p:cNvSpPr/>
            <p:nvPr/>
          </p:nvSpPr>
          <p:spPr>
            <a:xfrm>
              <a:off x="1005109" y="186391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30"/>
            <p:cNvSpPr/>
            <p:nvPr/>
          </p:nvSpPr>
          <p:spPr>
            <a:xfrm>
              <a:off x="864491" y="172325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31"/>
          <p:cNvSpPr txBox="1">
            <a:spLocks noGrp="1"/>
          </p:cNvSpPr>
          <p:nvPr>
            <p:ph type="title"/>
          </p:nvPr>
        </p:nvSpPr>
        <p:spPr>
          <a:xfrm>
            <a:off x="483675" y="415425"/>
            <a:ext cx="82032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Data Charts Infographics</a:t>
            </a:r>
            <a:endParaRPr/>
          </a:p>
        </p:txBody>
      </p:sp>
      <p:grpSp>
        <p:nvGrpSpPr>
          <p:cNvPr id="718" name="Google Shape;718;p31"/>
          <p:cNvGrpSpPr/>
          <p:nvPr/>
        </p:nvGrpSpPr>
        <p:grpSpPr>
          <a:xfrm>
            <a:off x="3094875" y="1426500"/>
            <a:ext cx="2954100" cy="2954100"/>
            <a:chOff x="3094875" y="1352875"/>
            <a:chExt cx="2954100" cy="2954100"/>
          </a:xfrm>
        </p:grpSpPr>
        <p:sp>
          <p:nvSpPr>
            <p:cNvPr id="719" name="Google Shape;719;p31"/>
            <p:cNvSpPr/>
            <p:nvPr/>
          </p:nvSpPr>
          <p:spPr>
            <a:xfrm>
              <a:off x="3203650" y="1461650"/>
              <a:ext cx="2736900" cy="2736900"/>
            </a:xfrm>
            <a:prstGeom prst="blockArc">
              <a:avLst>
                <a:gd name="adj1" fmla="val 16201471"/>
                <a:gd name="adj2" fmla="val 19872"/>
                <a:gd name="adj3" fmla="val 7674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31"/>
            <p:cNvSpPr/>
            <p:nvPr/>
          </p:nvSpPr>
          <p:spPr>
            <a:xfrm>
              <a:off x="3158738" y="1416738"/>
              <a:ext cx="2826600" cy="2826600"/>
            </a:xfrm>
            <a:prstGeom prst="blockArc">
              <a:avLst>
                <a:gd name="adj1" fmla="val 776"/>
                <a:gd name="adj2" fmla="val 5437771"/>
                <a:gd name="adj3" fmla="val 12537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31"/>
            <p:cNvSpPr/>
            <p:nvPr/>
          </p:nvSpPr>
          <p:spPr>
            <a:xfrm>
              <a:off x="3158813" y="1416813"/>
              <a:ext cx="2826600" cy="2826600"/>
            </a:xfrm>
            <a:prstGeom prst="blockArc">
              <a:avLst>
                <a:gd name="adj1" fmla="val 10699420"/>
                <a:gd name="adj2" fmla="val 16203760"/>
                <a:gd name="adj3" fmla="val 14026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31"/>
            <p:cNvSpPr/>
            <p:nvPr/>
          </p:nvSpPr>
          <p:spPr>
            <a:xfrm>
              <a:off x="3094875" y="1352875"/>
              <a:ext cx="2954100" cy="2954100"/>
            </a:xfrm>
            <a:prstGeom prst="blockArc">
              <a:avLst>
                <a:gd name="adj1" fmla="val 5397164"/>
                <a:gd name="adj2" fmla="val 10804491"/>
                <a:gd name="adj3" fmla="val 17821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23" name="Google Shape;723;p31"/>
          <p:cNvGrpSpPr/>
          <p:nvPr/>
        </p:nvGrpSpPr>
        <p:grpSpPr>
          <a:xfrm>
            <a:off x="710275" y="1598888"/>
            <a:ext cx="2722100" cy="1014775"/>
            <a:chOff x="710275" y="1525263"/>
            <a:chExt cx="2722100" cy="1014775"/>
          </a:xfrm>
        </p:grpSpPr>
        <p:sp>
          <p:nvSpPr>
            <p:cNvPr id="724" name="Google Shape;724;p31"/>
            <p:cNvSpPr txBox="1"/>
            <p:nvPr/>
          </p:nvSpPr>
          <p:spPr>
            <a:xfrm>
              <a:off x="710275" y="1525263"/>
              <a:ext cx="1884600" cy="26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Venus</a:t>
              </a:r>
              <a:endParaRPr sz="17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725" name="Google Shape;725;p31"/>
            <p:cNvSpPr txBox="1"/>
            <p:nvPr/>
          </p:nvSpPr>
          <p:spPr>
            <a:xfrm>
              <a:off x="710275" y="1779238"/>
              <a:ext cx="1884600" cy="76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Venus has a beautiful name and is the second planet from the Sun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726" name="Google Shape;726;p31"/>
            <p:cNvCxnSpPr/>
            <p:nvPr/>
          </p:nvCxnSpPr>
          <p:spPr>
            <a:xfrm>
              <a:off x="1575075" y="1656525"/>
              <a:ext cx="18573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727" name="Google Shape;727;p31"/>
          <p:cNvGrpSpPr/>
          <p:nvPr/>
        </p:nvGrpSpPr>
        <p:grpSpPr>
          <a:xfrm>
            <a:off x="710275" y="3193413"/>
            <a:ext cx="2171600" cy="1014775"/>
            <a:chOff x="710275" y="3119788"/>
            <a:chExt cx="2171600" cy="1014775"/>
          </a:xfrm>
        </p:grpSpPr>
        <p:sp>
          <p:nvSpPr>
            <p:cNvPr id="728" name="Google Shape;728;p31"/>
            <p:cNvSpPr txBox="1"/>
            <p:nvPr/>
          </p:nvSpPr>
          <p:spPr>
            <a:xfrm>
              <a:off x="710275" y="3119788"/>
              <a:ext cx="1884600" cy="26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4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Mercury</a:t>
              </a:r>
              <a:endParaRPr sz="1700">
                <a:solidFill>
                  <a:schemeClr val="accent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729" name="Google Shape;729;p31"/>
            <p:cNvSpPr txBox="1"/>
            <p:nvPr/>
          </p:nvSpPr>
          <p:spPr>
            <a:xfrm>
              <a:off x="710275" y="3373763"/>
              <a:ext cx="1884600" cy="76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Mercury is the closest planet to the Sun and the smallest one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730" name="Google Shape;730;p31"/>
            <p:cNvCxnSpPr/>
            <p:nvPr/>
          </p:nvCxnSpPr>
          <p:spPr>
            <a:xfrm>
              <a:off x="1575075" y="3251050"/>
              <a:ext cx="1306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731" name="Google Shape;731;p31"/>
          <p:cNvGrpSpPr/>
          <p:nvPr/>
        </p:nvGrpSpPr>
        <p:grpSpPr>
          <a:xfrm>
            <a:off x="6262175" y="3193413"/>
            <a:ext cx="2171600" cy="1014775"/>
            <a:chOff x="6262175" y="3119788"/>
            <a:chExt cx="2171600" cy="1014775"/>
          </a:xfrm>
        </p:grpSpPr>
        <p:sp>
          <p:nvSpPr>
            <p:cNvPr id="732" name="Google Shape;732;p31"/>
            <p:cNvSpPr txBox="1"/>
            <p:nvPr/>
          </p:nvSpPr>
          <p:spPr>
            <a:xfrm>
              <a:off x="6549175" y="3119788"/>
              <a:ext cx="1884600" cy="26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Jupiter</a:t>
              </a:r>
              <a:endParaRPr sz="170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733" name="Google Shape;733;p31"/>
            <p:cNvSpPr txBox="1"/>
            <p:nvPr/>
          </p:nvSpPr>
          <p:spPr>
            <a:xfrm>
              <a:off x="6549175" y="3373763"/>
              <a:ext cx="1884600" cy="76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Jupiter is a gas giant and the biggest planet in the Solar System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734" name="Google Shape;734;p31"/>
            <p:cNvCxnSpPr/>
            <p:nvPr/>
          </p:nvCxnSpPr>
          <p:spPr>
            <a:xfrm>
              <a:off x="6262175" y="3251050"/>
              <a:ext cx="1306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735" name="Google Shape;735;p31"/>
          <p:cNvGrpSpPr/>
          <p:nvPr/>
        </p:nvGrpSpPr>
        <p:grpSpPr>
          <a:xfrm>
            <a:off x="5625075" y="1598888"/>
            <a:ext cx="2808700" cy="1014775"/>
            <a:chOff x="5625075" y="1525263"/>
            <a:chExt cx="2808700" cy="1014775"/>
          </a:xfrm>
        </p:grpSpPr>
        <p:sp>
          <p:nvSpPr>
            <p:cNvPr id="736" name="Google Shape;736;p31"/>
            <p:cNvSpPr txBox="1"/>
            <p:nvPr/>
          </p:nvSpPr>
          <p:spPr>
            <a:xfrm>
              <a:off x="6549175" y="1525263"/>
              <a:ext cx="1884600" cy="26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Mars</a:t>
              </a:r>
              <a:endParaRPr sz="170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737" name="Google Shape;737;p31"/>
            <p:cNvSpPr txBox="1"/>
            <p:nvPr/>
          </p:nvSpPr>
          <p:spPr>
            <a:xfrm>
              <a:off x="6549175" y="1779238"/>
              <a:ext cx="1884600" cy="76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Despite being red, Mars is a cold place full of iron oxide dust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738" name="Google Shape;738;p31"/>
            <p:cNvCxnSpPr/>
            <p:nvPr/>
          </p:nvCxnSpPr>
          <p:spPr>
            <a:xfrm>
              <a:off x="5625075" y="1656525"/>
              <a:ext cx="1857300" cy="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32"/>
          <p:cNvSpPr txBox="1">
            <a:spLocks noGrp="1"/>
          </p:cNvSpPr>
          <p:nvPr>
            <p:ph type="title"/>
          </p:nvPr>
        </p:nvSpPr>
        <p:spPr>
          <a:xfrm>
            <a:off x="483675" y="415425"/>
            <a:ext cx="82032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Data Charts Infographics</a:t>
            </a:r>
            <a:endParaRPr/>
          </a:p>
        </p:txBody>
      </p:sp>
      <p:grpSp>
        <p:nvGrpSpPr>
          <p:cNvPr id="744" name="Google Shape;744;p32"/>
          <p:cNvGrpSpPr/>
          <p:nvPr/>
        </p:nvGrpSpPr>
        <p:grpSpPr>
          <a:xfrm>
            <a:off x="710275" y="1445175"/>
            <a:ext cx="7723325" cy="548400"/>
            <a:chOff x="710275" y="1371563"/>
            <a:chExt cx="7723325" cy="548400"/>
          </a:xfrm>
        </p:grpSpPr>
        <p:sp>
          <p:nvSpPr>
            <p:cNvPr id="745" name="Google Shape;745;p32"/>
            <p:cNvSpPr txBox="1"/>
            <p:nvPr/>
          </p:nvSpPr>
          <p:spPr>
            <a:xfrm>
              <a:off x="710275" y="1422863"/>
              <a:ext cx="936000" cy="44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Mercury</a:t>
              </a:r>
              <a:endParaRPr sz="17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746" name="Google Shape;746;p32"/>
            <p:cNvSpPr/>
            <p:nvPr/>
          </p:nvSpPr>
          <p:spPr>
            <a:xfrm>
              <a:off x="2676476" y="1377250"/>
              <a:ext cx="173700" cy="537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32"/>
            <p:cNvSpPr/>
            <p:nvPr/>
          </p:nvSpPr>
          <p:spPr>
            <a:xfrm>
              <a:off x="3004607" y="1377250"/>
              <a:ext cx="173700" cy="537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32"/>
            <p:cNvSpPr/>
            <p:nvPr/>
          </p:nvSpPr>
          <p:spPr>
            <a:xfrm>
              <a:off x="3332739" y="1377250"/>
              <a:ext cx="173700" cy="537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32"/>
            <p:cNvSpPr/>
            <p:nvPr/>
          </p:nvSpPr>
          <p:spPr>
            <a:xfrm>
              <a:off x="3660870" y="1377250"/>
              <a:ext cx="173700" cy="537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32"/>
            <p:cNvSpPr/>
            <p:nvPr/>
          </p:nvSpPr>
          <p:spPr>
            <a:xfrm>
              <a:off x="3989001" y="1377250"/>
              <a:ext cx="173700" cy="537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32"/>
            <p:cNvSpPr/>
            <p:nvPr/>
          </p:nvSpPr>
          <p:spPr>
            <a:xfrm>
              <a:off x="4317133" y="1377250"/>
              <a:ext cx="173700" cy="5370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32"/>
            <p:cNvSpPr/>
            <p:nvPr/>
          </p:nvSpPr>
          <p:spPr>
            <a:xfrm>
              <a:off x="4645264" y="1377250"/>
              <a:ext cx="173700" cy="5370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32"/>
            <p:cNvSpPr/>
            <p:nvPr/>
          </p:nvSpPr>
          <p:spPr>
            <a:xfrm>
              <a:off x="4973395" y="1377250"/>
              <a:ext cx="173700" cy="5370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32"/>
            <p:cNvSpPr/>
            <p:nvPr/>
          </p:nvSpPr>
          <p:spPr>
            <a:xfrm>
              <a:off x="5301526" y="1377250"/>
              <a:ext cx="173700" cy="5370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32"/>
            <p:cNvSpPr/>
            <p:nvPr/>
          </p:nvSpPr>
          <p:spPr>
            <a:xfrm>
              <a:off x="5629658" y="1377250"/>
              <a:ext cx="173700" cy="5370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32"/>
            <p:cNvSpPr txBox="1"/>
            <p:nvPr/>
          </p:nvSpPr>
          <p:spPr>
            <a:xfrm>
              <a:off x="6043438" y="1430950"/>
              <a:ext cx="6639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60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5</a:t>
              </a:r>
              <a:r>
                <a:rPr lang="en" sz="1800">
                  <a:solidFill>
                    <a:schemeClr val="accen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/10</a:t>
              </a:r>
              <a:endParaRPr sz="180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757" name="Google Shape;757;p32"/>
            <p:cNvSpPr txBox="1"/>
            <p:nvPr/>
          </p:nvSpPr>
          <p:spPr>
            <a:xfrm>
              <a:off x="6774600" y="1371563"/>
              <a:ext cx="1659000" cy="54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Mercury is the closest to the Sun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758" name="Google Shape;758;p32"/>
            <p:cNvCxnSpPr>
              <a:stCxn id="745" idx="3"/>
            </p:cNvCxnSpPr>
            <p:nvPr/>
          </p:nvCxnSpPr>
          <p:spPr>
            <a:xfrm>
              <a:off x="1646275" y="1645763"/>
              <a:ext cx="7803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759" name="Google Shape;759;p32"/>
          <p:cNvGrpSpPr/>
          <p:nvPr/>
        </p:nvGrpSpPr>
        <p:grpSpPr>
          <a:xfrm>
            <a:off x="710275" y="2271022"/>
            <a:ext cx="7723325" cy="548400"/>
            <a:chOff x="710275" y="2161004"/>
            <a:chExt cx="7723325" cy="548400"/>
          </a:xfrm>
        </p:grpSpPr>
        <p:sp>
          <p:nvSpPr>
            <p:cNvPr id="760" name="Google Shape;760;p32"/>
            <p:cNvSpPr txBox="1"/>
            <p:nvPr/>
          </p:nvSpPr>
          <p:spPr>
            <a:xfrm>
              <a:off x="710275" y="2212304"/>
              <a:ext cx="936000" cy="44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Venus</a:t>
              </a:r>
              <a:endParaRPr sz="170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761" name="Google Shape;761;p32"/>
            <p:cNvSpPr/>
            <p:nvPr/>
          </p:nvSpPr>
          <p:spPr>
            <a:xfrm>
              <a:off x="2676476" y="2166692"/>
              <a:ext cx="173700" cy="5370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32"/>
            <p:cNvSpPr/>
            <p:nvPr/>
          </p:nvSpPr>
          <p:spPr>
            <a:xfrm>
              <a:off x="3004607" y="2166692"/>
              <a:ext cx="173700" cy="5370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32"/>
            <p:cNvSpPr/>
            <p:nvPr/>
          </p:nvSpPr>
          <p:spPr>
            <a:xfrm>
              <a:off x="3332739" y="2166692"/>
              <a:ext cx="173700" cy="5370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32"/>
            <p:cNvSpPr/>
            <p:nvPr/>
          </p:nvSpPr>
          <p:spPr>
            <a:xfrm>
              <a:off x="3660870" y="2166692"/>
              <a:ext cx="173700" cy="5370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32"/>
            <p:cNvSpPr/>
            <p:nvPr/>
          </p:nvSpPr>
          <p:spPr>
            <a:xfrm>
              <a:off x="3989001" y="2166692"/>
              <a:ext cx="173700" cy="5370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32"/>
            <p:cNvSpPr/>
            <p:nvPr/>
          </p:nvSpPr>
          <p:spPr>
            <a:xfrm>
              <a:off x="4317133" y="2166692"/>
              <a:ext cx="173700" cy="5370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32"/>
            <p:cNvSpPr/>
            <p:nvPr/>
          </p:nvSpPr>
          <p:spPr>
            <a:xfrm>
              <a:off x="4645264" y="2166692"/>
              <a:ext cx="173700" cy="5370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32"/>
            <p:cNvSpPr/>
            <p:nvPr/>
          </p:nvSpPr>
          <p:spPr>
            <a:xfrm>
              <a:off x="4973395" y="2166692"/>
              <a:ext cx="173700" cy="5370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32"/>
            <p:cNvSpPr/>
            <p:nvPr/>
          </p:nvSpPr>
          <p:spPr>
            <a:xfrm>
              <a:off x="5301526" y="2166692"/>
              <a:ext cx="173700" cy="5370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32"/>
            <p:cNvSpPr/>
            <p:nvPr/>
          </p:nvSpPr>
          <p:spPr>
            <a:xfrm>
              <a:off x="5629658" y="2166692"/>
              <a:ext cx="173700" cy="5370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32"/>
            <p:cNvSpPr txBox="1"/>
            <p:nvPr/>
          </p:nvSpPr>
          <p:spPr>
            <a:xfrm>
              <a:off x="6043438" y="2220392"/>
              <a:ext cx="6639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60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8</a:t>
              </a:r>
              <a:r>
                <a:rPr lang="en" sz="1800">
                  <a:solidFill>
                    <a:schemeClr val="accent2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/10</a:t>
              </a:r>
              <a:endParaRPr sz="200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772" name="Google Shape;772;p32"/>
            <p:cNvSpPr txBox="1"/>
            <p:nvPr/>
          </p:nvSpPr>
          <p:spPr>
            <a:xfrm>
              <a:off x="6774600" y="2161004"/>
              <a:ext cx="1659000" cy="54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Venus is the second planet from the Sun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773" name="Google Shape;773;p32"/>
            <p:cNvCxnSpPr/>
            <p:nvPr/>
          </p:nvCxnSpPr>
          <p:spPr>
            <a:xfrm>
              <a:off x="1646275" y="2435188"/>
              <a:ext cx="780300" cy="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774" name="Google Shape;774;p32"/>
          <p:cNvGrpSpPr/>
          <p:nvPr/>
        </p:nvGrpSpPr>
        <p:grpSpPr>
          <a:xfrm>
            <a:off x="710275" y="3096868"/>
            <a:ext cx="7723325" cy="548400"/>
            <a:chOff x="710275" y="2950446"/>
            <a:chExt cx="7723325" cy="548400"/>
          </a:xfrm>
        </p:grpSpPr>
        <p:sp>
          <p:nvSpPr>
            <p:cNvPr id="775" name="Google Shape;775;p32"/>
            <p:cNvSpPr txBox="1"/>
            <p:nvPr/>
          </p:nvSpPr>
          <p:spPr>
            <a:xfrm>
              <a:off x="710275" y="3001746"/>
              <a:ext cx="936000" cy="44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Earth</a:t>
              </a:r>
              <a:endParaRPr sz="170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776" name="Google Shape;776;p32"/>
            <p:cNvSpPr/>
            <p:nvPr/>
          </p:nvSpPr>
          <p:spPr>
            <a:xfrm>
              <a:off x="2676476" y="2956133"/>
              <a:ext cx="173700" cy="5370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32"/>
            <p:cNvSpPr/>
            <p:nvPr/>
          </p:nvSpPr>
          <p:spPr>
            <a:xfrm>
              <a:off x="3004607" y="2956133"/>
              <a:ext cx="173700" cy="5370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32"/>
            <p:cNvSpPr/>
            <p:nvPr/>
          </p:nvSpPr>
          <p:spPr>
            <a:xfrm>
              <a:off x="3332739" y="2956133"/>
              <a:ext cx="173700" cy="5370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32"/>
            <p:cNvSpPr/>
            <p:nvPr/>
          </p:nvSpPr>
          <p:spPr>
            <a:xfrm>
              <a:off x="3660870" y="2956133"/>
              <a:ext cx="173700" cy="5370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32"/>
            <p:cNvSpPr/>
            <p:nvPr/>
          </p:nvSpPr>
          <p:spPr>
            <a:xfrm>
              <a:off x="3989001" y="2956133"/>
              <a:ext cx="173700" cy="5370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32"/>
            <p:cNvSpPr/>
            <p:nvPr/>
          </p:nvSpPr>
          <p:spPr>
            <a:xfrm>
              <a:off x="4317133" y="2956133"/>
              <a:ext cx="173700" cy="5370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32"/>
            <p:cNvSpPr/>
            <p:nvPr/>
          </p:nvSpPr>
          <p:spPr>
            <a:xfrm>
              <a:off x="4645264" y="2956133"/>
              <a:ext cx="173700" cy="5370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32"/>
            <p:cNvSpPr/>
            <p:nvPr/>
          </p:nvSpPr>
          <p:spPr>
            <a:xfrm>
              <a:off x="4973395" y="2956133"/>
              <a:ext cx="173700" cy="5370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32"/>
            <p:cNvSpPr/>
            <p:nvPr/>
          </p:nvSpPr>
          <p:spPr>
            <a:xfrm>
              <a:off x="5301526" y="2956133"/>
              <a:ext cx="173700" cy="5370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32"/>
            <p:cNvSpPr/>
            <p:nvPr/>
          </p:nvSpPr>
          <p:spPr>
            <a:xfrm>
              <a:off x="5629658" y="2956133"/>
              <a:ext cx="173700" cy="5370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32"/>
            <p:cNvSpPr txBox="1"/>
            <p:nvPr/>
          </p:nvSpPr>
          <p:spPr>
            <a:xfrm>
              <a:off x="6043438" y="3009833"/>
              <a:ext cx="6639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60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4</a:t>
              </a:r>
              <a:r>
                <a:rPr lang="en" sz="1800">
                  <a:solidFill>
                    <a:schemeClr val="accent3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/10</a:t>
              </a:r>
              <a:endParaRPr sz="200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787" name="Google Shape;787;p32"/>
            <p:cNvSpPr txBox="1"/>
            <p:nvPr/>
          </p:nvSpPr>
          <p:spPr>
            <a:xfrm>
              <a:off x="6774600" y="2950446"/>
              <a:ext cx="1659000" cy="54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Planet Earth is the only one with life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788" name="Google Shape;788;p32"/>
            <p:cNvCxnSpPr/>
            <p:nvPr/>
          </p:nvCxnSpPr>
          <p:spPr>
            <a:xfrm>
              <a:off x="1646275" y="3224638"/>
              <a:ext cx="7803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789" name="Google Shape;789;p32"/>
          <p:cNvGrpSpPr/>
          <p:nvPr/>
        </p:nvGrpSpPr>
        <p:grpSpPr>
          <a:xfrm>
            <a:off x="710275" y="3922715"/>
            <a:ext cx="7723326" cy="548400"/>
            <a:chOff x="710275" y="3739888"/>
            <a:chExt cx="7723326" cy="548400"/>
          </a:xfrm>
        </p:grpSpPr>
        <p:sp>
          <p:nvSpPr>
            <p:cNvPr id="790" name="Google Shape;790;p32"/>
            <p:cNvSpPr txBox="1"/>
            <p:nvPr/>
          </p:nvSpPr>
          <p:spPr>
            <a:xfrm>
              <a:off x="710275" y="3791188"/>
              <a:ext cx="936000" cy="44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5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Mars</a:t>
              </a:r>
              <a:endParaRPr sz="1700">
                <a:solidFill>
                  <a:schemeClr val="accent5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791" name="Google Shape;791;p32"/>
            <p:cNvSpPr/>
            <p:nvPr/>
          </p:nvSpPr>
          <p:spPr>
            <a:xfrm>
              <a:off x="2676476" y="3745575"/>
              <a:ext cx="173700" cy="5370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32"/>
            <p:cNvSpPr/>
            <p:nvPr/>
          </p:nvSpPr>
          <p:spPr>
            <a:xfrm>
              <a:off x="3004607" y="3745575"/>
              <a:ext cx="173700" cy="5370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32"/>
            <p:cNvSpPr/>
            <p:nvPr/>
          </p:nvSpPr>
          <p:spPr>
            <a:xfrm>
              <a:off x="3332739" y="3745575"/>
              <a:ext cx="173700" cy="5370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32"/>
            <p:cNvSpPr/>
            <p:nvPr/>
          </p:nvSpPr>
          <p:spPr>
            <a:xfrm>
              <a:off x="3660870" y="3745575"/>
              <a:ext cx="173700" cy="5370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32"/>
            <p:cNvSpPr/>
            <p:nvPr/>
          </p:nvSpPr>
          <p:spPr>
            <a:xfrm>
              <a:off x="3989001" y="3745575"/>
              <a:ext cx="173700" cy="5370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32"/>
            <p:cNvSpPr/>
            <p:nvPr/>
          </p:nvSpPr>
          <p:spPr>
            <a:xfrm>
              <a:off x="4317133" y="3745575"/>
              <a:ext cx="173700" cy="5370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32"/>
            <p:cNvSpPr/>
            <p:nvPr/>
          </p:nvSpPr>
          <p:spPr>
            <a:xfrm>
              <a:off x="4645264" y="3745575"/>
              <a:ext cx="173700" cy="5370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32"/>
            <p:cNvSpPr/>
            <p:nvPr/>
          </p:nvSpPr>
          <p:spPr>
            <a:xfrm>
              <a:off x="4973395" y="3745575"/>
              <a:ext cx="173700" cy="5370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32"/>
            <p:cNvSpPr/>
            <p:nvPr/>
          </p:nvSpPr>
          <p:spPr>
            <a:xfrm>
              <a:off x="5301526" y="3745575"/>
              <a:ext cx="173700" cy="5370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32"/>
            <p:cNvSpPr/>
            <p:nvPr/>
          </p:nvSpPr>
          <p:spPr>
            <a:xfrm>
              <a:off x="5629658" y="3745575"/>
              <a:ext cx="173700" cy="5370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32"/>
            <p:cNvSpPr txBox="1"/>
            <p:nvPr/>
          </p:nvSpPr>
          <p:spPr>
            <a:xfrm>
              <a:off x="6043438" y="3799275"/>
              <a:ext cx="6639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600">
                  <a:solidFill>
                    <a:schemeClr val="accent5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7</a:t>
              </a:r>
              <a:r>
                <a:rPr lang="en" sz="1800">
                  <a:solidFill>
                    <a:schemeClr val="accent5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/10</a:t>
              </a:r>
              <a:endParaRPr sz="2000">
                <a:solidFill>
                  <a:schemeClr val="accent5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802" name="Google Shape;802;p32"/>
            <p:cNvSpPr txBox="1"/>
            <p:nvPr/>
          </p:nvSpPr>
          <p:spPr>
            <a:xfrm>
              <a:off x="6774601" y="3739888"/>
              <a:ext cx="1659000" cy="54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Mars is a cold place full of iron oxide dust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803" name="Google Shape;803;p32"/>
            <p:cNvCxnSpPr/>
            <p:nvPr/>
          </p:nvCxnSpPr>
          <p:spPr>
            <a:xfrm>
              <a:off x="1646275" y="4014088"/>
              <a:ext cx="7803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8" name="Google Shape;808;p33"/>
          <p:cNvGrpSpPr/>
          <p:nvPr/>
        </p:nvGrpSpPr>
        <p:grpSpPr>
          <a:xfrm>
            <a:off x="1253489" y="1529425"/>
            <a:ext cx="4751575" cy="3086052"/>
            <a:chOff x="1761914" y="1300550"/>
            <a:chExt cx="4751575" cy="3086052"/>
          </a:xfrm>
        </p:grpSpPr>
        <p:cxnSp>
          <p:nvCxnSpPr>
            <p:cNvPr id="809" name="Google Shape;809;p33"/>
            <p:cNvCxnSpPr/>
            <p:nvPr/>
          </p:nvCxnSpPr>
          <p:spPr>
            <a:xfrm>
              <a:off x="2119400" y="1300550"/>
              <a:ext cx="0" cy="2772600"/>
            </a:xfrm>
            <a:prstGeom prst="straightConnector1">
              <a:avLst/>
            </a:prstGeom>
            <a:noFill/>
            <a:ln w="9525" cap="flat" cmpd="sng">
              <a:solidFill>
                <a:srgbClr val="D9D9D9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810" name="Google Shape;810;p33"/>
            <p:cNvCxnSpPr/>
            <p:nvPr/>
          </p:nvCxnSpPr>
          <p:spPr>
            <a:xfrm>
              <a:off x="2922738" y="1300550"/>
              <a:ext cx="0" cy="2772600"/>
            </a:xfrm>
            <a:prstGeom prst="straightConnector1">
              <a:avLst/>
            </a:prstGeom>
            <a:noFill/>
            <a:ln w="9525" cap="flat" cmpd="sng">
              <a:solidFill>
                <a:srgbClr val="D9D9D9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811" name="Google Shape;811;p33"/>
            <p:cNvCxnSpPr/>
            <p:nvPr/>
          </p:nvCxnSpPr>
          <p:spPr>
            <a:xfrm>
              <a:off x="3734378" y="1300550"/>
              <a:ext cx="0" cy="2772600"/>
            </a:xfrm>
            <a:prstGeom prst="straightConnector1">
              <a:avLst/>
            </a:prstGeom>
            <a:noFill/>
            <a:ln w="9525" cap="flat" cmpd="sng">
              <a:solidFill>
                <a:srgbClr val="D9D9D9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812" name="Google Shape;812;p33"/>
            <p:cNvCxnSpPr/>
            <p:nvPr/>
          </p:nvCxnSpPr>
          <p:spPr>
            <a:xfrm>
              <a:off x="4546019" y="1300550"/>
              <a:ext cx="0" cy="2772600"/>
            </a:xfrm>
            <a:prstGeom prst="straightConnector1">
              <a:avLst/>
            </a:prstGeom>
            <a:noFill/>
            <a:ln w="9525" cap="flat" cmpd="sng">
              <a:solidFill>
                <a:srgbClr val="D9D9D9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813" name="Google Shape;813;p33"/>
            <p:cNvCxnSpPr/>
            <p:nvPr/>
          </p:nvCxnSpPr>
          <p:spPr>
            <a:xfrm>
              <a:off x="5357660" y="1300550"/>
              <a:ext cx="0" cy="2772600"/>
            </a:xfrm>
            <a:prstGeom prst="straightConnector1">
              <a:avLst/>
            </a:prstGeom>
            <a:noFill/>
            <a:ln w="9525" cap="flat" cmpd="sng">
              <a:solidFill>
                <a:srgbClr val="D9D9D9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814" name="Google Shape;814;p33"/>
            <p:cNvCxnSpPr/>
            <p:nvPr/>
          </p:nvCxnSpPr>
          <p:spPr>
            <a:xfrm>
              <a:off x="6169300" y="1300550"/>
              <a:ext cx="0" cy="2772600"/>
            </a:xfrm>
            <a:prstGeom prst="straightConnector1">
              <a:avLst/>
            </a:prstGeom>
            <a:noFill/>
            <a:ln w="9525" cap="flat" cmpd="sng">
              <a:solidFill>
                <a:srgbClr val="D9D9D9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815" name="Google Shape;815;p33"/>
            <p:cNvSpPr txBox="1"/>
            <p:nvPr/>
          </p:nvSpPr>
          <p:spPr>
            <a:xfrm>
              <a:off x="2571889" y="4149302"/>
              <a:ext cx="701700" cy="237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10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16" name="Google Shape;816;p33"/>
            <p:cNvSpPr txBox="1"/>
            <p:nvPr/>
          </p:nvSpPr>
          <p:spPr>
            <a:xfrm>
              <a:off x="3381864" y="4149302"/>
              <a:ext cx="701700" cy="237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15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17" name="Google Shape;817;p33"/>
            <p:cNvSpPr txBox="1"/>
            <p:nvPr/>
          </p:nvSpPr>
          <p:spPr>
            <a:xfrm>
              <a:off x="4191839" y="4149302"/>
              <a:ext cx="701700" cy="237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20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18" name="Google Shape;818;p33"/>
            <p:cNvSpPr txBox="1"/>
            <p:nvPr/>
          </p:nvSpPr>
          <p:spPr>
            <a:xfrm>
              <a:off x="5001814" y="4149302"/>
              <a:ext cx="701700" cy="237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25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19" name="Google Shape;819;p33"/>
            <p:cNvSpPr txBox="1"/>
            <p:nvPr/>
          </p:nvSpPr>
          <p:spPr>
            <a:xfrm>
              <a:off x="5811789" y="4149302"/>
              <a:ext cx="701700" cy="237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30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20" name="Google Shape;820;p33"/>
            <p:cNvSpPr txBox="1"/>
            <p:nvPr/>
          </p:nvSpPr>
          <p:spPr>
            <a:xfrm>
              <a:off x="1761914" y="4149302"/>
              <a:ext cx="701700" cy="237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0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821" name="Google Shape;821;p33"/>
          <p:cNvSpPr txBox="1">
            <a:spLocks noGrp="1"/>
          </p:cNvSpPr>
          <p:nvPr>
            <p:ph type="title"/>
          </p:nvPr>
        </p:nvSpPr>
        <p:spPr>
          <a:xfrm>
            <a:off x="483675" y="415425"/>
            <a:ext cx="82032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Data Charts Infographics</a:t>
            </a:r>
            <a:endParaRPr/>
          </a:p>
        </p:txBody>
      </p:sp>
      <p:grpSp>
        <p:nvGrpSpPr>
          <p:cNvPr id="822" name="Google Shape;822;p33"/>
          <p:cNvGrpSpPr/>
          <p:nvPr/>
        </p:nvGrpSpPr>
        <p:grpSpPr>
          <a:xfrm>
            <a:off x="710275" y="1435775"/>
            <a:ext cx="4950604" cy="2714850"/>
            <a:chOff x="710275" y="1240075"/>
            <a:chExt cx="4950604" cy="2714850"/>
          </a:xfrm>
        </p:grpSpPr>
        <p:sp>
          <p:nvSpPr>
            <p:cNvPr id="823" name="Google Shape;823;p33"/>
            <p:cNvSpPr/>
            <p:nvPr/>
          </p:nvSpPr>
          <p:spPr>
            <a:xfrm>
              <a:off x="1605778" y="1240075"/>
              <a:ext cx="1873800" cy="2076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33"/>
            <p:cNvSpPr/>
            <p:nvPr/>
          </p:nvSpPr>
          <p:spPr>
            <a:xfrm>
              <a:off x="3595948" y="1240075"/>
              <a:ext cx="2064900" cy="2076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33"/>
            <p:cNvSpPr txBox="1"/>
            <p:nvPr/>
          </p:nvSpPr>
          <p:spPr>
            <a:xfrm>
              <a:off x="710275" y="1243375"/>
              <a:ext cx="8955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rgbClr val="43434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January</a:t>
              </a:r>
              <a:endParaRPr sz="1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826" name="Google Shape;826;p33"/>
            <p:cNvSpPr/>
            <p:nvPr/>
          </p:nvSpPr>
          <p:spPr>
            <a:xfrm>
              <a:off x="1605783" y="1741525"/>
              <a:ext cx="2528100" cy="2076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33"/>
            <p:cNvSpPr/>
            <p:nvPr/>
          </p:nvSpPr>
          <p:spPr>
            <a:xfrm>
              <a:off x="4250275" y="1741525"/>
              <a:ext cx="1410600" cy="2076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33"/>
            <p:cNvSpPr txBox="1"/>
            <p:nvPr/>
          </p:nvSpPr>
          <p:spPr>
            <a:xfrm>
              <a:off x="710275" y="1744825"/>
              <a:ext cx="8955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rgbClr val="43434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February</a:t>
              </a:r>
              <a:endParaRPr sz="1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829" name="Google Shape;829;p33"/>
            <p:cNvSpPr/>
            <p:nvPr/>
          </p:nvSpPr>
          <p:spPr>
            <a:xfrm>
              <a:off x="1605775" y="2242975"/>
              <a:ext cx="756300" cy="2076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33"/>
            <p:cNvSpPr/>
            <p:nvPr/>
          </p:nvSpPr>
          <p:spPr>
            <a:xfrm>
              <a:off x="2478479" y="2242975"/>
              <a:ext cx="3182400" cy="2076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33"/>
            <p:cNvSpPr txBox="1"/>
            <p:nvPr/>
          </p:nvSpPr>
          <p:spPr>
            <a:xfrm>
              <a:off x="710275" y="2246275"/>
              <a:ext cx="8955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rgbClr val="43434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March</a:t>
              </a:r>
              <a:endParaRPr sz="1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832" name="Google Shape;832;p33"/>
            <p:cNvSpPr/>
            <p:nvPr/>
          </p:nvSpPr>
          <p:spPr>
            <a:xfrm>
              <a:off x="1605778" y="2744425"/>
              <a:ext cx="1911000" cy="2076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33"/>
            <p:cNvSpPr/>
            <p:nvPr/>
          </p:nvSpPr>
          <p:spPr>
            <a:xfrm>
              <a:off x="3633273" y="2744425"/>
              <a:ext cx="2027400" cy="2076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33"/>
            <p:cNvSpPr txBox="1"/>
            <p:nvPr/>
          </p:nvSpPr>
          <p:spPr>
            <a:xfrm>
              <a:off x="710275" y="2747725"/>
              <a:ext cx="8955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rgbClr val="43434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April</a:t>
              </a:r>
              <a:endParaRPr sz="1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835" name="Google Shape;835;p33"/>
            <p:cNvSpPr/>
            <p:nvPr/>
          </p:nvSpPr>
          <p:spPr>
            <a:xfrm>
              <a:off x="1605800" y="3245875"/>
              <a:ext cx="3353400" cy="2076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33"/>
            <p:cNvSpPr/>
            <p:nvPr/>
          </p:nvSpPr>
          <p:spPr>
            <a:xfrm>
              <a:off x="5075499" y="3245875"/>
              <a:ext cx="585300" cy="2076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33"/>
            <p:cNvSpPr txBox="1"/>
            <p:nvPr/>
          </p:nvSpPr>
          <p:spPr>
            <a:xfrm>
              <a:off x="710275" y="3249175"/>
              <a:ext cx="8955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rgbClr val="43434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May</a:t>
              </a:r>
              <a:endParaRPr sz="1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838" name="Google Shape;838;p33"/>
            <p:cNvSpPr/>
            <p:nvPr/>
          </p:nvSpPr>
          <p:spPr>
            <a:xfrm>
              <a:off x="1605800" y="3747325"/>
              <a:ext cx="1739700" cy="2076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33"/>
            <p:cNvSpPr/>
            <p:nvPr/>
          </p:nvSpPr>
          <p:spPr>
            <a:xfrm>
              <a:off x="3461850" y="3747325"/>
              <a:ext cx="2199000" cy="2076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33"/>
            <p:cNvSpPr txBox="1"/>
            <p:nvPr/>
          </p:nvSpPr>
          <p:spPr>
            <a:xfrm>
              <a:off x="710275" y="3750625"/>
              <a:ext cx="8955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rgbClr val="43434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June</a:t>
              </a:r>
              <a:endParaRPr sz="1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841" name="Google Shape;841;p33"/>
          <p:cNvGrpSpPr/>
          <p:nvPr/>
        </p:nvGrpSpPr>
        <p:grpSpPr>
          <a:xfrm>
            <a:off x="6659525" y="1435775"/>
            <a:ext cx="1774200" cy="1281900"/>
            <a:chOff x="6659525" y="1316275"/>
            <a:chExt cx="1774200" cy="1281900"/>
          </a:xfrm>
        </p:grpSpPr>
        <p:sp>
          <p:nvSpPr>
            <p:cNvPr id="842" name="Google Shape;842;p33"/>
            <p:cNvSpPr/>
            <p:nvPr/>
          </p:nvSpPr>
          <p:spPr>
            <a:xfrm>
              <a:off x="6659525" y="1316275"/>
              <a:ext cx="1774200" cy="1281900"/>
            </a:xfrm>
            <a:prstGeom prst="roundRect">
              <a:avLst>
                <a:gd name="adj" fmla="val 8392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43" name="Google Shape;843;p33"/>
            <p:cNvGrpSpPr/>
            <p:nvPr/>
          </p:nvGrpSpPr>
          <p:grpSpPr>
            <a:xfrm>
              <a:off x="6938292" y="1417275"/>
              <a:ext cx="1216667" cy="1079925"/>
              <a:chOff x="5891088" y="1693700"/>
              <a:chExt cx="1216667" cy="1079925"/>
            </a:xfrm>
          </p:grpSpPr>
          <p:grpSp>
            <p:nvGrpSpPr>
              <p:cNvPr id="844" name="Google Shape;844;p33"/>
              <p:cNvGrpSpPr/>
              <p:nvPr/>
            </p:nvGrpSpPr>
            <p:grpSpPr>
              <a:xfrm>
                <a:off x="5891088" y="1693700"/>
                <a:ext cx="1216667" cy="208200"/>
                <a:chOff x="6984588" y="2183138"/>
                <a:chExt cx="1216667" cy="208200"/>
              </a:xfrm>
            </p:grpSpPr>
            <p:sp>
              <p:nvSpPr>
                <p:cNvPr id="845" name="Google Shape;845;p33"/>
                <p:cNvSpPr txBox="1"/>
                <p:nvPr/>
              </p:nvSpPr>
              <p:spPr>
                <a:xfrm>
                  <a:off x="7229254" y="2183138"/>
                  <a:ext cx="972000" cy="208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200">
                      <a:solidFill>
                        <a:schemeClr val="accent1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  <a:t>Project 1</a:t>
                  </a:r>
                  <a:endParaRPr sz="1200">
                    <a:solidFill>
                      <a:schemeClr val="accent1"/>
                    </a:solidFill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  <p:sp>
              <p:nvSpPr>
                <p:cNvPr id="846" name="Google Shape;846;p33"/>
                <p:cNvSpPr/>
                <p:nvPr/>
              </p:nvSpPr>
              <p:spPr>
                <a:xfrm>
                  <a:off x="6984588" y="2230375"/>
                  <a:ext cx="352200" cy="11370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847" name="Google Shape;847;p33"/>
              <p:cNvGrpSpPr/>
              <p:nvPr/>
            </p:nvGrpSpPr>
            <p:grpSpPr>
              <a:xfrm>
                <a:off x="5891088" y="1984275"/>
                <a:ext cx="1216667" cy="208200"/>
                <a:chOff x="6984588" y="2442213"/>
                <a:chExt cx="1216667" cy="208200"/>
              </a:xfrm>
            </p:grpSpPr>
            <p:sp>
              <p:nvSpPr>
                <p:cNvPr id="848" name="Google Shape;848;p33"/>
                <p:cNvSpPr txBox="1"/>
                <p:nvPr/>
              </p:nvSpPr>
              <p:spPr>
                <a:xfrm>
                  <a:off x="7229254" y="2442213"/>
                  <a:ext cx="972000" cy="208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200">
                      <a:solidFill>
                        <a:schemeClr val="accent2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  <a:t>Project 2</a:t>
                  </a:r>
                  <a:endParaRPr sz="1200">
                    <a:solidFill>
                      <a:schemeClr val="accent2"/>
                    </a:solidFill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  <p:sp>
              <p:nvSpPr>
                <p:cNvPr id="849" name="Google Shape;849;p33"/>
                <p:cNvSpPr/>
                <p:nvPr/>
              </p:nvSpPr>
              <p:spPr>
                <a:xfrm>
                  <a:off x="6984588" y="2489450"/>
                  <a:ext cx="352200" cy="11370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850" name="Google Shape;850;p33"/>
              <p:cNvGrpSpPr/>
              <p:nvPr/>
            </p:nvGrpSpPr>
            <p:grpSpPr>
              <a:xfrm>
                <a:off x="5891088" y="2274850"/>
                <a:ext cx="1216667" cy="208200"/>
                <a:chOff x="6984588" y="2748538"/>
                <a:chExt cx="1216667" cy="208200"/>
              </a:xfrm>
            </p:grpSpPr>
            <p:sp>
              <p:nvSpPr>
                <p:cNvPr id="851" name="Google Shape;851;p33"/>
                <p:cNvSpPr txBox="1"/>
                <p:nvPr/>
              </p:nvSpPr>
              <p:spPr>
                <a:xfrm>
                  <a:off x="7229254" y="2748538"/>
                  <a:ext cx="972000" cy="208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200">
                      <a:solidFill>
                        <a:schemeClr val="accent3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  <a:t>Project 3</a:t>
                  </a:r>
                  <a:endParaRPr sz="1200">
                    <a:solidFill>
                      <a:schemeClr val="accent3"/>
                    </a:solidFill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  <p:sp>
              <p:nvSpPr>
                <p:cNvPr id="852" name="Google Shape;852;p33"/>
                <p:cNvSpPr/>
                <p:nvPr/>
              </p:nvSpPr>
              <p:spPr>
                <a:xfrm>
                  <a:off x="6984588" y="2795775"/>
                  <a:ext cx="352200" cy="11370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853" name="Google Shape;853;p33"/>
              <p:cNvGrpSpPr/>
              <p:nvPr/>
            </p:nvGrpSpPr>
            <p:grpSpPr>
              <a:xfrm>
                <a:off x="5891088" y="2565425"/>
                <a:ext cx="1216667" cy="208200"/>
                <a:chOff x="6984588" y="3054863"/>
                <a:chExt cx="1216667" cy="208200"/>
              </a:xfrm>
            </p:grpSpPr>
            <p:sp>
              <p:nvSpPr>
                <p:cNvPr id="854" name="Google Shape;854;p33"/>
                <p:cNvSpPr txBox="1"/>
                <p:nvPr/>
              </p:nvSpPr>
              <p:spPr>
                <a:xfrm>
                  <a:off x="7229254" y="3054863"/>
                  <a:ext cx="972000" cy="208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200">
                      <a:solidFill>
                        <a:schemeClr val="accent6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  <a:t>Project 4</a:t>
                  </a:r>
                  <a:endParaRPr sz="1200">
                    <a:solidFill>
                      <a:schemeClr val="accent6"/>
                    </a:solidFill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  <p:sp>
              <p:nvSpPr>
                <p:cNvPr id="855" name="Google Shape;855;p33"/>
                <p:cNvSpPr/>
                <p:nvPr/>
              </p:nvSpPr>
              <p:spPr>
                <a:xfrm>
                  <a:off x="6984588" y="3102100"/>
                  <a:ext cx="352200" cy="11370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856" name="Google Shape;856;p33"/>
          <p:cNvGrpSpPr/>
          <p:nvPr/>
        </p:nvGrpSpPr>
        <p:grpSpPr>
          <a:xfrm>
            <a:off x="6244250" y="3523375"/>
            <a:ext cx="2189475" cy="1152750"/>
            <a:chOff x="6244300" y="1152500"/>
            <a:chExt cx="2189475" cy="1152750"/>
          </a:xfrm>
        </p:grpSpPr>
        <p:sp>
          <p:nvSpPr>
            <p:cNvPr id="857" name="Google Shape;857;p33"/>
            <p:cNvSpPr txBox="1"/>
            <p:nvPr/>
          </p:nvSpPr>
          <p:spPr>
            <a:xfrm>
              <a:off x="6244375" y="1152500"/>
              <a:ext cx="2189400" cy="26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43434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Planet Venus</a:t>
              </a:r>
              <a:endParaRPr sz="17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858" name="Google Shape;858;p33"/>
            <p:cNvSpPr txBox="1"/>
            <p:nvPr/>
          </p:nvSpPr>
          <p:spPr>
            <a:xfrm>
              <a:off x="6244300" y="1408250"/>
              <a:ext cx="2189400" cy="89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Venus has a beautiful name and is the second planet from the Sun. It is terribly hot, even hotter than Mercury</a:t>
              </a:r>
              <a:endParaRPr sz="1200" dirty="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34"/>
          <p:cNvSpPr txBox="1">
            <a:spLocks noGrp="1"/>
          </p:cNvSpPr>
          <p:nvPr>
            <p:ph type="title"/>
          </p:nvPr>
        </p:nvSpPr>
        <p:spPr>
          <a:xfrm>
            <a:off x="483675" y="415425"/>
            <a:ext cx="82032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Data Charts Infographics</a:t>
            </a:r>
            <a:endParaRPr/>
          </a:p>
        </p:txBody>
      </p:sp>
      <p:grpSp>
        <p:nvGrpSpPr>
          <p:cNvPr id="864" name="Google Shape;864;p34"/>
          <p:cNvGrpSpPr/>
          <p:nvPr/>
        </p:nvGrpSpPr>
        <p:grpSpPr>
          <a:xfrm>
            <a:off x="4567317" y="1606460"/>
            <a:ext cx="2635560" cy="1974893"/>
            <a:chOff x="4746100" y="1831369"/>
            <a:chExt cx="2854500" cy="2138950"/>
          </a:xfrm>
        </p:grpSpPr>
        <p:sp>
          <p:nvSpPr>
            <p:cNvPr id="865" name="Google Shape;865;p34"/>
            <p:cNvSpPr/>
            <p:nvPr/>
          </p:nvSpPr>
          <p:spPr>
            <a:xfrm>
              <a:off x="4746100" y="1831369"/>
              <a:ext cx="415200" cy="2178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34"/>
            <p:cNvSpPr/>
            <p:nvPr/>
          </p:nvSpPr>
          <p:spPr>
            <a:xfrm>
              <a:off x="4746100" y="2151569"/>
              <a:ext cx="933900" cy="2178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34"/>
            <p:cNvSpPr/>
            <p:nvPr/>
          </p:nvSpPr>
          <p:spPr>
            <a:xfrm>
              <a:off x="4746100" y="2471744"/>
              <a:ext cx="1176900" cy="2178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34"/>
            <p:cNvSpPr/>
            <p:nvPr/>
          </p:nvSpPr>
          <p:spPr>
            <a:xfrm>
              <a:off x="4746100" y="2791944"/>
              <a:ext cx="2084700" cy="2178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34"/>
            <p:cNvSpPr/>
            <p:nvPr/>
          </p:nvSpPr>
          <p:spPr>
            <a:xfrm>
              <a:off x="4746100" y="3112144"/>
              <a:ext cx="2854500" cy="2178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34"/>
            <p:cNvSpPr/>
            <p:nvPr/>
          </p:nvSpPr>
          <p:spPr>
            <a:xfrm>
              <a:off x="4746100" y="3432319"/>
              <a:ext cx="2513400" cy="2178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34"/>
            <p:cNvSpPr/>
            <p:nvPr/>
          </p:nvSpPr>
          <p:spPr>
            <a:xfrm>
              <a:off x="4746100" y="3752519"/>
              <a:ext cx="1885800" cy="2178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72" name="Google Shape;872;p34"/>
          <p:cNvGrpSpPr/>
          <p:nvPr/>
        </p:nvGrpSpPr>
        <p:grpSpPr>
          <a:xfrm>
            <a:off x="2171976" y="1606460"/>
            <a:ext cx="2395433" cy="1974893"/>
            <a:chOff x="2151775" y="1831369"/>
            <a:chExt cx="2594425" cy="2138950"/>
          </a:xfrm>
        </p:grpSpPr>
        <p:sp>
          <p:nvSpPr>
            <p:cNvPr id="873" name="Google Shape;873;p34"/>
            <p:cNvSpPr/>
            <p:nvPr/>
          </p:nvSpPr>
          <p:spPr>
            <a:xfrm>
              <a:off x="4414500" y="1831369"/>
              <a:ext cx="331500" cy="217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34"/>
            <p:cNvSpPr/>
            <p:nvPr/>
          </p:nvSpPr>
          <p:spPr>
            <a:xfrm>
              <a:off x="4110750" y="2151569"/>
              <a:ext cx="635400" cy="217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34"/>
            <p:cNvSpPr/>
            <p:nvPr/>
          </p:nvSpPr>
          <p:spPr>
            <a:xfrm>
              <a:off x="3569225" y="2471744"/>
              <a:ext cx="1176900" cy="217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34"/>
            <p:cNvSpPr/>
            <p:nvPr/>
          </p:nvSpPr>
          <p:spPr>
            <a:xfrm>
              <a:off x="2921900" y="2791944"/>
              <a:ext cx="1824300" cy="217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34"/>
            <p:cNvSpPr/>
            <p:nvPr/>
          </p:nvSpPr>
          <p:spPr>
            <a:xfrm>
              <a:off x="2151775" y="3112144"/>
              <a:ext cx="2594400" cy="217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34"/>
            <p:cNvSpPr/>
            <p:nvPr/>
          </p:nvSpPr>
          <p:spPr>
            <a:xfrm>
              <a:off x="2661425" y="3432319"/>
              <a:ext cx="2084700" cy="217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34"/>
            <p:cNvSpPr/>
            <p:nvPr/>
          </p:nvSpPr>
          <p:spPr>
            <a:xfrm>
              <a:off x="2860200" y="3752519"/>
              <a:ext cx="1885800" cy="217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80" name="Google Shape;880;p34"/>
          <p:cNvGrpSpPr/>
          <p:nvPr/>
        </p:nvGrpSpPr>
        <p:grpSpPr>
          <a:xfrm>
            <a:off x="1057992" y="1359898"/>
            <a:ext cx="6615710" cy="2739223"/>
            <a:chOff x="945250" y="1564325"/>
            <a:chExt cx="7165288" cy="2966775"/>
          </a:xfrm>
        </p:grpSpPr>
        <p:cxnSp>
          <p:nvCxnSpPr>
            <p:cNvPr id="881" name="Google Shape;881;p34"/>
            <p:cNvCxnSpPr/>
            <p:nvPr/>
          </p:nvCxnSpPr>
          <p:spPr>
            <a:xfrm>
              <a:off x="2435706" y="1564325"/>
              <a:ext cx="0" cy="2673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82" name="Google Shape;882;p34"/>
            <p:cNvCxnSpPr/>
            <p:nvPr/>
          </p:nvCxnSpPr>
          <p:spPr>
            <a:xfrm>
              <a:off x="3205838" y="1564325"/>
              <a:ext cx="0" cy="2673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83" name="Google Shape;883;p34"/>
            <p:cNvCxnSpPr/>
            <p:nvPr/>
          </p:nvCxnSpPr>
          <p:spPr>
            <a:xfrm>
              <a:off x="3975969" y="1564325"/>
              <a:ext cx="0" cy="2673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84" name="Google Shape;884;p34"/>
            <p:cNvCxnSpPr/>
            <p:nvPr/>
          </p:nvCxnSpPr>
          <p:spPr>
            <a:xfrm>
              <a:off x="4746100" y="1564325"/>
              <a:ext cx="0" cy="2673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85" name="Google Shape;885;p34"/>
            <p:cNvCxnSpPr/>
            <p:nvPr/>
          </p:nvCxnSpPr>
          <p:spPr>
            <a:xfrm>
              <a:off x="5516231" y="1564325"/>
              <a:ext cx="0" cy="2673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86" name="Google Shape;886;p34"/>
            <p:cNvCxnSpPr/>
            <p:nvPr/>
          </p:nvCxnSpPr>
          <p:spPr>
            <a:xfrm>
              <a:off x="6286363" y="1564325"/>
              <a:ext cx="0" cy="2673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87" name="Google Shape;887;p34"/>
            <p:cNvCxnSpPr/>
            <p:nvPr/>
          </p:nvCxnSpPr>
          <p:spPr>
            <a:xfrm>
              <a:off x="7056494" y="1564325"/>
              <a:ext cx="0" cy="2673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88" name="Google Shape;888;p34"/>
            <p:cNvSpPr txBox="1"/>
            <p:nvPr/>
          </p:nvSpPr>
          <p:spPr>
            <a:xfrm>
              <a:off x="4462150" y="4313300"/>
              <a:ext cx="567900" cy="21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0%</a:t>
              </a:r>
              <a:endParaRPr sz="11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89" name="Google Shape;889;p34"/>
            <p:cNvSpPr txBox="1"/>
            <p:nvPr/>
          </p:nvSpPr>
          <p:spPr>
            <a:xfrm>
              <a:off x="3692025" y="4313300"/>
              <a:ext cx="567900" cy="21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25%</a:t>
              </a:r>
              <a:endParaRPr sz="11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90" name="Google Shape;890;p34"/>
            <p:cNvSpPr txBox="1"/>
            <p:nvPr/>
          </p:nvSpPr>
          <p:spPr>
            <a:xfrm>
              <a:off x="2921900" y="4313300"/>
              <a:ext cx="567900" cy="21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50%</a:t>
              </a:r>
              <a:endParaRPr sz="11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91" name="Google Shape;891;p34"/>
            <p:cNvSpPr txBox="1"/>
            <p:nvPr/>
          </p:nvSpPr>
          <p:spPr>
            <a:xfrm>
              <a:off x="1381650" y="4313300"/>
              <a:ext cx="567900" cy="21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100%</a:t>
              </a:r>
              <a:endParaRPr sz="11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92" name="Google Shape;892;p34"/>
            <p:cNvSpPr txBox="1"/>
            <p:nvPr/>
          </p:nvSpPr>
          <p:spPr>
            <a:xfrm>
              <a:off x="6772513" y="4313300"/>
              <a:ext cx="567900" cy="21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75%</a:t>
              </a:r>
              <a:endParaRPr sz="11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93" name="Google Shape;893;p34"/>
            <p:cNvSpPr txBox="1"/>
            <p:nvPr/>
          </p:nvSpPr>
          <p:spPr>
            <a:xfrm>
              <a:off x="6002388" y="4313300"/>
              <a:ext cx="567900" cy="21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50%</a:t>
              </a:r>
              <a:endParaRPr sz="11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94" name="Google Shape;894;p34"/>
            <p:cNvSpPr txBox="1"/>
            <p:nvPr/>
          </p:nvSpPr>
          <p:spPr>
            <a:xfrm>
              <a:off x="5232263" y="4313300"/>
              <a:ext cx="567900" cy="21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25%</a:t>
              </a:r>
              <a:endParaRPr sz="11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895" name="Google Shape;895;p34"/>
            <p:cNvCxnSpPr/>
            <p:nvPr/>
          </p:nvCxnSpPr>
          <p:spPr>
            <a:xfrm>
              <a:off x="1665575" y="1564325"/>
              <a:ext cx="0" cy="2673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96" name="Google Shape;896;p34"/>
            <p:cNvCxnSpPr/>
            <p:nvPr/>
          </p:nvCxnSpPr>
          <p:spPr>
            <a:xfrm>
              <a:off x="7826625" y="1564325"/>
              <a:ext cx="0" cy="2673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97" name="Google Shape;897;p34"/>
            <p:cNvSpPr txBox="1"/>
            <p:nvPr/>
          </p:nvSpPr>
          <p:spPr>
            <a:xfrm>
              <a:off x="2151775" y="4313300"/>
              <a:ext cx="567900" cy="21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75%</a:t>
              </a:r>
              <a:endParaRPr sz="11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98" name="Google Shape;898;p34"/>
            <p:cNvSpPr txBox="1"/>
            <p:nvPr/>
          </p:nvSpPr>
          <p:spPr>
            <a:xfrm>
              <a:off x="7542638" y="4313300"/>
              <a:ext cx="567900" cy="21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100%</a:t>
              </a:r>
              <a:endParaRPr sz="11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99" name="Google Shape;899;p34"/>
            <p:cNvSpPr txBox="1"/>
            <p:nvPr/>
          </p:nvSpPr>
          <p:spPr>
            <a:xfrm>
              <a:off x="945250" y="3752494"/>
              <a:ext cx="567900" cy="21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20</a:t>
              </a:r>
              <a:endParaRPr sz="11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00" name="Google Shape;900;p34"/>
            <p:cNvSpPr txBox="1"/>
            <p:nvPr/>
          </p:nvSpPr>
          <p:spPr>
            <a:xfrm>
              <a:off x="945250" y="3432331"/>
              <a:ext cx="567900" cy="21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30</a:t>
              </a:r>
              <a:endParaRPr sz="11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01" name="Google Shape;901;p34"/>
            <p:cNvSpPr txBox="1"/>
            <p:nvPr/>
          </p:nvSpPr>
          <p:spPr>
            <a:xfrm>
              <a:off x="945250" y="3112131"/>
              <a:ext cx="567900" cy="21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40</a:t>
              </a:r>
              <a:endParaRPr sz="11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02" name="Google Shape;902;p34"/>
            <p:cNvSpPr txBox="1"/>
            <p:nvPr/>
          </p:nvSpPr>
          <p:spPr>
            <a:xfrm>
              <a:off x="945250" y="2791931"/>
              <a:ext cx="567900" cy="21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50</a:t>
              </a:r>
              <a:endParaRPr sz="11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03" name="Google Shape;903;p34"/>
            <p:cNvSpPr txBox="1"/>
            <p:nvPr/>
          </p:nvSpPr>
          <p:spPr>
            <a:xfrm>
              <a:off x="945250" y="2471731"/>
              <a:ext cx="567900" cy="21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60</a:t>
              </a:r>
              <a:endParaRPr sz="11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04" name="Google Shape;904;p34"/>
            <p:cNvSpPr txBox="1"/>
            <p:nvPr/>
          </p:nvSpPr>
          <p:spPr>
            <a:xfrm>
              <a:off x="945250" y="2151531"/>
              <a:ext cx="567900" cy="21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70</a:t>
              </a:r>
              <a:endParaRPr sz="11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05" name="Google Shape;905;p34"/>
            <p:cNvSpPr txBox="1"/>
            <p:nvPr/>
          </p:nvSpPr>
          <p:spPr>
            <a:xfrm>
              <a:off x="945250" y="1831331"/>
              <a:ext cx="567900" cy="21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71+</a:t>
              </a:r>
              <a:endParaRPr sz="11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906" name="Google Shape;906;p34"/>
          <p:cNvGrpSpPr/>
          <p:nvPr/>
        </p:nvGrpSpPr>
        <p:grpSpPr>
          <a:xfrm>
            <a:off x="3111298" y="4247100"/>
            <a:ext cx="2933600" cy="352500"/>
            <a:chOff x="3111298" y="4254338"/>
            <a:chExt cx="2933600" cy="352500"/>
          </a:xfrm>
        </p:grpSpPr>
        <p:sp>
          <p:nvSpPr>
            <p:cNvPr id="907" name="Google Shape;907;p34"/>
            <p:cNvSpPr/>
            <p:nvPr/>
          </p:nvSpPr>
          <p:spPr>
            <a:xfrm>
              <a:off x="4267802" y="4354688"/>
              <a:ext cx="151800" cy="151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34"/>
            <p:cNvSpPr txBox="1"/>
            <p:nvPr/>
          </p:nvSpPr>
          <p:spPr>
            <a:xfrm>
              <a:off x="3111298" y="4254338"/>
              <a:ext cx="1080300" cy="3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Male</a:t>
              </a:r>
              <a:endParaRPr sz="17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909" name="Google Shape;909;p34"/>
            <p:cNvSpPr/>
            <p:nvPr/>
          </p:nvSpPr>
          <p:spPr>
            <a:xfrm>
              <a:off x="4736602" y="4354688"/>
              <a:ext cx="151800" cy="1518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34"/>
            <p:cNvSpPr txBox="1"/>
            <p:nvPr/>
          </p:nvSpPr>
          <p:spPr>
            <a:xfrm>
              <a:off x="4964598" y="4254338"/>
              <a:ext cx="1080300" cy="3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Female</a:t>
              </a:r>
              <a:endParaRPr sz="170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35"/>
          <p:cNvSpPr txBox="1">
            <a:spLocks noGrp="1"/>
          </p:cNvSpPr>
          <p:nvPr>
            <p:ph type="title"/>
          </p:nvPr>
        </p:nvSpPr>
        <p:spPr>
          <a:xfrm>
            <a:off x="483675" y="415425"/>
            <a:ext cx="82032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Data Charts Infographics</a:t>
            </a:r>
            <a:endParaRPr/>
          </a:p>
        </p:txBody>
      </p:sp>
      <p:grpSp>
        <p:nvGrpSpPr>
          <p:cNvPr id="916" name="Google Shape;916;p35"/>
          <p:cNvGrpSpPr/>
          <p:nvPr/>
        </p:nvGrpSpPr>
        <p:grpSpPr>
          <a:xfrm>
            <a:off x="995987" y="1374405"/>
            <a:ext cx="557703" cy="3512299"/>
            <a:chOff x="1767600" y="1330266"/>
            <a:chExt cx="557703" cy="3512299"/>
          </a:xfrm>
        </p:grpSpPr>
        <p:sp>
          <p:nvSpPr>
            <p:cNvPr id="917" name="Google Shape;917;p35"/>
            <p:cNvSpPr/>
            <p:nvPr/>
          </p:nvSpPr>
          <p:spPr>
            <a:xfrm>
              <a:off x="2086880" y="3757547"/>
              <a:ext cx="238423" cy="23842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35"/>
            <p:cNvSpPr/>
            <p:nvPr/>
          </p:nvSpPr>
          <p:spPr>
            <a:xfrm>
              <a:off x="2086880" y="3487849"/>
              <a:ext cx="238423" cy="23842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35"/>
            <p:cNvSpPr/>
            <p:nvPr/>
          </p:nvSpPr>
          <p:spPr>
            <a:xfrm>
              <a:off x="2086880" y="3218151"/>
              <a:ext cx="238423" cy="23842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35"/>
            <p:cNvSpPr/>
            <p:nvPr/>
          </p:nvSpPr>
          <p:spPr>
            <a:xfrm>
              <a:off x="2086880" y="2948453"/>
              <a:ext cx="238423" cy="23842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35"/>
            <p:cNvSpPr/>
            <p:nvPr/>
          </p:nvSpPr>
          <p:spPr>
            <a:xfrm>
              <a:off x="2086880" y="2678756"/>
              <a:ext cx="238423" cy="23842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35"/>
            <p:cNvSpPr/>
            <p:nvPr/>
          </p:nvSpPr>
          <p:spPr>
            <a:xfrm>
              <a:off x="2086880" y="2409058"/>
              <a:ext cx="238423" cy="238423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35"/>
            <p:cNvSpPr/>
            <p:nvPr/>
          </p:nvSpPr>
          <p:spPr>
            <a:xfrm>
              <a:off x="2086880" y="2139360"/>
              <a:ext cx="238423" cy="238423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35"/>
            <p:cNvSpPr/>
            <p:nvPr/>
          </p:nvSpPr>
          <p:spPr>
            <a:xfrm>
              <a:off x="2086880" y="1869662"/>
              <a:ext cx="238423" cy="238423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35"/>
            <p:cNvSpPr/>
            <p:nvPr/>
          </p:nvSpPr>
          <p:spPr>
            <a:xfrm>
              <a:off x="2086880" y="1599964"/>
              <a:ext cx="238423" cy="238423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35"/>
            <p:cNvSpPr/>
            <p:nvPr/>
          </p:nvSpPr>
          <p:spPr>
            <a:xfrm>
              <a:off x="2086880" y="1330266"/>
              <a:ext cx="238423" cy="238423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35"/>
            <p:cNvSpPr txBox="1"/>
            <p:nvPr/>
          </p:nvSpPr>
          <p:spPr>
            <a:xfrm rot="-3599935">
              <a:off x="1663662" y="4359506"/>
              <a:ext cx="765575" cy="2020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JAN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928" name="Google Shape;928;p35"/>
          <p:cNvGrpSpPr/>
          <p:nvPr/>
        </p:nvGrpSpPr>
        <p:grpSpPr>
          <a:xfrm>
            <a:off x="1472067" y="1374405"/>
            <a:ext cx="511865" cy="3426498"/>
            <a:chOff x="2243680" y="1330266"/>
            <a:chExt cx="511865" cy="3426498"/>
          </a:xfrm>
        </p:grpSpPr>
        <p:sp>
          <p:nvSpPr>
            <p:cNvPr id="929" name="Google Shape;929;p35"/>
            <p:cNvSpPr/>
            <p:nvPr/>
          </p:nvSpPr>
          <p:spPr>
            <a:xfrm>
              <a:off x="2517044" y="3757547"/>
              <a:ext cx="238500" cy="238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35"/>
            <p:cNvSpPr/>
            <p:nvPr/>
          </p:nvSpPr>
          <p:spPr>
            <a:xfrm>
              <a:off x="2517044" y="3487849"/>
              <a:ext cx="238500" cy="238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35"/>
            <p:cNvSpPr/>
            <p:nvPr/>
          </p:nvSpPr>
          <p:spPr>
            <a:xfrm>
              <a:off x="2517044" y="3218151"/>
              <a:ext cx="238500" cy="238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35"/>
            <p:cNvSpPr/>
            <p:nvPr/>
          </p:nvSpPr>
          <p:spPr>
            <a:xfrm>
              <a:off x="2517044" y="2948453"/>
              <a:ext cx="238500" cy="238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35"/>
            <p:cNvSpPr/>
            <p:nvPr/>
          </p:nvSpPr>
          <p:spPr>
            <a:xfrm>
              <a:off x="2517044" y="2678756"/>
              <a:ext cx="238500" cy="238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35"/>
            <p:cNvSpPr/>
            <p:nvPr/>
          </p:nvSpPr>
          <p:spPr>
            <a:xfrm>
              <a:off x="2517044" y="2409058"/>
              <a:ext cx="238500" cy="238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35"/>
            <p:cNvSpPr/>
            <p:nvPr/>
          </p:nvSpPr>
          <p:spPr>
            <a:xfrm>
              <a:off x="2517044" y="2139360"/>
              <a:ext cx="238500" cy="238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35"/>
            <p:cNvSpPr/>
            <p:nvPr/>
          </p:nvSpPr>
          <p:spPr>
            <a:xfrm>
              <a:off x="2517044" y="1869662"/>
              <a:ext cx="238500" cy="238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35"/>
            <p:cNvSpPr/>
            <p:nvPr/>
          </p:nvSpPr>
          <p:spPr>
            <a:xfrm>
              <a:off x="2517044" y="1599964"/>
              <a:ext cx="238500" cy="238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35"/>
            <p:cNvSpPr/>
            <p:nvPr/>
          </p:nvSpPr>
          <p:spPr>
            <a:xfrm>
              <a:off x="2517044" y="1330266"/>
              <a:ext cx="238423" cy="238423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35"/>
            <p:cNvSpPr txBox="1"/>
            <p:nvPr/>
          </p:nvSpPr>
          <p:spPr>
            <a:xfrm rot="-3599929">
              <a:off x="2162692" y="4313455"/>
              <a:ext cx="673776" cy="2020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FEB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940" name="Google Shape;940;p35"/>
          <p:cNvGrpSpPr/>
          <p:nvPr/>
        </p:nvGrpSpPr>
        <p:grpSpPr>
          <a:xfrm>
            <a:off x="1902225" y="1374405"/>
            <a:ext cx="511800" cy="3426498"/>
            <a:chOff x="2673837" y="1330266"/>
            <a:chExt cx="511800" cy="3426498"/>
          </a:xfrm>
        </p:grpSpPr>
        <p:sp>
          <p:nvSpPr>
            <p:cNvPr id="941" name="Google Shape;941;p35"/>
            <p:cNvSpPr/>
            <p:nvPr/>
          </p:nvSpPr>
          <p:spPr>
            <a:xfrm>
              <a:off x="2947208" y="3757547"/>
              <a:ext cx="238423" cy="23842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35"/>
            <p:cNvSpPr/>
            <p:nvPr/>
          </p:nvSpPr>
          <p:spPr>
            <a:xfrm>
              <a:off x="2947208" y="3487849"/>
              <a:ext cx="238423" cy="23842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35"/>
            <p:cNvSpPr/>
            <p:nvPr/>
          </p:nvSpPr>
          <p:spPr>
            <a:xfrm>
              <a:off x="2947208" y="3218151"/>
              <a:ext cx="238423" cy="23842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35"/>
            <p:cNvSpPr/>
            <p:nvPr/>
          </p:nvSpPr>
          <p:spPr>
            <a:xfrm>
              <a:off x="2947208" y="2948453"/>
              <a:ext cx="238423" cy="238423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35"/>
            <p:cNvSpPr/>
            <p:nvPr/>
          </p:nvSpPr>
          <p:spPr>
            <a:xfrm>
              <a:off x="2947208" y="2678756"/>
              <a:ext cx="238423" cy="238423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35"/>
            <p:cNvSpPr/>
            <p:nvPr/>
          </p:nvSpPr>
          <p:spPr>
            <a:xfrm>
              <a:off x="2947208" y="2409058"/>
              <a:ext cx="238423" cy="238423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35"/>
            <p:cNvSpPr/>
            <p:nvPr/>
          </p:nvSpPr>
          <p:spPr>
            <a:xfrm>
              <a:off x="2947208" y="2139360"/>
              <a:ext cx="238423" cy="238423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35"/>
            <p:cNvSpPr/>
            <p:nvPr/>
          </p:nvSpPr>
          <p:spPr>
            <a:xfrm>
              <a:off x="2947208" y="1869662"/>
              <a:ext cx="238423" cy="238423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35"/>
            <p:cNvSpPr/>
            <p:nvPr/>
          </p:nvSpPr>
          <p:spPr>
            <a:xfrm>
              <a:off x="2947208" y="1599964"/>
              <a:ext cx="238423" cy="238423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35"/>
            <p:cNvSpPr/>
            <p:nvPr/>
          </p:nvSpPr>
          <p:spPr>
            <a:xfrm>
              <a:off x="2947208" y="1330266"/>
              <a:ext cx="238423" cy="238423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35"/>
            <p:cNvSpPr txBox="1"/>
            <p:nvPr/>
          </p:nvSpPr>
          <p:spPr>
            <a:xfrm rot="-3599929">
              <a:off x="2592849" y="4313455"/>
              <a:ext cx="673776" cy="2020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MAR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952" name="Google Shape;952;p35"/>
          <p:cNvGrpSpPr/>
          <p:nvPr/>
        </p:nvGrpSpPr>
        <p:grpSpPr>
          <a:xfrm>
            <a:off x="2332400" y="1374405"/>
            <a:ext cx="511800" cy="3426498"/>
            <a:chOff x="3104012" y="1330266"/>
            <a:chExt cx="511800" cy="3426498"/>
          </a:xfrm>
        </p:grpSpPr>
        <p:sp>
          <p:nvSpPr>
            <p:cNvPr id="953" name="Google Shape;953;p35"/>
            <p:cNvSpPr/>
            <p:nvPr/>
          </p:nvSpPr>
          <p:spPr>
            <a:xfrm>
              <a:off x="3377373" y="3757547"/>
              <a:ext cx="238423" cy="23842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35"/>
            <p:cNvSpPr/>
            <p:nvPr/>
          </p:nvSpPr>
          <p:spPr>
            <a:xfrm>
              <a:off x="3377373" y="3487849"/>
              <a:ext cx="238423" cy="23842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35"/>
            <p:cNvSpPr/>
            <p:nvPr/>
          </p:nvSpPr>
          <p:spPr>
            <a:xfrm>
              <a:off x="3377373" y="3218151"/>
              <a:ext cx="238423" cy="23842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35"/>
            <p:cNvSpPr/>
            <p:nvPr/>
          </p:nvSpPr>
          <p:spPr>
            <a:xfrm>
              <a:off x="3377373" y="2948453"/>
              <a:ext cx="238423" cy="23842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35"/>
            <p:cNvSpPr/>
            <p:nvPr/>
          </p:nvSpPr>
          <p:spPr>
            <a:xfrm>
              <a:off x="3377373" y="2678756"/>
              <a:ext cx="238423" cy="23842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35"/>
            <p:cNvSpPr/>
            <p:nvPr/>
          </p:nvSpPr>
          <p:spPr>
            <a:xfrm>
              <a:off x="3377373" y="2409058"/>
              <a:ext cx="238423" cy="23842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35"/>
            <p:cNvSpPr/>
            <p:nvPr/>
          </p:nvSpPr>
          <p:spPr>
            <a:xfrm>
              <a:off x="3377373" y="2139360"/>
              <a:ext cx="238423" cy="238423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35"/>
            <p:cNvSpPr/>
            <p:nvPr/>
          </p:nvSpPr>
          <p:spPr>
            <a:xfrm>
              <a:off x="3377373" y="1869662"/>
              <a:ext cx="238423" cy="238423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35"/>
            <p:cNvSpPr/>
            <p:nvPr/>
          </p:nvSpPr>
          <p:spPr>
            <a:xfrm>
              <a:off x="3377373" y="1599964"/>
              <a:ext cx="238423" cy="238423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35"/>
            <p:cNvSpPr/>
            <p:nvPr/>
          </p:nvSpPr>
          <p:spPr>
            <a:xfrm>
              <a:off x="3377373" y="1330266"/>
              <a:ext cx="238423" cy="238423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35"/>
            <p:cNvSpPr txBox="1"/>
            <p:nvPr/>
          </p:nvSpPr>
          <p:spPr>
            <a:xfrm rot="-3599929">
              <a:off x="3023024" y="4313455"/>
              <a:ext cx="673776" cy="2020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APR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964" name="Google Shape;964;p35"/>
          <p:cNvGrpSpPr/>
          <p:nvPr/>
        </p:nvGrpSpPr>
        <p:grpSpPr>
          <a:xfrm>
            <a:off x="4913375" y="1374405"/>
            <a:ext cx="511800" cy="3426498"/>
            <a:chOff x="5684987" y="1330266"/>
            <a:chExt cx="511800" cy="3426498"/>
          </a:xfrm>
        </p:grpSpPr>
        <p:sp>
          <p:nvSpPr>
            <p:cNvPr id="965" name="Google Shape;965;p35"/>
            <p:cNvSpPr/>
            <p:nvPr/>
          </p:nvSpPr>
          <p:spPr>
            <a:xfrm>
              <a:off x="5958359" y="3757547"/>
              <a:ext cx="238423" cy="238423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35"/>
            <p:cNvSpPr/>
            <p:nvPr/>
          </p:nvSpPr>
          <p:spPr>
            <a:xfrm>
              <a:off x="5958359" y="3487849"/>
              <a:ext cx="238423" cy="238423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35"/>
            <p:cNvSpPr/>
            <p:nvPr/>
          </p:nvSpPr>
          <p:spPr>
            <a:xfrm>
              <a:off x="5958359" y="3218151"/>
              <a:ext cx="238423" cy="238423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35"/>
            <p:cNvSpPr/>
            <p:nvPr/>
          </p:nvSpPr>
          <p:spPr>
            <a:xfrm>
              <a:off x="5958359" y="2948453"/>
              <a:ext cx="238423" cy="238423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35"/>
            <p:cNvSpPr/>
            <p:nvPr/>
          </p:nvSpPr>
          <p:spPr>
            <a:xfrm>
              <a:off x="5958359" y="2678756"/>
              <a:ext cx="238423" cy="238423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35"/>
            <p:cNvSpPr/>
            <p:nvPr/>
          </p:nvSpPr>
          <p:spPr>
            <a:xfrm>
              <a:off x="5958359" y="2409058"/>
              <a:ext cx="238423" cy="238423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35"/>
            <p:cNvSpPr/>
            <p:nvPr/>
          </p:nvSpPr>
          <p:spPr>
            <a:xfrm>
              <a:off x="5958359" y="2139360"/>
              <a:ext cx="238423" cy="238423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35"/>
            <p:cNvSpPr/>
            <p:nvPr/>
          </p:nvSpPr>
          <p:spPr>
            <a:xfrm>
              <a:off x="5958359" y="1869662"/>
              <a:ext cx="238423" cy="238423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35"/>
            <p:cNvSpPr/>
            <p:nvPr/>
          </p:nvSpPr>
          <p:spPr>
            <a:xfrm>
              <a:off x="5958359" y="1599964"/>
              <a:ext cx="238423" cy="238423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35"/>
            <p:cNvSpPr/>
            <p:nvPr/>
          </p:nvSpPr>
          <p:spPr>
            <a:xfrm>
              <a:off x="5958359" y="1330266"/>
              <a:ext cx="238423" cy="238423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35"/>
            <p:cNvSpPr txBox="1"/>
            <p:nvPr/>
          </p:nvSpPr>
          <p:spPr>
            <a:xfrm rot="-3599929">
              <a:off x="5603999" y="4313455"/>
              <a:ext cx="673776" cy="2020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OCT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976" name="Google Shape;976;p35"/>
          <p:cNvGrpSpPr/>
          <p:nvPr/>
        </p:nvGrpSpPr>
        <p:grpSpPr>
          <a:xfrm>
            <a:off x="4483225" y="1374405"/>
            <a:ext cx="511800" cy="3426498"/>
            <a:chOff x="5254837" y="1330266"/>
            <a:chExt cx="511800" cy="3426498"/>
          </a:xfrm>
        </p:grpSpPr>
        <p:sp>
          <p:nvSpPr>
            <p:cNvPr id="977" name="Google Shape;977;p35"/>
            <p:cNvSpPr/>
            <p:nvPr/>
          </p:nvSpPr>
          <p:spPr>
            <a:xfrm>
              <a:off x="5528194" y="3757547"/>
              <a:ext cx="238423" cy="238423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35"/>
            <p:cNvSpPr/>
            <p:nvPr/>
          </p:nvSpPr>
          <p:spPr>
            <a:xfrm>
              <a:off x="5528194" y="3487849"/>
              <a:ext cx="238423" cy="238423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35"/>
            <p:cNvSpPr/>
            <p:nvPr/>
          </p:nvSpPr>
          <p:spPr>
            <a:xfrm>
              <a:off x="5528194" y="3218151"/>
              <a:ext cx="238423" cy="238423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35"/>
            <p:cNvSpPr/>
            <p:nvPr/>
          </p:nvSpPr>
          <p:spPr>
            <a:xfrm>
              <a:off x="5528194" y="2948453"/>
              <a:ext cx="238423" cy="238423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35"/>
            <p:cNvSpPr/>
            <p:nvPr/>
          </p:nvSpPr>
          <p:spPr>
            <a:xfrm>
              <a:off x="5528194" y="2678756"/>
              <a:ext cx="238423" cy="238423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35"/>
            <p:cNvSpPr/>
            <p:nvPr/>
          </p:nvSpPr>
          <p:spPr>
            <a:xfrm>
              <a:off x="5528194" y="2409058"/>
              <a:ext cx="238423" cy="238423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35"/>
            <p:cNvSpPr/>
            <p:nvPr/>
          </p:nvSpPr>
          <p:spPr>
            <a:xfrm>
              <a:off x="5528194" y="2139360"/>
              <a:ext cx="238423" cy="238423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35"/>
            <p:cNvSpPr/>
            <p:nvPr/>
          </p:nvSpPr>
          <p:spPr>
            <a:xfrm>
              <a:off x="5528194" y="1869662"/>
              <a:ext cx="238423" cy="238423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35"/>
            <p:cNvSpPr/>
            <p:nvPr/>
          </p:nvSpPr>
          <p:spPr>
            <a:xfrm>
              <a:off x="5528194" y="1599964"/>
              <a:ext cx="238423" cy="238423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35"/>
            <p:cNvSpPr/>
            <p:nvPr/>
          </p:nvSpPr>
          <p:spPr>
            <a:xfrm>
              <a:off x="5528194" y="1330266"/>
              <a:ext cx="238423" cy="238423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35"/>
            <p:cNvSpPr txBox="1"/>
            <p:nvPr/>
          </p:nvSpPr>
          <p:spPr>
            <a:xfrm rot="-3599929">
              <a:off x="5173849" y="4313455"/>
              <a:ext cx="673776" cy="2020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SEP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988" name="Google Shape;988;p35"/>
          <p:cNvGrpSpPr/>
          <p:nvPr/>
        </p:nvGrpSpPr>
        <p:grpSpPr>
          <a:xfrm>
            <a:off x="4053050" y="1374405"/>
            <a:ext cx="511800" cy="3426498"/>
            <a:chOff x="4824662" y="1330266"/>
            <a:chExt cx="511800" cy="3426498"/>
          </a:xfrm>
        </p:grpSpPr>
        <p:sp>
          <p:nvSpPr>
            <p:cNvPr id="989" name="Google Shape;989;p35"/>
            <p:cNvSpPr/>
            <p:nvPr/>
          </p:nvSpPr>
          <p:spPr>
            <a:xfrm>
              <a:off x="5098030" y="3757547"/>
              <a:ext cx="238423" cy="23842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35"/>
            <p:cNvSpPr/>
            <p:nvPr/>
          </p:nvSpPr>
          <p:spPr>
            <a:xfrm>
              <a:off x="5098030" y="3487849"/>
              <a:ext cx="238423" cy="23842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35"/>
            <p:cNvSpPr/>
            <p:nvPr/>
          </p:nvSpPr>
          <p:spPr>
            <a:xfrm>
              <a:off x="5098030" y="3218151"/>
              <a:ext cx="238423" cy="23842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35"/>
            <p:cNvSpPr/>
            <p:nvPr/>
          </p:nvSpPr>
          <p:spPr>
            <a:xfrm>
              <a:off x="5098030" y="2948453"/>
              <a:ext cx="238423" cy="23842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35"/>
            <p:cNvSpPr/>
            <p:nvPr/>
          </p:nvSpPr>
          <p:spPr>
            <a:xfrm>
              <a:off x="5098030" y="2678756"/>
              <a:ext cx="238423" cy="23842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35"/>
            <p:cNvSpPr/>
            <p:nvPr/>
          </p:nvSpPr>
          <p:spPr>
            <a:xfrm>
              <a:off x="5098030" y="2409058"/>
              <a:ext cx="238423" cy="238423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35"/>
            <p:cNvSpPr/>
            <p:nvPr/>
          </p:nvSpPr>
          <p:spPr>
            <a:xfrm>
              <a:off x="5098030" y="2139360"/>
              <a:ext cx="238423" cy="238423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35"/>
            <p:cNvSpPr/>
            <p:nvPr/>
          </p:nvSpPr>
          <p:spPr>
            <a:xfrm>
              <a:off x="5098030" y="1869662"/>
              <a:ext cx="238423" cy="238423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35"/>
            <p:cNvSpPr/>
            <p:nvPr/>
          </p:nvSpPr>
          <p:spPr>
            <a:xfrm>
              <a:off x="5098030" y="1599964"/>
              <a:ext cx="238423" cy="238423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35"/>
            <p:cNvSpPr/>
            <p:nvPr/>
          </p:nvSpPr>
          <p:spPr>
            <a:xfrm>
              <a:off x="5098030" y="1330266"/>
              <a:ext cx="238423" cy="238423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35"/>
            <p:cNvSpPr txBox="1"/>
            <p:nvPr/>
          </p:nvSpPr>
          <p:spPr>
            <a:xfrm rot="-3599929">
              <a:off x="4743674" y="4313455"/>
              <a:ext cx="673776" cy="2020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AUG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000" name="Google Shape;1000;p35"/>
          <p:cNvGrpSpPr/>
          <p:nvPr/>
        </p:nvGrpSpPr>
        <p:grpSpPr>
          <a:xfrm>
            <a:off x="3622887" y="1374405"/>
            <a:ext cx="511800" cy="3426498"/>
            <a:chOff x="4394500" y="1330266"/>
            <a:chExt cx="511800" cy="3426498"/>
          </a:xfrm>
        </p:grpSpPr>
        <p:sp>
          <p:nvSpPr>
            <p:cNvPr id="1001" name="Google Shape;1001;p35"/>
            <p:cNvSpPr/>
            <p:nvPr/>
          </p:nvSpPr>
          <p:spPr>
            <a:xfrm>
              <a:off x="4667866" y="3757547"/>
              <a:ext cx="238423" cy="23842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35"/>
            <p:cNvSpPr/>
            <p:nvPr/>
          </p:nvSpPr>
          <p:spPr>
            <a:xfrm>
              <a:off x="4667866" y="3487849"/>
              <a:ext cx="238423" cy="23842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35"/>
            <p:cNvSpPr/>
            <p:nvPr/>
          </p:nvSpPr>
          <p:spPr>
            <a:xfrm>
              <a:off x="4667866" y="3218151"/>
              <a:ext cx="238423" cy="238423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35"/>
            <p:cNvSpPr/>
            <p:nvPr/>
          </p:nvSpPr>
          <p:spPr>
            <a:xfrm>
              <a:off x="4667866" y="2948453"/>
              <a:ext cx="238423" cy="238423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35"/>
            <p:cNvSpPr/>
            <p:nvPr/>
          </p:nvSpPr>
          <p:spPr>
            <a:xfrm>
              <a:off x="4667866" y="2678756"/>
              <a:ext cx="238423" cy="238423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35"/>
            <p:cNvSpPr/>
            <p:nvPr/>
          </p:nvSpPr>
          <p:spPr>
            <a:xfrm>
              <a:off x="4667866" y="2409058"/>
              <a:ext cx="238423" cy="238423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35"/>
            <p:cNvSpPr/>
            <p:nvPr/>
          </p:nvSpPr>
          <p:spPr>
            <a:xfrm>
              <a:off x="4667866" y="2139360"/>
              <a:ext cx="238423" cy="238423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35"/>
            <p:cNvSpPr/>
            <p:nvPr/>
          </p:nvSpPr>
          <p:spPr>
            <a:xfrm>
              <a:off x="4667866" y="1869662"/>
              <a:ext cx="238423" cy="238423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35"/>
            <p:cNvSpPr/>
            <p:nvPr/>
          </p:nvSpPr>
          <p:spPr>
            <a:xfrm>
              <a:off x="4667866" y="1599964"/>
              <a:ext cx="238423" cy="238423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35"/>
            <p:cNvSpPr/>
            <p:nvPr/>
          </p:nvSpPr>
          <p:spPr>
            <a:xfrm>
              <a:off x="4667866" y="1330266"/>
              <a:ext cx="238423" cy="238423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35"/>
            <p:cNvSpPr txBox="1"/>
            <p:nvPr/>
          </p:nvSpPr>
          <p:spPr>
            <a:xfrm rot="-3599929">
              <a:off x="4313512" y="4313455"/>
              <a:ext cx="673776" cy="2020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JUL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012" name="Google Shape;1012;p35"/>
          <p:cNvGrpSpPr/>
          <p:nvPr/>
        </p:nvGrpSpPr>
        <p:grpSpPr>
          <a:xfrm>
            <a:off x="3192712" y="1374405"/>
            <a:ext cx="511800" cy="3426498"/>
            <a:chOff x="3964325" y="1330266"/>
            <a:chExt cx="511800" cy="3426498"/>
          </a:xfrm>
        </p:grpSpPr>
        <p:sp>
          <p:nvSpPr>
            <p:cNvPr id="1013" name="Google Shape;1013;p35"/>
            <p:cNvSpPr/>
            <p:nvPr/>
          </p:nvSpPr>
          <p:spPr>
            <a:xfrm>
              <a:off x="4237701" y="3757547"/>
              <a:ext cx="238423" cy="23842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35"/>
            <p:cNvSpPr/>
            <p:nvPr/>
          </p:nvSpPr>
          <p:spPr>
            <a:xfrm>
              <a:off x="4237701" y="3487849"/>
              <a:ext cx="238423" cy="23842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35"/>
            <p:cNvSpPr/>
            <p:nvPr/>
          </p:nvSpPr>
          <p:spPr>
            <a:xfrm>
              <a:off x="4237701" y="3218151"/>
              <a:ext cx="238423" cy="23842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35"/>
            <p:cNvSpPr/>
            <p:nvPr/>
          </p:nvSpPr>
          <p:spPr>
            <a:xfrm>
              <a:off x="4237701" y="2948453"/>
              <a:ext cx="238423" cy="23842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35"/>
            <p:cNvSpPr/>
            <p:nvPr/>
          </p:nvSpPr>
          <p:spPr>
            <a:xfrm>
              <a:off x="4237701" y="2678756"/>
              <a:ext cx="238423" cy="23842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35"/>
            <p:cNvSpPr/>
            <p:nvPr/>
          </p:nvSpPr>
          <p:spPr>
            <a:xfrm>
              <a:off x="4237701" y="2409058"/>
              <a:ext cx="238423" cy="23842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35"/>
            <p:cNvSpPr/>
            <p:nvPr/>
          </p:nvSpPr>
          <p:spPr>
            <a:xfrm>
              <a:off x="4237701" y="2139360"/>
              <a:ext cx="238423" cy="23842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35"/>
            <p:cNvSpPr/>
            <p:nvPr/>
          </p:nvSpPr>
          <p:spPr>
            <a:xfrm>
              <a:off x="4237701" y="1869662"/>
              <a:ext cx="238423" cy="23842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35"/>
            <p:cNvSpPr/>
            <p:nvPr/>
          </p:nvSpPr>
          <p:spPr>
            <a:xfrm>
              <a:off x="4237701" y="1599964"/>
              <a:ext cx="238423" cy="238423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35"/>
            <p:cNvSpPr/>
            <p:nvPr/>
          </p:nvSpPr>
          <p:spPr>
            <a:xfrm>
              <a:off x="4237701" y="1330266"/>
              <a:ext cx="238423" cy="238423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35"/>
            <p:cNvSpPr txBox="1"/>
            <p:nvPr/>
          </p:nvSpPr>
          <p:spPr>
            <a:xfrm rot="-3599929">
              <a:off x="3883337" y="4313455"/>
              <a:ext cx="673776" cy="2020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JUN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024" name="Google Shape;1024;p35"/>
          <p:cNvGrpSpPr/>
          <p:nvPr/>
        </p:nvGrpSpPr>
        <p:grpSpPr>
          <a:xfrm>
            <a:off x="2762550" y="1374405"/>
            <a:ext cx="511800" cy="3426498"/>
            <a:chOff x="3534162" y="1330266"/>
            <a:chExt cx="511800" cy="3426498"/>
          </a:xfrm>
        </p:grpSpPr>
        <p:sp>
          <p:nvSpPr>
            <p:cNvPr id="1025" name="Google Shape;1025;p35"/>
            <p:cNvSpPr/>
            <p:nvPr/>
          </p:nvSpPr>
          <p:spPr>
            <a:xfrm>
              <a:off x="3807537" y="3757547"/>
              <a:ext cx="238423" cy="23842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35"/>
            <p:cNvSpPr/>
            <p:nvPr/>
          </p:nvSpPr>
          <p:spPr>
            <a:xfrm>
              <a:off x="3807537" y="3487849"/>
              <a:ext cx="238423" cy="23842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35"/>
            <p:cNvSpPr/>
            <p:nvPr/>
          </p:nvSpPr>
          <p:spPr>
            <a:xfrm>
              <a:off x="3807537" y="3218151"/>
              <a:ext cx="238423" cy="23842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35"/>
            <p:cNvSpPr/>
            <p:nvPr/>
          </p:nvSpPr>
          <p:spPr>
            <a:xfrm>
              <a:off x="3807537" y="2948453"/>
              <a:ext cx="238423" cy="23842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35"/>
            <p:cNvSpPr/>
            <p:nvPr/>
          </p:nvSpPr>
          <p:spPr>
            <a:xfrm>
              <a:off x="3807537" y="2678756"/>
              <a:ext cx="238423" cy="238423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35"/>
            <p:cNvSpPr/>
            <p:nvPr/>
          </p:nvSpPr>
          <p:spPr>
            <a:xfrm>
              <a:off x="3807537" y="2409058"/>
              <a:ext cx="238423" cy="238423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35"/>
            <p:cNvSpPr/>
            <p:nvPr/>
          </p:nvSpPr>
          <p:spPr>
            <a:xfrm>
              <a:off x="3807537" y="2139360"/>
              <a:ext cx="238423" cy="238423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35"/>
            <p:cNvSpPr/>
            <p:nvPr/>
          </p:nvSpPr>
          <p:spPr>
            <a:xfrm>
              <a:off x="3807537" y="1869662"/>
              <a:ext cx="238423" cy="238423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35"/>
            <p:cNvSpPr/>
            <p:nvPr/>
          </p:nvSpPr>
          <p:spPr>
            <a:xfrm>
              <a:off x="3807537" y="1599964"/>
              <a:ext cx="238423" cy="238423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35"/>
            <p:cNvSpPr/>
            <p:nvPr/>
          </p:nvSpPr>
          <p:spPr>
            <a:xfrm>
              <a:off x="3807537" y="1330266"/>
              <a:ext cx="238423" cy="238423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35"/>
            <p:cNvSpPr txBox="1"/>
            <p:nvPr/>
          </p:nvSpPr>
          <p:spPr>
            <a:xfrm rot="-3599929">
              <a:off x="3453174" y="4313455"/>
              <a:ext cx="673776" cy="2020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MAY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036" name="Google Shape;1036;p35"/>
          <p:cNvGrpSpPr/>
          <p:nvPr/>
        </p:nvGrpSpPr>
        <p:grpSpPr>
          <a:xfrm>
            <a:off x="5343037" y="1374405"/>
            <a:ext cx="512296" cy="3426498"/>
            <a:chOff x="6114650" y="1330266"/>
            <a:chExt cx="512296" cy="3426498"/>
          </a:xfrm>
        </p:grpSpPr>
        <p:sp>
          <p:nvSpPr>
            <p:cNvPr id="1037" name="Google Shape;1037;p35"/>
            <p:cNvSpPr/>
            <p:nvPr/>
          </p:nvSpPr>
          <p:spPr>
            <a:xfrm>
              <a:off x="6388523" y="3757547"/>
              <a:ext cx="238423" cy="238423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35"/>
            <p:cNvSpPr/>
            <p:nvPr/>
          </p:nvSpPr>
          <p:spPr>
            <a:xfrm>
              <a:off x="6388523" y="3487849"/>
              <a:ext cx="238423" cy="238423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35"/>
            <p:cNvSpPr/>
            <p:nvPr/>
          </p:nvSpPr>
          <p:spPr>
            <a:xfrm>
              <a:off x="6388523" y="3218151"/>
              <a:ext cx="238423" cy="238423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35"/>
            <p:cNvSpPr/>
            <p:nvPr/>
          </p:nvSpPr>
          <p:spPr>
            <a:xfrm>
              <a:off x="6388523" y="2948453"/>
              <a:ext cx="238423" cy="238423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35"/>
            <p:cNvSpPr/>
            <p:nvPr/>
          </p:nvSpPr>
          <p:spPr>
            <a:xfrm>
              <a:off x="6388523" y="2678756"/>
              <a:ext cx="238423" cy="238423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35"/>
            <p:cNvSpPr/>
            <p:nvPr/>
          </p:nvSpPr>
          <p:spPr>
            <a:xfrm>
              <a:off x="6388523" y="2409058"/>
              <a:ext cx="238423" cy="238423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35"/>
            <p:cNvSpPr/>
            <p:nvPr/>
          </p:nvSpPr>
          <p:spPr>
            <a:xfrm>
              <a:off x="6388523" y="2139360"/>
              <a:ext cx="238423" cy="238423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35"/>
            <p:cNvSpPr/>
            <p:nvPr/>
          </p:nvSpPr>
          <p:spPr>
            <a:xfrm>
              <a:off x="6388523" y="1869662"/>
              <a:ext cx="238423" cy="238423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35"/>
            <p:cNvSpPr/>
            <p:nvPr/>
          </p:nvSpPr>
          <p:spPr>
            <a:xfrm>
              <a:off x="6388523" y="1599964"/>
              <a:ext cx="238423" cy="238423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35"/>
            <p:cNvSpPr/>
            <p:nvPr/>
          </p:nvSpPr>
          <p:spPr>
            <a:xfrm>
              <a:off x="6388523" y="1330266"/>
              <a:ext cx="238423" cy="238423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35"/>
            <p:cNvSpPr txBox="1"/>
            <p:nvPr/>
          </p:nvSpPr>
          <p:spPr>
            <a:xfrm rot="-3599929">
              <a:off x="6033662" y="4313455"/>
              <a:ext cx="673776" cy="2020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NOV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048" name="Google Shape;1048;p35"/>
          <p:cNvGrpSpPr/>
          <p:nvPr/>
        </p:nvGrpSpPr>
        <p:grpSpPr>
          <a:xfrm>
            <a:off x="5773187" y="1374405"/>
            <a:ext cx="512310" cy="3426498"/>
            <a:chOff x="5487475" y="1330266"/>
            <a:chExt cx="512310" cy="3426498"/>
          </a:xfrm>
        </p:grpSpPr>
        <p:sp>
          <p:nvSpPr>
            <p:cNvPr id="1049" name="Google Shape;1049;p35"/>
            <p:cNvSpPr/>
            <p:nvPr/>
          </p:nvSpPr>
          <p:spPr>
            <a:xfrm>
              <a:off x="5761362" y="3757547"/>
              <a:ext cx="238423" cy="238423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35"/>
            <p:cNvSpPr/>
            <p:nvPr/>
          </p:nvSpPr>
          <p:spPr>
            <a:xfrm>
              <a:off x="5761362" y="3487849"/>
              <a:ext cx="238423" cy="238423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35"/>
            <p:cNvSpPr/>
            <p:nvPr/>
          </p:nvSpPr>
          <p:spPr>
            <a:xfrm>
              <a:off x="5761362" y="3218151"/>
              <a:ext cx="238423" cy="238423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35"/>
            <p:cNvSpPr/>
            <p:nvPr/>
          </p:nvSpPr>
          <p:spPr>
            <a:xfrm>
              <a:off x="5761362" y="2948453"/>
              <a:ext cx="238423" cy="238423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35"/>
            <p:cNvSpPr/>
            <p:nvPr/>
          </p:nvSpPr>
          <p:spPr>
            <a:xfrm>
              <a:off x="5761362" y="2678756"/>
              <a:ext cx="238423" cy="238423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35"/>
            <p:cNvSpPr/>
            <p:nvPr/>
          </p:nvSpPr>
          <p:spPr>
            <a:xfrm>
              <a:off x="5761362" y="2409058"/>
              <a:ext cx="238423" cy="238423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35"/>
            <p:cNvSpPr/>
            <p:nvPr/>
          </p:nvSpPr>
          <p:spPr>
            <a:xfrm>
              <a:off x="5761362" y="2139360"/>
              <a:ext cx="238423" cy="238423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35"/>
            <p:cNvSpPr/>
            <p:nvPr/>
          </p:nvSpPr>
          <p:spPr>
            <a:xfrm>
              <a:off x="5761362" y="1869662"/>
              <a:ext cx="238423" cy="238423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35"/>
            <p:cNvSpPr/>
            <p:nvPr/>
          </p:nvSpPr>
          <p:spPr>
            <a:xfrm>
              <a:off x="5761362" y="1599964"/>
              <a:ext cx="238423" cy="238423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35"/>
            <p:cNvSpPr/>
            <p:nvPr/>
          </p:nvSpPr>
          <p:spPr>
            <a:xfrm>
              <a:off x="5761362" y="1330266"/>
              <a:ext cx="238423" cy="238423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35"/>
            <p:cNvSpPr txBox="1"/>
            <p:nvPr/>
          </p:nvSpPr>
          <p:spPr>
            <a:xfrm rot="-3599929">
              <a:off x="5406487" y="4313455"/>
              <a:ext cx="673776" cy="2020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DEC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060" name="Google Shape;1060;p35"/>
          <p:cNvGrpSpPr/>
          <p:nvPr/>
        </p:nvGrpSpPr>
        <p:grpSpPr>
          <a:xfrm>
            <a:off x="6791163" y="1374414"/>
            <a:ext cx="1052100" cy="1586975"/>
            <a:chOff x="6505450" y="1330275"/>
            <a:chExt cx="1052100" cy="1586975"/>
          </a:xfrm>
        </p:grpSpPr>
        <p:sp>
          <p:nvSpPr>
            <p:cNvPr id="1061" name="Google Shape;1061;p35"/>
            <p:cNvSpPr/>
            <p:nvPr/>
          </p:nvSpPr>
          <p:spPr>
            <a:xfrm>
              <a:off x="6505450" y="2678750"/>
              <a:ext cx="1052100" cy="2385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Saturn</a:t>
              </a:r>
              <a:endParaRPr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62" name="Google Shape;1062;p35"/>
            <p:cNvSpPr/>
            <p:nvPr/>
          </p:nvSpPr>
          <p:spPr>
            <a:xfrm>
              <a:off x="6505450" y="2409055"/>
              <a:ext cx="1052100" cy="238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Jupiter</a:t>
              </a:r>
              <a:endParaRPr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63" name="Google Shape;1063;p35"/>
            <p:cNvSpPr/>
            <p:nvPr/>
          </p:nvSpPr>
          <p:spPr>
            <a:xfrm>
              <a:off x="6505450" y="2139360"/>
              <a:ext cx="1052100" cy="238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Mars</a:t>
              </a:r>
              <a:endParaRPr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64" name="Google Shape;1064;p35"/>
            <p:cNvSpPr/>
            <p:nvPr/>
          </p:nvSpPr>
          <p:spPr>
            <a:xfrm>
              <a:off x="6505450" y="1869665"/>
              <a:ext cx="1052100" cy="238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Earth</a:t>
              </a:r>
              <a:endParaRPr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65" name="Google Shape;1065;p35"/>
            <p:cNvSpPr/>
            <p:nvPr/>
          </p:nvSpPr>
          <p:spPr>
            <a:xfrm>
              <a:off x="6505450" y="1599970"/>
              <a:ext cx="1052100" cy="238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Venus</a:t>
              </a:r>
              <a:endParaRPr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66" name="Google Shape;1066;p35"/>
            <p:cNvSpPr/>
            <p:nvPr/>
          </p:nvSpPr>
          <p:spPr>
            <a:xfrm>
              <a:off x="6505450" y="1330275"/>
              <a:ext cx="1052100" cy="238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Mercury</a:t>
              </a:r>
              <a:endParaRPr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p36"/>
          <p:cNvSpPr txBox="1">
            <a:spLocks noGrp="1"/>
          </p:cNvSpPr>
          <p:nvPr>
            <p:ph type="title"/>
          </p:nvPr>
        </p:nvSpPr>
        <p:spPr>
          <a:xfrm>
            <a:off x="483675" y="415425"/>
            <a:ext cx="82032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Data Charts Infographics</a:t>
            </a:r>
            <a:endParaRPr/>
          </a:p>
        </p:txBody>
      </p:sp>
      <p:grpSp>
        <p:nvGrpSpPr>
          <p:cNvPr id="1072" name="Google Shape;1072;p36"/>
          <p:cNvGrpSpPr/>
          <p:nvPr/>
        </p:nvGrpSpPr>
        <p:grpSpPr>
          <a:xfrm>
            <a:off x="710275" y="1117363"/>
            <a:ext cx="7723500" cy="772350"/>
            <a:chOff x="710275" y="1110463"/>
            <a:chExt cx="7723500" cy="772350"/>
          </a:xfrm>
        </p:grpSpPr>
        <p:sp>
          <p:nvSpPr>
            <p:cNvPr id="1073" name="Google Shape;1073;p36"/>
            <p:cNvSpPr/>
            <p:nvPr/>
          </p:nvSpPr>
          <p:spPr>
            <a:xfrm>
              <a:off x="3626425" y="1269550"/>
              <a:ext cx="3760500" cy="4542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74" name="Google Shape;1074;p36"/>
            <p:cNvGrpSpPr/>
            <p:nvPr/>
          </p:nvGrpSpPr>
          <p:grpSpPr>
            <a:xfrm>
              <a:off x="3672419" y="1303628"/>
              <a:ext cx="3099913" cy="386037"/>
              <a:chOff x="2150376" y="1298150"/>
              <a:chExt cx="3165761" cy="404100"/>
            </a:xfrm>
          </p:grpSpPr>
          <p:sp>
            <p:nvSpPr>
              <p:cNvPr id="1075" name="Google Shape;1075;p36"/>
              <p:cNvSpPr/>
              <p:nvPr/>
            </p:nvSpPr>
            <p:spPr>
              <a:xfrm>
                <a:off x="2571137" y="1298150"/>
                <a:ext cx="2745000" cy="4041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Google Shape;1076;p36"/>
              <p:cNvSpPr/>
              <p:nvPr/>
            </p:nvSpPr>
            <p:spPr>
              <a:xfrm rot="-5400000">
                <a:off x="2163126" y="1285400"/>
                <a:ext cx="404100" cy="429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77" name="Google Shape;1077;p36"/>
            <p:cNvSpPr txBox="1"/>
            <p:nvPr/>
          </p:nvSpPr>
          <p:spPr>
            <a:xfrm>
              <a:off x="7501075" y="1341850"/>
              <a:ext cx="932700" cy="30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9,000</a:t>
              </a:r>
              <a:endParaRPr sz="20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grpSp>
          <p:nvGrpSpPr>
            <p:cNvPr id="1078" name="Google Shape;1078;p36"/>
            <p:cNvGrpSpPr/>
            <p:nvPr/>
          </p:nvGrpSpPr>
          <p:grpSpPr>
            <a:xfrm>
              <a:off x="710275" y="1110463"/>
              <a:ext cx="2649600" cy="772350"/>
              <a:chOff x="710275" y="1186663"/>
              <a:chExt cx="2649600" cy="772350"/>
            </a:xfrm>
          </p:grpSpPr>
          <p:sp>
            <p:nvSpPr>
              <p:cNvPr id="1079" name="Google Shape;1079;p36"/>
              <p:cNvSpPr txBox="1"/>
              <p:nvPr/>
            </p:nvSpPr>
            <p:spPr>
              <a:xfrm>
                <a:off x="710275" y="1186663"/>
                <a:ext cx="2649600" cy="26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700">
                    <a:solidFill>
                      <a:schemeClr val="accent1"/>
                    </a:solidFill>
                    <a:latin typeface="Fira Sans Extra Condensed Medium"/>
                    <a:ea typeface="Fira Sans Extra Condensed Medium"/>
                    <a:cs typeface="Fira Sans Extra Condensed Medium"/>
                    <a:sym typeface="Fira Sans Extra Condensed Medium"/>
                  </a:rPr>
                  <a:t>Venus</a:t>
                </a:r>
                <a:endParaRPr sz="170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endParaRPr>
              </a:p>
            </p:txBody>
          </p:sp>
          <p:sp>
            <p:nvSpPr>
              <p:cNvPr id="1080" name="Google Shape;1080;p36"/>
              <p:cNvSpPr txBox="1"/>
              <p:nvPr/>
            </p:nvSpPr>
            <p:spPr>
              <a:xfrm>
                <a:off x="710275" y="1410613"/>
                <a:ext cx="2649600" cy="54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rPr>
                  <a:t>Venus has a beautiful name and is the second planet from the Sun</a:t>
                </a:r>
                <a:endParaRPr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grpSp>
        <p:nvGrpSpPr>
          <p:cNvPr id="1081" name="Google Shape;1081;p36"/>
          <p:cNvGrpSpPr/>
          <p:nvPr/>
        </p:nvGrpSpPr>
        <p:grpSpPr>
          <a:xfrm>
            <a:off x="710275" y="1999896"/>
            <a:ext cx="7723500" cy="772350"/>
            <a:chOff x="710275" y="1992996"/>
            <a:chExt cx="7723500" cy="772350"/>
          </a:xfrm>
        </p:grpSpPr>
        <p:sp>
          <p:nvSpPr>
            <p:cNvPr id="1082" name="Google Shape;1082;p36"/>
            <p:cNvSpPr/>
            <p:nvPr/>
          </p:nvSpPr>
          <p:spPr>
            <a:xfrm>
              <a:off x="3626425" y="2152069"/>
              <a:ext cx="3760500" cy="4542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83" name="Google Shape;1083;p36"/>
            <p:cNvGrpSpPr/>
            <p:nvPr/>
          </p:nvGrpSpPr>
          <p:grpSpPr>
            <a:xfrm>
              <a:off x="3672419" y="2186145"/>
              <a:ext cx="1928986" cy="386037"/>
              <a:chOff x="2150376" y="1955331"/>
              <a:chExt cx="1969961" cy="404100"/>
            </a:xfrm>
          </p:grpSpPr>
          <p:sp>
            <p:nvSpPr>
              <p:cNvPr id="1084" name="Google Shape;1084;p36"/>
              <p:cNvSpPr/>
              <p:nvPr/>
            </p:nvSpPr>
            <p:spPr>
              <a:xfrm>
                <a:off x="2571137" y="1955331"/>
                <a:ext cx="1549200" cy="4041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Google Shape;1085;p36"/>
              <p:cNvSpPr/>
              <p:nvPr/>
            </p:nvSpPr>
            <p:spPr>
              <a:xfrm rot="-5400000">
                <a:off x="2163126" y="1942581"/>
                <a:ext cx="404100" cy="429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86" name="Google Shape;1086;p36"/>
            <p:cNvSpPr txBox="1"/>
            <p:nvPr/>
          </p:nvSpPr>
          <p:spPr>
            <a:xfrm>
              <a:off x="7501075" y="2224369"/>
              <a:ext cx="932700" cy="30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5,000</a:t>
              </a:r>
              <a:endParaRPr sz="200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grpSp>
          <p:nvGrpSpPr>
            <p:cNvPr id="1087" name="Google Shape;1087;p36"/>
            <p:cNvGrpSpPr/>
            <p:nvPr/>
          </p:nvGrpSpPr>
          <p:grpSpPr>
            <a:xfrm>
              <a:off x="710275" y="1992996"/>
              <a:ext cx="2649600" cy="772350"/>
              <a:chOff x="710275" y="2043796"/>
              <a:chExt cx="2649600" cy="772350"/>
            </a:xfrm>
          </p:grpSpPr>
          <p:sp>
            <p:nvSpPr>
              <p:cNvPr id="1088" name="Google Shape;1088;p36"/>
              <p:cNvSpPr txBox="1"/>
              <p:nvPr/>
            </p:nvSpPr>
            <p:spPr>
              <a:xfrm>
                <a:off x="710275" y="2043796"/>
                <a:ext cx="2649600" cy="26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700">
                    <a:solidFill>
                      <a:schemeClr val="accent2"/>
                    </a:solidFill>
                    <a:latin typeface="Fira Sans Extra Condensed Medium"/>
                    <a:ea typeface="Fira Sans Extra Condensed Medium"/>
                    <a:cs typeface="Fira Sans Extra Condensed Medium"/>
                    <a:sym typeface="Fira Sans Extra Condensed Medium"/>
                  </a:rPr>
                  <a:t>Mercury</a:t>
                </a:r>
                <a:endParaRPr sz="170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endParaRPr>
              </a:p>
            </p:txBody>
          </p:sp>
          <p:sp>
            <p:nvSpPr>
              <p:cNvPr id="1089" name="Google Shape;1089;p36"/>
              <p:cNvSpPr txBox="1"/>
              <p:nvPr/>
            </p:nvSpPr>
            <p:spPr>
              <a:xfrm>
                <a:off x="710275" y="2267746"/>
                <a:ext cx="2649600" cy="54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rPr>
                  <a:t>Mercury is the closest planet to the Sun and the smallest one</a:t>
                </a:r>
                <a:endParaRPr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grpSp>
        <p:nvGrpSpPr>
          <p:cNvPr id="1090" name="Google Shape;1090;p36"/>
          <p:cNvGrpSpPr/>
          <p:nvPr/>
        </p:nvGrpSpPr>
        <p:grpSpPr>
          <a:xfrm>
            <a:off x="710275" y="2882429"/>
            <a:ext cx="7723500" cy="772350"/>
            <a:chOff x="710275" y="2875529"/>
            <a:chExt cx="7723500" cy="772350"/>
          </a:xfrm>
        </p:grpSpPr>
        <p:sp>
          <p:nvSpPr>
            <p:cNvPr id="1091" name="Google Shape;1091;p36"/>
            <p:cNvSpPr/>
            <p:nvPr/>
          </p:nvSpPr>
          <p:spPr>
            <a:xfrm>
              <a:off x="3626425" y="3034601"/>
              <a:ext cx="3760500" cy="4542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92" name="Google Shape;1092;p36"/>
            <p:cNvGrpSpPr/>
            <p:nvPr/>
          </p:nvGrpSpPr>
          <p:grpSpPr>
            <a:xfrm>
              <a:off x="3672419" y="3068675"/>
              <a:ext cx="1439582" cy="386037"/>
              <a:chOff x="2150376" y="2612513"/>
              <a:chExt cx="1470161" cy="404100"/>
            </a:xfrm>
          </p:grpSpPr>
          <p:sp>
            <p:nvSpPr>
              <p:cNvPr id="1093" name="Google Shape;1093;p36"/>
              <p:cNvSpPr/>
              <p:nvPr/>
            </p:nvSpPr>
            <p:spPr>
              <a:xfrm>
                <a:off x="2571137" y="2612513"/>
                <a:ext cx="1049400" cy="4041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Google Shape;1094;p36"/>
              <p:cNvSpPr/>
              <p:nvPr/>
            </p:nvSpPr>
            <p:spPr>
              <a:xfrm rot="-5400000">
                <a:off x="2163126" y="2599763"/>
                <a:ext cx="404100" cy="429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95" name="Google Shape;1095;p36"/>
            <p:cNvSpPr txBox="1"/>
            <p:nvPr/>
          </p:nvSpPr>
          <p:spPr>
            <a:xfrm>
              <a:off x="7501075" y="3106909"/>
              <a:ext cx="932700" cy="30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4,000</a:t>
              </a:r>
              <a:endParaRPr sz="200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grpSp>
          <p:nvGrpSpPr>
            <p:cNvPr id="1096" name="Google Shape;1096;p36"/>
            <p:cNvGrpSpPr/>
            <p:nvPr/>
          </p:nvGrpSpPr>
          <p:grpSpPr>
            <a:xfrm>
              <a:off x="710275" y="2875529"/>
              <a:ext cx="2649600" cy="772350"/>
              <a:chOff x="710275" y="2900929"/>
              <a:chExt cx="2649600" cy="772350"/>
            </a:xfrm>
          </p:grpSpPr>
          <p:sp>
            <p:nvSpPr>
              <p:cNvPr id="1097" name="Google Shape;1097;p36"/>
              <p:cNvSpPr txBox="1"/>
              <p:nvPr/>
            </p:nvSpPr>
            <p:spPr>
              <a:xfrm>
                <a:off x="710275" y="2900929"/>
                <a:ext cx="2649600" cy="26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700">
                    <a:solidFill>
                      <a:schemeClr val="accent3"/>
                    </a:solidFill>
                    <a:latin typeface="Fira Sans Extra Condensed Medium"/>
                    <a:ea typeface="Fira Sans Extra Condensed Medium"/>
                    <a:cs typeface="Fira Sans Extra Condensed Medium"/>
                    <a:sym typeface="Fira Sans Extra Condensed Medium"/>
                  </a:rPr>
                  <a:t>Mars</a:t>
                </a:r>
                <a:endParaRPr sz="170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endParaRPr>
              </a:p>
            </p:txBody>
          </p:sp>
          <p:sp>
            <p:nvSpPr>
              <p:cNvPr id="1098" name="Google Shape;1098;p36"/>
              <p:cNvSpPr txBox="1"/>
              <p:nvPr/>
            </p:nvSpPr>
            <p:spPr>
              <a:xfrm>
                <a:off x="710275" y="3124879"/>
                <a:ext cx="2649600" cy="54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rPr>
                  <a:t>Despite being red, Mars is a cold place full of iron oxide dust</a:t>
                </a:r>
                <a:endParaRPr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grpSp>
        <p:nvGrpSpPr>
          <p:cNvPr id="1099" name="Google Shape;1099;p36"/>
          <p:cNvGrpSpPr/>
          <p:nvPr/>
        </p:nvGrpSpPr>
        <p:grpSpPr>
          <a:xfrm>
            <a:off x="710275" y="3764963"/>
            <a:ext cx="7723500" cy="772350"/>
            <a:chOff x="710275" y="3758063"/>
            <a:chExt cx="7723500" cy="772350"/>
          </a:xfrm>
        </p:grpSpPr>
        <p:sp>
          <p:nvSpPr>
            <p:cNvPr id="1100" name="Google Shape;1100;p36"/>
            <p:cNvSpPr/>
            <p:nvPr/>
          </p:nvSpPr>
          <p:spPr>
            <a:xfrm>
              <a:off x="3626425" y="3917150"/>
              <a:ext cx="3760500" cy="4542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01" name="Google Shape;1101;p36"/>
            <p:cNvGrpSpPr/>
            <p:nvPr/>
          </p:nvGrpSpPr>
          <p:grpSpPr>
            <a:xfrm>
              <a:off x="3672419" y="3951222"/>
              <a:ext cx="2729482" cy="386037"/>
              <a:chOff x="2150376" y="3269694"/>
              <a:chExt cx="2787461" cy="404100"/>
            </a:xfrm>
          </p:grpSpPr>
          <p:sp>
            <p:nvSpPr>
              <p:cNvPr id="1102" name="Google Shape;1102;p36"/>
              <p:cNvSpPr/>
              <p:nvPr/>
            </p:nvSpPr>
            <p:spPr>
              <a:xfrm>
                <a:off x="2571137" y="3269694"/>
                <a:ext cx="2366700" cy="4041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Google Shape;1103;p36"/>
              <p:cNvSpPr/>
              <p:nvPr/>
            </p:nvSpPr>
            <p:spPr>
              <a:xfrm rot="-5400000">
                <a:off x="2163126" y="3256944"/>
                <a:ext cx="404100" cy="429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104" name="Google Shape;1104;p36"/>
            <p:cNvSpPr txBox="1"/>
            <p:nvPr/>
          </p:nvSpPr>
          <p:spPr>
            <a:xfrm>
              <a:off x="7501075" y="3989425"/>
              <a:ext cx="932700" cy="30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accent4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8,000</a:t>
              </a:r>
              <a:endParaRPr sz="2000">
                <a:solidFill>
                  <a:schemeClr val="accent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grpSp>
          <p:nvGrpSpPr>
            <p:cNvPr id="1105" name="Google Shape;1105;p36"/>
            <p:cNvGrpSpPr/>
            <p:nvPr/>
          </p:nvGrpSpPr>
          <p:grpSpPr>
            <a:xfrm>
              <a:off x="710275" y="3758063"/>
              <a:ext cx="2649600" cy="772350"/>
              <a:chOff x="710275" y="3758063"/>
              <a:chExt cx="2649600" cy="772350"/>
            </a:xfrm>
          </p:grpSpPr>
          <p:sp>
            <p:nvSpPr>
              <p:cNvPr id="1106" name="Google Shape;1106;p36"/>
              <p:cNvSpPr txBox="1"/>
              <p:nvPr/>
            </p:nvSpPr>
            <p:spPr>
              <a:xfrm>
                <a:off x="710275" y="3758063"/>
                <a:ext cx="2649600" cy="26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700">
                    <a:solidFill>
                      <a:schemeClr val="accent4"/>
                    </a:solidFill>
                    <a:latin typeface="Fira Sans Extra Condensed Medium"/>
                    <a:ea typeface="Fira Sans Extra Condensed Medium"/>
                    <a:cs typeface="Fira Sans Extra Condensed Medium"/>
                    <a:sym typeface="Fira Sans Extra Condensed Medium"/>
                  </a:rPr>
                  <a:t>Jupiter</a:t>
                </a:r>
                <a:endParaRPr sz="1700">
                  <a:solidFill>
                    <a:schemeClr val="accent4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endParaRPr>
              </a:p>
            </p:txBody>
          </p:sp>
          <p:sp>
            <p:nvSpPr>
              <p:cNvPr id="1107" name="Google Shape;1107;p36"/>
              <p:cNvSpPr txBox="1"/>
              <p:nvPr/>
            </p:nvSpPr>
            <p:spPr>
              <a:xfrm>
                <a:off x="710275" y="3982013"/>
                <a:ext cx="2649600" cy="54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rPr>
                  <a:t>Jupiter is a gas giant and the biggest planet in the Solar System</a:t>
                </a:r>
                <a:endParaRPr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p37"/>
          <p:cNvSpPr txBox="1">
            <a:spLocks noGrp="1"/>
          </p:cNvSpPr>
          <p:nvPr>
            <p:ph type="title"/>
          </p:nvPr>
        </p:nvSpPr>
        <p:spPr>
          <a:xfrm>
            <a:off x="483675" y="415425"/>
            <a:ext cx="82032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Data Charts Infographics</a:t>
            </a:r>
            <a:endParaRPr/>
          </a:p>
        </p:txBody>
      </p:sp>
      <p:grpSp>
        <p:nvGrpSpPr>
          <p:cNvPr id="1113" name="Google Shape;1113;p37"/>
          <p:cNvGrpSpPr/>
          <p:nvPr/>
        </p:nvGrpSpPr>
        <p:grpSpPr>
          <a:xfrm>
            <a:off x="1605573" y="1383600"/>
            <a:ext cx="5012303" cy="2774870"/>
            <a:chOff x="2344323" y="1476375"/>
            <a:chExt cx="5012303" cy="2505300"/>
          </a:xfrm>
        </p:grpSpPr>
        <p:cxnSp>
          <p:nvCxnSpPr>
            <p:cNvPr id="1114" name="Google Shape;1114;p37"/>
            <p:cNvCxnSpPr/>
            <p:nvPr/>
          </p:nvCxnSpPr>
          <p:spPr>
            <a:xfrm>
              <a:off x="2344323" y="1476375"/>
              <a:ext cx="0" cy="25053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15" name="Google Shape;1115;p37"/>
            <p:cNvCxnSpPr/>
            <p:nvPr/>
          </p:nvCxnSpPr>
          <p:spPr>
            <a:xfrm>
              <a:off x="2901245" y="1476375"/>
              <a:ext cx="0" cy="25053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16" name="Google Shape;1116;p37"/>
            <p:cNvCxnSpPr/>
            <p:nvPr/>
          </p:nvCxnSpPr>
          <p:spPr>
            <a:xfrm>
              <a:off x="3458168" y="1476375"/>
              <a:ext cx="0" cy="25053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17" name="Google Shape;1117;p37"/>
            <p:cNvCxnSpPr/>
            <p:nvPr/>
          </p:nvCxnSpPr>
          <p:spPr>
            <a:xfrm>
              <a:off x="4015090" y="1476375"/>
              <a:ext cx="0" cy="25053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18" name="Google Shape;1118;p37"/>
            <p:cNvCxnSpPr/>
            <p:nvPr/>
          </p:nvCxnSpPr>
          <p:spPr>
            <a:xfrm>
              <a:off x="4572013" y="1476375"/>
              <a:ext cx="0" cy="25053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19" name="Google Shape;1119;p37"/>
            <p:cNvCxnSpPr/>
            <p:nvPr/>
          </p:nvCxnSpPr>
          <p:spPr>
            <a:xfrm>
              <a:off x="5128935" y="1476375"/>
              <a:ext cx="0" cy="25053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20" name="Google Shape;1120;p37"/>
            <p:cNvCxnSpPr/>
            <p:nvPr/>
          </p:nvCxnSpPr>
          <p:spPr>
            <a:xfrm>
              <a:off x="5685858" y="1476375"/>
              <a:ext cx="0" cy="25053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21" name="Google Shape;1121;p37"/>
            <p:cNvCxnSpPr/>
            <p:nvPr/>
          </p:nvCxnSpPr>
          <p:spPr>
            <a:xfrm>
              <a:off x="6242780" y="1476375"/>
              <a:ext cx="0" cy="25053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22" name="Google Shape;1122;p37"/>
            <p:cNvCxnSpPr/>
            <p:nvPr/>
          </p:nvCxnSpPr>
          <p:spPr>
            <a:xfrm>
              <a:off x="6799702" y="1476375"/>
              <a:ext cx="0" cy="25053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23" name="Google Shape;1123;p37"/>
            <p:cNvCxnSpPr/>
            <p:nvPr/>
          </p:nvCxnSpPr>
          <p:spPr>
            <a:xfrm>
              <a:off x="7356625" y="1476375"/>
              <a:ext cx="0" cy="25053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124" name="Google Shape;1124;p37"/>
          <p:cNvSpPr txBox="1"/>
          <p:nvPr/>
        </p:nvSpPr>
        <p:spPr>
          <a:xfrm>
            <a:off x="5010750" y="2118025"/>
            <a:ext cx="360600" cy="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125" name="Google Shape;1125;p37"/>
          <p:cNvGrpSpPr/>
          <p:nvPr/>
        </p:nvGrpSpPr>
        <p:grpSpPr>
          <a:xfrm>
            <a:off x="1390775" y="4265175"/>
            <a:ext cx="4885000" cy="201000"/>
            <a:chOff x="1390775" y="4264175"/>
            <a:chExt cx="4885000" cy="201000"/>
          </a:xfrm>
        </p:grpSpPr>
        <p:sp>
          <p:nvSpPr>
            <p:cNvPr id="1126" name="Google Shape;1126;p37"/>
            <p:cNvSpPr txBox="1"/>
            <p:nvPr/>
          </p:nvSpPr>
          <p:spPr>
            <a:xfrm>
              <a:off x="1390775" y="4264175"/>
              <a:ext cx="4296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100</a:t>
              </a:r>
              <a:endParaRPr sz="11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27" name="Google Shape;1127;p37"/>
            <p:cNvSpPr txBox="1"/>
            <p:nvPr/>
          </p:nvSpPr>
          <p:spPr>
            <a:xfrm>
              <a:off x="2504625" y="4264175"/>
              <a:ext cx="4296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300</a:t>
              </a:r>
              <a:endParaRPr sz="11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28" name="Google Shape;1128;p37"/>
            <p:cNvSpPr txBox="1"/>
            <p:nvPr/>
          </p:nvSpPr>
          <p:spPr>
            <a:xfrm>
              <a:off x="3618475" y="4264175"/>
              <a:ext cx="4296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500</a:t>
              </a:r>
              <a:endParaRPr sz="11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29" name="Google Shape;1129;p37"/>
            <p:cNvSpPr txBox="1"/>
            <p:nvPr/>
          </p:nvSpPr>
          <p:spPr>
            <a:xfrm>
              <a:off x="4732325" y="4264175"/>
              <a:ext cx="4296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700</a:t>
              </a:r>
              <a:endParaRPr sz="11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30" name="Google Shape;1130;p37"/>
            <p:cNvSpPr txBox="1"/>
            <p:nvPr/>
          </p:nvSpPr>
          <p:spPr>
            <a:xfrm>
              <a:off x="5846175" y="4264175"/>
              <a:ext cx="4296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900</a:t>
              </a:r>
              <a:endParaRPr sz="11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1131" name="Google Shape;1131;p37"/>
          <p:cNvCxnSpPr/>
          <p:nvPr/>
        </p:nvCxnSpPr>
        <p:spPr>
          <a:xfrm>
            <a:off x="1048650" y="1458942"/>
            <a:ext cx="0" cy="2774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32" name="Google Shape;1132;p37"/>
          <p:cNvGrpSpPr/>
          <p:nvPr/>
        </p:nvGrpSpPr>
        <p:grpSpPr>
          <a:xfrm>
            <a:off x="710275" y="1378875"/>
            <a:ext cx="5911925" cy="440700"/>
            <a:chOff x="710275" y="1377875"/>
            <a:chExt cx="5911925" cy="440700"/>
          </a:xfrm>
        </p:grpSpPr>
        <p:grpSp>
          <p:nvGrpSpPr>
            <p:cNvPr id="1133" name="Google Shape;1133;p37"/>
            <p:cNvGrpSpPr/>
            <p:nvPr/>
          </p:nvGrpSpPr>
          <p:grpSpPr>
            <a:xfrm>
              <a:off x="1051625" y="1377875"/>
              <a:ext cx="5570575" cy="440700"/>
              <a:chOff x="1790375" y="1476375"/>
              <a:chExt cx="5570575" cy="440700"/>
            </a:xfrm>
          </p:grpSpPr>
          <p:sp>
            <p:nvSpPr>
              <p:cNvPr id="1134" name="Google Shape;1134;p37"/>
              <p:cNvSpPr/>
              <p:nvPr/>
            </p:nvSpPr>
            <p:spPr>
              <a:xfrm>
                <a:off x="1790375" y="1476375"/>
                <a:ext cx="2226000" cy="4407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" sz="12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400</a:t>
                </a:r>
                <a:endParaRPr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135" name="Google Shape;1135;p37"/>
              <p:cNvSpPr/>
              <p:nvPr/>
            </p:nvSpPr>
            <p:spPr>
              <a:xfrm>
                <a:off x="4016525" y="1476375"/>
                <a:ext cx="2226000" cy="4407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" sz="12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400</a:t>
                </a:r>
                <a:endParaRPr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136" name="Google Shape;1136;p37"/>
              <p:cNvSpPr/>
              <p:nvPr/>
            </p:nvSpPr>
            <p:spPr>
              <a:xfrm>
                <a:off x="6242850" y="1476375"/>
                <a:ext cx="1118100" cy="4407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" sz="12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200</a:t>
                </a:r>
                <a:endParaRPr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1137" name="Google Shape;1137;p37"/>
            <p:cNvSpPr txBox="1"/>
            <p:nvPr/>
          </p:nvSpPr>
          <p:spPr>
            <a:xfrm>
              <a:off x="710275" y="1497725"/>
              <a:ext cx="3354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Q4</a:t>
              </a:r>
              <a:endPara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38" name="Google Shape;1138;p37"/>
          <p:cNvGrpSpPr/>
          <p:nvPr/>
        </p:nvGrpSpPr>
        <p:grpSpPr>
          <a:xfrm>
            <a:off x="710275" y="2117875"/>
            <a:ext cx="5911925" cy="440700"/>
            <a:chOff x="710275" y="2116875"/>
            <a:chExt cx="5911925" cy="440700"/>
          </a:xfrm>
        </p:grpSpPr>
        <p:grpSp>
          <p:nvGrpSpPr>
            <p:cNvPr id="1139" name="Google Shape;1139;p37"/>
            <p:cNvGrpSpPr/>
            <p:nvPr/>
          </p:nvGrpSpPr>
          <p:grpSpPr>
            <a:xfrm>
              <a:off x="1051627" y="2116875"/>
              <a:ext cx="5570573" cy="440700"/>
              <a:chOff x="1790377" y="2139175"/>
              <a:chExt cx="5570573" cy="440700"/>
            </a:xfrm>
          </p:grpSpPr>
          <p:sp>
            <p:nvSpPr>
              <p:cNvPr id="1140" name="Google Shape;1140;p37"/>
              <p:cNvSpPr/>
              <p:nvPr/>
            </p:nvSpPr>
            <p:spPr>
              <a:xfrm>
                <a:off x="1790377" y="2139175"/>
                <a:ext cx="3338700" cy="4407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" sz="12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600</a:t>
                </a:r>
                <a:endParaRPr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141" name="Google Shape;1141;p37"/>
              <p:cNvSpPr/>
              <p:nvPr/>
            </p:nvSpPr>
            <p:spPr>
              <a:xfrm>
                <a:off x="5130350" y="2139175"/>
                <a:ext cx="556800" cy="4407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" sz="12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100</a:t>
                </a:r>
                <a:endParaRPr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142" name="Google Shape;1142;p37"/>
              <p:cNvSpPr/>
              <p:nvPr/>
            </p:nvSpPr>
            <p:spPr>
              <a:xfrm>
                <a:off x="5687250" y="2139175"/>
                <a:ext cx="1673700" cy="4407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" sz="12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300</a:t>
                </a:r>
                <a:endParaRPr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1143" name="Google Shape;1143;p37"/>
            <p:cNvSpPr txBox="1"/>
            <p:nvPr/>
          </p:nvSpPr>
          <p:spPr>
            <a:xfrm>
              <a:off x="710275" y="2236725"/>
              <a:ext cx="3354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Q3</a:t>
              </a:r>
              <a:endPara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44" name="Google Shape;1144;p37"/>
          <p:cNvGrpSpPr/>
          <p:nvPr/>
        </p:nvGrpSpPr>
        <p:grpSpPr>
          <a:xfrm>
            <a:off x="710275" y="2856875"/>
            <a:ext cx="5911825" cy="440700"/>
            <a:chOff x="710275" y="2855875"/>
            <a:chExt cx="5911825" cy="440700"/>
          </a:xfrm>
        </p:grpSpPr>
        <p:grpSp>
          <p:nvGrpSpPr>
            <p:cNvPr id="1145" name="Google Shape;1145;p37"/>
            <p:cNvGrpSpPr/>
            <p:nvPr/>
          </p:nvGrpSpPr>
          <p:grpSpPr>
            <a:xfrm>
              <a:off x="1051625" y="2855875"/>
              <a:ext cx="5570475" cy="440700"/>
              <a:chOff x="1790375" y="2801975"/>
              <a:chExt cx="5570475" cy="440700"/>
            </a:xfrm>
          </p:grpSpPr>
          <p:sp>
            <p:nvSpPr>
              <p:cNvPr id="1146" name="Google Shape;1146;p37"/>
              <p:cNvSpPr/>
              <p:nvPr/>
            </p:nvSpPr>
            <p:spPr>
              <a:xfrm>
                <a:off x="1790375" y="2801975"/>
                <a:ext cx="1112400" cy="4407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" sz="12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200</a:t>
                </a:r>
                <a:endParaRPr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147" name="Google Shape;1147;p37"/>
              <p:cNvSpPr/>
              <p:nvPr/>
            </p:nvSpPr>
            <p:spPr>
              <a:xfrm>
                <a:off x="2902725" y="2801975"/>
                <a:ext cx="1669500" cy="4407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" sz="12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300</a:t>
                </a:r>
                <a:endParaRPr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148" name="Google Shape;1148;p37"/>
              <p:cNvSpPr/>
              <p:nvPr/>
            </p:nvSpPr>
            <p:spPr>
              <a:xfrm>
                <a:off x="4572650" y="2801975"/>
                <a:ext cx="2788200" cy="4407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" sz="12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500</a:t>
                </a:r>
                <a:endParaRPr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1149" name="Google Shape;1149;p37"/>
            <p:cNvSpPr txBox="1"/>
            <p:nvPr/>
          </p:nvSpPr>
          <p:spPr>
            <a:xfrm>
              <a:off x="710275" y="2975725"/>
              <a:ext cx="3354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Q2</a:t>
              </a:r>
              <a:endPara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50" name="Google Shape;1150;p37"/>
          <p:cNvGrpSpPr/>
          <p:nvPr/>
        </p:nvGrpSpPr>
        <p:grpSpPr>
          <a:xfrm>
            <a:off x="710275" y="3595875"/>
            <a:ext cx="5912475" cy="440700"/>
            <a:chOff x="710275" y="3594875"/>
            <a:chExt cx="5912475" cy="440700"/>
          </a:xfrm>
        </p:grpSpPr>
        <p:grpSp>
          <p:nvGrpSpPr>
            <p:cNvPr id="1151" name="Google Shape;1151;p37"/>
            <p:cNvGrpSpPr/>
            <p:nvPr/>
          </p:nvGrpSpPr>
          <p:grpSpPr>
            <a:xfrm>
              <a:off x="1051625" y="3594875"/>
              <a:ext cx="5571125" cy="440700"/>
              <a:chOff x="1790375" y="3464775"/>
              <a:chExt cx="5571125" cy="440700"/>
            </a:xfrm>
          </p:grpSpPr>
          <p:sp>
            <p:nvSpPr>
              <p:cNvPr id="1152" name="Google Shape;1152;p37"/>
              <p:cNvSpPr/>
              <p:nvPr/>
            </p:nvSpPr>
            <p:spPr>
              <a:xfrm>
                <a:off x="1790375" y="3464775"/>
                <a:ext cx="1669500" cy="4407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" sz="12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300</a:t>
                </a:r>
                <a:endParaRPr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153" name="Google Shape;1153;p37"/>
              <p:cNvSpPr/>
              <p:nvPr/>
            </p:nvSpPr>
            <p:spPr>
              <a:xfrm>
                <a:off x="3458800" y="3464775"/>
                <a:ext cx="2784600" cy="4407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" sz="12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500</a:t>
                </a:r>
                <a:endParaRPr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154" name="Google Shape;1154;p37"/>
              <p:cNvSpPr/>
              <p:nvPr/>
            </p:nvSpPr>
            <p:spPr>
              <a:xfrm>
                <a:off x="6243400" y="3464775"/>
                <a:ext cx="1118100" cy="4407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" sz="12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200</a:t>
                </a:r>
                <a:endParaRPr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1155" name="Google Shape;1155;p37"/>
            <p:cNvSpPr txBox="1"/>
            <p:nvPr/>
          </p:nvSpPr>
          <p:spPr>
            <a:xfrm>
              <a:off x="710275" y="3714725"/>
              <a:ext cx="3354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Q1</a:t>
              </a:r>
              <a:endPara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56" name="Google Shape;1156;p37"/>
          <p:cNvGrpSpPr/>
          <p:nvPr/>
        </p:nvGrpSpPr>
        <p:grpSpPr>
          <a:xfrm>
            <a:off x="6832700" y="1378830"/>
            <a:ext cx="1601100" cy="738945"/>
            <a:chOff x="6832700" y="1377830"/>
            <a:chExt cx="1601100" cy="738945"/>
          </a:xfrm>
        </p:grpSpPr>
        <p:sp>
          <p:nvSpPr>
            <p:cNvPr id="1157" name="Google Shape;1157;p37"/>
            <p:cNvSpPr txBox="1"/>
            <p:nvPr/>
          </p:nvSpPr>
          <p:spPr>
            <a:xfrm>
              <a:off x="7063652" y="1382625"/>
              <a:ext cx="1128000" cy="20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Mercury</a:t>
              </a:r>
              <a:endParaRPr sz="16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158" name="Google Shape;1158;p37"/>
            <p:cNvSpPr/>
            <p:nvPr/>
          </p:nvSpPr>
          <p:spPr>
            <a:xfrm>
              <a:off x="8219234" y="1377830"/>
              <a:ext cx="214500" cy="214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7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159" name="Google Shape;1159;p37"/>
            <p:cNvSpPr txBox="1"/>
            <p:nvPr/>
          </p:nvSpPr>
          <p:spPr>
            <a:xfrm>
              <a:off x="6832700" y="1592375"/>
              <a:ext cx="1601100" cy="52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0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Mercury is the smallest planet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60" name="Google Shape;1160;p37"/>
          <p:cNvGrpSpPr/>
          <p:nvPr/>
        </p:nvGrpSpPr>
        <p:grpSpPr>
          <a:xfrm>
            <a:off x="6832700" y="2595677"/>
            <a:ext cx="1601100" cy="738940"/>
            <a:chOff x="6832700" y="2400630"/>
            <a:chExt cx="1601100" cy="738940"/>
          </a:xfrm>
        </p:grpSpPr>
        <p:sp>
          <p:nvSpPr>
            <p:cNvPr id="1161" name="Google Shape;1161;p37"/>
            <p:cNvSpPr txBox="1"/>
            <p:nvPr/>
          </p:nvSpPr>
          <p:spPr>
            <a:xfrm>
              <a:off x="7063652" y="2405425"/>
              <a:ext cx="1128000" cy="20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Venus</a:t>
              </a:r>
              <a:endParaRPr sz="160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162" name="Google Shape;1162;p37"/>
            <p:cNvSpPr/>
            <p:nvPr/>
          </p:nvSpPr>
          <p:spPr>
            <a:xfrm>
              <a:off x="8219234" y="2400630"/>
              <a:ext cx="214500" cy="214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7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163" name="Google Shape;1163;p37"/>
            <p:cNvSpPr txBox="1"/>
            <p:nvPr/>
          </p:nvSpPr>
          <p:spPr>
            <a:xfrm>
              <a:off x="6832700" y="2615170"/>
              <a:ext cx="1601100" cy="52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0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Venus is the second planet from the Sun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64" name="Google Shape;1164;p37"/>
          <p:cNvGrpSpPr/>
          <p:nvPr/>
        </p:nvGrpSpPr>
        <p:grpSpPr>
          <a:xfrm>
            <a:off x="6832700" y="3787588"/>
            <a:ext cx="1601100" cy="738936"/>
            <a:chOff x="6832700" y="3398492"/>
            <a:chExt cx="1601100" cy="738936"/>
          </a:xfrm>
        </p:grpSpPr>
        <p:sp>
          <p:nvSpPr>
            <p:cNvPr id="1165" name="Google Shape;1165;p37"/>
            <p:cNvSpPr txBox="1"/>
            <p:nvPr/>
          </p:nvSpPr>
          <p:spPr>
            <a:xfrm>
              <a:off x="7063652" y="3403288"/>
              <a:ext cx="1128000" cy="20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Earth</a:t>
              </a:r>
              <a:endParaRPr sz="160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166" name="Google Shape;1166;p37"/>
            <p:cNvSpPr/>
            <p:nvPr/>
          </p:nvSpPr>
          <p:spPr>
            <a:xfrm>
              <a:off x="8219234" y="3398492"/>
              <a:ext cx="214500" cy="214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70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167" name="Google Shape;1167;p37"/>
            <p:cNvSpPr txBox="1"/>
            <p:nvPr/>
          </p:nvSpPr>
          <p:spPr>
            <a:xfrm>
              <a:off x="6832700" y="3613028"/>
              <a:ext cx="1601100" cy="52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0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Earth is the only planet with life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p38"/>
          <p:cNvSpPr txBox="1">
            <a:spLocks noGrp="1"/>
          </p:cNvSpPr>
          <p:nvPr>
            <p:ph type="title"/>
          </p:nvPr>
        </p:nvSpPr>
        <p:spPr>
          <a:xfrm>
            <a:off x="483675" y="415425"/>
            <a:ext cx="82032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Data Charts Infographics</a:t>
            </a:r>
            <a:endParaRPr/>
          </a:p>
        </p:txBody>
      </p:sp>
      <p:grpSp>
        <p:nvGrpSpPr>
          <p:cNvPr id="1173" name="Google Shape;1173;p38"/>
          <p:cNvGrpSpPr/>
          <p:nvPr/>
        </p:nvGrpSpPr>
        <p:grpSpPr>
          <a:xfrm>
            <a:off x="7753350" y="2895075"/>
            <a:ext cx="475200" cy="1703700"/>
            <a:chOff x="7067550" y="2874875"/>
            <a:chExt cx="475200" cy="1703700"/>
          </a:xfrm>
        </p:grpSpPr>
        <p:sp>
          <p:nvSpPr>
            <p:cNvPr id="1174" name="Google Shape;1174;p38"/>
            <p:cNvSpPr/>
            <p:nvPr/>
          </p:nvSpPr>
          <p:spPr>
            <a:xfrm rot="10800000">
              <a:off x="7124250" y="2874875"/>
              <a:ext cx="361800" cy="1352100"/>
            </a:xfrm>
            <a:prstGeom prst="round1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38"/>
            <p:cNvSpPr txBox="1"/>
            <p:nvPr/>
          </p:nvSpPr>
          <p:spPr>
            <a:xfrm>
              <a:off x="7067550" y="4303175"/>
              <a:ext cx="475200" cy="27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-50</a:t>
              </a:r>
              <a:endParaRPr sz="150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1176" name="Google Shape;1176;p38"/>
          <p:cNvGrpSpPr/>
          <p:nvPr/>
        </p:nvGrpSpPr>
        <p:grpSpPr>
          <a:xfrm>
            <a:off x="1648919" y="1727000"/>
            <a:ext cx="475200" cy="1167900"/>
            <a:chOff x="2163263" y="1706800"/>
            <a:chExt cx="475200" cy="1167900"/>
          </a:xfrm>
        </p:grpSpPr>
        <p:sp>
          <p:nvSpPr>
            <p:cNvPr id="1177" name="Google Shape;1177;p38"/>
            <p:cNvSpPr/>
            <p:nvPr/>
          </p:nvSpPr>
          <p:spPr>
            <a:xfrm>
              <a:off x="2219663" y="2058400"/>
              <a:ext cx="362400" cy="816300"/>
            </a:xfrm>
            <a:prstGeom prst="round1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38"/>
            <p:cNvSpPr txBox="1"/>
            <p:nvPr/>
          </p:nvSpPr>
          <p:spPr>
            <a:xfrm>
              <a:off x="2163263" y="1706800"/>
              <a:ext cx="475200" cy="27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+20</a:t>
              </a:r>
              <a:endParaRPr sz="15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1179" name="Google Shape;1179;p38"/>
          <p:cNvGrpSpPr/>
          <p:nvPr/>
        </p:nvGrpSpPr>
        <p:grpSpPr>
          <a:xfrm>
            <a:off x="7020375" y="2895050"/>
            <a:ext cx="475200" cy="1495400"/>
            <a:chOff x="6508250" y="2874850"/>
            <a:chExt cx="475200" cy="1495400"/>
          </a:xfrm>
        </p:grpSpPr>
        <p:sp>
          <p:nvSpPr>
            <p:cNvPr id="1180" name="Google Shape;1180;p38"/>
            <p:cNvSpPr/>
            <p:nvPr/>
          </p:nvSpPr>
          <p:spPr>
            <a:xfrm rot="10800000">
              <a:off x="6563300" y="2874850"/>
              <a:ext cx="365100" cy="1141800"/>
            </a:xfrm>
            <a:prstGeom prst="round1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38"/>
            <p:cNvSpPr txBox="1"/>
            <p:nvPr/>
          </p:nvSpPr>
          <p:spPr>
            <a:xfrm>
              <a:off x="6508250" y="4094850"/>
              <a:ext cx="475200" cy="27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-40</a:t>
              </a:r>
              <a:endParaRPr sz="150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1182" name="Google Shape;1182;p38"/>
          <p:cNvGrpSpPr/>
          <p:nvPr/>
        </p:nvGrpSpPr>
        <p:grpSpPr>
          <a:xfrm>
            <a:off x="915750" y="1938750"/>
            <a:ext cx="475200" cy="956150"/>
            <a:chOff x="1601550" y="1918550"/>
            <a:chExt cx="475200" cy="956150"/>
          </a:xfrm>
        </p:grpSpPr>
        <p:sp>
          <p:nvSpPr>
            <p:cNvPr id="1183" name="Google Shape;1183;p38"/>
            <p:cNvSpPr/>
            <p:nvPr/>
          </p:nvSpPr>
          <p:spPr>
            <a:xfrm>
              <a:off x="1657950" y="2270200"/>
              <a:ext cx="362400" cy="604500"/>
            </a:xfrm>
            <a:prstGeom prst="round1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38"/>
            <p:cNvSpPr txBox="1"/>
            <p:nvPr/>
          </p:nvSpPr>
          <p:spPr>
            <a:xfrm>
              <a:off x="1601550" y="1918550"/>
              <a:ext cx="475200" cy="27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+10</a:t>
              </a:r>
              <a:endParaRPr sz="15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1185" name="Google Shape;1185;p38"/>
          <p:cNvGrpSpPr/>
          <p:nvPr/>
        </p:nvGrpSpPr>
        <p:grpSpPr>
          <a:xfrm>
            <a:off x="5554425" y="2895075"/>
            <a:ext cx="475200" cy="1147800"/>
            <a:chOff x="5382638" y="2874875"/>
            <a:chExt cx="475200" cy="1147800"/>
          </a:xfrm>
        </p:grpSpPr>
        <p:sp>
          <p:nvSpPr>
            <p:cNvPr id="1186" name="Google Shape;1186;p38"/>
            <p:cNvSpPr/>
            <p:nvPr/>
          </p:nvSpPr>
          <p:spPr>
            <a:xfrm rot="10800000">
              <a:off x="5438588" y="2874875"/>
              <a:ext cx="363300" cy="796200"/>
            </a:xfrm>
            <a:prstGeom prst="round1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38"/>
            <p:cNvSpPr txBox="1"/>
            <p:nvPr/>
          </p:nvSpPr>
          <p:spPr>
            <a:xfrm>
              <a:off x="5382638" y="3747275"/>
              <a:ext cx="475200" cy="27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-20</a:t>
              </a:r>
              <a:endParaRPr sz="150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1188" name="Google Shape;1188;p38"/>
          <p:cNvGrpSpPr/>
          <p:nvPr/>
        </p:nvGrpSpPr>
        <p:grpSpPr>
          <a:xfrm>
            <a:off x="6287400" y="2894800"/>
            <a:ext cx="475200" cy="1343400"/>
            <a:chOff x="5948938" y="2874600"/>
            <a:chExt cx="475200" cy="1343400"/>
          </a:xfrm>
        </p:grpSpPr>
        <p:sp>
          <p:nvSpPr>
            <p:cNvPr id="1189" name="Google Shape;1189;p38"/>
            <p:cNvSpPr/>
            <p:nvPr/>
          </p:nvSpPr>
          <p:spPr>
            <a:xfrm rot="10800000">
              <a:off x="6004738" y="2874600"/>
              <a:ext cx="363600" cy="991800"/>
            </a:xfrm>
            <a:prstGeom prst="round1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38"/>
            <p:cNvSpPr txBox="1"/>
            <p:nvPr/>
          </p:nvSpPr>
          <p:spPr>
            <a:xfrm>
              <a:off x="5948938" y="3942600"/>
              <a:ext cx="475200" cy="27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-30</a:t>
              </a:r>
              <a:endParaRPr sz="150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1191" name="Google Shape;1191;p38"/>
          <p:cNvGrpSpPr/>
          <p:nvPr/>
        </p:nvGrpSpPr>
        <p:grpSpPr>
          <a:xfrm>
            <a:off x="2382088" y="1481600"/>
            <a:ext cx="475200" cy="1413300"/>
            <a:chOff x="2724975" y="1461400"/>
            <a:chExt cx="475200" cy="1413300"/>
          </a:xfrm>
        </p:grpSpPr>
        <p:sp>
          <p:nvSpPr>
            <p:cNvPr id="1192" name="Google Shape;1192;p38"/>
            <p:cNvSpPr/>
            <p:nvPr/>
          </p:nvSpPr>
          <p:spPr>
            <a:xfrm>
              <a:off x="2781375" y="1813000"/>
              <a:ext cx="362400" cy="1061700"/>
            </a:xfrm>
            <a:prstGeom prst="round1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38"/>
            <p:cNvSpPr txBox="1"/>
            <p:nvPr/>
          </p:nvSpPr>
          <p:spPr>
            <a:xfrm>
              <a:off x="2724975" y="1461400"/>
              <a:ext cx="475200" cy="27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+30</a:t>
              </a:r>
              <a:endParaRPr sz="15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1194" name="Google Shape;1194;p38"/>
          <p:cNvGrpSpPr/>
          <p:nvPr/>
        </p:nvGrpSpPr>
        <p:grpSpPr>
          <a:xfrm>
            <a:off x="3115256" y="1291275"/>
            <a:ext cx="475200" cy="1603800"/>
            <a:chOff x="3286688" y="1271075"/>
            <a:chExt cx="475200" cy="1603800"/>
          </a:xfrm>
        </p:grpSpPr>
        <p:sp>
          <p:nvSpPr>
            <p:cNvPr id="1195" name="Google Shape;1195;p38"/>
            <p:cNvSpPr/>
            <p:nvPr/>
          </p:nvSpPr>
          <p:spPr>
            <a:xfrm>
              <a:off x="3343088" y="1622675"/>
              <a:ext cx="362400" cy="1252200"/>
            </a:xfrm>
            <a:prstGeom prst="round1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38"/>
            <p:cNvSpPr txBox="1"/>
            <p:nvPr/>
          </p:nvSpPr>
          <p:spPr>
            <a:xfrm>
              <a:off x="3286688" y="1271075"/>
              <a:ext cx="475200" cy="27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+40</a:t>
              </a:r>
              <a:endParaRPr sz="15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1197" name="Google Shape;1197;p38"/>
          <p:cNvGrpSpPr/>
          <p:nvPr/>
        </p:nvGrpSpPr>
        <p:grpSpPr>
          <a:xfrm>
            <a:off x="3848425" y="1055900"/>
            <a:ext cx="475200" cy="1839000"/>
            <a:chOff x="3848425" y="1035700"/>
            <a:chExt cx="475200" cy="1839000"/>
          </a:xfrm>
        </p:grpSpPr>
        <p:sp>
          <p:nvSpPr>
            <p:cNvPr id="1198" name="Google Shape;1198;p38"/>
            <p:cNvSpPr/>
            <p:nvPr/>
          </p:nvSpPr>
          <p:spPr>
            <a:xfrm>
              <a:off x="3904825" y="1387300"/>
              <a:ext cx="362400" cy="1487400"/>
            </a:xfrm>
            <a:prstGeom prst="round1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38"/>
            <p:cNvSpPr txBox="1"/>
            <p:nvPr/>
          </p:nvSpPr>
          <p:spPr>
            <a:xfrm>
              <a:off x="3848425" y="1035700"/>
              <a:ext cx="475200" cy="27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+50</a:t>
              </a:r>
              <a:endParaRPr sz="15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1200" name="Google Shape;1200;p38"/>
          <p:cNvGrpSpPr/>
          <p:nvPr/>
        </p:nvGrpSpPr>
        <p:grpSpPr>
          <a:xfrm>
            <a:off x="4821450" y="2895000"/>
            <a:ext cx="475200" cy="922550"/>
            <a:chOff x="4821450" y="2874800"/>
            <a:chExt cx="475200" cy="922550"/>
          </a:xfrm>
        </p:grpSpPr>
        <p:sp>
          <p:nvSpPr>
            <p:cNvPr id="1201" name="Google Shape;1201;p38"/>
            <p:cNvSpPr/>
            <p:nvPr/>
          </p:nvSpPr>
          <p:spPr>
            <a:xfrm rot="10800000">
              <a:off x="4876950" y="2874800"/>
              <a:ext cx="364200" cy="570900"/>
            </a:xfrm>
            <a:prstGeom prst="round1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38"/>
            <p:cNvSpPr txBox="1"/>
            <p:nvPr/>
          </p:nvSpPr>
          <p:spPr>
            <a:xfrm>
              <a:off x="4821450" y="3521950"/>
              <a:ext cx="475200" cy="27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-10</a:t>
              </a:r>
              <a:endParaRPr sz="150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cxnSp>
        <p:nvCxnSpPr>
          <p:cNvPr id="1203" name="Google Shape;1203;p38"/>
          <p:cNvCxnSpPr/>
          <p:nvPr/>
        </p:nvCxnSpPr>
        <p:spPr>
          <a:xfrm>
            <a:off x="706950" y="2894963"/>
            <a:ext cx="77301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204" name="Google Shape;1204;p38"/>
          <p:cNvGrpSpPr/>
          <p:nvPr/>
        </p:nvGrpSpPr>
        <p:grpSpPr>
          <a:xfrm>
            <a:off x="6552405" y="1143098"/>
            <a:ext cx="1884600" cy="989826"/>
            <a:chOff x="2273150" y="3489923"/>
            <a:chExt cx="1884600" cy="989826"/>
          </a:xfrm>
        </p:grpSpPr>
        <p:sp>
          <p:nvSpPr>
            <p:cNvPr id="1205" name="Google Shape;1205;p38"/>
            <p:cNvSpPr txBox="1"/>
            <p:nvPr/>
          </p:nvSpPr>
          <p:spPr>
            <a:xfrm>
              <a:off x="2273150" y="3782549"/>
              <a:ext cx="1884600" cy="69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Mercury is the closest planet to the Sun and the smallest one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06" name="Google Shape;1206;p38"/>
            <p:cNvSpPr/>
            <p:nvPr/>
          </p:nvSpPr>
          <p:spPr>
            <a:xfrm>
              <a:off x="2273150" y="3489923"/>
              <a:ext cx="1884600" cy="273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Losses</a:t>
              </a:r>
              <a:endParaRPr sz="17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1207" name="Google Shape;1207;p38"/>
          <p:cNvGrpSpPr/>
          <p:nvPr/>
        </p:nvGrpSpPr>
        <p:grpSpPr>
          <a:xfrm>
            <a:off x="707446" y="3643164"/>
            <a:ext cx="1884600" cy="989826"/>
            <a:chOff x="2273150" y="3489925"/>
            <a:chExt cx="1884600" cy="989826"/>
          </a:xfrm>
        </p:grpSpPr>
        <p:sp>
          <p:nvSpPr>
            <p:cNvPr id="1208" name="Google Shape;1208;p38"/>
            <p:cNvSpPr txBox="1"/>
            <p:nvPr/>
          </p:nvSpPr>
          <p:spPr>
            <a:xfrm>
              <a:off x="2273150" y="3782551"/>
              <a:ext cx="1884600" cy="69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Venus has a beautiful name and is the second planet from the Sun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09" name="Google Shape;1209;p38"/>
            <p:cNvSpPr/>
            <p:nvPr/>
          </p:nvSpPr>
          <p:spPr>
            <a:xfrm>
              <a:off x="2273150" y="3489925"/>
              <a:ext cx="1884600" cy="273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Profits</a:t>
              </a:r>
              <a:endParaRPr sz="17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1210" name="Google Shape;1210;p38"/>
          <p:cNvGrpSpPr/>
          <p:nvPr/>
        </p:nvGrpSpPr>
        <p:grpSpPr>
          <a:xfrm>
            <a:off x="3969953" y="2510471"/>
            <a:ext cx="232143" cy="232095"/>
            <a:chOff x="5660400" y="238125"/>
            <a:chExt cx="481825" cy="481825"/>
          </a:xfrm>
        </p:grpSpPr>
        <p:sp>
          <p:nvSpPr>
            <p:cNvPr id="1211" name="Google Shape;1211;p38"/>
            <p:cNvSpPr/>
            <p:nvPr/>
          </p:nvSpPr>
          <p:spPr>
            <a:xfrm>
              <a:off x="5660400" y="436700"/>
              <a:ext cx="481825" cy="283250"/>
            </a:xfrm>
            <a:custGeom>
              <a:avLst/>
              <a:gdLst/>
              <a:ahLst/>
              <a:cxnLst/>
              <a:rect l="l" t="t" r="r" b="b"/>
              <a:pathLst>
                <a:path w="19273" h="11330" extrusionOk="0">
                  <a:moveTo>
                    <a:pt x="5120" y="1130"/>
                  </a:moveTo>
                  <a:cubicBezTo>
                    <a:pt x="5433" y="1130"/>
                    <a:pt x="5683" y="1380"/>
                    <a:pt x="5683" y="1693"/>
                  </a:cubicBezTo>
                  <a:cubicBezTo>
                    <a:pt x="5683" y="2006"/>
                    <a:pt x="5433" y="2259"/>
                    <a:pt x="5120" y="2259"/>
                  </a:cubicBezTo>
                  <a:lnTo>
                    <a:pt x="2861" y="2259"/>
                  </a:lnTo>
                  <a:cubicBezTo>
                    <a:pt x="2548" y="2259"/>
                    <a:pt x="2298" y="2006"/>
                    <a:pt x="2298" y="1693"/>
                  </a:cubicBezTo>
                  <a:cubicBezTo>
                    <a:pt x="2298" y="1380"/>
                    <a:pt x="2548" y="1130"/>
                    <a:pt x="2861" y="1130"/>
                  </a:cubicBezTo>
                  <a:close/>
                  <a:moveTo>
                    <a:pt x="10766" y="1130"/>
                  </a:moveTo>
                  <a:cubicBezTo>
                    <a:pt x="11079" y="1130"/>
                    <a:pt x="11329" y="1380"/>
                    <a:pt x="11329" y="1693"/>
                  </a:cubicBezTo>
                  <a:cubicBezTo>
                    <a:pt x="11329" y="2006"/>
                    <a:pt x="11079" y="2259"/>
                    <a:pt x="10766" y="2259"/>
                  </a:cubicBezTo>
                  <a:lnTo>
                    <a:pt x="8507" y="2259"/>
                  </a:lnTo>
                  <a:cubicBezTo>
                    <a:pt x="8194" y="2259"/>
                    <a:pt x="7944" y="2006"/>
                    <a:pt x="7944" y="1693"/>
                  </a:cubicBezTo>
                  <a:cubicBezTo>
                    <a:pt x="7944" y="1380"/>
                    <a:pt x="8194" y="1130"/>
                    <a:pt x="8507" y="1130"/>
                  </a:cubicBezTo>
                  <a:close/>
                  <a:moveTo>
                    <a:pt x="16412" y="1130"/>
                  </a:moveTo>
                  <a:cubicBezTo>
                    <a:pt x="16725" y="1130"/>
                    <a:pt x="16975" y="1380"/>
                    <a:pt x="16975" y="1693"/>
                  </a:cubicBezTo>
                  <a:cubicBezTo>
                    <a:pt x="16975" y="2006"/>
                    <a:pt x="16725" y="2259"/>
                    <a:pt x="16412" y="2259"/>
                  </a:cubicBezTo>
                  <a:lnTo>
                    <a:pt x="14153" y="2259"/>
                  </a:lnTo>
                  <a:cubicBezTo>
                    <a:pt x="13840" y="2259"/>
                    <a:pt x="13590" y="2006"/>
                    <a:pt x="13590" y="1693"/>
                  </a:cubicBezTo>
                  <a:cubicBezTo>
                    <a:pt x="13590" y="1380"/>
                    <a:pt x="13840" y="1130"/>
                    <a:pt x="14153" y="1130"/>
                  </a:cubicBezTo>
                  <a:close/>
                  <a:moveTo>
                    <a:pt x="5120" y="4518"/>
                  </a:moveTo>
                  <a:cubicBezTo>
                    <a:pt x="5433" y="4518"/>
                    <a:pt x="5683" y="4767"/>
                    <a:pt x="5683" y="5081"/>
                  </a:cubicBezTo>
                  <a:cubicBezTo>
                    <a:pt x="5683" y="5394"/>
                    <a:pt x="5433" y="5647"/>
                    <a:pt x="5120" y="5647"/>
                  </a:cubicBezTo>
                  <a:lnTo>
                    <a:pt x="2861" y="5647"/>
                  </a:lnTo>
                  <a:cubicBezTo>
                    <a:pt x="2548" y="5647"/>
                    <a:pt x="2298" y="5394"/>
                    <a:pt x="2298" y="5081"/>
                  </a:cubicBezTo>
                  <a:cubicBezTo>
                    <a:pt x="2298" y="4767"/>
                    <a:pt x="2548" y="4518"/>
                    <a:pt x="2861" y="4518"/>
                  </a:cubicBezTo>
                  <a:close/>
                  <a:moveTo>
                    <a:pt x="10766" y="4518"/>
                  </a:moveTo>
                  <a:cubicBezTo>
                    <a:pt x="11079" y="4518"/>
                    <a:pt x="11329" y="4767"/>
                    <a:pt x="11329" y="5081"/>
                  </a:cubicBezTo>
                  <a:cubicBezTo>
                    <a:pt x="11329" y="5394"/>
                    <a:pt x="11079" y="5647"/>
                    <a:pt x="10766" y="5647"/>
                  </a:cubicBezTo>
                  <a:lnTo>
                    <a:pt x="8507" y="5647"/>
                  </a:lnTo>
                  <a:cubicBezTo>
                    <a:pt x="8194" y="5647"/>
                    <a:pt x="7944" y="5394"/>
                    <a:pt x="7944" y="5081"/>
                  </a:cubicBezTo>
                  <a:cubicBezTo>
                    <a:pt x="7944" y="4767"/>
                    <a:pt x="8194" y="4518"/>
                    <a:pt x="8507" y="4518"/>
                  </a:cubicBezTo>
                  <a:close/>
                  <a:moveTo>
                    <a:pt x="16412" y="4518"/>
                  </a:moveTo>
                  <a:cubicBezTo>
                    <a:pt x="16725" y="4518"/>
                    <a:pt x="16975" y="4767"/>
                    <a:pt x="16975" y="5081"/>
                  </a:cubicBezTo>
                  <a:cubicBezTo>
                    <a:pt x="16975" y="5394"/>
                    <a:pt x="16725" y="5647"/>
                    <a:pt x="16412" y="5647"/>
                  </a:cubicBezTo>
                  <a:lnTo>
                    <a:pt x="14153" y="5647"/>
                  </a:lnTo>
                  <a:cubicBezTo>
                    <a:pt x="13840" y="5647"/>
                    <a:pt x="13590" y="5394"/>
                    <a:pt x="13590" y="5081"/>
                  </a:cubicBezTo>
                  <a:cubicBezTo>
                    <a:pt x="13590" y="4767"/>
                    <a:pt x="13840" y="4518"/>
                    <a:pt x="14153" y="4518"/>
                  </a:cubicBezTo>
                  <a:close/>
                  <a:moveTo>
                    <a:pt x="5120" y="7941"/>
                  </a:moveTo>
                  <a:cubicBezTo>
                    <a:pt x="5433" y="7941"/>
                    <a:pt x="5683" y="8194"/>
                    <a:pt x="5683" y="8507"/>
                  </a:cubicBezTo>
                  <a:cubicBezTo>
                    <a:pt x="5683" y="8818"/>
                    <a:pt x="5433" y="9071"/>
                    <a:pt x="5120" y="9071"/>
                  </a:cubicBezTo>
                  <a:lnTo>
                    <a:pt x="2861" y="9071"/>
                  </a:lnTo>
                  <a:cubicBezTo>
                    <a:pt x="2548" y="9071"/>
                    <a:pt x="2298" y="8818"/>
                    <a:pt x="2298" y="8507"/>
                  </a:cubicBezTo>
                  <a:cubicBezTo>
                    <a:pt x="2298" y="8194"/>
                    <a:pt x="2548" y="7941"/>
                    <a:pt x="2861" y="7941"/>
                  </a:cubicBezTo>
                  <a:close/>
                  <a:moveTo>
                    <a:pt x="10766" y="7941"/>
                  </a:moveTo>
                  <a:cubicBezTo>
                    <a:pt x="11079" y="7941"/>
                    <a:pt x="11329" y="8194"/>
                    <a:pt x="11329" y="8507"/>
                  </a:cubicBezTo>
                  <a:cubicBezTo>
                    <a:pt x="11329" y="8818"/>
                    <a:pt x="11079" y="9071"/>
                    <a:pt x="10766" y="9071"/>
                  </a:cubicBezTo>
                  <a:lnTo>
                    <a:pt x="8507" y="9071"/>
                  </a:lnTo>
                  <a:cubicBezTo>
                    <a:pt x="8194" y="9071"/>
                    <a:pt x="7944" y="8818"/>
                    <a:pt x="7944" y="8507"/>
                  </a:cubicBezTo>
                  <a:cubicBezTo>
                    <a:pt x="7944" y="8194"/>
                    <a:pt x="8194" y="7941"/>
                    <a:pt x="8507" y="7941"/>
                  </a:cubicBezTo>
                  <a:close/>
                  <a:moveTo>
                    <a:pt x="16412" y="7941"/>
                  </a:moveTo>
                  <a:cubicBezTo>
                    <a:pt x="16725" y="7941"/>
                    <a:pt x="16975" y="8194"/>
                    <a:pt x="16975" y="8507"/>
                  </a:cubicBezTo>
                  <a:cubicBezTo>
                    <a:pt x="16975" y="8818"/>
                    <a:pt x="16725" y="9071"/>
                    <a:pt x="16412" y="9071"/>
                  </a:cubicBezTo>
                  <a:lnTo>
                    <a:pt x="14153" y="9071"/>
                  </a:lnTo>
                  <a:cubicBezTo>
                    <a:pt x="13840" y="9071"/>
                    <a:pt x="13590" y="8818"/>
                    <a:pt x="13590" y="8507"/>
                  </a:cubicBezTo>
                  <a:cubicBezTo>
                    <a:pt x="13590" y="8194"/>
                    <a:pt x="13840" y="7941"/>
                    <a:pt x="14153" y="7941"/>
                  </a:cubicBezTo>
                  <a:close/>
                  <a:moveTo>
                    <a:pt x="1" y="1"/>
                  </a:moveTo>
                  <a:lnTo>
                    <a:pt x="1" y="9637"/>
                  </a:lnTo>
                  <a:cubicBezTo>
                    <a:pt x="1" y="10570"/>
                    <a:pt x="759" y="11329"/>
                    <a:pt x="1696" y="11329"/>
                  </a:cubicBezTo>
                  <a:lnTo>
                    <a:pt x="17580" y="11329"/>
                  </a:lnTo>
                  <a:cubicBezTo>
                    <a:pt x="18514" y="11329"/>
                    <a:pt x="19273" y="10570"/>
                    <a:pt x="19273" y="9637"/>
                  </a:cubicBezTo>
                  <a:lnTo>
                    <a:pt x="1927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212" name="Google Shape;1212;p38"/>
            <p:cNvSpPr/>
            <p:nvPr/>
          </p:nvSpPr>
          <p:spPr>
            <a:xfrm>
              <a:off x="5660400" y="238125"/>
              <a:ext cx="481825" cy="170375"/>
            </a:xfrm>
            <a:custGeom>
              <a:avLst/>
              <a:gdLst/>
              <a:ahLst/>
              <a:cxnLst/>
              <a:rect l="l" t="t" r="r" b="b"/>
              <a:pathLst>
                <a:path w="19273" h="6815" extrusionOk="0">
                  <a:moveTo>
                    <a:pt x="3990" y="1129"/>
                  </a:moveTo>
                  <a:cubicBezTo>
                    <a:pt x="4304" y="1129"/>
                    <a:pt x="4557" y="1382"/>
                    <a:pt x="4557" y="1695"/>
                  </a:cubicBezTo>
                  <a:lnTo>
                    <a:pt x="4557" y="3954"/>
                  </a:lnTo>
                  <a:cubicBezTo>
                    <a:pt x="4557" y="4264"/>
                    <a:pt x="4304" y="4517"/>
                    <a:pt x="3990" y="4517"/>
                  </a:cubicBezTo>
                  <a:cubicBezTo>
                    <a:pt x="3677" y="4517"/>
                    <a:pt x="3427" y="4264"/>
                    <a:pt x="3427" y="3954"/>
                  </a:cubicBezTo>
                  <a:lnTo>
                    <a:pt x="3427" y="1695"/>
                  </a:lnTo>
                  <a:cubicBezTo>
                    <a:pt x="3427" y="1382"/>
                    <a:pt x="3677" y="1129"/>
                    <a:pt x="3990" y="1129"/>
                  </a:cubicBezTo>
                  <a:close/>
                  <a:moveTo>
                    <a:pt x="9637" y="1129"/>
                  </a:moveTo>
                  <a:cubicBezTo>
                    <a:pt x="9950" y="1129"/>
                    <a:pt x="10203" y="1382"/>
                    <a:pt x="10203" y="1695"/>
                  </a:cubicBezTo>
                  <a:lnTo>
                    <a:pt x="10203" y="3954"/>
                  </a:lnTo>
                  <a:cubicBezTo>
                    <a:pt x="10203" y="4264"/>
                    <a:pt x="9950" y="4517"/>
                    <a:pt x="9637" y="4517"/>
                  </a:cubicBezTo>
                  <a:cubicBezTo>
                    <a:pt x="9323" y="4517"/>
                    <a:pt x="9073" y="4264"/>
                    <a:pt x="9073" y="3954"/>
                  </a:cubicBezTo>
                  <a:lnTo>
                    <a:pt x="9073" y="1695"/>
                  </a:lnTo>
                  <a:cubicBezTo>
                    <a:pt x="9073" y="1382"/>
                    <a:pt x="9323" y="1129"/>
                    <a:pt x="9637" y="1129"/>
                  </a:cubicBezTo>
                  <a:close/>
                  <a:moveTo>
                    <a:pt x="15283" y="1129"/>
                  </a:moveTo>
                  <a:cubicBezTo>
                    <a:pt x="15596" y="1129"/>
                    <a:pt x="15849" y="1382"/>
                    <a:pt x="15849" y="1695"/>
                  </a:cubicBezTo>
                  <a:lnTo>
                    <a:pt x="15849" y="3954"/>
                  </a:lnTo>
                  <a:cubicBezTo>
                    <a:pt x="15849" y="4264"/>
                    <a:pt x="15596" y="4517"/>
                    <a:pt x="15283" y="4517"/>
                  </a:cubicBezTo>
                  <a:cubicBezTo>
                    <a:pt x="14969" y="4517"/>
                    <a:pt x="14719" y="4264"/>
                    <a:pt x="14719" y="3954"/>
                  </a:cubicBezTo>
                  <a:lnTo>
                    <a:pt x="14719" y="1695"/>
                  </a:lnTo>
                  <a:cubicBezTo>
                    <a:pt x="14719" y="1382"/>
                    <a:pt x="14969" y="1129"/>
                    <a:pt x="15283" y="1129"/>
                  </a:cubicBezTo>
                  <a:close/>
                  <a:moveTo>
                    <a:pt x="3990" y="0"/>
                  </a:moveTo>
                  <a:cubicBezTo>
                    <a:pt x="3054" y="0"/>
                    <a:pt x="2298" y="759"/>
                    <a:pt x="2298" y="1695"/>
                  </a:cubicBezTo>
                  <a:lnTo>
                    <a:pt x="2298" y="2258"/>
                  </a:lnTo>
                  <a:lnTo>
                    <a:pt x="1696" y="2258"/>
                  </a:lnTo>
                  <a:cubicBezTo>
                    <a:pt x="759" y="2258"/>
                    <a:pt x="1" y="3017"/>
                    <a:pt x="1" y="3954"/>
                  </a:cubicBezTo>
                  <a:lnTo>
                    <a:pt x="1" y="6814"/>
                  </a:lnTo>
                  <a:lnTo>
                    <a:pt x="19273" y="6814"/>
                  </a:lnTo>
                  <a:lnTo>
                    <a:pt x="19273" y="3954"/>
                  </a:lnTo>
                  <a:cubicBezTo>
                    <a:pt x="19273" y="3017"/>
                    <a:pt x="18514" y="2258"/>
                    <a:pt x="17580" y="2258"/>
                  </a:cubicBezTo>
                  <a:lnTo>
                    <a:pt x="16978" y="2258"/>
                  </a:lnTo>
                  <a:lnTo>
                    <a:pt x="16978" y="1695"/>
                  </a:lnTo>
                  <a:cubicBezTo>
                    <a:pt x="16978" y="759"/>
                    <a:pt x="16219" y="0"/>
                    <a:pt x="15283" y="0"/>
                  </a:cubicBezTo>
                  <a:cubicBezTo>
                    <a:pt x="14346" y="0"/>
                    <a:pt x="13590" y="759"/>
                    <a:pt x="13590" y="1695"/>
                  </a:cubicBezTo>
                  <a:lnTo>
                    <a:pt x="13590" y="2258"/>
                  </a:lnTo>
                  <a:lnTo>
                    <a:pt x="11332" y="2258"/>
                  </a:lnTo>
                  <a:lnTo>
                    <a:pt x="11332" y="1695"/>
                  </a:lnTo>
                  <a:cubicBezTo>
                    <a:pt x="11332" y="759"/>
                    <a:pt x="10573" y="0"/>
                    <a:pt x="9637" y="0"/>
                  </a:cubicBezTo>
                  <a:cubicBezTo>
                    <a:pt x="8700" y="0"/>
                    <a:pt x="7944" y="759"/>
                    <a:pt x="7944" y="1695"/>
                  </a:cubicBezTo>
                  <a:lnTo>
                    <a:pt x="7944" y="2258"/>
                  </a:lnTo>
                  <a:lnTo>
                    <a:pt x="5686" y="2258"/>
                  </a:lnTo>
                  <a:lnTo>
                    <a:pt x="5686" y="1695"/>
                  </a:lnTo>
                  <a:cubicBezTo>
                    <a:pt x="5686" y="759"/>
                    <a:pt x="4927" y="0"/>
                    <a:pt x="399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1213" name="Google Shape;1213;p38"/>
          <p:cNvSpPr/>
          <p:nvPr/>
        </p:nvSpPr>
        <p:spPr>
          <a:xfrm>
            <a:off x="1783124" y="2510471"/>
            <a:ext cx="206789" cy="232095"/>
          </a:xfrm>
          <a:custGeom>
            <a:avLst/>
            <a:gdLst/>
            <a:ahLst/>
            <a:cxnLst/>
            <a:rect l="l" t="t" r="r" b="b"/>
            <a:pathLst>
              <a:path w="17168" h="19273" extrusionOk="0">
                <a:moveTo>
                  <a:pt x="15361" y="1130"/>
                </a:moveTo>
                <a:cubicBezTo>
                  <a:pt x="15671" y="1130"/>
                  <a:pt x="15924" y="1382"/>
                  <a:pt x="15924" y="1696"/>
                </a:cubicBezTo>
                <a:cubicBezTo>
                  <a:pt x="15924" y="2006"/>
                  <a:pt x="15671" y="2259"/>
                  <a:pt x="15361" y="2259"/>
                </a:cubicBezTo>
                <a:lnTo>
                  <a:pt x="1810" y="2259"/>
                </a:lnTo>
                <a:cubicBezTo>
                  <a:pt x="1497" y="2259"/>
                  <a:pt x="1244" y="2006"/>
                  <a:pt x="1244" y="1696"/>
                </a:cubicBezTo>
                <a:cubicBezTo>
                  <a:pt x="1244" y="1382"/>
                  <a:pt x="1497" y="1130"/>
                  <a:pt x="1810" y="1130"/>
                </a:cubicBezTo>
                <a:close/>
                <a:moveTo>
                  <a:pt x="15361" y="11332"/>
                </a:moveTo>
                <a:cubicBezTo>
                  <a:pt x="15671" y="11332"/>
                  <a:pt x="15924" y="11582"/>
                  <a:pt x="15924" y="11895"/>
                </a:cubicBezTo>
                <a:cubicBezTo>
                  <a:pt x="15924" y="12208"/>
                  <a:pt x="15671" y="12461"/>
                  <a:pt x="15361" y="12461"/>
                </a:cubicBezTo>
                <a:lnTo>
                  <a:pt x="1810" y="12461"/>
                </a:lnTo>
                <a:cubicBezTo>
                  <a:pt x="1497" y="12461"/>
                  <a:pt x="1244" y="12208"/>
                  <a:pt x="1244" y="11895"/>
                </a:cubicBezTo>
                <a:cubicBezTo>
                  <a:pt x="1244" y="11582"/>
                  <a:pt x="1497" y="11332"/>
                  <a:pt x="1810" y="11332"/>
                </a:cubicBezTo>
                <a:close/>
                <a:moveTo>
                  <a:pt x="1804" y="0"/>
                </a:moveTo>
                <a:cubicBezTo>
                  <a:pt x="982" y="0"/>
                  <a:pt x="277" y="593"/>
                  <a:pt x="139" y="1404"/>
                </a:cubicBezTo>
                <a:cubicBezTo>
                  <a:pt x="1" y="2217"/>
                  <a:pt x="467" y="3012"/>
                  <a:pt x="1244" y="3286"/>
                </a:cubicBezTo>
                <a:lnTo>
                  <a:pt x="1244" y="10305"/>
                </a:lnTo>
                <a:cubicBezTo>
                  <a:pt x="570" y="10543"/>
                  <a:pt x="118" y="11178"/>
                  <a:pt x="115" y="11895"/>
                </a:cubicBezTo>
                <a:cubicBezTo>
                  <a:pt x="115" y="12831"/>
                  <a:pt x="874" y="13587"/>
                  <a:pt x="1810" y="13590"/>
                </a:cubicBezTo>
                <a:lnTo>
                  <a:pt x="6752" y="13590"/>
                </a:lnTo>
                <a:lnTo>
                  <a:pt x="2518" y="18333"/>
                </a:lnTo>
                <a:cubicBezTo>
                  <a:pt x="2316" y="18565"/>
                  <a:pt x="2337" y="18914"/>
                  <a:pt x="2566" y="19122"/>
                </a:cubicBezTo>
                <a:cubicBezTo>
                  <a:pt x="2674" y="19218"/>
                  <a:pt x="2809" y="19266"/>
                  <a:pt x="2943" y="19266"/>
                </a:cubicBezTo>
                <a:cubicBezTo>
                  <a:pt x="3095" y="19266"/>
                  <a:pt x="3247" y="19205"/>
                  <a:pt x="3358" y="19086"/>
                </a:cubicBezTo>
                <a:lnTo>
                  <a:pt x="8020" y="13867"/>
                </a:lnTo>
                <a:lnTo>
                  <a:pt x="8020" y="18709"/>
                </a:lnTo>
                <a:cubicBezTo>
                  <a:pt x="8020" y="19019"/>
                  <a:pt x="8273" y="19272"/>
                  <a:pt x="8586" y="19272"/>
                </a:cubicBezTo>
                <a:cubicBezTo>
                  <a:pt x="8896" y="19272"/>
                  <a:pt x="9149" y="19019"/>
                  <a:pt x="9149" y="18709"/>
                </a:cubicBezTo>
                <a:lnTo>
                  <a:pt x="9149" y="13867"/>
                </a:lnTo>
                <a:lnTo>
                  <a:pt x="13810" y="19086"/>
                </a:lnTo>
                <a:cubicBezTo>
                  <a:pt x="13922" y="19203"/>
                  <a:pt x="14072" y="19263"/>
                  <a:pt x="14224" y="19263"/>
                </a:cubicBezTo>
                <a:cubicBezTo>
                  <a:pt x="14359" y="19263"/>
                  <a:pt x="14494" y="19215"/>
                  <a:pt x="14602" y="19119"/>
                </a:cubicBezTo>
                <a:cubicBezTo>
                  <a:pt x="14831" y="18914"/>
                  <a:pt x="14852" y="18562"/>
                  <a:pt x="14650" y="18330"/>
                </a:cubicBezTo>
                <a:lnTo>
                  <a:pt x="10417" y="13590"/>
                </a:lnTo>
                <a:lnTo>
                  <a:pt x="15361" y="13590"/>
                </a:lnTo>
                <a:cubicBezTo>
                  <a:pt x="16183" y="13590"/>
                  <a:pt x="16891" y="12997"/>
                  <a:pt x="17029" y="12184"/>
                </a:cubicBezTo>
                <a:cubicBezTo>
                  <a:pt x="17168" y="11374"/>
                  <a:pt x="16701" y="10579"/>
                  <a:pt x="15924" y="10305"/>
                </a:cubicBezTo>
                <a:lnTo>
                  <a:pt x="15924" y="3286"/>
                </a:lnTo>
                <a:cubicBezTo>
                  <a:pt x="16701" y="3012"/>
                  <a:pt x="17168" y="2217"/>
                  <a:pt x="17029" y="1404"/>
                </a:cubicBezTo>
                <a:cubicBezTo>
                  <a:pt x="16891" y="593"/>
                  <a:pt x="16187" y="0"/>
                  <a:pt x="15367" y="0"/>
                </a:cubicBezTo>
                <a:cubicBezTo>
                  <a:pt x="15365" y="0"/>
                  <a:pt x="15363" y="0"/>
                  <a:pt x="15361" y="0"/>
                </a:cubicBezTo>
                <a:lnTo>
                  <a:pt x="1810" y="0"/>
                </a:lnTo>
                <a:cubicBezTo>
                  <a:pt x="1808" y="0"/>
                  <a:pt x="1806" y="0"/>
                  <a:pt x="180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grpSp>
        <p:nvGrpSpPr>
          <p:cNvPr id="1214" name="Google Shape;1214;p38"/>
          <p:cNvGrpSpPr/>
          <p:nvPr/>
        </p:nvGrpSpPr>
        <p:grpSpPr>
          <a:xfrm>
            <a:off x="4942527" y="3047288"/>
            <a:ext cx="233047" cy="232107"/>
            <a:chOff x="2085450" y="842250"/>
            <a:chExt cx="483700" cy="481850"/>
          </a:xfrm>
        </p:grpSpPr>
        <p:sp>
          <p:nvSpPr>
            <p:cNvPr id="1215" name="Google Shape;1215;p38"/>
            <p:cNvSpPr/>
            <p:nvPr/>
          </p:nvSpPr>
          <p:spPr>
            <a:xfrm>
              <a:off x="2085525" y="926925"/>
              <a:ext cx="483625" cy="397175"/>
            </a:xfrm>
            <a:custGeom>
              <a:avLst/>
              <a:gdLst/>
              <a:ahLst/>
              <a:cxnLst/>
              <a:rect l="l" t="t" r="r" b="b"/>
              <a:pathLst>
                <a:path w="19345" h="15887" extrusionOk="0">
                  <a:moveTo>
                    <a:pt x="1693" y="1"/>
                  </a:moveTo>
                  <a:cubicBezTo>
                    <a:pt x="756" y="1"/>
                    <a:pt x="0" y="760"/>
                    <a:pt x="0" y="1696"/>
                  </a:cubicBezTo>
                  <a:cubicBezTo>
                    <a:pt x="0" y="2630"/>
                    <a:pt x="756" y="3389"/>
                    <a:pt x="1693" y="3389"/>
                  </a:cubicBezTo>
                  <a:lnTo>
                    <a:pt x="3990" y="3389"/>
                  </a:lnTo>
                  <a:cubicBezTo>
                    <a:pt x="4924" y="3389"/>
                    <a:pt x="5683" y="4147"/>
                    <a:pt x="5683" y="5084"/>
                  </a:cubicBezTo>
                  <a:lnTo>
                    <a:pt x="5683" y="8547"/>
                  </a:lnTo>
                  <a:cubicBezTo>
                    <a:pt x="5683" y="11347"/>
                    <a:pt x="7962" y="13627"/>
                    <a:pt x="10766" y="13627"/>
                  </a:cubicBezTo>
                  <a:lnTo>
                    <a:pt x="13626" y="13627"/>
                  </a:lnTo>
                  <a:lnTo>
                    <a:pt x="13626" y="15322"/>
                  </a:lnTo>
                  <a:cubicBezTo>
                    <a:pt x="13626" y="15656"/>
                    <a:pt x="13901" y="15887"/>
                    <a:pt x="14194" y="15887"/>
                  </a:cubicBezTo>
                  <a:cubicBezTo>
                    <a:pt x="14308" y="15887"/>
                    <a:pt x="14425" y="15852"/>
                    <a:pt x="14530" y="15774"/>
                  </a:cubicBezTo>
                  <a:lnTo>
                    <a:pt x="19046" y="12386"/>
                  </a:lnTo>
                  <a:cubicBezTo>
                    <a:pt x="19345" y="12160"/>
                    <a:pt x="19345" y="11706"/>
                    <a:pt x="19046" y="11483"/>
                  </a:cubicBezTo>
                  <a:lnTo>
                    <a:pt x="14530" y="8095"/>
                  </a:lnTo>
                  <a:cubicBezTo>
                    <a:pt x="14424" y="8016"/>
                    <a:pt x="14307" y="7981"/>
                    <a:pt x="14192" y="7981"/>
                  </a:cubicBezTo>
                  <a:cubicBezTo>
                    <a:pt x="13899" y="7981"/>
                    <a:pt x="13626" y="8212"/>
                    <a:pt x="13626" y="8547"/>
                  </a:cubicBezTo>
                  <a:lnTo>
                    <a:pt x="13626" y="10239"/>
                  </a:lnTo>
                  <a:lnTo>
                    <a:pt x="10766" y="10239"/>
                  </a:lnTo>
                  <a:cubicBezTo>
                    <a:pt x="9829" y="10239"/>
                    <a:pt x="9070" y="9480"/>
                    <a:pt x="9070" y="8547"/>
                  </a:cubicBezTo>
                  <a:lnTo>
                    <a:pt x="9070" y="5084"/>
                  </a:lnTo>
                  <a:cubicBezTo>
                    <a:pt x="9070" y="2280"/>
                    <a:pt x="6791" y="1"/>
                    <a:pt x="399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216" name="Google Shape;1216;p38"/>
            <p:cNvSpPr/>
            <p:nvPr/>
          </p:nvSpPr>
          <p:spPr>
            <a:xfrm>
              <a:off x="2085450" y="1151875"/>
              <a:ext cx="143650" cy="87575"/>
            </a:xfrm>
            <a:custGeom>
              <a:avLst/>
              <a:gdLst/>
              <a:ahLst/>
              <a:cxnLst/>
              <a:rect l="l" t="t" r="r" b="b"/>
              <a:pathLst>
                <a:path w="5746" h="3503" extrusionOk="0">
                  <a:moveTo>
                    <a:pt x="4577" y="1"/>
                  </a:moveTo>
                  <a:cubicBezTo>
                    <a:pt x="4391" y="73"/>
                    <a:pt x="4192" y="112"/>
                    <a:pt x="3990" y="115"/>
                  </a:cubicBezTo>
                  <a:lnTo>
                    <a:pt x="1693" y="115"/>
                  </a:lnTo>
                  <a:cubicBezTo>
                    <a:pt x="759" y="115"/>
                    <a:pt x="0" y="871"/>
                    <a:pt x="0" y="1807"/>
                  </a:cubicBezTo>
                  <a:cubicBezTo>
                    <a:pt x="0" y="2744"/>
                    <a:pt x="759" y="3503"/>
                    <a:pt x="1693" y="3503"/>
                  </a:cubicBezTo>
                  <a:lnTo>
                    <a:pt x="1696" y="3500"/>
                  </a:lnTo>
                  <a:lnTo>
                    <a:pt x="3993" y="3500"/>
                  </a:lnTo>
                  <a:cubicBezTo>
                    <a:pt x="4589" y="3500"/>
                    <a:pt x="5183" y="3391"/>
                    <a:pt x="5746" y="3186"/>
                  </a:cubicBezTo>
                  <a:cubicBezTo>
                    <a:pt x="5065" y="2253"/>
                    <a:pt x="4662" y="1151"/>
                    <a:pt x="45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217" name="Google Shape;1217;p38"/>
            <p:cNvSpPr/>
            <p:nvPr/>
          </p:nvSpPr>
          <p:spPr>
            <a:xfrm>
              <a:off x="2274775" y="842250"/>
              <a:ext cx="294375" cy="197650"/>
            </a:xfrm>
            <a:custGeom>
              <a:avLst/>
              <a:gdLst/>
              <a:ahLst/>
              <a:cxnLst/>
              <a:rect l="l" t="t" r="r" b="b"/>
              <a:pathLst>
                <a:path w="11775" h="7906" extrusionOk="0">
                  <a:moveTo>
                    <a:pt x="6622" y="0"/>
                  </a:moveTo>
                  <a:cubicBezTo>
                    <a:pt x="6329" y="0"/>
                    <a:pt x="6056" y="231"/>
                    <a:pt x="6056" y="566"/>
                  </a:cubicBezTo>
                  <a:lnTo>
                    <a:pt x="6056" y="2259"/>
                  </a:lnTo>
                  <a:lnTo>
                    <a:pt x="3196" y="2259"/>
                  </a:lnTo>
                  <a:cubicBezTo>
                    <a:pt x="2030" y="2265"/>
                    <a:pt x="904" y="2668"/>
                    <a:pt x="1" y="3406"/>
                  </a:cubicBezTo>
                  <a:cubicBezTo>
                    <a:pt x="940" y="4068"/>
                    <a:pt x="1675" y="4978"/>
                    <a:pt x="2130" y="6032"/>
                  </a:cubicBezTo>
                  <a:cubicBezTo>
                    <a:pt x="2431" y="5785"/>
                    <a:pt x="2804" y="5649"/>
                    <a:pt x="3196" y="5646"/>
                  </a:cubicBezTo>
                  <a:lnTo>
                    <a:pt x="6056" y="5646"/>
                  </a:lnTo>
                  <a:lnTo>
                    <a:pt x="6056" y="7342"/>
                  </a:lnTo>
                  <a:cubicBezTo>
                    <a:pt x="6056" y="7679"/>
                    <a:pt x="6334" y="7906"/>
                    <a:pt x="6625" y="7906"/>
                  </a:cubicBezTo>
                  <a:cubicBezTo>
                    <a:pt x="6740" y="7906"/>
                    <a:pt x="6857" y="7871"/>
                    <a:pt x="6960" y="7793"/>
                  </a:cubicBezTo>
                  <a:lnTo>
                    <a:pt x="11476" y="4406"/>
                  </a:lnTo>
                  <a:cubicBezTo>
                    <a:pt x="11775" y="4180"/>
                    <a:pt x="11775" y="3725"/>
                    <a:pt x="11476" y="3502"/>
                  </a:cubicBezTo>
                  <a:lnTo>
                    <a:pt x="6960" y="115"/>
                  </a:lnTo>
                  <a:cubicBezTo>
                    <a:pt x="6854" y="36"/>
                    <a:pt x="6737" y="0"/>
                    <a:pt x="66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218" name="Google Shape;1218;p38"/>
          <p:cNvGrpSpPr/>
          <p:nvPr/>
        </p:nvGrpSpPr>
        <p:grpSpPr>
          <a:xfrm>
            <a:off x="1037260" y="2510471"/>
            <a:ext cx="232179" cy="232095"/>
            <a:chOff x="2685825" y="840375"/>
            <a:chExt cx="481900" cy="481825"/>
          </a:xfrm>
        </p:grpSpPr>
        <p:sp>
          <p:nvSpPr>
            <p:cNvPr id="1219" name="Google Shape;1219;p38"/>
            <p:cNvSpPr/>
            <p:nvPr/>
          </p:nvSpPr>
          <p:spPr>
            <a:xfrm>
              <a:off x="2685825" y="840375"/>
              <a:ext cx="481900" cy="481825"/>
            </a:xfrm>
            <a:custGeom>
              <a:avLst/>
              <a:gdLst/>
              <a:ahLst/>
              <a:cxnLst/>
              <a:rect l="l" t="t" r="r" b="b"/>
              <a:pathLst>
                <a:path w="19276" h="19273" extrusionOk="0">
                  <a:moveTo>
                    <a:pt x="9600" y="4592"/>
                  </a:moveTo>
                  <a:cubicBezTo>
                    <a:pt x="12403" y="4592"/>
                    <a:pt x="14683" y="6872"/>
                    <a:pt x="14683" y="9675"/>
                  </a:cubicBezTo>
                  <a:cubicBezTo>
                    <a:pt x="14683" y="12476"/>
                    <a:pt x="12403" y="14755"/>
                    <a:pt x="9600" y="14755"/>
                  </a:cubicBezTo>
                  <a:cubicBezTo>
                    <a:pt x="6799" y="14755"/>
                    <a:pt x="4520" y="12476"/>
                    <a:pt x="4520" y="9675"/>
                  </a:cubicBezTo>
                  <a:cubicBezTo>
                    <a:pt x="4520" y="6872"/>
                    <a:pt x="6799" y="4592"/>
                    <a:pt x="9600" y="4592"/>
                  </a:cubicBezTo>
                  <a:close/>
                  <a:moveTo>
                    <a:pt x="8471" y="0"/>
                  </a:moveTo>
                  <a:cubicBezTo>
                    <a:pt x="8212" y="0"/>
                    <a:pt x="7986" y="175"/>
                    <a:pt x="7923" y="428"/>
                  </a:cubicBezTo>
                  <a:lnTo>
                    <a:pt x="7691" y="1427"/>
                  </a:lnTo>
                  <a:cubicBezTo>
                    <a:pt x="6778" y="1635"/>
                    <a:pt x="5908" y="1993"/>
                    <a:pt x="5116" y="2490"/>
                  </a:cubicBezTo>
                  <a:lnTo>
                    <a:pt x="4300" y="2002"/>
                  </a:lnTo>
                  <a:cubicBezTo>
                    <a:pt x="4210" y="1949"/>
                    <a:pt x="4110" y="1922"/>
                    <a:pt x="4010" y="1922"/>
                  </a:cubicBezTo>
                  <a:cubicBezTo>
                    <a:pt x="3864" y="1922"/>
                    <a:pt x="3719" y="1978"/>
                    <a:pt x="3611" y="2087"/>
                  </a:cubicBezTo>
                  <a:lnTo>
                    <a:pt x="2015" y="3683"/>
                  </a:lnTo>
                  <a:cubicBezTo>
                    <a:pt x="1831" y="3866"/>
                    <a:pt x="1798" y="4153"/>
                    <a:pt x="1930" y="4372"/>
                  </a:cubicBezTo>
                  <a:lnTo>
                    <a:pt x="2418" y="5188"/>
                  </a:lnTo>
                  <a:cubicBezTo>
                    <a:pt x="1921" y="5980"/>
                    <a:pt x="1563" y="6851"/>
                    <a:pt x="1355" y="7766"/>
                  </a:cubicBezTo>
                  <a:lnTo>
                    <a:pt x="431" y="7995"/>
                  </a:lnTo>
                  <a:cubicBezTo>
                    <a:pt x="178" y="8058"/>
                    <a:pt x="0" y="8284"/>
                    <a:pt x="3" y="8546"/>
                  </a:cubicBezTo>
                  <a:lnTo>
                    <a:pt x="3" y="10804"/>
                  </a:lnTo>
                  <a:cubicBezTo>
                    <a:pt x="0" y="11060"/>
                    <a:pt x="178" y="11286"/>
                    <a:pt x="428" y="11349"/>
                  </a:cubicBezTo>
                  <a:lnTo>
                    <a:pt x="1352" y="11581"/>
                  </a:lnTo>
                  <a:cubicBezTo>
                    <a:pt x="1560" y="12494"/>
                    <a:pt x="1921" y="13364"/>
                    <a:pt x="2418" y="14159"/>
                  </a:cubicBezTo>
                  <a:lnTo>
                    <a:pt x="1927" y="14972"/>
                  </a:lnTo>
                  <a:cubicBezTo>
                    <a:pt x="1795" y="15195"/>
                    <a:pt x="1831" y="15478"/>
                    <a:pt x="2012" y="15662"/>
                  </a:cubicBezTo>
                  <a:lnTo>
                    <a:pt x="3611" y="17261"/>
                  </a:lnTo>
                  <a:cubicBezTo>
                    <a:pt x="3720" y="17368"/>
                    <a:pt x="3864" y="17424"/>
                    <a:pt x="4011" y="17424"/>
                  </a:cubicBezTo>
                  <a:cubicBezTo>
                    <a:pt x="4110" y="17424"/>
                    <a:pt x="4210" y="17398"/>
                    <a:pt x="4300" y="17345"/>
                  </a:cubicBezTo>
                  <a:lnTo>
                    <a:pt x="5113" y="16854"/>
                  </a:lnTo>
                  <a:cubicBezTo>
                    <a:pt x="5908" y="17351"/>
                    <a:pt x="6778" y="17712"/>
                    <a:pt x="7691" y="17920"/>
                  </a:cubicBezTo>
                  <a:lnTo>
                    <a:pt x="7923" y="18844"/>
                  </a:lnTo>
                  <a:cubicBezTo>
                    <a:pt x="7983" y="19094"/>
                    <a:pt x="8212" y="19272"/>
                    <a:pt x="8471" y="19272"/>
                  </a:cubicBezTo>
                  <a:lnTo>
                    <a:pt x="10729" y="19272"/>
                  </a:lnTo>
                  <a:cubicBezTo>
                    <a:pt x="10988" y="19272"/>
                    <a:pt x="11214" y="19097"/>
                    <a:pt x="11277" y="18844"/>
                  </a:cubicBezTo>
                  <a:lnTo>
                    <a:pt x="11509" y="17920"/>
                  </a:lnTo>
                  <a:cubicBezTo>
                    <a:pt x="12421" y="17712"/>
                    <a:pt x="13292" y="17354"/>
                    <a:pt x="14084" y="16857"/>
                  </a:cubicBezTo>
                  <a:lnTo>
                    <a:pt x="14900" y="17345"/>
                  </a:lnTo>
                  <a:cubicBezTo>
                    <a:pt x="14989" y="17399"/>
                    <a:pt x="15090" y="17425"/>
                    <a:pt x="15190" y="17425"/>
                  </a:cubicBezTo>
                  <a:cubicBezTo>
                    <a:pt x="15336" y="17425"/>
                    <a:pt x="15480" y="17369"/>
                    <a:pt x="15589" y="17261"/>
                  </a:cubicBezTo>
                  <a:lnTo>
                    <a:pt x="17185" y="15665"/>
                  </a:lnTo>
                  <a:cubicBezTo>
                    <a:pt x="17369" y="15481"/>
                    <a:pt x="17402" y="15195"/>
                    <a:pt x="17270" y="14975"/>
                  </a:cubicBezTo>
                  <a:lnTo>
                    <a:pt x="16782" y="14159"/>
                  </a:lnTo>
                  <a:cubicBezTo>
                    <a:pt x="17279" y="13367"/>
                    <a:pt x="17637" y="12497"/>
                    <a:pt x="17845" y="11584"/>
                  </a:cubicBezTo>
                  <a:lnTo>
                    <a:pt x="18844" y="11352"/>
                  </a:lnTo>
                  <a:cubicBezTo>
                    <a:pt x="19097" y="11289"/>
                    <a:pt x="19275" y="11063"/>
                    <a:pt x="19275" y="10804"/>
                  </a:cubicBezTo>
                  <a:lnTo>
                    <a:pt x="19275" y="8546"/>
                  </a:lnTo>
                  <a:cubicBezTo>
                    <a:pt x="19275" y="8287"/>
                    <a:pt x="19097" y="8061"/>
                    <a:pt x="18847" y="7998"/>
                  </a:cubicBezTo>
                  <a:lnTo>
                    <a:pt x="17848" y="7766"/>
                  </a:lnTo>
                  <a:cubicBezTo>
                    <a:pt x="17640" y="6854"/>
                    <a:pt x="17279" y="5983"/>
                    <a:pt x="16782" y="5188"/>
                  </a:cubicBezTo>
                  <a:lnTo>
                    <a:pt x="17273" y="4375"/>
                  </a:lnTo>
                  <a:cubicBezTo>
                    <a:pt x="17405" y="4153"/>
                    <a:pt x="17369" y="3869"/>
                    <a:pt x="17188" y="3686"/>
                  </a:cubicBezTo>
                  <a:lnTo>
                    <a:pt x="15589" y="2090"/>
                  </a:lnTo>
                  <a:cubicBezTo>
                    <a:pt x="15480" y="1980"/>
                    <a:pt x="15335" y="1923"/>
                    <a:pt x="15188" y="1923"/>
                  </a:cubicBezTo>
                  <a:cubicBezTo>
                    <a:pt x="15089" y="1923"/>
                    <a:pt x="14989" y="1949"/>
                    <a:pt x="14900" y="2002"/>
                  </a:cubicBezTo>
                  <a:lnTo>
                    <a:pt x="14087" y="2493"/>
                  </a:lnTo>
                  <a:cubicBezTo>
                    <a:pt x="13292" y="1996"/>
                    <a:pt x="12421" y="1635"/>
                    <a:pt x="11509" y="1427"/>
                  </a:cubicBezTo>
                  <a:lnTo>
                    <a:pt x="11277" y="428"/>
                  </a:lnTo>
                  <a:cubicBezTo>
                    <a:pt x="11217" y="178"/>
                    <a:pt x="10988" y="0"/>
                    <a:pt x="107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220" name="Google Shape;1220;p38"/>
            <p:cNvSpPr/>
            <p:nvPr/>
          </p:nvSpPr>
          <p:spPr>
            <a:xfrm>
              <a:off x="2819200" y="983400"/>
              <a:ext cx="205475" cy="197625"/>
            </a:xfrm>
            <a:custGeom>
              <a:avLst/>
              <a:gdLst/>
              <a:ahLst/>
              <a:cxnLst/>
              <a:rect l="l" t="t" r="r" b="b"/>
              <a:pathLst>
                <a:path w="8219" h="7905" extrusionOk="0">
                  <a:moveTo>
                    <a:pt x="4265" y="1129"/>
                  </a:moveTo>
                  <a:cubicBezTo>
                    <a:pt x="4629" y="1129"/>
                    <a:pt x="4996" y="1199"/>
                    <a:pt x="5346" y="1343"/>
                  </a:cubicBezTo>
                  <a:cubicBezTo>
                    <a:pt x="6400" y="1780"/>
                    <a:pt x="7089" y="2810"/>
                    <a:pt x="7089" y="3954"/>
                  </a:cubicBezTo>
                  <a:cubicBezTo>
                    <a:pt x="7086" y="5511"/>
                    <a:pt x="5825" y="6773"/>
                    <a:pt x="4265" y="6776"/>
                  </a:cubicBezTo>
                  <a:cubicBezTo>
                    <a:pt x="3124" y="6776"/>
                    <a:pt x="2094" y="6089"/>
                    <a:pt x="1657" y="5032"/>
                  </a:cubicBezTo>
                  <a:cubicBezTo>
                    <a:pt x="1221" y="3978"/>
                    <a:pt x="1461" y="2765"/>
                    <a:pt x="2268" y="1958"/>
                  </a:cubicBezTo>
                  <a:cubicBezTo>
                    <a:pt x="2808" y="1416"/>
                    <a:pt x="3530" y="1129"/>
                    <a:pt x="4265" y="1129"/>
                  </a:cubicBezTo>
                  <a:close/>
                  <a:moveTo>
                    <a:pt x="4265" y="0"/>
                  </a:moveTo>
                  <a:cubicBezTo>
                    <a:pt x="2666" y="0"/>
                    <a:pt x="1227" y="964"/>
                    <a:pt x="612" y="2440"/>
                  </a:cubicBezTo>
                  <a:cubicBezTo>
                    <a:pt x="1" y="3918"/>
                    <a:pt x="341" y="5616"/>
                    <a:pt x="1470" y="6749"/>
                  </a:cubicBezTo>
                  <a:cubicBezTo>
                    <a:pt x="2226" y="7504"/>
                    <a:pt x="3237" y="7905"/>
                    <a:pt x="4265" y="7905"/>
                  </a:cubicBezTo>
                  <a:cubicBezTo>
                    <a:pt x="4774" y="7905"/>
                    <a:pt x="5288" y="7806"/>
                    <a:pt x="5777" y="7604"/>
                  </a:cubicBezTo>
                  <a:cubicBezTo>
                    <a:pt x="7255" y="6993"/>
                    <a:pt x="8219" y="5550"/>
                    <a:pt x="8219" y="3954"/>
                  </a:cubicBezTo>
                  <a:cubicBezTo>
                    <a:pt x="8216" y="1771"/>
                    <a:pt x="6448" y="3"/>
                    <a:pt x="42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221" name="Google Shape;1221;p38"/>
          <p:cNvGrpSpPr/>
          <p:nvPr/>
        </p:nvGrpSpPr>
        <p:grpSpPr>
          <a:xfrm>
            <a:off x="5670642" y="3047288"/>
            <a:ext cx="242767" cy="232107"/>
            <a:chOff x="5045500" y="842250"/>
            <a:chExt cx="503875" cy="481850"/>
          </a:xfrm>
        </p:grpSpPr>
        <p:sp>
          <p:nvSpPr>
            <p:cNvPr id="1222" name="Google Shape;1222;p38"/>
            <p:cNvSpPr/>
            <p:nvPr/>
          </p:nvSpPr>
          <p:spPr>
            <a:xfrm>
              <a:off x="5045500" y="842250"/>
              <a:ext cx="503875" cy="481850"/>
            </a:xfrm>
            <a:custGeom>
              <a:avLst/>
              <a:gdLst/>
              <a:ahLst/>
              <a:cxnLst/>
              <a:rect l="l" t="t" r="r" b="b"/>
              <a:pathLst>
                <a:path w="20155" h="19274" extrusionOk="0">
                  <a:moveTo>
                    <a:pt x="12103" y="1130"/>
                  </a:moveTo>
                  <a:cubicBezTo>
                    <a:pt x="13694" y="1130"/>
                    <a:pt x="15284" y="1735"/>
                    <a:pt x="16496" y="2945"/>
                  </a:cubicBezTo>
                  <a:cubicBezTo>
                    <a:pt x="18917" y="5366"/>
                    <a:pt x="18917" y="9305"/>
                    <a:pt x="16496" y="11729"/>
                  </a:cubicBezTo>
                  <a:cubicBezTo>
                    <a:pt x="15286" y="12940"/>
                    <a:pt x="13695" y="13545"/>
                    <a:pt x="12104" y="13545"/>
                  </a:cubicBezTo>
                  <a:cubicBezTo>
                    <a:pt x="10514" y="13545"/>
                    <a:pt x="8923" y="12940"/>
                    <a:pt x="7712" y="11729"/>
                  </a:cubicBezTo>
                  <a:cubicBezTo>
                    <a:pt x="5288" y="9305"/>
                    <a:pt x="5288" y="5369"/>
                    <a:pt x="7712" y="2945"/>
                  </a:cubicBezTo>
                  <a:cubicBezTo>
                    <a:pt x="8923" y="1735"/>
                    <a:pt x="10513" y="1130"/>
                    <a:pt x="12103" y="1130"/>
                  </a:cubicBezTo>
                  <a:close/>
                  <a:moveTo>
                    <a:pt x="4918" y="13726"/>
                  </a:moveTo>
                  <a:lnTo>
                    <a:pt x="5716" y="14524"/>
                  </a:lnTo>
                  <a:lnTo>
                    <a:pt x="4918" y="15322"/>
                  </a:lnTo>
                  <a:lnTo>
                    <a:pt x="4120" y="14524"/>
                  </a:lnTo>
                  <a:lnTo>
                    <a:pt x="4918" y="13726"/>
                  </a:lnTo>
                  <a:close/>
                  <a:moveTo>
                    <a:pt x="12106" y="1"/>
                  </a:moveTo>
                  <a:cubicBezTo>
                    <a:pt x="10226" y="1"/>
                    <a:pt x="8345" y="717"/>
                    <a:pt x="6914" y="2147"/>
                  </a:cubicBezTo>
                  <a:cubicBezTo>
                    <a:pt x="4725" y="4333"/>
                    <a:pt x="4240" y="7516"/>
                    <a:pt x="5315" y="10133"/>
                  </a:cubicBezTo>
                  <a:lnTo>
                    <a:pt x="4518" y="10931"/>
                  </a:lnTo>
                  <a:cubicBezTo>
                    <a:pt x="4009" y="11434"/>
                    <a:pt x="3876" y="12208"/>
                    <a:pt x="4192" y="12852"/>
                  </a:cubicBezTo>
                  <a:lnTo>
                    <a:pt x="663" y="16382"/>
                  </a:lnTo>
                  <a:cubicBezTo>
                    <a:pt x="1" y="17044"/>
                    <a:pt x="1" y="18116"/>
                    <a:pt x="663" y="18778"/>
                  </a:cubicBezTo>
                  <a:cubicBezTo>
                    <a:pt x="994" y="19108"/>
                    <a:pt x="1428" y="19273"/>
                    <a:pt x="1862" y="19273"/>
                  </a:cubicBezTo>
                  <a:cubicBezTo>
                    <a:pt x="2295" y="19273"/>
                    <a:pt x="2729" y="19108"/>
                    <a:pt x="3060" y="18778"/>
                  </a:cubicBezTo>
                  <a:lnTo>
                    <a:pt x="6586" y="15249"/>
                  </a:lnTo>
                  <a:cubicBezTo>
                    <a:pt x="6820" y="15363"/>
                    <a:pt x="7071" y="15418"/>
                    <a:pt x="7320" y="15418"/>
                  </a:cubicBezTo>
                  <a:cubicBezTo>
                    <a:pt x="7757" y="15418"/>
                    <a:pt x="8188" y="15247"/>
                    <a:pt x="8510" y="14921"/>
                  </a:cubicBezTo>
                  <a:lnTo>
                    <a:pt x="9308" y="14126"/>
                  </a:lnTo>
                  <a:cubicBezTo>
                    <a:pt x="10192" y="14489"/>
                    <a:pt x="11145" y="14675"/>
                    <a:pt x="12104" y="14675"/>
                  </a:cubicBezTo>
                  <a:cubicBezTo>
                    <a:pt x="13962" y="14675"/>
                    <a:pt x="15843" y="13979"/>
                    <a:pt x="17294" y="12527"/>
                  </a:cubicBezTo>
                  <a:cubicBezTo>
                    <a:pt x="20155" y="9666"/>
                    <a:pt x="20155" y="5008"/>
                    <a:pt x="17294" y="2147"/>
                  </a:cubicBezTo>
                  <a:cubicBezTo>
                    <a:pt x="15864" y="716"/>
                    <a:pt x="13985" y="1"/>
                    <a:pt x="1210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223" name="Google Shape;1223;p38"/>
            <p:cNvSpPr/>
            <p:nvPr/>
          </p:nvSpPr>
          <p:spPr>
            <a:xfrm>
              <a:off x="5221050" y="898625"/>
              <a:ext cx="254100" cy="254100"/>
            </a:xfrm>
            <a:custGeom>
              <a:avLst/>
              <a:gdLst/>
              <a:ahLst/>
              <a:cxnLst/>
              <a:rect l="l" t="t" r="r" b="b"/>
              <a:pathLst>
                <a:path w="10164" h="10164" extrusionOk="0">
                  <a:moveTo>
                    <a:pt x="5081" y="1"/>
                  </a:moveTo>
                  <a:cubicBezTo>
                    <a:pt x="2274" y="1"/>
                    <a:pt x="1" y="2274"/>
                    <a:pt x="1" y="5081"/>
                  </a:cubicBezTo>
                  <a:cubicBezTo>
                    <a:pt x="1" y="7887"/>
                    <a:pt x="2274" y="10164"/>
                    <a:pt x="5081" y="10164"/>
                  </a:cubicBezTo>
                  <a:cubicBezTo>
                    <a:pt x="7887" y="10164"/>
                    <a:pt x="10164" y="7887"/>
                    <a:pt x="10164" y="5081"/>
                  </a:cubicBezTo>
                  <a:cubicBezTo>
                    <a:pt x="10164" y="2274"/>
                    <a:pt x="7887" y="1"/>
                    <a:pt x="50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224" name="Google Shape;1224;p38"/>
          <p:cNvGrpSpPr/>
          <p:nvPr/>
        </p:nvGrpSpPr>
        <p:grpSpPr>
          <a:xfrm>
            <a:off x="2503616" y="2510471"/>
            <a:ext cx="232143" cy="232095"/>
            <a:chOff x="900750" y="1436075"/>
            <a:chExt cx="481825" cy="481825"/>
          </a:xfrm>
        </p:grpSpPr>
        <p:sp>
          <p:nvSpPr>
            <p:cNvPr id="1225" name="Google Shape;1225;p38"/>
            <p:cNvSpPr/>
            <p:nvPr/>
          </p:nvSpPr>
          <p:spPr>
            <a:xfrm>
              <a:off x="900750" y="1627500"/>
              <a:ext cx="481825" cy="290400"/>
            </a:xfrm>
            <a:custGeom>
              <a:avLst/>
              <a:gdLst/>
              <a:ahLst/>
              <a:cxnLst/>
              <a:rect l="l" t="t" r="r" b="b"/>
              <a:pathLst>
                <a:path w="19273" h="11616" extrusionOk="0">
                  <a:moveTo>
                    <a:pt x="0" y="1"/>
                  </a:moveTo>
                  <a:lnTo>
                    <a:pt x="0" y="9920"/>
                  </a:lnTo>
                  <a:cubicBezTo>
                    <a:pt x="0" y="10856"/>
                    <a:pt x="759" y="11612"/>
                    <a:pt x="1696" y="11615"/>
                  </a:cubicBezTo>
                  <a:lnTo>
                    <a:pt x="17580" y="11615"/>
                  </a:lnTo>
                  <a:cubicBezTo>
                    <a:pt x="18513" y="11612"/>
                    <a:pt x="19272" y="10856"/>
                    <a:pt x="19272" y="9920"/>
                  </a:cubicBezTo>
                  <a:lnTo>
                    <a:pt x="19272" y="1"/>
                  </a:lnTo>
                  <a:lnTo>
                    <a:pt x="9977" y="6948"/>
                  </a:lnTo>
                  <a:cubicBezTo>
                    <a:pt x="9877" y="7020"/>
                    <a:pt x="9760" y="7059"/>
                    <a:pt x="9636" y="7059"/>
                  </a:cubicBezTo>
                  <a:cubicBezTo>
                    <a:pt x="9513" y="7059"/>
                    <a:pt x="9395" y="7020"/>
                    <a:pt x="9299" y="6948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226" name="Google Shape;1226;p38"/>
            <p:cNvSpPr/>
            <p:nvPr/>
          </p:nvSpPr>
          <p:spPr>
            <a:xfrm>
              <a:off x="1296950" y="1549900"/>
              <a:ext cx="71550" cy="105850"/>
            </a:xfrm>
            <a:custGeom>
              <a:avLst/>
              <a:gdLst/>
              <a:ahLst/>
              <a:cxnLst/>
              <a:rect l="l" t="t" r="r" b="b"/>
              <a:pathLst>
                <a:path w="2862" h="4234" extrusionOk="0">
                  <a:moveTo>
                    <a:pt x="0" y="0"/>
                  </a:moveTo>
                  <a:lnTo>
                    <a:pt x="0" y="4234"/>
                  </a:lnTo>
                  <a:lnTo>
                    <a:pt x="2861" y="21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227" name="Google Shape;1227;p38"/>
            <p:cNvSpPr/>
            <p:nvPr/>
          </p:nvSpPr>
          <p:spPr>
            <a:xfrm>
              <a:off x="914900" y="1549900"/>
              <a:ext cx="71550" cy="105850"/>
            </a:xfrm>
            <a:custGeom>
              <a:avLst/>
              <a:gdLst/>
              <a:ahLst/>
              <a:cxnLst/>
              <a:rect l="l" t="t" r="r" b="b"/>
              <a:pathLst>
                <a:path w="2862" h="4234" extrusionOk="0">
                  <a:moveTo>
                    <a:pt x="2861" y="0"/>
                  </a:moveTo>
                  <a:lnTo>
                    <a:pt x="0" y="2117"/>
                  </a:lnTo>
                  <a:lnTo>
                    <a:pt x="2861" y="4234"/>
                  </a:lnTo>
                  <a:lnTo>
                    <a:pt x="28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228" name="Google Shape;1228;p38"/>
            <p:cNvSpPr/>
            <p:nvPr/>
          </p:nvSpPr>
          <p:spPr>
            <a:xfrm>
              <a:off x="1014650" y="1436075"/>
              <a:ext cx="254100" cy="336150"/>
            </a:xfrm>
            <a:custGeom>
              <a:avLst/>
              <a:gdLst/>
              <a:ahLst/>
              <a:cxnLst/>
              <a:rect l="l" t="t" r="r" b="b"/>
              <a:pathLst>
                <a:path w="10164" h="13446" extrusionOk="0">
                  <a:moveTo>
                    <a:pt x="8468" y="3424"/>
                  </a:moveTo>
                  <a:cubicBezTo>
                    <a:pt x="8781" y="3424"/>
                    <a:pt x="9031" y="3677"/>
                    <a:pt x="9031" y="3990"/>
                  </a:cubicBezTo>
                  <a:cubicBezTo>
                    <a:pt x="9031" y="4300"/>
                    <a:pt x="8781" y="4553"/>
                    <a:pt x="8468" y="4553"/>
                  </a:cubicBezTo>
                  <a:lnTo>
                    <a:pt x="1693" y="4553"/>
                  </a:lnTo>
                  <a:cubicBezTo>
                    <a:pt x="1379" y="4553"/>
                    <a:pt x="1130" y="4300"/>
                    <a:pt x="1130" y="3990"/>
                  </a:cubicBezTo>
                  <a:cubicBezTo>
                    <a:pt x="1130" y="3677"/>
                    <a:pt x="1379" y="3424"/>
                    <a:pt x="1693" y="3424"/>
                  </a:cubicBezTo>
                  <a:close/>
                  <a:moveTo>
                    <a:pt x="8468" y="5682"/>
                  </a:moveTo>
                  <a:cubicBezTo>
                    <a:pt x="8781" y="5682"/>
                    <a:pt x="9031" y="5935"/>
                    <a:pt x="9031" y="6248"/>
                  </a:cubicBezTo>
                  <a:cubicBezTo>
                    <a:pt x="9031" y="6559"/>
                    <a:pt x="8781" y="6812"/>
                    <a:pt x="8468" y="6812"/>
                  </a:cubicBezTo>
                  <a:lnTo>
                    <a:pt x="1693" y="6812"/>
                  </a:lnTo>
                  <a:cubicBezTo>
                    <a:pt x="1379" y="6812"/>
                    <a:pt x="1130" y="6559"/>
                    <a:pt x="1130" y="6248"/>
                  </a:cubicBezTo>
                  <a:cubicBezTo>
                    <a:pt x="1130" y="5935"/>
                    <a:pt x="1379" y="5682"/>
                    <a:pt x="1693" y="5682"/>
                  </a:cubicBezTo>
                  <a:close/>
                  <a:moveTo>
                    <a:pt x="5080" y="7941"/>
                  </a:moveTo>
                  <a:cubicBezTo>
                    <a:pt x="5393" y="7941"/>
                    <a:pt x="5643" y="8194"/>
                    <a:pt x="5643" y="8507"/>
                  </a:cubicBezTo>
                  <a:cubicBezTo>
                    <a:pt x="5643" y="8817"/>
                    <a:pt x="5393" y="9070"/>
                    <a:pt x="5080" y="9070"/>
                  </a:cubicBezTo>
                  <a:lnTo>
                    <a:pt x="1693" y="9070"/>
                  </a:lnTo>
                  <a:cubicBezTo>
                    <a:pt x="1379" y="9070"/>
                    <a:pt x="1130" y="8817"/>
                    <a:pt x="1130" y="8507"/>
                  </a:cubicBezTo>
                  <a:cubicBezTo>
                    <a:pt x="1130" y="8194"/>
                    <a:pt x="1379" y="7941"/>
                    <a:pt x="1693" y="7941"/>
                  </a:cubicBezTo>
                  <a:close/>
                  <a:moveTo>
                    <a:pt x="563" y="0"/>
                  </a:moveTo>
                  <a:cubicBezTo>
                    <a:pt x="250" y="0"/>
                    <a:pt x="0" y="250"/>
                    <a:pt x="0" y="563"/>
                  </a:cubicBezTo>
                  <a:lnTo>
                    <a:pt x="0" y="9636"/>
                  </a:lnTo>
                  <a:lnTo>
                    <a:pt x="5080" y="13445"/>
                  </a:lnTo>
                  <a:lnTo>
                    <a:pt x="10163" y="9636"/>
                  </a:lnTo>
                  <a:lnTo>
                    <a:pt x="10163" y="563"/>
                  </a:lnTo>
                  <a:cubicBezTo>
                    <a:pt x="10163" y="250"/>
                    <a:pt x="9910" y="0"/>
                    <a:pt x="959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229" name="Google Shape;1229;p38"/>
          <p:cNvGrpSpPr/>
          <p:nvPr/>
        </p:nvGrpSpPr>
        <p:grpSpPr>
          <a:xfrm>
            <a:off x="3235646" y="2510465"/>
            <a:ext cx="234420" cy="232107"/>
            <a:chOff x="5049725" y="1435050"/>
            <a:chExt cx="486550" cy="481850"/>
          </a:xfrm>
        </p:grpSpPr>
        <p:sp>
          <p:nvSpPr>
            <p:cNvPr id="1230" name="Google Shape;1230;p38"/>
            <p:cNvSpPr/>
            <p:nvPr/>
          </p:nvSpPr>
          <p:spPr>
            <a:xfrm>
              <a:off x="5136300" y="1519775"/>
              <a:ext cx="310550" cy="310550"/>
            </a:xfrm>
            <a:custGeom>
              <a:avLst/>
              <a:gdLst/>
              <a:ahLst/>
              <a:cxnLst/>
              <a:rect l="l" t="t" r="r" b="b"/>
              <a:pathLst>
                <a:path w="12422" h="12422" extrusionOk="0">
                  <a:moveTo>
                    <a:pt x="6209" y="1"/>
                  </a:moveTo>
                  <a:cubicBezTo>
                    <a:pt x="2786" y="1"/>
                    <a:pt x="0" y="2786"/>
                    <a:pt x="0" y="6213"/>
                  </a:cubicBezTo>
                  <a:cubicBezTo>
                    <a:pt x="0" y="9637"/>
                    <a:pt x="2786" y="12422"/>
                    <a:pt x="6209" y="12422"/>
                  </a:cubicBezTo>
                  <a:cubicBezTo>
                    <a:pt x="9636" y="12422"/>
                    <a:pt x="12422" y="9637"/>
                    <a:pt x="12422" y="6213"/>
                  </a:cubicBezTo>
                  <a:cubicBezTo>
                    <a:pt x="12422" y="5219"/>
                    <a:pt x="12160" y="4258"/>
                    <a:pt x="11711" y="3388"/>
                  </a:cubicBezTo>
                  <a:lnTo>
                    <a:pt x="11428" y="3388"/>
                  </a:lnTo>
                  <a:lnTo>
                    <a:pt x="10780" y="4036"/>
                  </a:lnTo>
                  <a:cubicBezTo>
                    <a:pt x="11112" y="4713"/>
                    <a:pt x="11286" y="5457"/>
                    <a:pt x="11292" y="6213"/>
                  </a:cubicBezTo>
                  <a:cubicBezTo>
                    <a:pt x="11292" y="9013"/>
                    <a:pt x="9010" y="11293"/>
                    <a:pt x="6209" y="11293"/>
                  </a:cubicBezTo>
                  <a:cubicBezTo>
                    <a:pt x="3409" y="11293"/>
                    <a:pt x="1129" y="9013"/>
                    <a:pt x="1129" y="6213"/>
                  </a:cubicBezTo>
                  <a:cubicBezTo>
                    <a:pt x="1129" y="3409"/>
                    <a:pt x="3409" y="1130"/>
                    <a:pt x="6209" y="1130"/>
                  </a:cubicBezTo>
                  <a:cubicBezTo>
                    <a:pt x="6965" y="1133"/>
                    <a:pt x="7709" y="1307"/>
                    <a:pt x="8387" y="1639"/>
                  </a:cubicBezTo>
                  <a:lnTo>
                    <a:pt x="9034" y="994"/>
                  </a:lnTo>
                  <a:lnTo>
                    <a:pt x="9034" y="708"/>
                  </a:lnTo>
                  <a:cubicBezTo>
                    <a:pt x="8164" y="260"/>
                    <a:pt x="7203" y="1"/>
                    <a:pt x="62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231" name="Google Shape;1231;p38"/>
            <p:cNvSpPr/>
            <p:nvPr/>
          </p:nvSpPr>
          <p:spPr>
            <a:xfrm>
              <a:off x="5184925" y="1576250"/>
              <a:ext cx="205475" cy="197625"/>
            </a:xfrm>
            <a:custGeom>
              <a:avLst/>
              <a:gdLst/>
              <a:ahLst/>
              <a:cxnLst/>
              <a:rect l="l" t="t" r="r" b="b"/>
              <a:pathLst>
                <a:path w="8219" h="7905" extrusionOk="0">
                  <a:moveTo>
                    <a:pt x="4264" y="0"/>
                  </a:moveTo>
                  <a:cubicBezTo>
                    <a:pt x="2665" y="0"/>
                    <a:pt x="1226" y="964"/>
                    <a:pt x="612" y="2439"/>
                  </a:cubicBezTo>
                  <a:cubicBezTo>
                    <a:pt x="0" y="3918"/>
                    <a:pt x="341" y="5616"/>
                    <a:pt x="1470" y="6748"/>
                  </a:cubicBezTo>
                  <a:cubicBezTo>
                    <a:pt x="2225" y="7503"/>
                    <a:pt x="3236" y="7904"/>
                    <a:pt x="4264" y="7904"/>
                  </a:cubicBezTo>
                  <a:cubicBezTo>
                    <a:pt x="4774" y="7904"/>
                    <a:pt x="5287" y="7806"/>
                    <a:pt x="5776" y="7603"/>
                  </a:cubicBezTo>
                  <a:cubicBezTo>
                    <a:pt x="7255" y="6992"/>
                    <a:pt x="8218" y="5550"/>
                    <a:pt x="8218" y="3954"/>
                  </a:cubicBezTo>
                  <a:cubicBezTo>
                    <a:pt x="8212" y="3502"/>
                    <a:pt x="8131" y="3059"/>
                    <a:pt x="7974" y="2638"/>
                  </a:cubicBezTo>
                  <a:lnTo>
                    <a:pt x="7050" y="3565"/>
                  </a:lnTo>
                  <a:cubicBezTo>
                    <a:pt x="7071" y="3692"/>
                    <a:pt x="7083" y="3821"/>
                    <a:pt x="7089" y="3954"/>
                  </a:cubicBezTo>
                  <a:cubicBezTo>
                    <a:pt x="7089" y="5095"/>
                    <a:pt x="6399" y="6125"/>
                    <a:pt x="5345" y="6562"/>
                  </a:cubicBezTo>
                  <a:cubicBezTo>
                    <a:pt x="4996" y="6706"/>
                    <a:pt x="4629" y="6776"/>
                    <a:pt x="4265" y="6776"/>
                  </a:cubicBezTo>
                  <a:cubicBezTo>
                    <a:pt x="3530" y="6776"/>
                    <a:pt x="2808" y="6489"/>
                    <a:pt x="2268" y="5947"/>
                  </a:cubicBezTo>
                  <a:cubicBezTo>
                    <a:pt x="1461" y="5140"/>
                    <a:pt x="1220" y="3927"/>
                    <a:pt x="1657" y="2873"/>
                  </a:cubicBezTo>
                  <a:cubicBezTo>
                    <a:pt x="2093" y="1816"/>
                    <a:pt x="3123" y="1129"/>
                    <a:pt x="4264" y="1129"/>
                  </a:cubicBezTo>
                  <a:cubicBezTo>
                    <a:pt x="4394" y="1132"/>
                    <a:pt x="4523" y="1144"/>
                    <a:pt x="4653" y="1168"/>
                  </a:cubicBezTo>
                  <a:lnTo>
                    <a:pt x="5580" y="241"/>
                  </a:lnTo>
                  <a:cubicBezTo>
                    <a:pt x="5159" y="84"/>
                    <a:pt x="4713" y="3"/>
                    <a:pt x="426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232" name="Google Shape;1232;p38"/>
            <p:cNvSpPr/>
            <p:nvPr/>
          </p:nvSpPr>
          <p:spPr>
            <a:xfrm>
              <a:off x="5049725" y="143507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9672" y="1"/>
                  </a:moveTo>
                  <a:cubicBezTo>
                    <a:pt x="4379" y="1"/>
                    <a:pt x="0" y="4307"/>
                    <a:pt x="0" y="9601"/>
                  </a:cubicBezTo>
                  <a:cubicBezTo>
                    <a:pt x="0" y="14892"/>
                    <a:pt x="4379" y="19273"/>
                    <a:pt x="9672" y="19273"/>
                  </a:cubicBezTo>
                  <a:cubicBezTo>
                    <a:pt x="14966" y="19273"/>
                    <a:pt x="19272" y="14892"/>
                    <a:pt x="19272" y="9601"/>
                  </a:cubicBezTo>
                  <a:cubicBezTo>
                    <a:pt x="19269" y="8204"/>
                    <a:pt x="18962" y="6821"/>
                    <a:pt x="18369" y="5557"/>
                  </a:cubicBezTo>
                  <a:lnTo>
                    <a:pt x="17646" y="6279"/>
                  </a:lnTo>
                  <a:cubicBezTo>
                    <a:pt x="17327" y="6599"/>
                    <a:pt x="16896" y="6776"/>
                    <a:pt x="16448" y="6776"/>
                  </a:cubicBezTo>
                  <a:lnTo>
                    <a:pt x="16430" y="6776"/>
                  </a:lnTo>
                  <a:cubicBezTo>
                    <a:pt x="16809" y="7671"/>
                    <a:pt x="17008" y="8628"/>
                    <a:pt x="17014" y="9601"/>
                  </a:cubicBezTo>
                  <a:cubicBezTo>
                    <a:pt x="17014" y="13648"/>
                    <a:pt x="13720" y="16939"/>
                    <a:pt x="9672" y="16939"/>
                  </a:cubicBezTo>
                  <a:cubicBezTo>
                    <a:pt x="5625" y="16939"/>
                    <a:pt x="2334" y="13648"/>
                    <a:pt x="2334" y="9601"/>
                  </a:cubicBezTo>
                  <a:cubicBezTo>
                    <a:pt x="2334" y="5554"/>
                    <a:pt x="5625" y="2259"/>
                    <a:pt x="9672" y="2259"/>
                  </a:cubicBezTo>
                  <a:cubicBezTo>
                    <a:pt x="10642" y="2265"/>
                    <a:pt x="11603" y="2464"/>
                    <a:pt x="12497" y="2844"/>
                  </a:cubicBezTo>
                  <a:lnTo>
                    <a:pt x="12497" y="2825"/>
                  </a:lnTo>
                  <a:cubicBezTo>
                    <a:pt x="12494" y="2374"/>
                    <a:pt x="12672" y="1943"/>
                    <a:pt x="12991" y="1627"/>
                  </a:cubicBezTo>
                  <a:lnTo>
                    <a:pt x="13713" y="904"/>
                  </a:lnTo>
                  <a:cubicBezTo>
                    <a:pt x="12449" y="311"/>
                    <a:pt x="11070" y="4"/>
                    <a:pt x="967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233" name="Google Shape;1233;p38"/>
            <p:cNvSpPr/>
            <p:nvPr/>
          </p:nvSpPr>
          <p:spPr>
            <a:xfrm>
              <a:off x="5245825" y="1435050"/>
              <a:ext cx="290450" cy="282350"/>
            </a:xfrm>
            <a:custGeom>
              <a:avLst/>
              <a:gdLst/>
              <a:ahLst/>
              <a:cxnLst/>
              <a:rect l="l" t="t" r="r" b="b"/>
              <a:pathLst>
                <a:path w="11618" h="11294" extrusionOk="0">
                  <a:moveTo>
                    <a:pt x="8601" y="1"/>
                  </a:moveTo>
                  <a:cubicBezTo>
                    <a:pt x="8461" y="1"/>
                    <a:pt x="8319" y="52"/>
                    <a:pt x="8203" y="168"/>
                  </a:cubicBezTo>
                  <a:lnTo>
                    <a:pt x="5945" y="2426"/>
                  </a:lnTo>
                  <a:cubicBezTo>
                    <a:pt x="5839" y="2531"/>
                    <a:pt x="5779" y="2676"/>
                    <a:pt x="5782" y="2826"/>
                  </a:cubicBezTo>
                  <a:lnTo>
                    <a:pt x="5782" y="4850"/>
                  </a:lnTo>
                  <a:lnTo>
                    <a:pt x="2554" y="8075"/>
                  </a:lnTo>
                  <a:cubicBezTo>
                    <a:pt x="2328" y="7967"/>
                    <a:pt x="2081" y="7906"/>
                    <a:pt x="1828" y="7906"/>
                  </a:cubicBezTo>
                  <a:cubicBezTo>
                    <a:pt x="1142" y="7906"/>
                    <a:pt x="525" y="8319"/>
                    <a:pt x="263" y="8951"/>
                  </a:cubicBezTo>
                  <a:cubicBezTo>
                    <a:pt x="1" y="9584"/>
                    <a:pt x="145" y="10312"/>
                    <a:pt x="630" y="10797"/>
                  </a:cubicBezTo>
                  <a:cubicBezTo>
                    <a:pt x="954" y="11122"/>
                    <a:pt x="1388" y="11294"/>
                    <a:pt x="1828" y="11294"/>
                  </a:cubicBezTo>
                  <a:cubicBezTo>
                    <a:pt x="2046" y="11294"/>
                    <a:pt x="2266" y="11251"/>
                    <a:pt x="2476" y="11165"/>
                  </a:cubicBezTo>
                  <a:cubicBezTo>
                    <a:pt x="3108" y="10903"/>
                    <a:pt x="3524" y="10285"/>
                    <a:pt x="3524" y="9602"/>
                  </a:cubicBezTo>
                  <a:cubicBezTo>
                    <a:pt x="3521" y="9349"/>
                    <a:pt x="3463" y="9102"/>
                    <a:pt x="3352" y="8876"/>
                  </a:cubicBezTo>
                  <a:lnTo>
                    <a:pt x="6580" y="5648"/>
                  </a:lnTo>
                  <a:lnTo>
                    <a:pt x="8604" y="5648"/>
                  </a:lnTo>
                  <a:cubicBezTo>
                    <a:pt x="8754" y="5648"/>
                    <a:pt x="8896" y="5588"/>
                    <a:pt x="9004" y="5482"/>
                  </a:cubicBezTo>
                  <a:lnTo>
                    <a:pt x="11263" y="3224"/>
                  </a:lnTo>
                  <a:cubicBezTo>
                    <a:pt x="11618" y="2869"/>
                    <a:pt x="11365" y="2260"/>
                    <a:pt x="10862" y="2260"/>
                  </a:cubicBezTo>
                  <a:lnTo>
                    <a:pt x="9170" y="2260"/>
                  </a:lnTo>
                  <a:lnTo>
                    <a:pt x="9170" y="568"/>
                  </a:lnTo>
                  <a:cubicBezTo>
                    <a:pt x="9170" y="226"/>
                    <a:pt x="8892" y="1"/>
                    <a:pt x="86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234" name="Google Shape;1234;p38"/>
          <p:cNvGrpSpPr/>
          <p:nvPr/>
        </p:nvGrpSpPr>
        <p:grpSpPr>
          <a:xfrm>
            <a:off x="7893349" y="3062217"/>
            <a:ext cx="195202" cy="202250"/>
            <a:chOff x="3357325" y="2093500"/>
            <a:chExt cx="311525" cy="322825"/>
          </a:xfrm>
        </p:grpSpPr>
        <p:sp>
          <p:nvSpPr>
            <p:cNvPr id="1235" name="Google Shape;1235;p38"/>
            <p:cNvSpPr/>
            <p:nvPr/>
          </p:nvSpPr>
          <p:spPr>
            <a:xfrm>
              <a:off x="3357325" y="2210550"/>
              <a:ext cx="85700" cy="205775"/>
            </a:xfrm>
            <a:custGeom>
              <a:avLst/>
              <a:gdLst/>
              <a:ahLst/>
              <a:cxnLst/>
              <a:rect l="l" t="t" r="r" b="b"/>
              <a:pathLst>
                <a:path w="3428" h="8231" extrusionOk="0">
                  <a:moveTo>
                    <a:pt x="566" y="1"/>
                  </a:moveTo>
                  <a:cubicBezTo>
                    <a:pt x="253" y="1"/>
                    <a:pt x="0" y="251"/>
                    <a:pt x="0" y="564"/>
                  </a:cubicBezTo>
                  <a:lnTo>
                    <a:pt x="0" y="7664"/>
                  </a:lnTo>
                  <a:cubicBezTo>
                    <a:pt x="0" y="7978"/>
                    <a:pt x="253" y="8231"/>
                    <a:pt x="566" y="8231"/>
                  </a:cubicBezTo>
                  <a:lnTo>
                    <a:pt x="2861" y="8231"/>
                  </a:lnTo>
                  <a:cubicBezTo>
                    <a:pt x="3174" y="8231"/>
                    <a:pt x="3427" y="7978"/>
                    <a:pt x="3427" y="7664"/>
                  </a:cubicBezTo>
                  <a:lnTo>
                    <a:pt x="3427" y="564"/>
                  </a:lnTo>
                  <a:cubicBezTo>
                    <a:pt x="3427" y="251"/>
                    <a:pt x="3174" y="1"/>
                    <a:pt x="286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236" name="Google Shape;1236;p38"/>
            <p:cNvSpPr/>
            <p:nvPr/>
          </p:nvSpPr>
          <p:spPr>
            <a:xfrm>
              <a:off x="3471225" y="2152075"/>
              <a:ext cx="84725" cy="264250"/>
            </a:xfrm>
            <a:custGeom>
              <a:avLst/>
              <a:gdLst/>
              <a:ahLst/>
              <a:cxnLst/>
              <a:rect l="l" t="t" r="r" b="b"/>
              <a:pathLst>
                <a:path w="3389" h="10570" extrusionOk="0">
                  <a:moveTo>
                    <a:pt x="563" y="0"/>
                  </a:moveTo>
                  <a:cubicBezTo>
                    <a:pt x="253" y="0"/>
                    <a:pt x="0" y="250"/>
                    <a:pt x="0" y="563"/>
                  </a:cubicBezTo>
                  <a:lnTo>
                    <a:pt x="0" y="10003"/>
                  </a:lnTo>
                  <a:cubicBezTo>
                    <a:pt x="0" y="10317"/>
                    <a:pt x="253" y="10570"/>
                    <a:pt x="563" y="10570"/>
                  </a:cubicBezTo>
                  <a:lnTo>
                    <a:pt x="2822" y="10570"/>
                  </a:lnTo>
                  <a:cubicBezTo>
                    <a:pt x="3135" y="10570"/>
                    <a:pt x="3388" y="10317"/>
                    <a:pt x="3388" y="10003"/>
                  </a:cubicBezTo>
                  <a:lnTo>
                    <a:pt x="3388" y="563"/>
                  </a:lnTo>
                  <a:cubicBezTo>
                    <a:pt x="3388" y="250"/>
                    <a:pt x="3135" y="0"/>
                    <a:pt x="28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237" name="Google Shape;1237;p38"/>
            <p:cNvSpPr/>
            <p:nvPr/>
          </p:nvSpPr>
          <p:spPr>
            <a:xfrm>
              <a:off x="3584150" y="2093500"/>
              <a:ext cx="84700" cy="322825"/>
            </a:xfrm>
            <a:custGeom>
              <a:avLst/>
              <a:gdLst/>
              <a:ahLst/>
              <a:cxnLst/>
              <a:rect l="l" t="t" r="r" b="b"/>
              <a:pathLst>
                <a:path w="3388" h="12913" extrusionOk="0">
                  <a:moveTo>
                    <a:pt x="563" y="0"/>
                  </a:moveTo>
                  <a:cubicBezTo>
                    <a:pt x="253" y="0"/>
                    <a:pt x="0" y="253"/>
                    <a:pt x="0" y="566"/>
                  </a:cubicBezTo>
                  <a:lnTo>
                    <a:pt x="0" y="12346"/>
                  </a:lnTo>
                  <a:cubicBezTo>
                    <a:pt x="0" y="12660"/>
                    <a:pt x="253" y="12913"/>
                    <a:pt x="563" y="12913"/>
                  </a:cubicBezTo>
                  <a:lnTo>
                    <a:pt x="2822" y="12913"/>
                  </a:lnTo>
                  <a:cubicBezTo>
                    <a:pt x="3135" y="12913"/>
                    <a:pt x="3388" y="12660"/>
                    <a:pt x="3388" y="12346"/>
                  </a:cubicBezTo>
                  <a:lnTo>
                    <a:pt x="3388" y="566"/>
                  </a:lnTo>
                  <a:cubicBezTo>
                    <a:pt x="3388" y="253"/>
                    <a:pt x="3135" y="0"/>
                    <a:pt x="28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238" name="Google Shape;1238;p38"/>
          <p:cNvGrpSpPr/>
          <p:nvPr/>
        </p:nvGrpSpPr>
        <p:grpSpPr>
          <a:xfrm>
            <a:off x="7141921" y="3047288"/>
            <a:ext cx="232107" cy="232107"/>
            <a:chOff x="5049725" y="2027900"/>
            <a:chExt cx="481750" cy="481850"/>
          </a:xfrm>
        </p:grpSpPr>
        <p:sp>
          <p:nvSpPr>
            <p:cNvPr id="1239" name="Google Shape;1239;p38"/>
            <p:cNvSpPr/>
            <p:nvPr/>
          </p:nvSpPr>
          <p:spPr>
            <a:xfrm>
              <a:off x="5191775" y="2394925"/>
              <a:ext cx="197625" cy="114825"/>
            </a:xfrm>
            <a:custGeom>
              <a:avLst/>
              <a:gdLst/>
              <a:ahLst/>
              <a:cxnLst/>
              <a:rect l="l" t="t" r="r" b="b"/>
              <a:pathLst>
                <a:path w="7905" h="4593" extrusionOk="0">
                  <a:moveTo>
                    <a:pt x="0" y="0"/>
                  </a:moveTo>
                  <a:lnTo>
                    <a:pt x="0" y="566"/>
                  </a:lnTo>
                  <a:cubicBezTo>
                    <a:pt x="3" y="1298"/>
                    <a:pt x="479" y="1949"/>
                    <a:pt x="1178" y="2171"/>
                  </a:cubicBezTo>
                  <a:cubicBezTo>
                    <a:pt x="1407" y="3502"/>
                    <a:pt x="2560" y="4593"/>
                    <a:pt x="3954" y="4593"/>
                  </a:cubicBezTo>
                  <a:cubicBezTo>
                    <a:pt x="5345" y="4593"/>
                    <a:pt x="6499" y="3502"/>
                    <a:pt x="6728" y="2171"/>
                  </a:cubicBezTo>
                  <a:cubicBezTo>
                    <a:pt x="7426" y="1949"/>
                    <a:pt x="7902" y="1298"/>
                    <a:pt x="7905" y="566"/>
                  </a:cubicBezTo>
                  <a:lnTo>
                    <a:pt x="790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240" name="Google Shape;1240;p38"/>
            <p:cNvSpPr/>
            <p:nvPr/>
          </p:nvSpPr>
          <p:spPr>
            <a:xfrm>
              <a:off x="5113625" y="2027900"/>
              <a:ext cx="347300" cy="338825"/>
            </a:xfrm>
            <a:custGeom>
              <a:avLst/>
              <a:gdLst/>
              <a:ahLst/>
              <a:cxnLst/>
              <a:rect l="l" t="t" r="r" b="b"/>
              <a:pathLst>
                <a:path w="13892" h="13553" extrusionOk="0">
                  <a:moveTo>
                    <a:pt x="7080" y="2260"/>
                  </a:moveTo>
                  <a:cubicBezTo>
                    <a:pt x="9574" y="2263"/>
                    <a:pt x="11594" y="4284"/>
                    <a:pt x="11597" y="6777"/>
                  </a:cubicBezTo>
                  <a:cubicBezTo>
                    <a:pt x="11597" y="7090"/>
                    <a:pt x="11344" y="7340"/>
                    <a:pt x="11031" y="7340"/>
                  </a:cubicBezTo>
                  <a:cubicBezTo>
                    <a:pt x="10718" y="7340"/>
                    <a:pt x="10468" y="7090"/>
                    <a:pt x="10468" y="6777"/>
                  </a:cubicBezTo>
                  <a:cubicBezTo>
                    <a:pt x="10465" y="4907"/>
                    <a:pt x="8950" y="3392"/>
                    <a:pt x="7080" y="3389"/>
                  </a:cubicBezTo>
                  <a:cubicBezTo>
                    <a:pt x="6767" y="3389"/>
                    <a:pt x="6514" y="3136"/>
                    <a:pt x="6514" y="2826"/>
                  </a:cubicBezTo>
                  <a:cubicBezTo>
                    <a:pt x="6514" y="2513"/>
                    <a:pt x="6767" y="2260"/>
                    <a:pt x="7080" y="2260"/>
                  </a:cubicBezTo>
                  <a:close/>
                  <a:moveTo>
                    <a:pt x="7070" y="1"/>
                  </a:moveTo>
                  <a:cubicBezTo>
                    <a:pt x="6595" y="1"/>
                    <a:pt x="6111" y="50"/>
                    <a:pt x="5623" y="152"/>
                  </a:cubicBezTo>
                  <a:cubicBezTo>
                    <a:pt x="3075" y="685"/>
                    <a:pt x="1001" y="2754"/>
                    <a:pt x="459" y="5301"/>
                  </a:cubicBezTo>
                  <a:cubicBezTo>
                    <a:pt x="1" y="7469"/>
                    <a:pt x="567" y="9644"/>
                    <a:pt x="2015" y="11270"/>
                  </a:cubicBezTo>
                  <a:cubicBezTo>
                    <a:pt x="2584" y="11908"/>
                    <a:pt x="2952" y="12703"/>
                    <a:pt x="3072" y="13552"/>
                  </a:cubicBezTo>
                  <a:lnTo>
                    <a:pt x="11088" y="13552"/>
                  </a:lnTo>
                  <a:cubicBezTo>
                    <a:pt x="11221" y="12691"/>
                    <a:pt x="11597" y="11887"/>
                    <a:pt x="12175" y="11233"/>
                  </a:cubicBezTo>
                  <a:cubicBezTo>
                    <a:pt x="13259" y="10002"/>
                    <a:pt x="13892" y="8418"/>
                    <a:pt x="13892" y="6777"/>
                  </a:cubicBezTo>
                  <a:cubicBezTo>
                    <a:pt x="13892" y="2969"/>
                    <a:pt x="10766" y="1"/>
                    <a:pt x="70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241" name="Google Shape;1241;p38"/>
            <p:cNvSpPr/>
            <p:nvPr/>
          </p:nvSpPr>
          <p:spPr>
            <a:xfrm>
              <a:off x="5049725" y="2197300"/>
              <a:ext cx="56400" cy="28275"/>
            </a:xfrm>
            <a:custGeom>
              <a:avLst/>
              <a:gdLst/>
              <a:ahLst/>
              <a:cxnLst/>
              <a:rect l="l" t="t" r="r" b="b"/>
              <a:pathLst>
                <a:path w="2256" h="1131" extrusionOk="0">
                  <a:moveTo>
                    <a:pt x="563" y="1"/>
                  </a:moveTo>
                  <a:cubicBezTo>
                    <a:pt x="250" y="1"/>
                    <a:pt x="0" y="254"/>
                    <a:pt x="0" y="567"/>
                  </a:cubicBezTo>
                  <a:cubicBezTo>
                    <a:pt x="0" y="877"/>
                    <a:pt x="250" y="1130"/>
                    <a:pt x="563" y="1130"/>
                  </a:cubicBezTo>
                  <a:lnTo>
                    <a:pt x="1693" y="1130"/>
                  </a:lnTo>
                  <a:cubicBezTo>
                    <a:pt x="2006" y="1130"/>
                    <a:pt x="2256" y="877"/>
                    <a:pt x="2256" y="567"/>
                  </a:cubicBezTo>
                  <a:cubicBezTo>
                    <a:pt x="2256" y="254"/>
                    <a:pt x="2006" y="1"/>
                    <a:pt x="169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242" name="Google Shape;1242;p38"/>
            <p:cNvSpPr/>
            <p:nvPr/>
          </p:nvSpPr>
          <p:spPr>
            <a:xfrm>
              <a:off x="5052575" y="2102800"/>
              <a:ext cx="50850" cy="48075"/>
            </a:xfrm>
            <a:custGeom>
              <a:avLst/>
              <a:gdLst/>
              <a:ahLst/>
              <a:cxnLst/>
              <a:rect l="l" t="t" r="r" b="b"/>
              <a:pathLst>
                <a:path w="2034" h="1923" extrusionOk="0">
                  <a:moveTo>
                    <a:pt x="623" y="0"/>
                  </a:moveTo>
                  <a:cubicBezTo>
                    <a:pt x="478" y="0"/>
                    <a:pt x="333" y="56"/>
                    <a:pt x="224" y="167"/>
                  </a:cubicBezTo>
                  <a:cubicBezTo>
                    <a:pt x="4" y="384"/>
                    <a:pt x="1" y="736"/>
                    <a:pt x="214" y="959"/>
                  </a:cubicBezTo>
                  <a:lnTo>
                    <a:pt x="1015" y="1757"/>
                  </a:lnTo>
                  <a:cubicBezTo>
                    <a:pt x="1125" y="1867"/>
                    <a:pt x="1269" y="1922"/>
                    <a:pt x="1413" y="1922"/>
                  </a:cubicBezTo>
                  <a:cubicBezTo>
                    <a:pt x="1558" y="1922"/>
                    <a:pt x="1702" y="1867"/>
                    <a:pt x="1813" y="1757"/>
                  </a:cubicBezTo>
                  <a:cubicBezTo>
                    <a:pt x="2033" y="1534"/>
                    <a:pt x="2033" y="1179"/>
                    <a:pt x="1813" y="959"/>
                  </a:cubicBezTo>
                  <a:lnTo>
                    <a:pt x="1015" y="158"/>
                  </a:lnTo>
                  <a:cubicBezTo>
                    <a:pt x="906" y="53"/>
                    <a:pt x="764" y="0"/>
                    <a:pt x="6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243" name="Google Shape;1243;p38"/>
            <p:cNvSpPr/>
            <p:nvPr/>
          </p:nvSpPr>
          <p:spPr>
            <a:xfrm>
              <a:off x="5052575" y="2272175"/>
              <a:ext cx="50700" cy="47900"/>
            </a:xfrm>
            <a:custGeom>
              <a:avLst/>
              <a:gdLst/>
              <a:ahLst/>
              <a:cxnLst/>
              <a:rect l="l" t="t" r="r" b="b"/>
              <a:pathLst>
                <a:path w="2028" h="1916" extrusionOk="0">
                  <a:moveTo>
                    <a:pt x="1405" y="0"/>
                  </a:moveTo>
                  <a:cubicBezTo>
                    <a:pt x="1264" y="0"/>
                    <a:pt x="1124" y="53"/>
                    <a:pt x="1015" y="159"/>
                  </a:cubicBezTo>
                  <a:lnTo>
                    <a:pt x="214" y="960"/>
                  </a:lnTo>
                  <a:cubicBezTo>
                    <a:pt x="1" y="1179"/>
                    <a:pt x="4" y="1532"/>
                    <a:pt x="224" y="1749"/>
                  </a:cubicBezTo>
                  <a:cubicBezTo>
                    <a:pt x="333" y="1860"/>
                    <a:pt x="478" y="1916"/>
                    <a:pt x="623" y="1916"/>
                  </a:cubicBezTo>
                  <a:cubicBezTo>
                    <a:pt x="764" y="1916"/>
                    <a:pt x="906" y="1863"/>
                    <a:pt x="1015" y="1758"/>
                  </a:cubicBezTo>
                  <a:lnTo>
                    <a:pt x="1813" y="960"/>
                  </a:lnTo>
                  <a:cubicBezTo>
                    <a:pt x="2027" y="737"/>
                    <a:pt x="2024" y="384"/>
                    <a:pt x="1804" y="168"/>
                  </a:cubicBezTo>
                  <a:cubicBezTo>
                    <a:pt x="1695" y="56"/>
                    <a:pt x="1550" y="0"/>
                    <a:pt x="140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244" name="Google Shape;1244;p38"/>
            <p:cNvSpPr/>
            <p:nvPr/>
          </p:nvSpPr>
          <p:spPr>
            <a:xfrm>
              <a:off x="5475050" y="2197300"/>
              <a:ext cx="56425" cy="28275"/>
            </a:xfrm>
            <a:custGeom>
              <a:avLst/>
              <a:gdLst/>
              <a:ahLst/>
              <a:cxnLst/>
              <a:rect l="l" t="t" r="r" b="b"/>
              <a:pathLst>
                <a:path w="2257" h="1131" extrusionOk="0">
                  <a:moveTo>
                    <a:pt x="564" y="1"/>
                  </a:moveTo>
                  <a:cubicBezTo>
                    <a:pt x="251" y="1"/>
                    <a:pt x="1" y="254"/>
                    <a:pt x="1" y="567"/>
                  </a:cubicBezTo>
                  <a:cubicBezTo>
                    <a:pt x="1" y="877"/>
                    <a:pt x="251" y="1130"/>
                    <a:pt x="564" y="1130"/>
                  </a:cubicBezTo>
                  <a:lnTo>
                    <a:pt x="1693" y="1130"/>
                  </a:lnTo>
                  <a:cubicBezTo>
                    <a:pt x="2006" y="1130"/>
                    <a:pt x="2256" y="877"/>
                    <a:pt x="2256" y="567"/>
                  </a:cubicBezTo>
                  <a:cubicBezTo>
                    <a:pt x="2256" y="254"/>
                    <a:pt x="2006" y="1"/>
                    <a:pt x="169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245" name="Google Shape;1245;p38"/>
            <p:cNvSpPr/>
            <p:nvPr/>
          </p:nvSpPr>
          <p:spPr>
            <a:xfrm>
              <a:off x="5477925" y="2102800"/>
              <a:ext cx="50675" cy="47900"/>
            </a:xfrm>
            <a:custGeom>
              <a:avLst/>
              <a:gdLst/>
              <a:ahLst/>
              <a:cxnLst/>
              <a:rect l="l" t="t" r="r" b="b"/>
              <a:pathLst>
                <a:path w="2027" h="1916" extrusionOk="0">
                  <a:moveTo>
                    <a:pt x="1405" y="0"/>
                  </a:moveTo>
                  <a:cubicBezTo>
                    <a:pt x="1264" y="0"/>
                    <a:pt x="1123" y="53"/>
                    <a:pt x="1015" y="158"/>
                  </a:cubicBezTo>
                  <a:lnTo>
                    <a:pt x="214" y="959"/>
                  </a:lnTo>
                  <a:cubicBezTo>
                    <a:pt x="0" y="1179"/>
                    <a:pt x="3" y="1531"/>
                    <a:pt x="223" y="1748"/>
                  </a:cubicBezTo>
                  <a:cubicBezTo>
                    <a:pt x="333" y="1860"/>
                    <a:pt x="478" y="1915"/>
                    <a:pt x="623" y="1915"/>
                  </a:cubicBezTo>
                  <a:cubicBezTo>
                    <a:pt x="764" y="1915"/>
                    <a:pt x="905" y="1863"/>
                    <a:pt x="1015" y="1757"/>
                  </a:cubicBezTo>
                  <a:lnTo>
                    <a:pt x="1813" y="959"/>
                  </a:lnTo>
                  <a:cubicBezTo>
                    <a:pt x="2027" y="736"/>
                    <a:pt x="2024" y="384"/>
                    <a:pt x="1804" y="167"/>
                  </a:cubicBezTo>
                  <a:cubicBezTo>
                    <a:pt x="1694" y="56"/>
                    <a:pt x="1549" y="0"/>
                    <a:pt x="140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246" name="Google Shape;1246;p38"/>
            <p:cNvSpPr/>
            <p:nvPr/>
          </p:nvSpPr>
          <p:spPr>
            <a:xfrm>
              <a:off x="5477775" y="2272000"/>
              <a:ext cx="50825" cy="48075"/>
            </a:xfrm>
            <a:custGeom>
              <a:avLst/>
              <a:gdLst/>
              <a:ahLst/>
              <a:cxnLst/>
              <a:rect l="l" t="t" r="r" b="b"/>
              <a:pathLst>
                <a:path w="2033" h="1923" extrusionOk="0">
                  <a:moveTo>
                    <a:pt x="621" y="1"/>
                  </a:moveTo>
                  <a:cubicBezTo>
                    <a:pt x="476" y="1"/>
                    <a:pt x="331" y="56"/>
                    <a:pt x="220" y="166"/>
                  </a:cubicBezTo>
                  <a:cubicBezTo>
                    <a:pt x="0" y="388"/>
                    <a:pt x="0" y="744"/>
                    <a:pt x="220" y="967"/>
                  </a:cubicBezTo>
                  <a:lnTo>
                    <a:pt x="1021" y="1765"/>
                  </a:lnTo>
                  <a:cubicBezTo>
                    <a:pt x="1129" y="1870"/>
                    <a:pt x="1270" y="1923"/>
                    <a:pt x="1411" y="1923"/>
                  </a:cubicBezTo>
                  <a:cubicBezTo>
                    <a:pt x="1555" y="1923"/>
                    <a:pt x="1700" y="1867"/>
                    <a:pt x="1810" y="1756"/>
                  </a:cubicBezTo>
                  <a:cubicBezTo>
                    <a:pt x="2030" y="1539"/>
                    <a:pt x="2033" y="1186"/>
                    <a:pt x="1819" y="967"/>
                  </a:cubicBezTo>
                  <a:lnTo>
                    <a:pt x="1021" y="166"/>
                  </a:lnTo>
                  <a:cubicBezTo>
                    <a:pt x="910" y="56"/>
                    <a:pt x="765" y="1"/>
                    <a:pt x="62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247" name="Google Shape;1247;p38"/>
          <p:cNvGrpSpPr/>
          <p:nvPr/>
        </p:nvGrpSpPr>
        <p:grpSpPr>
          <a:xfrm>
            <a:off x="6408928" y="3054550"/>
            <a:ext cx="232143" cy="217584"/>
            <a:chOff x="4456875" y="2635825"/>
            <a:chExt cx="481825" cy="451700"/>
          </a:xfrm>
        </p:grpSpPr>
        <p:sp>
          <p:nvSpPr>
            <p:cNvPr id="1248" name="Google Shape;1248;p38"/>
            <p:cNvSpPr/>
            <p:nvPr/>
          </p:nvSpPr>
          <p:spPr>
            <a:xfrm>
              <a:off x="4542475" y="3031050"/>
              <a:ext cx="189725" cy="56475"/>
            </a:xfrm>
            <a:custGeom>
              <a:avLst/>
              <a:gdLst/>
              <a:ahLst/>
              <a:cxnLst/>
              <a:rect l="l" t="t" r="r" b="b"/>
              <a:pathLst>
                <a:path w="7589" h="2259" extrusionOk="0">
                  <a:moveTo>
                    <a:pt x="2792" y="0"/>
                  </a:moveTo>
                  <a:lnTo>
                    <a:pt x="2415" y="1130"/>
                  </a:lnTo>
                  <a:lnTo>
                    <a:pt x="567" y="1130"/>
                  </a:lnTo>
                  <a:cubicBezTo>
                    <a:pt x="253" y="1130"/>
                    <a:pt x="0" y="1383"/>
                    <a:pt x="0" y="1696"/>
                  </a:cubicBezTo>
                  <a:cubicBezTo>
                    <a:pt x="0" y="2006"/>
                    <a:pt x="253" y="2259"/>
                    <a:pt x="567" y="2259"/>
                  </a:cubicBezTo>
                  <a:lnTo>
                    <a:pt x="7589" y="2259"/>
                  </a:lnTo>
                  <a:cubicBezTo>
                    <a:pt x="7101" y="1831"/>
                    <a:pt x="6821" y="1214"/>
                    <a:pt x="6821" y="567"/>
                  </a:cubicBezTo>
                  <a:lnTo>
                    <a:pt x="68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249" name="Google Shape;1249;p38"/>
            <p:cNvSpPr/>
            <p:nvPr/>
          </p:nvSpPr>
          <p:spPr>
            <a:xfrm>
              <a:off x="4456875" y="2946350"/>
              <a:ext cx="256125" cy="56500"/>
            </a:xfrm>
            <a:custGeom>
              <a:avLst/>
              <a:gdLst/>
              <a:ahLst/>
              <a:cxnLst/>
              <a:rect l="l" t="t" r="r" b="b"/>
              <a:pathLst>
                <a:path w="10245" h="2260" extrusionOk="0">
                  <a:moveTo>
                    <a:pt x="1" y="1"/>
                  </a:moveTo>
                  <a:lnTo>
                    <a:pt x="1" y="567"/>
                  </a:lnTo>
                  <a:cubicBezTo>
                    <a:pt x="1" y="1500"/>
                    <a:pt x="756" y="2259"/>
                    <a:pt x="1693" y="2259"/>
                  </a:cubicBezTo>
                  <a:lnTo>
                    <a:pt x="10245" y="2259"/>
                  </a:lnTo>
                  <a:lnTo>
                    <a:pt x="1024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250" name="Google Shape;1250;p38"/>
            <p:cNvSpPr/>
            <p:nvPr/>
          </p:nvSpPr>
          <p:spPr>
            <a:xfrm>
              <a:off x="4741225" y="2861675"/>
              <a:ext cx="169400" cy="141175"/>
            </a:xfrm>
            <a:custGeom>
              <a:avLst/>
              <a:gdLst/>
              <a:ahLst/>
              <a:cxnLst/>
              <a:rect l="l" t="t" r="r" b="b"/>
              <a:pathLst>
                <a:path w="6776" h="5647" extrusionOk="0">
                  <a:moveTo>
                    <a:pt x="0" y="0"/>
                  </a:moveTo>
                  <a:lnTo>
                    <a:pt x="0" y="5646"/>
                  </a:lnTo>
                  <a:lnTo>
                    <a:pt x="6775" y="5646"/>
                  </a:lnTo>
                  <a:lnTo>
                    <a:pt x="677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251" name="Google Shape;1251;p38"/>
            <p:cNvSpPr/>
            <p:nvPr/>
          </p:nvSpPr>
          <p:spPr>
            <a:xfrm>
              <a:off x="4741225" y="3031050"/>
              <a:ext cx="169400" cy="42400"/>
            </a:xfrm>
            <a:custGeom>
              <a:avLst/>
              <a:gdLst/>
              <a:ahLst/>
              <a:cxnLst/>
              <a:rect l="l" t="t" r="r" b="b"/>
              <a:pathLst>
                <a:path w="6776" h="1696" extrusionOk="0">
                  <a:moveTo>
                    <a:pt x="0" y="0"/>
                  </a:moveTo>
                  <a:lnTo>
                    <a:pt x="0" y="567"/>
                  </a:lnTo>
                  <a:cubicBezTo>
                    <a:pt x="0" y="1190"/>
                    <a:pt x="506" y="1696"/>
                    <a:pt x="1129" y="1696"/>
                  </a:cubicBezTo>
                  <a:lnTo>
                    <a:pt x="5646" y="1696"/>
                  </a:lnTo>
                  <a:cubicBezTo>
                    <a:pt x="6270" y="1696"/>
                    <a:pt x="6775" y="1190"/>
                    <a:pt x="6775" y="567"/>
                  </a:cubicBezTo>
                  <a:lnTo>
                    <a:pt x="677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252" name="Google Shape;1252;p38"/>
            <p:cNvSpPr/>
            <p:nvPr/>
          </p:nvSpPr>
          <p:spPr>
            <a:xfrm>
              <a:off x="4456875" y="2635825"/>
              <a:ext cx="481825" cy="282325"/>
            </a:xfrm>
            <a:custGeom>
              <a:avLst/>
              <a:gdLst/>
              <a:ahLst/>
              <a:cxnLst/>
              <a:rect l="l" t="t" r="r" b="b"/>
              <a:pathLst>
                <a:path w="19273" h="11293" extrusionOk="0">
                  <a:moveTo>
                    <a:pt x="1693" y="0"/>
                  </a:moveTo>
                  <a:cubicBezTo>
                    <a:pt x="756" y="0"/>
                    <a:pt x="1" y="759"/>
                    <a:pt x="1" y="1696"/>
                  </a:cubicBezTo>
                  <a:lnTo>
                    <a:pt x="1" y="11293"/>
                  </a:lnTo>
                  <a:lnTo>
                    <a:pt x="10245" y="11293"/>
                  </a:lnTo>
                  <a:lnTo>
                    <a:pt x="10245" y="7342"/>
                  </a:lnTo>
                  <a:cubicBezTo>
                    <a:pt x="10245" y="6092"/>
                    <a:pt x="11257" y="5083"/>
                    <a:pt x="12503" y="5083"/>
                  </a:cubicBezTo>
                  <a:lnTo>
                    <a:pt x="17020" y="5083"/>
                  </a:lnTo>
                  <a:cubicBezTo>
                    <a:pt x="18201" y="5083"/>
                    <a:pt x="19179" y="5993"/>
                    <a:pt x="19273" y="7167"/>
                  </a:cubicBezTo>
                  <a:lnTo>
                    <a:pt x="19273" y="1696"/>
                  </a:lnTo>
                  <a:cubicBezTo>
                    <a:pt x="19270" y="759"/>
                    <a:pt x="18514" y="0"/>
                    <a:pt x="1757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253" name="Google Shape;1253;p38"/>
            <p:cNvSpPr/>
            <p:nvPr/>
          </p:nvSpPr>
          <p:spPr>
            <a:xfrm>
              <a:off x="4741225" y="2791125"/>
              <a:ext cx="169400" cy="42325"/>
            </a:xfrm>
            <a:custGeom>
              <a:avLst/>
              <a:gdLst/>
              <a:ahLst/>
              <a:cxnLst/>
              <a:rect l="l" t="t" r="r" b="b"/>
              <a:pathLst>
                <a:path w="6776" h="1693" extrusionOk="0">
                  <a:moveTo>
                    <a:pt x="1129" y="1"/>
                  </a:moveTo>
                  <a:cubicBezTo>
                    <a:pt x="506" y="1"/>
                    <a:pt x="0" y="503"/>
                    <a:pt x="0" y="1130"/>
                  </a:cubicBezTo>
                  <a:lnTo>
                    <a:pt x="0" y="1693"/>
                  </a:lnTo>
                  <a:lnTo>
                    <a:pt x="6775" y="1693"/>
                  </a:lnTo>
                  <a:lnTo>
                    <a:pt x="6775" y="1130"/>
                  </a:lnTo>
                  <a:cubicBezTo>
                    <a:pt x="6775" y="503"/>
                    <a:pt x="6270" y="1"/>
                    <a:pt x="56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" name="Google Shape;1258;p39"/>
          <p:cNvSpPr txBox="1">
            <a:spLocks noGrp="1"/>
          </p:cNvSpPr>
          <p:nvPr>
            <p:ph type="title"/>
          </p:nvPr>
        </p:nvSpPr>
        <p:spPr>
          <a:xfrm>
            <a:off x="483675" y="415425"/>
            <a:ext cx="82032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Data Charts Infographics</a:t>
            </a:r>
            <a:endParaRPr/>
          </a:p>
        </p:txBody>
      </p:sp>
      <p:grpSp>
        <p:nvGrpSpPr>
          <p:cNvPr id="1259" name="Google Shape;1259;p39"/>
          <p:cNvGrpSpPr/>
          <p:nvPr/>
        </p:nvGrpSpPr>
        <p:grpSpPr>
          <a:xfrm>
            <a:off x="1328147" y="1272138"/>
            <a:ext cx="7046276" cy="2604300"/>
            <a:chOff x="1392366" y="1291075"/>
            <a:chExt cx="7088096" cy="2604300"/>
          </a:xfrm>
        </p:grpSpPr>
        <p:cxnSp>
          <p:nvCxnSpPr>
            <p:cNvPr id="1260" name="Google Shape;1260;p39"/>
            <p:cNvCxnSpPr/>
            <p:nvPr/>
          </p:nvCxnSpPr>
          <p:spPr>
            <a:xfrm>
              <a:off x="1392366" y="1291075"/>
              <a:ext cx="7088096" cy="0"/>
            </a:xfrm>
            <a:prstGeom prst="straightConnector1">
              <a:avLst/>
            </a:prstGeom>
            <a:noFill/>
            <a:ln w="9525" cap="flat" cmpd="sng">
              <a:solidFill>
                <a:srgbClr val="D9D9D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61" name="Google Shape;1261;p39"/>
            <p:cNvCxnSpPr/>
            <p:nvPr/>
          </p:nvCxnSpPr>
          <p:spPr>
            <a:xfrm>
              <a:off x="1392366" y="1551505"/>
              <a:ext cx="7088096" cy="0"/>
            </a:xfrm>
            <a:prstGeom prst="straightConnector1">
              <a:avLst/>
            </a:prstGeom>
            <a:noFill/>
            <a:ln w="9525" cap="flat" cmpd="sng">
              <a:solidFill>
                <a:srgbClr val="D9D9D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62" name="Google Shape;1262;p39"/>
            <p:cNvCxnSpPr/>
            <p:nvPr/>
          </p:nvCxnSpPr>
          <p:spPr>
            <a:xfrm>
              <a:off x="1392366" y="1811935"/>
              <a:ext cx="7088096" cy="0"/>
            </a:xfrm>
            <a:prstGeom prst="straightConnector1">
              <a:avLst/>
            </a:prstGeom>
            <a:noFill/>
            <a:ln w="9525" cap="flat" cmpd="sng">
              <a:solidFill>
                <a:srgbClr val="D9D9D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63" name="Google Shape;1263;p39"/>
            <p:cNvCxnSpPr/>
            <p:nvPr/>
          </p:nvCxnSpPr>
          <p:spPr>
            <a:xfrm>
              <a:off x="1392366" y="2072365"/>
              <a:ext cx="7088096" cy="0"/>
            </a:xfrm>
            <a:prstGeom prst="straightConnector1">
              <a:avLst/>
            </a:prstGeom>
            <a:noFill/>
            <a:ln w="9525" cap="flat" cmpd="sng">
              <a:solidFill>
                <a:srgbClr val="D9D9D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64" name="Google Shape;1264;p39"/>
            <p:cNvCxnSpPr/>
            <p:nvPr/>
          </p:nvCxnSpPr>
          <p:spPr>
            <a:xfrm>
              <a:off x="1392366" y="2332795"/>
              <a:ext cx="7088096" cy="0"/>
            </a:xfrm>
            <a:prstGeom prst="straightConnector1">
              <a:avLst/>
            </a:prstGeom>
            <a:noFill/>
            <a:ln w="9525" cap="flat" cmpd="sng">
              <a:solidFill>
                <a:srgbClr val="D9D9D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65" name="Google Shape;1265;p39"/>
            <p:cNvCxnSpPr/>
            <p:nvPr/>
          </p:nvCxnSpPr>
          <p:spPr>
            <a:xfrm>
              <a:off x="1392366" y="2593225"/>
              <a:ext cx="7088096" cy="0"/>
            </a:xfrm>
            <a:prstGeom prst="straightConnector1">
              <a:avLst/>
            </a:prstGeom>
            <a:noFill/>
            <a:ln w="9525" cap="flat" cmpd="sng">
              <a:solidFill>
                <a:srgbClr val="D9D9D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66" name="Google Shape;1266;p39"/>
            <p:cNvCxnSpPr/>
            <p:nvPr/>
          </p:nvCxnSpPr>
          <p:spPr>
            <a:xfrm>
              <a:off x="1392366" y="2853655"/>
              <a:ext cx="7088096" cy="0"/>
            </a:xfrm>
            <a:prstGeom prst="straightConnector1">
              <a:avLst/>
            </a:prstGeom>
            <a:noFill/>
            <a:ln w="9525" cap="flat" cmpd="sng">
              <a:solidFill>
                <a:srgbClr val="D9D9D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67" name="Google Shape;1267;p39"/>
            <p:cNvCxnSpPr/>
            <p:nvPr/>
          </p:nvCxnSpPr>
          <p:spPr>
            <a:xfrm>
              <a:off x="1392366" y="3114085"/>
              <a:ext cx="7088096" cy="0"/>
            </a:xfrm>
            <a:prstGeom prst="straightConnector1">
              <a:avLst/>
            </a:prstGeom>
            <a:noFill/>
            <a:ln w="9525" cap="flat" cmpd="sng">
              <a:solidFill>
                <a:srgbClr val="D9D9D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68" name="Google Shape;1268;p39"/>
            <p:cNvCxnSpPr/>
            <p:nvPr/>
          </p:nvCxnSpPr>
          <p:spPr>
            <a:xfrm>
              <a:off x="1392366" y="3374515"/>
              <a:ext cx="7088096" cy="0"/>
            </a:xfrm>
            <a:prstGeom prst="straightConnector1">
              <a:avLst/>
            </a:prstGeom>
            <a:noFill/>
            <a:ln w="9525" cap="flat" cmpd="sng">
              <a:solidFill>
                <a:srgbClr val="D9D9D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69" name="Google Shape;1269;p39"/>
            <p:cNvCxnSpPr/>
            <p:nvPr/>
          </p:nvCxnSpPr>
          <p:spPr>
            <a:xfrm>
              <a:off x="1392366" y="3634945"/>
              <a:ext cx="7088096" cy="0"/>
            </a:xfrm>
            <a:prstGeom prst="straightConnector1">
              <a:avLst/>
            </a:prstGeom>
            <a:noFill/>
            <a:ln w="9525" cap="flat" cmpd="sng">
              <a:solidFill>
                <a:srgbClr val="D9D9D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70" name="Google Shape;1270;p39"/>
            <p:cNvCxnSpPr/>
            <p:nvPr/>
          </p:nvCxnSpPr>
          <p:spPr>
            <a:xfrm>
              <a:off x="1392366" y="3895375"/>
              <a:ext cx="7088096" cy="0"/>
            </a:xfrm>
            <a:prstGeom prst="straightConnector1">
              <a:avLst/>
            </a:prstGeom>
            <a:noFill/>
            <a:ln w="9525" cap="flat" cmpd="sng">
              <a:solidFill>
                <a:srgbClr val="D9D9D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271" name="Google Shape;1271;p39"/>
          <p:cNvGrpSpPr/>
          <p:nvPr/>
        </p:nvGrpSpPr>
        <p:grpSpPr>
          <a:xfrm>
            <a:off x="733688" y="1171638"/>
            <a:ext cx="523200" cy="2805300"/>
            <a:chOff x="792975" y="1190575"/>
            <a:chExt cx="523200" cy="2805300"/>
          </a:xfrm>
        </p:grpSpPr>
        <p:sp>
          <p:nvSpPr>
            <p:cNvPr id="1272" name="Google Shape;1272;p39"/>
            <p:cNvSpPr txBox="1"/>
            <p:nvPr/>
          </p:nvSpPr>
          <p:spPr>
            <a:xfrm>
              <a:off x="792975" y="3794875"/>
              <a:ext cx="5232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0</a:t>
              </a:r>
              <a:endParaRPr sz="10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73" name="Google Shape;1273;p39"/>
            <p:cNvSpPr txBox="1"/>
            <p:nvPr/>
          </p:nvSpPr>
          <p:spPr>
            <a:xfrm>
              <a:off x="792975" y="3534445"/>
              <a:ext cx="5232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100</a:t>
              </a:r>
              <a:endParaRPr sz="10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74" name="Google Shape;1274;p39"/>
            <p:cNvSpPr txBox="1"/>
            <p:nvPr/>
          </p:nvSpPr>
          <p:spPr>
            <a:xfrm>
              <a:off x="792975" y="3274015"/>
              <a:ext cx="5232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200</a:t>
              </a:r>
              <a:endParaRPr sz="10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75" name="Google Shape;1275;p39"/>
            <p:cNvSpPr txBox="1"/>
            <p:nvPr/>
          </p:nvSpPr>
          <p:spPr>
            <a:xfrm>
              <a:off x="792975" y="3013585"/>
              <a:ext cx="5232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300</a:t>
              </a:r>
              <a:endParaRPr sz="10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76" name="Google Shape;1276;p39"/>
            <p:cNvSpPr txBox="1"/>
            <p:nvPr/>
          </p:nvSpPr>
          <p:spPr>
            <a:xfrm>
              <a:off x="792975" y="2753155"/>
              <a:ext cx="5232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400</a:t>
              </a:r>
              <a:endParaRPr sz="10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77" name="Google Shape;1277;p39"/>
            <p:cNvSpPr txBox="1"/>
            <p:nvPr/>
          </p:nvSpPr>
          <p:spPr>
            <a:xfrm>
              <a:off x="792975" y="2492725"/>
              <a:ext cx="5232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500</a:t>
              </a:r>
              <a:endParaRPr sz="10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78" name="Google Shape;1278;p39"/>
            <p:cNvSpPr txBox="1"/>
            <p:nvPr/>
          </p:nvSpPr>
          <p:spPr>
            <a:xfrm>
              <a:off x="792975" y="2232295"/>
              <a:ext cx="5232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600</a:t>
              </a:r>
              <a:endParaRPr sz="10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79" name="Google Shape;1279;p39"/>
            <p:cNvSpPr txBox="1"/>
            <p:nvPr/>
          </p:nvSpPr>
          <p:spPr>
            <a:xfrm>
              <a:off x="792975" y="1971865"/>
              <a:ext cx="5232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700</a:t>
              </a:r>
              <a:endParaRPr sz="10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80" name="Google Shape;1280;p39"/>
            <p:cNvSpPr txBox="1"/>
            <p:nvPr/>
          </p:nvSpPr>
          <p:spPr>
            <a:xfrm>
              <a:off x="792975" y="1711435"/>
              <a:ext cx="5232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800</a:t>
              </a:r>
              <a:endParaRPr sz="10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81" name="Google Shape;1281;p39"/>
            <p:cNvSpPr txBox="1"/>
            <p:nvPr/>
          </p:nvSpPr>
          <p:spPr>
            <a:xfrm>
              <a:off x="792975" y="1451005"/>
              <a:ext cx="5232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900</a:t>
              </a:r>
              <a:endParaRPr sz="10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82" name="Google Shape;1282;p39"/>
            <p:cNvSpPr txBox="1"/>
            <p:nvPr/>
          </p:nvSpPr>
          <p:spPr>
            <a:xfrm>
              <a:off x="792975" y="1190575"/>
              <a:ext cx="5232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1000</a:t>
              </a:r>
              <a:endParaRPr sz="10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83" name="Google Shape;1283;p39"/>
          <p:cNvGrpSpPr/>
          <p:nvPr/>
        </p:nvGrpSpPr>
        <p:grpSpPr>
          <a:xfrm>
            <a:off x="1284602" y="3095138"/>
            <a:ext cx="1242600" cy="1540313"/>
            <a:chOff x="1447813" y="3114075"/>
            <a:chExt cx="1242600" cy="1540313"/>
          </a:xfrm>
        </p:grpSpPr>
        <p:sp>
          <p:nvSpPr>
            <p:cNvPr id="1284" name="Google Shape;1284;p39"/>
            <p:cNvSpPr/>
            <p:nvPr/>
          </p:nvSpPr>
          <p:spPr>
            <a:xfrm>
              <a:off x="1716313" y="3114075"/>
              <a:ext cx="705600" cy="781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300</a:t>
              </a:r>
              <a:endParaRPr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285" name="Google Shape;1285;p39"/>
            <p:cNvGrpSpPr/>
            <p:nvPr/>
          </p:nvGrpSpPr>
          <p:grpSpPr>
            <a:xfrm>
              <a:off x="1447813" y="3995863"/>
              <a:ext cx="1242600" cy="658525"/>
              <a:chOff x="1837513" y="3944913"/>
              <a:chExt cx="1242600" cy="658525"/>
            </a:xfrm>
          </p:grpSpPr>
          <p:sp>
            <p:nvSpPr>
              <p:cNvPr id="1286" name="Google Shape;1286;p39"/>
              <p:cNvSpPr txBox="1"/>
              <p:nvPr/>
            </p:nvSpPr>
            <p:spPr>
              <a:xfrm>
                <a:off x="1837513" y="3944913"/>
                <a:ext cx="1242600" cy="204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500">
                    <a:solidFill>
                      <a:schemeClr val="accent1"/>
                    </a:solidFill>
                    <a:latin typeface="Fira Sans Extra Condensed Medium"/>
                    <a:ea typeface="Fira Sans Extra Condensed Medium"/>
                    <a:cs typeface="Fira Sans Extra Condensed Medium"/>
                    <a:sym typeface="Fira Sans Extra Condensed Medium"/>
                  </a:rPr>
                  <a:t>Venus</a:t>
                </a:r>
                <a:endParaRPr sz="150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endParaRPr>
              </a:p>
            </p:txBody>
          </p:sp>
          <p:sp>
            <p:nvSpPr>
              <p:cNvPr id="1287" name="Google Shape;1287;p39"/>
              <p:cNvSpPr txBox="1"/>
              <p:nvPr/>
            </p:nvSpPr>
            <p:spPr>
              <a:xfrm>
                <a:off x="1837513" y="4226038"/>
                <a:ext cx="1242600" cy="37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rPr>
                  <a:t>Venus has a beautiful name</a:t>
                </a:r>
                <a:endParaRPr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grpSp>
        <p:nvGrpSpPr>
          <p:cNvPr id="1288" name="Google Shape;1288;p39"/>
          <p:cNvGrpSpPr/>
          <p:nvPr/>
        </p:nvGrpSpPr>
        <p:grpSpPr>
          <a:xfrm>
            <a:off x="2755381" y="2834713"/>
            <a:ext cx="1242604" cy="1800738"/>
            <a:chOff x="2918591" y="2853650"/>
            <a:chExt cx="1242604" cy="1800738"/>
          </a:xfrm>
        </p:grpSpPr>
        <p:sp>
          <p:nvSpPr>
            <p:cNvPr id="1289" name="Google Shape;1289;p39"/>
            <p:cNvSpPr/>
            <p:nvPr/>
          </p:nvSpPr>
          <p:spPr>
            <a:xfrm>
              <a:off x="3187100" y="2853650"/>
              <a:ext cx="705600" cy="260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100</a:t>
              </a:r>
              <a:endParaRPr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290" name="Google Shape;1290;p39"/>
            <p:cNvGrpSpPr/>
            <p:nvPr/>
          </p:nvGrpSpPr>
          <p:grpSpPr>
            <a:xfrm>
              <a:off x="2918591" y="3995863"/>
              <a:ext cx="1242604" cy="658525"/>
              <a:chOff x="3246313" y="3944913"/>
              <a:chExt cx="1242604" cy="658525"/>
            </a:xfrm>
          </p:grpSpPr>
          <p:sp>
            <p:nvSpPr>
              <p:cNvPr id="1291" name="Google Shape;1291;p39"/>
              <p:cNvSpPr txBox="1"/>
              <p:nvPr/>
            </p:nvSpPr>
            <p:spPr>
              <a:xfrm>
                <a:off x="3246313" y="3944913"/>
                <a:ext cx="1242600" cy="204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500">
                    <a:solidFill>
                      <a:schemeClr val="accent2"/>
                    </a:solidFill>
                    <a:latin typeface="Fira Sans Extra Condensed Medium"/>
                    <a:ea typeface="Fira Sans Extra Condensed Medium"/>
                    <a:cs typeface="Fira Sans Extra Condensed Medium"/>
                    <a:sym typeface="Fira Sans Extra Condensed Medium"/>
                  </a:rPr>
                  <a:t>Mars</a:t>
                </a:r>
                <a:endParaRPr sz="150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endParaRPr>
              </a:p>
            </p:txBody>
          </p:sp>
          <p:sp>
            <p:nvSpPr>
              <p:cNvPr id="1292" name="Google Shape;1292;p39"/>
              <p:cNvSpPr txBox="1"/>
              <p:nvPr/>
            </p:nvSpPr>
            <p:spPr>
              <a:xfrm>
                <a:off x="3246316" y="4226038"/>
                <a:ext cx="1242600" cy="37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rPr>
                  <a:t>Mars is a cold place</a:t>
                </a:r>
                <a:endParaRPr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grpSp>
        <p:nvGrpSpPr>
          <p:cNvPr id="1293" name="Google Shape;1293;p39"/>
          <p:cNvGrpSpPr/>
          <p:nvPr/>
        </p:nvGrpSpPr>
        <p:grpSpPr>
          <a:xfrm>
            <a:off x="5696950" y="1272138"/>
            <a:ext cx="1242611" cy="3363313"/>
            <a:chOff x="5860160" y="1291075"/>
            <a:chExt cx="1242611" cy="3363313"/>
          </a:xfrm>
        </p:grpSpPr>
        <p:sp>
          <p:nvSpPr>
            <p:cNvPr id="1294" name="Google Shape;1294;p39"/>
            <p:cNvSpPr/>
            <p:nvPr/>
          </p:nvSpPr>
          <p:spPr>
            <a:xfrm>
              <a:off x="6128663" y="1291075"/>
              <a:ext cx="705600" cy="5208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200</a:t>
              </a:r>
              <a:endParaRPr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295" name="Google Shape;1295;p39"/>
            <p:cNvGrpSpPr/>
            <p:nvPr/>
          </p:nvGrpSpPr>
          <p:grpSpPr>
            <a:xfrm>
              <a:off x="5860160" y="3995863"/>
              <a:ext cx="1242611" cy="658525"/>
              <a:chOff x="6063950" y="3944913"/>
              <a:chExt cx="1242611" cy="658525"/>
            </a:xfrm>
          </p:grpSpPr>
          <p:sp>
            <p:nvSpPr>
              <p:cNvPr id="1296" name="Google Shape;1296;p39"/>
              <p:cNvSpPr txBox="1"/>
              <p:nvPr/>
            </p:nvSpPr>
            <p:spPr>
              <a:xfrm>
                <a:off x="6063950" y="3944913"/>
                <a:ext cx="1242600" cy="204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500">
                    <a:solidFill>
                      <a:schemeClr val="accent4"/>
                    </a:solidFill>
                    <a:latin typeface="Fira Sans Extra Condensed Medium"/>
                    <a:ea typeface="Fira Sans Extra Condensed Medium"/>
                    <a:cs typeface="Fira Sans Extra Condensed Medium"/>
                    <a:sym typeface="Fira Sans Extra Condensed Medium"/>
                  </a:rPr>
                  <a:t>Saturn</a:t>
                </a:r>
                <a:endParaRPr sz="1500">
                  <a:solidFill>
                    <a:schemeClr val="accent4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endParaRPr>
              </a:p>
            </p:txBody>
          </p:sp>
          <p:sp>
            <p:nvSpPr>
              <p:cNvPr id="1297" name="Google Shape;1297;p39"/>
              <p:cNvSpPr txBox="1"/>
              <p:nvPr/>
            </p:nvSpPr>
            <p:spPr>
              <a:xfrm>
                <a:off x="6063962" y="4226038"/>
                <a:ext cx="1242600" cy="37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rPr>
                  <a:t>Saturn has several rings</a:t>
                </a:r>
                <a:endParaRPr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grpSp>
        <p:nvGrpSpPr>
          <p:cNvPr id="1298" name="Google Shape;1298;p39"/>
          <p:cNvGrpSpPr/>
          <p:nvPr/>
        </p:nvGrpSpPr>
        <p:grpSpPr>
          <a:xfrm>
            <a:off x="4226163" y="1792988"/>
            <a:ext cx="1242608" cy="2842463"/>
            <a:chOff x="4389374" y="1811925"/>
            <a:chExt cx="1242608" cy="2842463"/>
          </a:xfrm>
        </p:grpSpPr>
        <p:sp>
          <p:nvSpPr>
            <p:cNvPr id="1299" name="Google Shape;1299;p39"/>
            <p:cNvSpPr/>
            <p:nvPr/>
          </p:nvSpPr>
          <p:spPr>
            <a:xfrm>
              <a:off x="4657875" y="1811925"/>
              <a:ext cx="705600" cy="10419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400</a:t>
              </a:r>
              <a:endParaRPr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300" name="Google Shape;1300;p39"/>
            <p:cNvGrpSpPr/>
            <p:nvPr/>
          </p:nvGrpSpPr>
          <p:grpSpPr>
            <a:xfrm>
              <a:off x="4389374" y="3995863"/>
              <a:ext cx="1242608" cy="658525"/>
              <a:chOff x="4655132" y="3944913"/>
              <a:chExt cx="1242608" cy="658525"/>
            </a:xfrm>
          </p:grpSpPr>
          <p:sp>
            <p:nvSpPr>
              <p:cNvPr id="1301" name="Google Shape;1301;p39"/>
              <p:cNvSpPr txBox="1"/>
              <p:nvPr/>
            </p:nvSpPr>
            <p:spPr>
              <a:xfrm>
                <a:off x="4655132" y="3944913"/>
                <a:ext cx="1242600" cy="204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500">
                    <a:solidFill>
                      <a:schemeClr val="accent3"/>
                    </a:solidFill>
                    <a:latin typeface="Fira Sans Extra Condensed Medium"/>
                    <a:ea typeface="Fira Sans Extra Condensed Medium"/>
                    <a:cs typeface="Fira Sans Extra Condensed Medium"/>
                    <a:sym typeface="Fira Sans Extra Condensed Medium"/>
                  </a:rPr>
                  <a:t>Jupiter</a:t>
                </a:r>
                <a:endParaRPr sz="150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endParaRPr>
              </a:p>
            </p:txBody>
          </p:sp>
          <p:sp>
            <p:nvSpPr>
              <p:cNvPr id="1302" name="Google Shape;1302;p39"/>
              <p:cNvSpPr txBox="1"/>
              <p:nvPr/>
            </p:nvSpPr>
            <p:spPr>
              <a:xfrm>
                <a:off x="4655139" y="4226038"/>
                <a:ext cx="1242600" cy="37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rPr>
                  <a:t>Jupiter is the biggest planet</a:t>
                </a:r>
                <a:endParaRPr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grpSp>
        <p:nvGrpSpPr>
          <p:cNvPr id="1303" name="Google Shape;1303;p39"/>
          <p:cNvGrpSpPr/>
          <p:nvPr/>
        </p:nvGrpSpPr>
        <p:grpSpPr>
          <a:xfrm>
            <a:off x="7167740" y="1272138"/>
            <a:ext cx="1242611" cy="3363313"/>
            <a:chOff x="7330950" y="1291075"/>
            <a:chExt cx="1242611" cy="3363313"/>
          </a:xfrm>
        </p:grpSpPr>
        <p:sp>
          <p:nvSpPr>
            <p:cNvPr id="1304" name="Google Shape;1304;p39"/>
            <p:cNvSpPr/>
            <p:nvPr/>
          </p:nvSpPr>
          <p:spPr>
            <a:xfrm>
              <a:off x="7599450" y="1291075"/>
              <a:ext cx="705600" cy="2604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1000</a:t>
              </a:r>
              <a:endParaRPr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305" name="Google Shape;1305;p39"/>
            <p:cNvGrpSpPr/>
            <p:nvPr/>
          </p:nvGrpSpPr>
          <p:grpSpPr>
            <a:xfrm>
              <a:off x="7330950" y="3995863"/>
              <a:ext cx="1242611" cy="658525"/>
              <a:chOff x="6063950" y="3944913"/>
              <a:chExt cx="1242611" cy="658525"/>
            </a:xfrm>
          </p:grpSpPr>
          <p:sp>
            <p:nvSpPr>
              <p:cNvPr id="1306" name="Google Shape;1306;p39"/>
              <p:cNvSpPr txBox="1"/>
              <p:nvPr/>
            </p:nvSpPr>
            <p:spPr>
              <a:xfrm>
                <a:off x="6063950" y="3944913"/>
                <a:ext cx="1242600" cy="204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500">
                    <a:solidFill>
                      <a:schemeClr val="accent5"/>
                    </a:solidFill>
                    <a:latin typeface="Fira Sans Extra Condensed Medium"/>
                    <a:ea typeface="Fira Sans Extra Condensed Medium"/>
                    <a:cs typeface="Fira Sans Extra Condensed Medium"/>
                    <a:sym typeface="Fira Sans Extra Condensed Medium"/>
                  </a:rPr>
                  <a:t>Earth</a:t>
                </a:r>
                <a:endParaRPr sz="1500">
                  <a:solidFill>
                    <a:schemeClr val="accent5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endParaRPr>
              </a:p>
            </p:txBody>
          </p:sp>
          <p:sp>
            <p:nvSpPr>
              <p:cNvPr id="1307" name="Google Shape;1307;p39"/>
              <p:cNvSpPr txBox="1"/>
              <p:nvPr/>
            </p:nvSpPr>
            <p:spPr>
              <a:xfrm>
                <a:off x="6063962" y="4226038"/>
                <a:ext cx="1242600" cy="37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rPr>
                  <a:t>Earth is the planet with life</a:t>
                </a:r>
                <a:endParaRPr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Google Shape;1312;p40"/>
          <p:cNvSpPr txBox="1">
            <a:spLocks noGrp="1"/>
          </p:cNvSpPr>
          <p:nvPr>
            <p:ph type="title"/>
          </p:nvPr>
        </p:nvSpPr>
        <p:spPr>
          <a:xfrm>
            <a:off x="483675" y="415425"/>
            <a:ext cx="82032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Data Charts Infographics</a:t>
            </a:r>
            <a:endParaRPr/>
          </a:p>
        </p:txBody>
      </p:sp>
      <p:grpSp>
        <p:nvGrpSpPr>
          <p:cNvPr id="1313" name="Google Shape;1313;p40"/>
          <p:cNvGrpSpPr/>
          <p:nvPr/>
        </p:nvGrpSpPr>
        <p:grpSpPr>
          <a:xfrm>
            <a:off x="1693075" y="1984175"/>
            <a:ext cx="6358500" cy="2109532"/>
            <a:chOff x="1693075" y="1767450"/>
            <a:chExt cx="6358500" cy="2109532"/>
          </a:xfrm>
        </p:grpSpPr>
        <p:cxnSp>
          <p:nvCxnSpPr>
            <p:cNvPr id="1314" name="Google Shape;1314;p40"/>
            <p:cNvCxnSpPr/>
            <p:nvPr/>
          </p:nvCxnSpPr>
          <p:spPr>
            <a:xfrm>
              <a:off x="1693075" y="1767450"/>
              <a:ext cx="63585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15" name="Google Shape;1315;p40"/>
            <p:cNvCxnSpPr/>
            <p:nvPr/>
          </p:nvCxnSpPr>
          <p:spPr>
            <a:xfrm>
              <a:off x="1693075" y="2001843"/>
              <a:ext cx="63585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16" name="Google Shape;1316;p40"/>
            <p:cNvCxnSpPr/>
            <p:nvPr/>
          </p:nvCxnSpPr>
          <p:spPr>
            <a:xfrm>
              <a:off x="1693075" y="2236235"/>
              <a:ext cx="63585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17" name="Google Shape;1317;p40"/>
            <p:cNvCxnSpPr/>
            <p:nvPr/>
          </p:nvCxnSpPr>
          <p:spPr>
            <a:xfrm>
              <a:off x="1693075" y="2470628"/>
              <a:ext cx="63585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18" name="Google Shape;1318;p40"/>
            <p:cNvCxnSpPr/>
            <p:nvPr/>
          </p:nvCxnSpPr>
          <p:spPr>
            <a:xfrm>
              <a:off x="1693075" y="2705020"/>
              <a:ext cx="63585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19" name="Google Shape;1319;p40"/>
            <p:cNvCxnSpPr/>
            <p:nvPr/>
          </p:nvCxnSpPr>
          <p:spPr>
            <a:xfrm>
              <a:off x="1693075" y="2939413"/>
              <a:ext cx="63585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20" name="Google Shape;1320;p40"/>
            <p:cNvCxnSpPr/>
            <p:nvPr/>
          </p:nvCxnSpPr>
          <p:spPr>
            <a:xfrm>
              <a:off x="1693075" y="3173805"/>
              <a:ext cx="63585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21" name="Google Shape;1321;p40"/>
            <p:cNvCxnSpPr/>
            <p:nvPr/>
          </p:nvCxnSpPr>
          <p:spPr>
            <a:xfrm>
              <a:off x="1693075" y="3408198"/>
              <a:ext cx="63585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22" name="Google Shape;1322;p40"/>
            <p:cNvCxnSpPr/>
            <p:nvPr/>
          </p:nvCxnSpPr>
          <p:spPr>
            <a:xfrm>
              <a:off x="1693075" y="3642590"/>
              <a:ext cx="63585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23" name="Google Shape;1323;p40"/>
            <p:cNvCxnSpPr/>
            <p:nvPr/>
          </p:nvCxnSpPr>
          <p:spPr>
            <a:xfrm>
              <a:off x="1693075" y="3876983"/>
              <a:ext cx="63585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324" name="Google Shape;1324;p40"/>
          <p:cNvGrpSpPr/>
          <p:nvPr/>
        </p:nvGrpSpPr>
        <p:grpSpPr>
          <a:xfrm>
            <a:off x="2017000" y="2218575"/>
            <a:ext cx="5812525" cy="2109650"/>
            <a:chOff x="2017000" y="2001850"/>
            <a:chExt cx="5812525" cy="2109650"/>
          </a:xfrm>
        </p:grpSpPr>
        <p:sp>
          <p:nvSpPr>
            <p:cNvPr id="1325" name="Google Shape;1325;p40"/>
            <p:cNvSpPr/>
            <p:nvPr/>
          </p:nvSpPr>
          <p:spPr>
            <a:xfrm>
              <a:off x="2017000" y="2705025"/>
              <a:ext cx="217800" cy="14064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40"/>
            <p:cNvSpPr/>
            <p:nvPr/>
          </p:nvSpPr>
          <p:spPr>
            <a:xfrm>
              <a:off x="2525611" y="2470625"/>
              <a:ext cx="217800" cy="16407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40"/>
            <p:cNvSpPr/>
            <p:nvPr/>
          </p:nvSpPr>
          <p:spPr>
            <a:xfrm>
              <a:off x="3034223" y="2704950"/>
              <a:ext cx="217800" cy="14064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40"/>
            <p:cNvSpPr/>
            <p:nvPr/>
          </p:nvSpPr>
          <p:spPr>
            <a:xfrm>
              <a:off x="3542834" y="2939350"/>
              <a:ext cx="217800" cy="11718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40"/>
            <p:cNvSpPr/>
            <p:nvPr/>
          </p:nvSpPr>
          <p:spPr>
            <a:xfrm>
              <a:off x="4051445" y="3173800"/>
              <a:ext cx="217800" cy="937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40"/>
            <p:cNvSpPr/>
            <p:nvPr/>
          </p:nvSpPr>
          <p:spPr>
            <a:xfrm>
              <a:off x="4560057" y="3408025"/>
              <a:ext cx="217800" cy="7032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40"/>
            <p:cNvSpPr/>
            <p:nvPr/>
          </p:nvSpPr>
          <p:spPr>
            <a:xfrm>
              <a:off x="5068668" y="3173900"/>
              <a:ext cx="217800" cy="937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40"/>
            <p:cNvSpPr/>
            <p:nvPr/>
          </p:nvSpPr>
          <p:spPr>
            <a:xfrm>
              <a:off x="5577280" y="2939425"/>
              <a:ext cx="217800" cy="11718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40"/>
            <p:cNvSpPr/>
            <p:nvPr/>
          </p:nvSpPr>
          <p:spPr>
            <a:xfrm>
              <a:off x="6085891" y="2705100"/>
              <a:ext cx="217800" cy="14064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40"/>
            <p:cNvSpPr/>
            <p:nvPr/>
          </p:nvSpPr>
          <p:spPr>
            <a:xfrm>
              <a:off x="6594502" y="2470525"/>
              <a:ext cx="217800" cy="16407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40"/>
            <p:cNvSpPr/>
            <p:nvPr/>
          </p:nvSpPr>
          <p:spPr>
            <a:xfrm>
              <a:off x="7103114" y="2236500"/>
              <a:ext cx="217800" cy="1875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40"/>
            <p:cNvSpPr/>
            <p:nvPr/>
          </p:nvSpPr>
          <p:spPr>
            <a:xfrm>
              <a:off x="7611725" y="2001850"/>
              <a:ext cx="217800" cy="2109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37" name="Google Shape;1337;p40"/>
          <p:cNvGrpSpPr/>
          <p:nvPr/>
        </p:nvGrpSpPr>
        <p:grpSpPr>
          <a:xfrm>
            <a:off x="1092470" y="1883815"/>
            <a:ext cx="6959105" cy="2721450"/>
            <a:chOff x="1092470" y="1667090"/>
            <a:chExt cx="6959105" cy="2721450"/>
          </a:xfrm>
        </p:grpSpPr>
        <p:sp>
          <p:nvSpPr>
            <p:cNvPr id="1338" name="Google Shape;1338;p40"/>
            <p:cNvSpPr txBox="1"/>
            <p:nvPr/>
          </p:nvSpPr>
          <p:spPr>
            <a:xfrm>
              <a:off x="1092470" y="3776465"/>
              <a:ext cx="5244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100</a:t>
              </a:r>
              <a:endParaRPr sz="10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39" name="Google Shape;1339;p40"/>
            <p:cNvSpPr txBox="1"/>
            <p:nvPr/>
          </p:nvSpPr>
          <p:spPr>
            <a:xfrm>
              <a:off x="1092470" y="3542090"/>
              <a:ext cx="5244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200</a:t>
              </a:r>
              <a:endParaRPr sz="10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40" name="Google Shape;1340;p40"/>
            <p:cNvSpPr txBox="1"/>
            <p:nvPr/>
          </p:nvSpPr>
          <p:spPr>
            <a:xfrm>
              <a:off x="1092470" y="3307715"/>
              <a:ext cx="5244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300</a:t>
              </a:r>
              <a:endParaRPr sz="10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41" name="Google Shape;1341;p40"/>
            <p:cNvSpPr txBox="1"/>
            <p:nvPr/>
          </p:nvSpPr>
          <p:spPr>
            <a:xfrm>
              <a:off x="1092470" y="3073340"/>
              <a:ext cx="5244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400</a:t>
              </a:r>
              <a:endParaRPr sz="10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42" name="Google Shape;1342;p40"/>
            <p:cNvSpPr txBox="1"/>
            <p:nvPr/>
          </p:nvSpPr>
          <p:spPr>
            <a:xfrm>
              <a:off x="1092470" y="2838965"/>
              <a:ext cx="5244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500</a:t>
              </a:r>
              <a:endParaRPr sz="10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43" name="Google Shape;1343;p40"/>
            <p:cNvSpPr txBox="1"/>
            <p:nvPr/>
          </p:nvSpPr>
          <p:spPr>
            <a:xfrm>
              <a:off x="1092470" y="2604590"/>
              <a:ext cx="5244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600</a:t>
              </a:r>
              <a:endParaRPr sz="10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44" name="Google Shape;1344;p40"/>
            <p:cNvSpPr txBox="1"/>
            <p:nvPr/>
          </p:nvSpPr>
          <p:spPr>
            <a:xfrm>
              <a:off x="1092470" y="2370215"/>
              <a:ext cx="5244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700</a:t>
              </a:r>
              <a:endParaRPr sz="10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45" name="Google Shape;1345;p40"/>
            <p:cNvSpPr txBox="1"/>
            <p:nvPr/>
          </p:nvSpPr>
          <p:spPr>
            <a:xfrm>
              <a:off x="1092470" y="2135840"/>
              <a:ext cx="5244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800</a:t>
              </a:r>
              <a:endParaRPr sz="10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46" name="Google Shape;1346;p40"/>
            <p:cNvSpPr txBox="1"/>
            <p:nvPr/>
          </p:nvSpPr>
          <p:spPr>
            <a:xfrm>
              <a:off x="1092470" y="1901465"/>
              <a:ext cx="5244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900</a:t>
              </a:r>
              <a:endParaRPr sz="10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47" name="Google Shape;1347;p40"/>
            <p:cNvSpPr txBox="1"/>
            <p:nvPr/>
          </p:nvSpPr>
          <p:spPr>
            <a:xfrm>
              <a:off x="1092470" y="1667090"/>
              <a:ext cx="5244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1000</a:t>
              </a:r>
              <a:endParaRPr sz="10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48" name="Google Shape;1348;p40"/>
            <p:cNvSpPr txBox="1"/>
            <p:nvPr/>
          </p:nvSpPr>
          <p:spPr>
            <a:xfrm>
              <a:off x="1863695" y="4187540"/>
              <a:ext cx="5244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Jan</a:t>
              </a:r>
              <a:endParaRPr sz="11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349" name="Google Shape;1349;p40"/>
            <p:cNvCxnSpPr/>
            <p:nvPr/>
          </p:nvCxnSpPr>
          <p:spPr>
            <a:xfrm>
              <a:off x="1693075" y="4106825"/>
              <a:ext cx="6358500" cy="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350" name="Google Shape;1350;p40"/>
            <p:cNvSpPr txBox="1"/>
            <p:nvPr/>
          </p:nvSpPr>
          <p:spPr>
            <a:xfrm>
              <a:off x="2372306" y="4187540"/>
              <a:ext cx="5244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Feb</a:t>
              </a:r>
              <a:endParaRPr sz="11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51" name="Google Shape;1351;p40"/>
            <p:cNvSpPr txBox="1"/>
            <p:nvPr/>
          </p:nvSpPr>
          <p:spPr>
            <a:xfrm>
              <a:off x="2880918" y="4187540"/>
              <a:ext cx="5244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Mar</a:t>
              </a:r>
              <a:endParaRPr sz="11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52" name="Google Shape;1352;p40"/>
            <p:cNvSpPr txBox="1"/>
            <p:nvPr/>
          </p:nvSpPr>
          <p:spPr>
            <a:xfrm>
              <a:off x="3389529" y="4187540"/>
              <a:ext cx="5244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Apr</a:t>
              </a:r>
              <a:endParaRPr sz="11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53" name="Google Shape;1353;p40"/>
            <p:cNvSpPr txBox="1"/>
            <p:nvPr/>
          </p:nvSpPr>
          <p:spPr>
            <a:xfrm>
              <a:off x="3898140" y="4187540"/>
              <a:ext cx="5244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May</a:t>
              </a:r>
              <a:endParaRPr sz="11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54" name="Google Shape;1354;p40"/>
            <p:cNvSpPr txBox="1"/>
            <p:nvPr/>
          </p:nvSpPr>
          <p:spPr>
            <a:xfrm>
              <a:off x="4406752" y="4187540"/>
              <a:ext cx="5244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Jun</a:t>
              </a:r>
              <a:endParaRPr sz="11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55" name="Google Shape;1355;p40"/>
            <p:cNvSpPr txBox="1"/>
            <p:nvPr/>
          </p:nvSpPr>
          <p:spPr>
            <a:xfrm>
              <a:off x="4915363" y="4187540"/>
              <a:ext cx="5244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Jul</a:t>
              </a:r>
              <a:endParaRPr sz="11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56" name="Google Shape;1356;p40"/>
            <p:cNvSpPr txBox="1"/>
            <p:nvPr/>
          </p:nvSpPr>
          <p:spPr>
            <a:xfrm>
              <a:off x="5423975" y="4187540"/>
              <a:ext cx="5244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Aug</a:t>
              </a:r>
              <a:endParaRPr sz="11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57" name="Google Shape;1357;p40"/>
            <p:cNvSpPr txBox="1"/>
            <p:nvPr/>
          </p:nvSpPr>
          <p:spPr>
            <a:xfrm>
              <a:off x="5932586" y="4187540"/>
              <a:ext cx="5244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Sep</a:t>
              </a:r>
              <a:endParaRPr sz="11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58" name="Google Shape;1358;p40"/>
            <p:cNvSpPr txBox="1"/>
            <p:nvPr/>
          </p:nvSpPr>
          <p:spPr>
            <a:xfrm>
              <a:off x="6441197" y="4187540"/>
              <a:ext cx="5244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Oct</a:t>
              </a:r>
              <a:endParaRPr sz="11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59" name="Google Shape;1359;p40"/>
            <p:cNvSpPr txBox="1"/>
            <p:nvPr/>
          </p:nvSpPr>
          <p:spPr>
            <a:xfrm>
              <a:off x="6949809" y="4187540"/>
              <a:ext cx="5244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Nov</a:t>
              </a:r>
              <a:endParaRPr sz="11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60" name="Google Shape;1360;p40"/>
            <p:cNvSpPr txBox="1"/>
            <p:nvPr/>
          </p:nvSpPr>
          <p:spPr>
            <a:xfrm>
              <a:off x="7458420" y="4187540"/>
              <a:ext cx="5244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Dec</a:t>
              </a:r>
              <a:endParaRPr sz="11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361" name="Google Shape;1361;p40"/>
          <p:cNvSpPr/>
          <p:nvPr/>
        </p:nvSpPr>
        <p:spPr>
          <a:xfrm>
            <a:off x="2118500" y="1979650"/>
            <a:ext cx="5624300" cy="2113475"/>
          </a:xfrm>
          <a:custGeom>
            <a:avLst/>
            <a:gdLst/>
            <a:ahLst/>
            <a:cxnLst/>
            <a:rect l="l" t="t" r="r" b="b"/>
            <a:pathLst>
              <a:path w="224972" h="84539" extrusionOk="0">
                <a:moveTo>
                  <a:pt x="0" y="84539"/>
                </a:moveTo>
                <a:lnTo>
                  <a:pt x="20434" y="47077"/>
                </a:lnTo>
                <a:lnTo>
                  <a:pt x="41068" y="75524"/>
                </a:lnTo>
                <a:lnTo>
                  <a:pt x="61702" y="18831"/>
                </a:lnTo>
                <a:lnTo>
                  <a:pt x="82136" y="0"/>
                </a:lnTo>
                <a:lnTo>
                  <a:pt x="101568" y="65908"/>
                </a:lnTo>
                <a:lnTo>
                  <a:pt x="122402" y="56493"/>
                </a:lnTo>
                <a:lnTo>
                  <a:pt x="142636" y="75725"/>
                </a:lnTo>
                <a:lnTo>
                  <a:pt x="164071" y="28046"/>
                </a:lnTo>
                <a:lnTo>
                  <a:pt x="183103" y="56894"/>
                </a:lnTo>
                <a:lnTo>
                  <a:pt x="203737" y="75524"/>
                </a:lnTo>
                <a:lnTo>
                  <a:pt x="224972" y="28046"/>
                </a:lnTo>
              </a:path>
            </a:pathLst>
          </a:custGeom>
          <a:noFill/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sp>
      <p:grpSp>
        <p:nvGrpSpPr>
          <p:cNvPr id="1362" name="Google Shape;1362;p40"/>
          <p:cNvGrpSpPr/>
          <p:nvPr/>
        </p:nvGrpSpPr>
        <p:grpSpPr>
          <a:xfrm>
            <a:off x="2975663" y="1506613"/>
            <a:ext cx="3192450" cy="201000"/>
            <a:chOff x="2975663" y="1366088"/>
            <a:chExt cx="3192450" cy="201000"/>
          </a:xfrm>
        </p:grpSpPr>
        <p:grpSp>
          <p:nvGrpSpPr>
            <p:cNvPr id="1363" name="Google Shape;1363;p40"/>
            <p:cNvGrpSpPr/>
            <p:nvPr/>
          </p:nvGrpSpPr>
          <p:grpSpPr>
            <a:xfrm>
              <a:off x="2975663" y="1366088"/>
              <a:ext cx="1453500" cy="201000"/>
              <a:chOff x="5052300" y="4301650"/>
              <a:chExt cx="1453500" cy="201000"/>
            </a:xfrm>
          </p:grpSpPr>
          <p:cxnSp>
            <p:nvCxnSpPr>
              <p:cNvPr id="1364" name="Google Shape;1364;p40"/>
              <p:cNvCxnSpPr/>
              <p:nvPr/>
            </p:nvCxnSpPr>
            <p:spPr>
              <a:xfrm>
                <a:off x="5052300" y="4402147"/>
                <a:ext cx="6570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6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365" name="Google Shape;1365;p40"/>
              <p:cNvSpPr txBox="1"/>
              <p:nvPr/>
            </p:nvSpPr>
            <p:spPr>
              <a:xfrm>
                <a:off x="5709300" y="4301650"/>
                <a:ext cx="796500" cy="20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rPr>
                  <a:t>Product 1</a:t>
                </a:r>
                <a:endParaRPr sz="11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1366" name="Google Shape;1366;p40"/>
            <p:cNvGrpSpPr/>
            <p:nvPr/>
          </p:nvGrpSpPr>
          <p:grpSpPr>
            <a:xfrm>
              <a:off x="4714625" y="1366088"/>
              <a:ext cx="1453488" cy="201000"/>
              <a:chOff x="4714625" y="1366088"/>
              <a:chExt cx="1453488" cy="201000"/>
            </a:xfrm>
          </p:grpSpPr>
          <p:sp>
            <p:nvSpPr>
              <p:cNvPr id="1367" name="Google Shape;1367;p40"/>
              <p:cNvSpPr txBox="1"/>
              <p:nvPr/>
            </p:nvSpPr>
            <p:spPr>
              <a:xfrm>
                <a:off x="5371613" y="1366088"/>
                <a:ext cx="796500" cy="20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rPr>
                  <a:t>Product 2</a:t>
                </a:r>
                <a:endParaRPr sz="11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368" name="Google Shape;1368;p40"/>
              <p:cNvSpPr/>
              <p:nvPr/>
            </p:nvSpPr>
            <p:spPr>
              <a:xfrm>
                <a:off x="4714625" y="1423850"/>
                <a:ext cx="656700" cy="85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" name="Google Shape;1373;p41"/>
          <p:cNvSpPr/>
          <p:nvPr/>
        </p:nvSpPr>
        <p:spPr>
          <a:xfrm>
            <a:off x="2828813" y="1608600"/>
            <a:ext cx="5172620" cy="2720475"/>
          </a:xfrm>
          <a:custGeom>
            <a:avLst/>
            <a:gdLst/>
            <a:ahLst/>
            <a:cxnLst/>
            <a:rect l="l" t="t" r="r" b="b"/>
            <a:pathLst>
              <a:path w="207029" h="108819" extrusionOk="0">
                <a:moveTo>
                  <a:pt x="0" y="43548"/>
                </a:moveTo>
                <a:lnTo>
                  <a:pt x="41527" y="21723"/>
                </a:lnTo>
                <a:lnTo>
                  <a:pt x="82953" y="43548"/>
                </a:lnTo>
                <a:lnTo>
                  <a:pt x="124480" y="0"/>
                </a:lnTo>
                <a:lnTo>
                  <a:pt x="165704" y="21925"/>
                </a:lnTo>
                <a:lnTo>
                  <a:pt x="207029" y="0"/>
                </a:lnTo>
                <a:lnTo>
                  <a:pt x="207029" y="108819"/>
                </a:lnTo>
                <a:lnTo>
                  <a:pt x="0" y="108819"/>
                </a:lnTo>
                <a:close/>
              </a:path>
            </a:pathLst>
          </a:custGeom>
          <a:solidFill>
            <a:srgbClr val="0C79F3">
              <a:alpha val="48240"/>
            </a:srgbClr>
          </a:solidFill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74" name="Google Shape;1374;p41"/>
          <p:cNvSpPr/>
          <p:nvPr/>
        </p:nvSpPr>
        <p:spPr>
          <a:xfrm>
            <a:off x="2826063" y="1608600"/>
            <a:ext cx="5175586" cy="2717950"/>
          </a:xfrm>
          <a:custGeom>
            <a:avLst/>
            <a:gdLst/>
            <a:ahLst/>
            <a:cxnLst/>
            <a:rect l="l" t="t" r="r" b="b"/>
            <a:pathLst>
              <a:path w="207127" h="108718" extrusionOk="0">
                <a:moveTo>
                  <a:pt x="15" y="21642"/>
                </a:moveTo>
                <a:lnTo>
                  <a:pt x="41506" y="43649"/>
                </a:lnTo>
                <a:lnTo>
                  <a:pt x="83012" y="21723"/>
                </a:lnTo>
                <a:lnTo>
                  <a:pt x="124418" y="21723"/>
                </a:lnTo>
                <a:lnTo>
                  <a:pt x="165823" y="0"/>
                </a:lnTo>
                <a:lnTo>
                  <a:pt x="207127" y="21723"/>
                </a:lnTo>
                <a:lnTo>
                  <a:pt x="207127" y="108718"/>
                </a:lnTo>
                <a:lnTo>
                  <a:pt x="0" y="108718"/>
                </a:lnTo>
                <a:close/>
              </a:path>
            </a:pathLst>
          </a:custGeom>
          <a:solidFill>
            <a:srgbClr val="00D4F0">
              <a:alpha val="48240"/>
            </a:srgbClr>
          </a:solidFill>
          <a:ln w="9525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75" name="Google Shape;1375;p41"/>
          <p:cNvSpPr/>
          <p:nvPr/>
        </p:nvSpPr>
        <p:spPr>
          <a:xfrm>
            <a:off x="2826163" y="2151675"/>
            <a:ext cx="5175650" cy="2177400"/>
          </a:xfrm>
          <a:custGeom>
            <a:avLst/>
            <a:gdLst/>
            <a:ahLst/>
            <a:cxnLst/>
            <a:rect l="l" t="t" r="r" b="b"/>
            <a:pathLst>
              <a:path w="207026" h="87096" extrusionOk="0">
                <a:moveTo>
                  <a:pt x="35" y="65594"/>
                </a:moveTo>
                <a:lnTo>
                  <a:pt x="41607" y="43447"/>
                </a:lnTo>
                <a:lnTo>
                  <a:pt x="82912" y="65271"/>
                </a:lnTo>
                <a:lnTo>
                  <a:pt x="124418" y="21724"/>
                </a:lnTo>
                <a:lnTo>
                  <a:pt x="165722" y="21724"/>
                </a:lnTo>
                <a:lnTo>
                  <a:pt x="207026" y="0"/>
                </a:lnTo>
                <a:lnTo>
                  <a:pt x="207026" y="87096"/>
                </a:lnTo>
                <a:lnTo>
                  <a:pt x="0" y="87096"/>
                </a:lnTo>
                <a:close/>
              </a:path>
            </a:pathLst>
          </a:custGeom>
          <a:solidFill>
            <a:srgbClr val="1E35A1">
              <a:alpha val="48600"/>
            </a:srgbClr>
          </a:solidFill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76" name="Google Shape;1376;p41"/>
          <p:cNvSpPr txBox="1">
            <a:spLocks noGrp="1"/>
          </p:cNvSpPr>
          <p:nvPr>
            <p:ph type="title"/>
          </p:nvPr>
        </p:nvSpPr>
        <p:spPr>
          <a:xfrm>
            <a:off x="483675" y="415425"/>
            <a:ext cx="82032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Data Charts Infographics</a:t>
            </a:r>
            <a:endParaRPr/>
          </a:p>
        </p:txBody>
      </p:sp>
      <p:grpSp>
        <p:nvGrpSpPr>
          <p:cNvPr id="1377" name="Google Shape;1377;p41"/>
          <p:cNvGrpSpPr/>
          <p:nvPr/>
        </p:nvGrpSpPr>
        <p:grpSpPr>
          <a:xfrm>
            <a:off x="2821663" y="1507075"/>
            <a:ext cx="5612112" cy="3097750"/>
            <a:chOff x="2316238" y="1281625"/>
            <a:chExt cx="5612112" cy="3097750"/>
          </a:xfrm>
        </p:grpSpPr>
        <p:grpSp>
          <p:nvGrpSpPr>
            <p:cNvPr id="1378" name="Google Shape;1378;p41"/>
            <p:cNvGrpSpPr/>
            <p:nvPr/>
          </p:nvGrpSpPr>
          <p:grpSpPr>
            <a:xfrm>
              <a:off x="2316238" y="1377700"/>
              <a:ext cx="5185800" cy="2725925"/>
              <a:chOff x="1786525" y="1492450"/>
              <a:chExt cx="5185800" cy="2725925"/>
            </a:xfrm>
          </p:grpSpPr>
          <p:cxnSp>
            <p:nvCxnSpPr>
              <p:cNvPr id="1379" name="Google Shape;1379;p41"/>
              <p:cNvCxnSpPr/>
              <p:nvPr/>
            </p:nvCxnSpPr>
            <p:spPr>
              <a:xfrm>
                <a:off x="1786525" y="4218375"/>
                <a:ext cx="5185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80" name="Google Shape;1380;p41"/>
              <p:cNvCxnSpPr/>
              <p:nvPr/>
            </p:nvCxnSpPr>
            <p:spPr>
              <a:xfrm>
                <a:off x="1791175" y="1492450"/>
                <a:ext cx="0" cy="2721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381" name="Google Shape;1381;p41"/>
            <p:cNvSpPr txBox="1"/>
            <p:nvPr/>
          </p:nvSpPr>
          <p:spPr>
            <a:xfrm>
              <a:off x="7532050" y="3455725"/>
              <a:ext cx="3963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100</a:t>
              </a:r>
              <a:endParaRPr sz="11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82" name="Google Shape;1382;p41"/>
            <p:cNvSpPr txBox="1"/>
            <p:nvPr/>
          </p:nvSpPr>
          <p:spPr>
            <a:xfrm>
              <a:off x="7532050" y="2912200"/>
              <a:ext cx="3963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200</a:t>
              </a:r>
              <a:endParaRPr sz="11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83" name="Google Shape;1383;p41"/>
            <p:cNvSpPr txBox="1"/>
            <p:nvPr/>
          </p:nvSpPr>
          <p:spPr>
            <a:xfrm>
              <a:off x="7532050" y="2368675"/>
              <a:ext cx="3963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300</a:t>
              </a:r>
              <a:endParaRPr sz="11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84" name="Google Shape;1384;p41"/>
            <p:cNvSpPr txBox="1"/>
            <p:nvPr/>
          </p:nvSpPr>
          <p:spPr>
            <a:xfrm>
              <a:off x="7532050" y="1825150"/>
              <a:ext cx="3963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400</a:t>
              </a:r>
              <a:endParaRPr sz="11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85" name="Google Shape;1385;p41"/>
            <p:cNvSpPr txBox="1"/>
            <p:nvPr/>
          </p:nvSpPr>
          <p:spPr>
            <a:xfrm>
              <a:off x="7532050" y="1281625"/>
              <a:ext cx="3963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500</a:t>
              </a:r>
              <a:endParaRPr sz="11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86" name="Google Shape;1386;p41"/>
            <p:cNvSpPr txBox="1"/>
            <p:nvPr/>
          </p:nvSpPr>
          <p:spPr>
            <a:xfrm>
              <a:off x="3002887" y="4178375"/>
              <a:ext cx="7062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Item 1</a:t>
              </a:r>
              <a:endParaRPr sz="11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87" name="Google Shape;1387;p41"/>
            <p:cNvSpPr txBox="1"/>
            <p:nvPr/>
          </p:nvSpPr>
          <p:spPr>
            <a:xfrm>
              <a:off x="4037962" y="4178375"/>
              <a:ext cx="7062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Item 2</a:t>
              </a:r>
              <a:endParaRPr sz="11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88" name="Google Shape;1388;p41"/>
            <p:cNvSpPr txBox="1"/>
            <p:nvPr/>
          </p:nvSpPr>
          <p:spPr>
            <a:xfrm>
              <a:off x="5073037" y="4178375"/>
              <a:ext cx="7062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Item 3</a:t>
              </a:r>
              <a:endParaRPr sz="11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89" name="Google Shape;1389;p41"/>
            <p:cNvSpPr txBox="1"/>
            <p:nvPr/>
          </p:nvSpPr>
          <p:spPr>
            <a:xfrm>
              <a:off x="6108112" y="4178375"/>
              <a:ext cx="7062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Item 4</a:t>
              </a:r>
              <a:endParaRPr sz="11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90" name="Google Shape;1390;p41"/>
          <p:cNvGrpSpPr/>
          <p:nvPr/>
        </p:nvGrpSpPr>
        <p:grpSpPr>
          <a:xfrm>
            <a:off x="2822263" y="1607525"/>
            <a:ext cx="5185200" cy="2174160"/>
            <a:chOff x="2316838" y="1382075"/>
            <a:chExt cx="5185200" cy="2174160"/>
          </a:xfrm>
        </p:grpSpPr>
        <p:cxnSp>
          <p:nvCxnSpPr>
            <p:cNvPr id="1391" name="Google Shape;1391;p41"/>
            <p:cNvCxnSpPr/>
            <p:nvPr/>
          </p:nvCxnSpPr>
          <p:spPr>
            <a:xfrm>
              <a:off x="2316838" y="1382075"/>
              <a:ext cx="51852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1392" name="Google Shape;1392;p41"/>
            <p:cNvCxnSpPr/>
            <p:nvPr/>
          </p:nvCxnSpPr>
          <p:spPr>
            <a:xfrm>
              <a:off x="2316838" y="1925615"/>
              <a:ext cx="51852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1393" name="Google Shape;1393;p41"/>
            <p:cNvCxnSpPr/>
            <p:nvPr/>
          </p:nvCxnSpPr>
          <p:spPr>
            <a:xfrm>
              <a:off x="2316838" y="2469155"/>
              <a:ext cx="51852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1394" name="Google Shape;1394;p41"/>
            <p:cNvCxnSpPr/>
            <p:nvPr/>
          </p:nvCxnSpPr>
          <p:spPr>
            <a:xfrm>
              <a:off x="2316838" y="3012695"/>
              <a:ext cx="51852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1395" name="Google Shape;1395;p41"/>
            <p:cNvCxnSpPr/>
            <p:nvPr/>
          </p:nvCxnSpPr>
          <p:spPr>
            <a:xfrm>
              <a:off x="2316838" y="3556235"/>
              <a:ext cx="51852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dash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396" name="Google Shape;1396;p41"/>
          <p:cNvGrpSpPr/>
          <p:nvPr/>
        </p:nvGrpSpPr>
        <p:grpSpPr>
          <a:xfrm>
            <a:off x="3861402" y="1607525"/>
            <a:ext cx="3105270" cy="2717700"/>
            <a:chOff x="3355978" y="1382075"/>
            <a:chExt cx="3105270" cy="2717700"/>
          </a:xfrm>
        </p:grpSpPr>
        <p:cxnSp>
          <p:nvCxnSpPr>
            <p:cNvPr id="1397" name="Google Shape;1397;p41"/>
            <p:cNvCxnSpPr/>
            <p:nvPr/>
          </p:nvCxnSpPr>
          <p:spPr>
            <a:xfrm>
              <a:off x="3355978" y="1382075"/>
              <a:ext cx="0" cy="27177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98" name="Google Shape;1398;p41"/>
            <p:cNvCxnSpPr/>
            <p:nvPr/>
          </p:nvCxnSpPr>
          <p:spPr>
            <a:xfrm>
              <a:off x="4391068" y="1382075"/>
              <a:ext cx="0" cy="27177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99" name="Google Shape;1399;p41"/>
            <p:cNvCxnSpPr/>
            <p:nvPr/>
          </p:nvCxnSpPr>
          <p:spPr>
            <a:xfrm>
              <a:off x="5426158" y="1382075"/>
              <a:ext cx="0" cy="27177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00" name="Google Shape;1400;p41"/>
            <p:cNvCxnSpPr/>
            <p:nvPr/>
          </p:nvCxnSpPr>
          <p:spPr>
            <a:xfrm>
              <a:off x="6461248" y="1382075"/>
              <a:ext cx="0" cy="27177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401" name="Google Shape;1401;p41"/>
          <p:cNvGrpSpPr/>
          <p:nvPr/>
        </p:nvGrpSpPr>
        <p:grpSpPr>
          <a:xfrm>
            <a:off x="710275" y="1558525"/>
            <a:ext cx="1772700" cy="802375"/>
            <a:chOff x="710275" y="1333075"/>
            <a:chExt cx="1772700" cy="802375"/>
          </a:xfrm>
        </p:grpSpPr>
        <p:sp>
          <p:nvSpPr>
            <p:cNvPr id="1402" name="Google Shape;1402;p41"/>
            <p:cNvSpPr txBox="1"/>
            <p:nvPr/>
          </p:nvSpPr>
          <p:spPr>
            <a:xfrm>
              <a:off x="710275" y="1333075"/>
              <a:ext cx="1772700" cy="26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Result 1</a:t>
              </a:r>
              <a:endParaRPr sz="17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403" name="Google Shape;1403;p41"/>
            <p:cNvSpPr txBox="1"/>
            <p:nvPr/>
          </p:nvSpPr>
          <p:spPr>
            <a:xfrm>
              <a:off x="710275" y="1587050"/>
              <a:ext cx="1772700" cy="54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Venus is the second planet from the Sun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404" name="Google Shape;1404;p41"/>
          <p:cNvGrpSpPr/>
          <p:nvPr/>
        </p:nvGrpSpPr>
        <p:grpSpPr>
          <a:xfrm>
            <a:off x="710275" y="3656825"/>
            <a:ext cx="1772700" cy="802375"/>
            <a:chOff x="710275" y="3431375"/>
            <a:chExt cx="1772700" cy="802375"/>
          </a:xfrm>
        </p:grpSpPr>
        <p:sp>
          <p:nvSpPr>
            <p:cNvPr id="1405" name="Google Shape;1405;p41"/>
            <p:cNvSpPr txBox="1"/>
            <p:nvPr/>
          </p:nvSpPr>
          <p:spPr>
            <a:xfrm>
              <a:off x="710275" y="3431375"/>
              <a:ext cx="1772700" cy="26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Result 3</a:t>
              </a:r>
              <a:endParaRPr sz="170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406" name="Google Shape;1406;p41"/>
            <p:cNvSpPr txBox="1"/>
            <p:nvPr/>
          </p:nvSpPr>
          <p:spPr>
            <a:xfrm>
              <a:off x="710275" y="3685350"/>
              <a:ext cx="1772700" cy="54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Mars is a cold planet full of iron oxide dust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407" name="Google Shape;1407;p41"/>
          <p:cNvGrpSpPr/>
          <p:nvPr/>
        </p:nvGrpSpPr>
        <p:grpSpPr>
          <a:xfrm>
            <a:off x="710275" y="2607675"/>
            <a:ext cx="1772700" cy="802375"/>
            <a:chOff x="710275" y="2382225"/>
            <a:chExt cx="1772700" cy="802375"/>
          </a:xfrm>
        </p:grpSpPr>
        <p:sp>
          <p:nvSpPr>
            <p:cNvPr id="1408" name="Google Shape;1408;p41"/>
            <p:cNvSpPr txBox="1"/>
            <p:nvPr/>
          </p:nvSpPr>
          <p:spPr>
            <a:xfrm>
              <a:off x="710275" y="2382225"/>
              <a:ext cx="1772700" cy="26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Result 2</a:t>
              </a:r>
              <a:endParaRPr sz="170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409" name="Google Shape;1409;p41"/>
            <p:cNvSpPr txBox="1"/>
            <p:nvPr/>
          </p:nvSpPr>
          <p:spPr>
            <a:xfrm>
              <a:off x="710275" y="2636200"/>
              <a:ext cx="1772700" cy="54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Saturn is composed of hydrogen and helium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4" name="Google Shape;1414;p42"/>
          <p:cNvGrpSpPr/>
          <p:nvPr/>
        </p:nvGrpSpPr>
        <p:grpSpPr>
          <a:xfrm>
            <a:off x="711748" y="1817536"/>
            <a:ext cx="7721720" cy="2308866"/>
            <a:chOff x="711748" y="1367636"/>
            <a:chExt cx="7721720" cy="2308866"/>
          </a:xfrm>
        </p:grpSpPr>
        <p:cxnSp>
          <p:nvCxnSpPr>
            <p:cNvPr id="1415" name="Google Shape;1415;p42"/>
            <p:cNvCxnSpPr/>
            <p:nvPr/>
          </p:nvCxnSpPr>
          <p:spPr>
            <a:xfrm>
              <a:off x="1933558" y="1367636"/>
              <a:ext cx="0" cy="23088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16" name="Google Shape;1416;p42"/>
            <p:cNvCxnSpPr/>
            <p:nvPr/>
          </p:nvCxnSpPr>
          <p:spPr>
            <a:xfrm>
              <a:off x="3154179" y="1367636"/>
              <a:ext cx="0" cy="23088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17" name="Google Shape;1417;p42"/>
            <p:cNvCxnSpPr/>
            <p:nvPr/>
          </p:nvCxnSpPr>
          <p:spPr>
            <a:xfrm>
              <a:off x="4374800" y="1367636"/>
              <a:ext cx="0" cy="23088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18" name="Google Shape;1418;p42"/>
            <p:cNvCxnSpPr/>
            <p:nvPr/>
          </p:nvCxnSpPr>
          <p:spPr>
            <a:xfrm>
              <a:off x="5595421" y="1367636"/>
              <a:ext cx="0" cy="23088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19" name="Google Shape;1419;p42"/>
            <p:cNvCxnSpPr/>
            <p:nvPr/>
          </p:nvCxnSpPr>
          <p:spPr>
            <a:xfrm>
              <a:off x="6816042" y="1367636"/>
              <a:ext cx="0" cy="23088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20" name="Google Shape;1420;p42"/>
            <p:cNvCxnSpPr/>
            <p:nvPr/>
          </p:nvCxnSpPr>
          <p:spPr>
            <a:xfrm>
              <a:off x="712937" y="1367636"/>
              <a:ext cx="0" cy="23088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21" name="Google Shape;1421;p42"/>
            <p:cNvCxnSpPr/>
            <p:nvPr/>
          </p:nvCxnSpPr>
          <p:spPr>
            <a:xfrm>
              <a:off x="8036663" y="1367636"/>
              <a:ext cx="0" cy="23088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22" name="Google Shape;1422;p42"/>
            <p:cNvCxnSpPr/>
            <p:nvPr/>
          </p:nvCxnSpPr>
          <p:spPr>
            <a:xfrm>
              <a:off x="711748" y="1367636"/>
              <a:ext cx="77214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23" name="Google Shape;1423;p42"/>
            <p:cNvCxnSpPr/>
            <p:nvPr/>
          </p:nvCxnSpPr>
          <p:spPr>
            <a:xfrm>
              <a:off x="711748" y="3099286"/>
              <a:ext cx="77214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24" name="Google Shape;1424;p42"/>
            <p:cNvCxnSpPr/>
            <p:nvPr/>
          </p:nvCxnSpPr>
          <p:spPr>
            <a:xfrm>
              <a:off x="711748" y="2522069"/>
              <a:ext cx="77214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25" name="Google Shape;1425;p42"/>
            <p:cNvCxnSpPr/>
            <p:nvPr/>
          </p:nvCxnSpPr>
          <p:spPr>
            <a:xfrm>
              <a:off x="711748" y="1944853"/>
              <a:ext cx="77214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26" name="Google Shape;1426;p42"/>
            <p:cNvCxnSpPr/>
            <p:nvPr/>
          </p:nvCxnSpPr>
          <p:spPr>
            <a:xfrm>
              <a:off x="711748" y="3387894"/>
              <a:ext cx="77214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27" name="Google Shape;1427;p42"/>
            <p:cNvCxnSpPr/>
            <p:nvPr/>
          </p:nvCxnSpPr>
          <p:spPr>
            <a:xfrm>
              <a:off x="711748" y="2810677"/>
              <a:ext cx="77214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28" name="Google Shape;1428;p42"/>
            <p:cNvCxnSpPr/>
            <p:nvPr/>
          </p:nvCxnSpPr>
          <p:spPr>
            <a:xfrm>
              <a:off x="711748" y="2233461"/>
              <a:ext cx="77214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29" name="Google Shape;1429;p42"/>
            <p:cNvCxnSpPr/>
            <p:nvPr/>
          </p:nvCxnSpPr>
          <p:spPr>
            <a:xfrm>
              <a:off x="711748" y="1656245"/>
              <a:ext cx="77214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30" name="Google Shape;1430;p42"/>
            <p:cNvCxnSpPr/>
            <p:nvPr/>
          </p:nvCxnSpPr>
          <p:spPr>
            <a:xfrm>
              <a:off x="1323247" y="1367636"/>
              <a:ext cx="0" cy="23088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31" name="Google Shape;1431;p42"/>
            <p:cNvCxnSpPr/>
            <p:nvPr/>
          </p:nvCxnSpPr>
          <p:spPr>
            <a:xfrm>
              <a:off x="2543868" y="1367636"/>
              <a:ext cx="0" cy="23088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32" name="Google Shape;1432;p42"/>
            <p:cNvCxnSpPr/>
            <p:nvPr/>
          </p:nvCxnSpPr>
          <p:spPr>
            <a:xfrm>
              <a:off x="3764489" y="1367636"/>
              <a:ext cx="0" cy="23088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33" name="Google Shape;1433;p42"/>
            <p:cNvCxnSpPr/>
            <p:nvPr/>
          </p:nvCxnSpPr>
          <p:spPr>
            <a:xfrm>
              <a:off x="4985110" y="1367636"/>
              <a:ext cx="0" cy="23088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34" name="Google Shape;1434;p42"/>
            <p:cNvCxnSpPr/>
            <p:nvPr/>
          </p:nvCxnSpPr>
          <p:spPr>
            <a:xfrm>
              <a:off x="6205731" y="1367636"/>
              <a:ext cx="0" cy="23088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35" name="Google Shape;1435;p42"/>
            <p:cNvCxnSpPr/>
            <p:nvPr/>
          </p:nvCxnSpPr>
          <p:spPr>
            <a:xfrm>
              <a:off x="7426353" y="1367636"/>
              <a:ext cx="0" cy="23088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36" name="Google Shape;1436;p42"/>
            <p:cNvCxnSpPr/>
            <p:nvPr/>
          </p:nvCxnSpPr>
          <p:spPr>
            <a:xfrm>
              <a:off x="8433468" y="1367636"/>
              <a:ext cx="0" cy="23088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37" name="Google Shape;1437;p42"/>
            <p:cNvCxnSpPr/>
            <p:nvPr/>
          </p:nvCxnSpPr>
          <p:spPr>
            <a:xfrm>
              <a:off x="711748" y="3676502"/>
              <a:ext cx="7721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438" name="Google Shape;1438;p42"/>
          <p:cNvSpPr txBox="1">
            <a:spLocks noGrp="1"/>
          </p:cNvSpPr>
          <p:nvPr>
            <p:ph type="title"/>
          </p:nvPr>
        </p:nvSpPr>
        <p:spPr>
          <a:xfrm>
            <a:off x="483675" y="415425"/>
            <a:ext cx="82032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Data Charts Infographics</a:t>
            </a:r>
            <a:endParaRPr/>
          </a:p>
        </p:txBody>
      </p:sp>
      <p:grpSp>
        <p:nvGrpSpPr>
          <p:cNvPr id="1439" name="Google Shape;1439;p42"/>
          <p:cNvGrpSpPr/>
          <p:nvPr/>
        </p:nvGrpSpPr>
        <p:grpSpPr>
          <a:xfrm>
            <a:off x="711150" y="1780963"/>
            <a:ext cx="7721575" cy="2350013"/>
            <a:chOff x="711150" y="1559663"/>
            <a:chExt cx="7721575" cy="2350013"/>
          </a:xfrm>
        </p:grpSpPr>
        <p:sp>
          <p:nvSpPr>
            <p:cNvPr id="1440" name="Google Shape;1440;p42"/>
            <p:cNvSpPr/>
            <p:nvPr/>
          </p:nvSpPr>
          <p:spPr>
            <a:xfrm>
              <a:off x="711150" y="1595125"/>
              <a:ext cx="7721575" cy="2314550"/>
            </a:xfrm>
            <a:custGeom>
              <a:avLst/>
              <a:gdLst/>
              <a:ahLst/>
              <a:cxnLst/>
              <a:rect l="l" t="t" r="r" b="b"/>
              <a:pathLst>
                <a:path w="308863" h="92582" extrusionOk="0">
                  <a:moveTo>
                    <a:pt x="0" y="92445"/>
                  </a:moveTo>
                  <a:lnTo>
                    <a:pt x="24529" y="34740"/>
                  </a:lnTo>
                  <a:lnTo>
                    <a:pt x="73382" y="80857"/>
                  </a:lnTo>
                  <a:lnTo>
                    <a:pt x="97740" y="23146"/>
                  </a:lnTo>
                  <a:lnTo>
                    <a:pt x="122133" y="46302"/>
                  </a:lnTo>
                  <a:lnTo>
                    <a:pt x="146543" y="0"/>
                  </a:lnTo>
                  <a:lnTo>
                    <a:pt x="195411" y="69356"/>
                  </a:lnTo>
                  <a:lnTo>
                    <a:pt x="219734" y="57794"/>
                  </a:lnTo>
                  <a:lnTo>
                    <a:pt x="244161" y="80952"/>
                  </a:lnTo>
                  <a:lnTo>
                    <a:pt x="268621" y="11652"/>
                  </a:lnTo>
                  <a:lnTo>
                    <a:pt x="293020" y="44"/>
                  </a:lnTo>
                  <a:lnTo>
                    <a:pt x="308863" y="92582"/>
                  </a:ln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41" name="Google Shape;1441;p42"/>
            <p:cNvSpPr/>
            <p:nvPr/>
          </p:nvSpPr>
          <p:spPr>
            <a:xfrm>
              <a:off x="1287538" y="2426363"/>
              <a:ext cx="71400" cy="71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42"/>
            <p:cNvSpPr/>
            <p:nvPr/>
          </p:nvSpPr>
          <p:spPr>
            <a:xfrm>
              <a:off x="1897863" y="3003575"/>
              <a:ext cx="71400" cy="71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42"/>
            <p:cNvSpPr/>
            <p:nvPr/>
          </p:nvSpPr>
          <p:spPr>
            <a:xfrm>
              <a:off x="2508163" y="3580788"/>
              <a:ext cx="71400" cy="71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42"/>
            <p:cNvSpPr/>
            <p:nvPr/>
          </p:nvSpPr>
          <p:spPr>
            <a:xfrm>
              <a:off x="3118475" y="2137738"/>
              <a:ext cx="71400" cy="71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42"/>
            <p:cNvSpPr/>
            <p:nvPr/>
          </p:nvSpPr>
          <p:spPr>
            <a:xfrm>
              <a:off x="3728788" y="2714950"/>
              <a:ext cx="71400" cy="71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42"/>
            <p:cNvSpPr/>
            <p:nvPr/>
          </p:nvSpPr>
          <p:spPr>
            <a:xfrm>
              <a:off x="4339088" y="1559938"/>
              <a:ext cx="71400" cy="71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42"/>
            <p:cNvSpPr/>
            <p:nvPr/>
          </p:nvSpPr>
          <p:spPr>
            <a:xfrm>
              <a:off x="4949400" y="2426363"/>
              <a:ext cx="71400" cy="71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42"/>
            <p:cNvSpPr/>
            <p:nvPr/>
          </p:nvSpPr>
          <p:spPr>
            <a:xfrm>
              <a:off x="5559713" y="3292175"/>
              <a:ext cx="71400" cy="71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42"/>
            <p:cNvSpPr/>
            <p:nvPr/>
          </p:nvSpPr>
          <p:spPr>
            <a:xfrm>
              <a:off x="6170025" y="3006938"/>
              <a:ext cx="71400" cy="71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42"/>
            <p:cNvSpPr/>
            <p:nvPr/>
          </p:nvSpPr>
          <p:spPr>
            <a:xfrm>
              <a:off x="6780338" y="3580775"/>
              <a:ext cx="71400" cy="71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42"/>
            <p:cNvSpPr/>
            <p:nvPr/>
          </p:nvSpPr>
          <p:spPr>
            <a:xfrm>
              <a:off x="7390650" y="1849138"/>
              <a:ext cx="71400" cy="71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42"/>
            <p:cNvSpPr/>
            <p:nvPr/>
          </p:nvSpPr>
          <p:spPr>
            <a:xfrm>
              <a:off x="8006675" y="1559663"/>
              <a:ext cx="71400" cy="71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53" name="Google Shape;1453;p42"/>
          <p:cNvGrpSpPr/>
          <p:nvPr/>
        </p:nvGrpSpPr>
        <p:grpSpPr>
          <a:xfrm>
            <a:off x="710288" y="2359050"/>
            <a:ext cx="7723197" cy="1803050"/>
            <a:chOff x="710288" y="2137750"/>
            <a:chExt cx="7723197" cy="1803050"/>
          </a:xfrm>
        </p:grpSpPr>
        <p:sp>
          <p:nvSpPr>
            <p:cNvPr id="1454" name="Google Shape;1454;p42"/>
            <p:cNvSpPr/>
            <p:nvPr/>
          </p:nvSpPr>
          <p:spPr>
            <a:xfrm>
              <a:off x="710288" y="2172905"/>
              <a:ext cx="7723197" cy="1739465"/>
            </a:xfrm>
            <a:custGeom>
              <a:avLst/>
              <a:gdLst/>
              <a:ahLst/>
              <a:cxnLst/>
              <a:rect l="l" t="t" r="r" b="b"/>
              <a:pathLst>
                <a:path w="214429" h="48295" extrusionOk="0">
                  <a:moveTo>
                    <a:pt x="0" y="48101"/>
                  </a:moveTo>
                  <a:lnTo>
                    <a:pt x="17026" y="32099"/>
                  </a:lnTo>
                  <a:lnTo>
                    <a:pt x="33957" y="40100"/>
                  </a:lnTo>
                  <a:lnTo>
                    <a:pt x="50912" y="8072"/>
                  </a:lnTo>
                  <a:lnTo>
                    <a:pt x="67890" y="48077"/>
                  </a:lnTo>
                  <a:lnTo>
                    <a:pt x="84797" y="24003"/>
                  </a:lnTo>
                  <a:lnTo>
                    <a:pt x="101751" y="32099"/>
                  </a:lnTo>
                  <a:lnTo>
                    <a:pt x="118658" y="24122"/>
                  </a:lnTo>
                  <a:lnTo>
                    <a:pt x="135613" y="8025"/>
                  </a:lnTo>
                  <a:lnTo>
                    <a:pt x="152591" y="0"/>
                  </a:lnTo>
                  <a:lnTo>
                    <a:pt x="169522" y="24098"/>
                  </a:lnTo>
                  <a:lnTo>
                    <a:pt x="186500" y="32194"/>
                  </a:lnTo>
                  <a:lnTo>
                    <a:pt x="203611" y="16042"/>
                  </a:lnTo>
                  <a:lnTo>
                    <a:pt x="214429" y="48295"/>
                  </a:lnTo>
                </a:path>
              </a:pathLst>
            </a:cu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55" name="Google Shape;1455;p42"/>
            <p:cNvSpPr/>
            <p:nvPr/>
          </p:nvSpPr>
          <p:spPr>
            <a:xfrm>
              <a:off x="8000975" y="2718588"/>
              <a:ext cx="71400" cy="71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42"/>
            <p:cNvSpPr/>
            <p:nvPr/>
          </p:nvSpPr>
          <p:spPr>
            <a:xfrm>
              <a:off x="7390663" y="3292175"/>
              <a:ext cx="71400" cy="71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42"/>
            <p:cNvSpPr/>
            <p:nvPr/>
          </p:nvSpPr>
          <p:spPr>
            <a:xfrm>
              <a:off x="6780325" y="3003575"/>
              <a:ext cx="71400" cy="71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42"/>
            <p:cNvSpPr/>
            <p:nvPr/>
          </p:nvSpPr>
          <p:spPr>
            <a:xfrm>
              <a:off x="6170038" y="2137750"/>
              <a:ext cx="71400" cy="71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42"/>
            <p:cNvSpPr/>
            <p:nvPr/>
          </p:nvSpPr>
          <p:spPr>
            <a:xfrm>
              <a:off x="5559700" y="2426363"/>
              <a:ext cx="71400" cy="71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42"/>
            <p:cNvSpPr/>
            <p:nvPr/>
          </p:nvSpPr>
          <p:spPr>
            <a:xfrm>
              <a:off x="4949413" y="3006938"/>
              <a:ext cx="71400" cy="71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42"/>
            <p:cNvSpPr/>
            <p:nvPr/>
          </p:nvSpPr>
          <p:spPr>
            <a:xfrm>
              <a:off x="4339088" y="3292175"/>
              <a:ext cx="71400" cy="71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42"/>
            <p:cNvSpPr/>
            <p:nvPr/>
          </p:nvSpPr>
          <p:spPr>
            <a:xfrm>
              <a:off x="3728775" y="3003575"/>
              <a:ext cx="71400" cy="71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463;p42"/>
            <p:cNvSpPr/>
            <p:nvPr/>
          </p:nvSpPr>
          <p:spPr>
            <a:xfrm>
              <a:off x="3118475" y="3869400"/>
              <a:ext cx="71400" cy="71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42"/>
            <p:cNvSpPr/>
            <p:nvPr/>
          </p:nvSpPr>
          <p:spPr>
            <a:xfrm>
              <a:off x="2508163" y="2426363"/>
              <a:ext cx="71400" cy="71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42"/>
            <p:cNvSpPr/>
            <p:nvPr/>
          </p:nvSpPr>
          <p:spPr>
            <a:xfrm>
              <a:off x="1897850" y="3580775"/>
              <a:ext cx="71400" cy="71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42"/>
            <p:cNvSpPr/>
            <p:nvPr/>
          </p:nvSpPr>
          <p:spPr>
            <a:xfrm>
              <a:off x="1287538" y="3292188"/>
              <a:ext cx="71400" cy="71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67" name="Google Shape;1467;p42"/>
          <p:cNvGrpSpPr/>
          <p:nvPr/>
        </p:nvGrpSpPr>
        <p:grpSpPr>
          <a:xfrm>
            <a:off x="1046653" y="1464150"/>
            <a:ext cx="7266500" cy="201000"/>
            <a:chOff x="1046653" y="1090450"/>
            <a:chExt cx="7266500" cy="201000"/>
          </a:xfrm>
        </p:grpSpPr>
        <p:sp>
          <p:nvSpPr>
            <p:cNvPr id="1468" name="Google Shape;1468;p42"/>
            <p:cNvSpPr txBox="1"/>
            <p:nvPr/>
          </p:nvSpPr>
          <p:spPr>
            <a:xfrm>
              <a:off x="1046653" y="1090450"/>
              <a:ext cx="5532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Jan</a:t>
              </a:r>
              <a:endParaRPr sz="11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69" name="Google Shape;1469;p42"/>
            <p:cNvSpPr txBox="1"/>
            <p:nvPr/>
          </p:nvSpPr>
          <p:spPr>
            <a:xfrm>
              <a:off x="1656953" y="1090450"/>
              <a:ext cx="5532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Feb</a:t>
              </a:r>
              <a:endParaRPr sz="11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70" name="Google Shape;1470;p42"/>
            <p:cNvSpPr txBox="1"/>
            <p:nvPr/>
          </p:nvSpPr>
          <p:spPr>
            <a:xfrm>
              <a:off x="2267253" y="1090450"/>
              <a:ext cx="5532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Mar</a:t>
              </a:r>
              <a:endParaRPr sz="11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71" name="Google Shape;1471;p42"/>
            <p:cNvSpPr txBox="1"/>
            <p:nvPr/>
          </p:nvSpPr>
          <p:spPr>
            <a:xfrm>
              <a:off x="2877553" y="1090450"/>
              <a:ext cx="5532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Apr</a:t>
              </a:r>
              <a:endParaRPr sz="11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72" name="Google Shape;1472;p42"/>
            <p:cNvSpPr txBox="1"/>
            <p:nvPr/>
          </p:nvSpPr>
          <p:spPr>
            <a:xfrm>
              <a:off x="3487853" y="1090450"/>
              <a:ext cx="5532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May</a:t>
              </a:r>
              <a:endParaRPr sz="11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73" name="Google Shape;1473;p42"/>
            <p:cNvSpPr txBox="1"/>
            <p:nvPr/>
          </p:nvSpPr>
          <p:spPr>
            <a:xfrm>
              <a:off x="4098153" y="1090450"/>
              <a:ext cx="5532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Jun</a:t>
              </a:r>
              <a:endParaRPr sz="11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74" name="Google Shape;1474;p42"/>
            <p:cNvSpPr txBox="1"/>
            <p:nvPr/>
          </p:nvSpPr>
          <p:spPr>
            <a:xfrm>
              <a:off x="4708453" y="1090450"/>
              <a:ext cx="5532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Jul</a:t>
              </a:r>
              <a:endParaRPr sz="11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75" name="Google Shape;1475;p42"/>
            <p:cNvSpPr txBox="1"/>
            <p:nvPr/>
          </p:nvSpPr>
          <p:spPr>
            <a:xfrm>
              <a:off x="5318753" y="1090450"/>
              <a:ext cx="5532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Aug</a:t>
              </a:r>
              <a:endParaRPr sz="11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76" name="Google Shape;1476;p42"/>
            <p:cNvSpPr txBox="1"/>
            <p:nvPr/>
          </p:nvSpPr>
          <p:spPr>
            <a:xfrm>
              <a:off x="5929053" y="1090450"/>
              <a:ext cx="5532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Sep</a:t>
              </a:r>
              <a:endParaRPr sz="11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77" name="Google Shape;1477;p42"/>
            <p:cNvSpPr txBox="1"/>
            <p:nvPr/>
          </p:nvSpPr>
          <p:spPr>
            <a:xfrm>
              <a:off x="6539353" y="1090450"/>
              <a:ext cx="5532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Oct</a:t>
              </a:r>
              <a:endParaRPr sz="11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78" name="Google Shape;1478;p42"/>
            <p:cNvSpPr txBox="1"/>
            <p:nvPr/>
          </p:nvSpPr>
          <p:spPr>
            <a:xfrm>
              <a:off x="7149653" y="1090450"/>
              <a:ext cx="5532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Nov</a:t>
              </a:r>
              <a:endParaRPr sz="11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79" name="Google Shape;1479;p42"/>
            <p:cNvSpPr txBox="1"/>
            <p:nvPr/>
          </p:nvSpPr>
          <p:spPr>
            <a:xfrm>
              <a:off x="7759953" y="1090450"/>
              <a:ext cx="5532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Dec</a:t>
              </a:r>
              <a:endParaRPr sz="11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480" name="Google Shape;1480;p42"/>
          <p:cNvGrpSpPr/>
          <p:nvPr/>
        </p:nvGrpSpPr>
        <p:grpSpPr>
          <a:xfrm>
            <a:off x="2975663" y="4446750"/>
            <a:ext cx="3192450" cy="201000"/>
            <a:chOff x="5052300" y="4301650"/>
            <a:chExt cx="3192450" cy="201000"/>
          </a:xfrm>
        </p:grpSpPr>
        <p:grpSp>
          <p:nvGrpSpPr>
            <p:cNvPr id="1481" name="Google Shape;1481;p42"/>
            <p:cNvGrpSpPr/>
            <p:nvPr/>
          </p:nvGrpSpPr>
          <p:grpSpPr>
            <a:xfrm>
              <a:off x="5052300" y="4301650"/>
              <a:ext cx="1453500" cy="201000"/>
              <a:chOff x="5052300" y="4301650"/>
              <a:chExt cx="1453500" cy="201000"/>
            </a:xfrm>
          </p:grpSpPr>
          <p:cxnSp>
            <p:nvCxnSpPr>
              <p:cNvPr id="1482" name="Google Shape;1482;p42"/>
              <p:cNvCxnSpPr/>
              <p:nvPr/>
            </p:nvCxnSpPr>
            <p:spPr>
              <a:xfrm>
                <a:off x="5052300" y="4402147"/>
                <a:ext cx="6570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483" name="Google Shape;1483;p42"/>
              <p:cNvSpPr txBox="1"/>
              <p:nvPr/>
            </p:nvSpPr>
            <p:spPr>
              <a:xfrm>
                <a:off x="5709300" y="4301650"/>
                <a:ext cx="796500" cy="20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rPr>
                  <a:t>Product 1</a:t>
                </a:r>
                <a:endParaRPr sz="11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484" name="Google Shape;1484;p42"/>
              <p:cNvSpPr/>
              <p:nvPr/>
            </p:nvSpPr>
            <p:spPr>
              <a:xfrm>
                <a:off x="5345100" y="4366447"/>
                <a:ext cx="71400" cy="71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85" name="Google Shape;1485;p42"/>
            <p:cNvGrpSpPr/>
            <p:nvPr/>
          </p:nvGrpSpPr>
          <p:grpSpPr>
            <a:xfrm>
              <a:off x="6791250" y="4301650"/>
              <a:ext cx="1453500" cy="201000"/>
              <a:chOff x="6715050" y="4301650"/>
              <a:chExt cx="1453500" cy="201000"/>
            </a:xfrm>
          </p:grpSpPr>
          <p:cxnSp>
            <p:nvCxnSpPr>
              <p:cNvPr id="1486" name="Google Shape;1486;p42"/>
              <p:cNvCxnSpPr/>
              <p:nvPr/>
            </p:nvCxnSpPr>
            <p:spPr>
              <a:xfrm>
                <a:off x="6715050" y="4402147"/>
                <a:ext cx="6570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3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487" name="Google Shape;1487;p42"/>
              <p:cNvSpPr txBox="1"/>
              <p:nvPr/>
            </p:nvSpPr>
            <p:spPr>
              <a:xfrm>
                <a:off x="7372050" y="4301650"/>
                <a:ext cx="796500" cy="20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rPr>
                  <a:t>Product 2</a:t>
                </a:r>
                <a:endParaRPr sz="11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488" name="Google Shape;1488;p42"/>
              <p:cNvSpPr/>
              <p:nvPr/>
            </p:nvSpPr>
            <p:spPr>
              <a:xfrm>
                <a:off x="7007850" y="4366447"/>
                <a:ext cx="71400" cy="71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3" name="Google Shape;1493;p43"/>
          <p:cNvSpPr txBox="1">
            <a:spLocks noGrp="1"/>
          </p:cNvSpPr>
          <p:nvPr>
            <p:ph type="title"/>
          </p:nvPr>
        </p:nvSpPr>
        <p:spPr>
          <a:xfrm>
            <a:off x="483675" y="415425"/>
            <a:ext cx="82032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Data Charts Infographics</a:t>
            </a:r>
            <a:endParaRPr/>
          </a:p>
        </p:txBody>
      </p:sp>
      <p:grpSp>
        <p:nvGrpSpPr>
          <p:cNvPr id="1494" name="Google Shape;1494;p43"/>
          <p:cNvGrpSpPr/>
          <p:nvPr/>
        </p:nvGrpSpPr>
        <p:grpSpPr>
          <a:xfrm>
            <a:off x="1235263" y="1607525"/>
            <a:ext cx="5185200" cy="2717700"/>
            <a:chOff x="2316838" y="1382075"/>
            <a:chExt cx="5185200" cy="2717700"/>
          </a:xfrm>
        </p:grpSpPr>
        <p:cxnSp>
          <p:nvCxnSpPr>
            <p:cNvPr id="1495" name="Google Shape;1495;p43"/>
            <p:cNvCxnSpPr/>
            <p:nvPr/>
          </p:nvCxnSpPr>
          <p:spPr>
            <a:xfrm>
              <a:off x="2316838" y="1382075"/>
              <a:ext cx="51852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1496" name="Google Shape;1496;p43"/>
            <p:cNvCxnSpPr/>
            <p:nvPr/>
          </p:nvCxnSpPr>
          <p:spPr>
            <a:xfrm>
              <a:off x="2316838" y="1925615"/>
              <a:ext cx="51852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1497" name="Google Shape;1497;p43"/>
            <p:cNvCxnSpPr/>
            <p:nvPr/>
          </p:nvCxnSpPr>
          <p:spPr>
            <a:xfrm>
              <a:off x="2316838" y="2469155"/>
              <a:ext cx="51852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1498" name="Google Shape;1498;p43"/>
            <p:cNvCxnSpPr/>
            <p:nvPr/>
          </p:nvCxnSpPr>
          <p:spPr>
            <a:xfrm>
              <a:off x="2316838" y="3012695"/>
              <a:ext cx="51852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1499" name="Google Shape;1499;p43"/>
            <p:cNvCxnSpPr/>
            <p:nvPr/>
          </p:nvCxnSpPr>
          <p:spPr>
            <a:xfrm>
              <a:off x="2316838" y="3556235"/>
              <a:ext cx="51852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1500" name="Google Shape;1500;p43"/>
            <p:cNvCxnSpPr/>
            <p:nvPr/>
          </p:nvCxnSpPr>
          <p:spPr>
            <a:xfrm>
              <a:off x="3355978" y="1382075"/>
              <a:ext cx="0" cy="27177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1501" name="Google Shape;1501;p43"/>
            <p:cNvCxnSpPr/>
            <p:nvPr/>
          </p:nvCxnSpPr>
          <p:spPr>
            <a:xfrm>
              <a:off x="4391068" y="1382075"/>
              <a:ext cx="0" cy="27177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1502" name="Google Shape;1502;p43"/>
            <p:cNvCxnSpPr/>
            <p:nvPr/>
          </p:nvCxnSpPr>
          <p:spPr>
            <a:xfrm>
              <a:off x="5426158" y="1382075"/>
              <a:ext cx="0" cy="27177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1503" name="Google Shape;1503;p43"/>
            <p:cNvCxnSpPr/>
            <p:nvPr/>
          </p:nvCxnSpPr>
          <p:spPr>
            <a:xfrm>
              <a:off x="6461248" y="1382075"/>
              <a:ext cx="0" cy="27177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dash"/>
              <a:round/>
              <a:headEnd type="none" w="med" len="med"/>
              <a:tailEnd type="none" w="med" len="med"/>
            </a:ln>
          </p:spPr>
        </p:cxnSp>
      </p:grpSp>
      <p:sp>
        <p:nvSpPr>
          <p:cNvPr id="1504" name="Google Shape;1504;p43"/>
          <p:cNvSpPr/>
          <p:nvPr/>
        </p:nvSpPr>
        <p:spPr>
          <a:xfrm>
            <a:off x="1239025" y="2148625"/>
            <a:ext cx="5163525" cy="1637700"/>
          </a:xfrm>
          <a:custGeom>
            <a:avLst/>
            <a:gdLst/>
            <a:ahLst/>
            <a:cxnLst/>
            <a:rect l="l" t="t" r="r" b="b"/>
            <a:pathLst>
              <a:path w="206541" h="65508" extrusionOk="0">
                <a:moveTo>
                  <a:pt x="0" y="65508"/>
                </a:moveTo>
                <a:lnTo>
                  <a:pt x="41468" y="43272"/>
                </a:lnTo>
                <a:lnTo>
                  <a:pt x="82937" y="65508"/>
                </a:lnTo>
                <a:lnTo>
                  <a:pt x="124406" y="21636"/>
                </a:lnTo>
                <a:lnTo>
                  <a:pt x="165874" y="43873"/>
                </a:lnTo>
                <a:lnTo>
                  <a:pt x="206541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505" name="Google Shape;1505;p43"/>
          <p:cNvSpPr/>
          <p:nvPr/>
        </p:nvSpPr>
        <p:spPr>
          <a:xfrm>
            <a:off x="1239025" y="1607725"/>
            <a:ext cx="5173550" cy="1632700"/>
          </a:xfrm>
          <a:custGeom>
            <a:avLst/>
            <a:gdLst/>
            <a:ahLst/>
            <a:cxnLst/>
            <a:rect l="l" t="t" r="r" b="b"/>
            <a:pathLst>
              <a:path w="206942" h="65308" extrusionOk="0">
                <a:moveTo>
                  <a:pt x="0" y="43472"/>
                </a:moveTo>
                <a:lnTo>
                  <a:pt x="41669" y="21636"/>
                </a:lnTo>
                <a:lnTo>
                  <a:pt x="82737" y="65308"/>
                </a:lnTo>
                <a:lnTo>
                  <a:pt x="124205" y="0"/>
                </a:lnTo>
                <a:lnTo>
                  <a:pt x="165874" y="21836"/>
                </a:lnTo>
                <a:lnTo>
                  <a:pt x="206942" y="201"/>
                </a:lnTo>
              </a:path>
            </a:pathLst>
          </a:cu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506" name="Google Shape;1506;p43"/>
          <p:cNvSpPr/>
          <p:nvPr/>
        </p:nvSpPr>
        <p:spPr>
          <a:xfrm>
            <a:off x="1244025" y="1607725"/>
            <a:ext cx="5158525" cy="2188625"/>
          </a:xfrm>
          <a:custGeom>
            <a:avLst/>
            <a:gdLst/>
            <a:ahLst/>
            <a:cxnLst/>
            <a:rect l="l" t="t" r="r" b="b"/>
            <a:pathLst>
              <a:path w="206341" h="87545" extrusionOk="0">
                <a:moveTo>
                  <a:pt x="0" y="0"/>
                </a:moveTo>
                <a:lnTo>
                  <a:pt x="41469" y="43673"/>
                </a:lnTo>
                <a:lnTo>
                  <a:pt x="82737" y="21636"/>
                </a:lnTo>
                <a:lnTo>
                  <a:pt x="124206" y="87545"/>
                </a:lnTo>
                <a:lnTo>
                  <a:pt x="165674" y="43472"/>
                </a:lnTo>
                <a:lnTo>
                  <a:pt x="206341" y="87345"/>
                </a:lnTo>
              </a:path>
            </a:pathLst>
          </a:cu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sp>
      <p:grpSp>
        <p:nvGrpSpPr>
          <p:cNvPr id="1507" name="Google Shape;1507;p43"/>
          <p:cNvGrpSpPr/>
          <p:nvPr/>
        </p:nvGrpSpPr>
        <p:grpSpPr>
          <a:xfrm>
            <a:off x="634079" y="1507063"/>
            <a:ext cx="5786383" cy="3097762"/>
            <a:chOff x="1715654" y="1281613"/>
            <a:chExt cx="5786383" cy="3097762"/>
          </a:xfrm>
        </p:grpSpPr>
        <p:sp>
          <p:nvSpPr>
            <p:cNvPr id="1508" name="Google Shape;1508;p43"/>
            <p:cNvSpPr txBox="1"/>
            <p:nvPr/>
          </p:nvSpPr>
          <p:spPr>
            <a:xfrm>
              <a:off x="1715654" y="3455713"/>
              <a:ext cx="5244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10M</a:t>
              </a:r>
              <a:endParaRPr sz="11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09" name="Google Shape;1509;p43"/>
            <p:cNvSpPr txBox="1"/>
            <p:nvPr/>
          </p:nvSpPr>
          <p:spPr>
            <a:xfrm>
              <a:off x="1715654" y="2912188"/>
              <a:ext cx="5244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20M</a:t>
              </a:r>
              <a:endParaRPr sz="11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510" name="Google Shape;1510;p43"/>
            <p:cNvGrpSpPr/>
            <p:nvPr/>
          </p:nvGrpSpPr>
          <p:grpSpPr>
            <a:xfrm>
              <a:off x="2316238" y="1377700"/>
              <a:ext cx="5185800" cy="2725925"/>
              <a:chOff x="1786525" y="1492450"/>
              <a:chExt cx="5185800" cy="2725925"/>
            </a:xfrm>
          </p:grpSpPr>
          <p:cxnSp>
            <p:nvCxnSpPr>
              <p:cNvPr id="1511" name="Google Shape;1511;p43"/>
              <p:cNvCxnSpPr/>
              <p:nvPr/>
            </p:nvCxnSpPr>
            <p:spPr>
              <a:xfrm>
                <a:off x="1786525" y="4218375"/>
                <a:ext cx="5185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12" name="Google Shape;1512;p43"/>
              <p:cNvCxnSpPr/>
              <p:nvPr/>
            </p:nvCxnSpPr>
            <p:spPr>
              <a:xfrm>
                <a:off x="1791175" y="1492450"/>
                <a:ext cx="0" cy="2721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513" name="Google Shape;1513;p43"/>
            <p:cNvSpPr txBox="1"/>
            <p:nvPr/>
          </p:nvSpPr>
          <p:spPr>
            <a:xfrm>
              <a:off x="1715654" y="2368663"/>
              <a:ext cx="5244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30M</a:t>
              </a:r>
              <a:endParaRPr sz="11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14" name="Google Shape;1514;p43"/>
            <p:cNvSpPr txBox="1"/>
            <p:nvPr/>
          </p:nvSpPr>
          <p:spPr>
            <a:xfrm>
              <a:off x="1715654" y="1825138"/>
              <a:ext cx="5244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40M</a:t>
              </a:r>
              <a:endParaRPr sz="11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15" name="Google Shape;1515;p43"/>
            <p:cNvSpPr txBox="1"/>
            <p:nvPr/>
          </p:nvSpPr>
          <p:spPr>
            <a:xfrm>
              <a:off x="1715654" y="1281613"/>
              <a:ext cx="5244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50M</a:t>
              </a:r>
              <a:endParaRPr sz="11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16" name="Google Shape;1516;p43"/>
            <p:cNvSpPr txBox="1"/>
            <p:nvPr/>
          </p:nvSpPr>
          <p:spPr>
            <a:xfrm>
              <a:off x="3002887" y="4178375"/>
              <a:ext cx="7062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Q1</a:t>
              </a:r>
              <a:endParaRPr sz="11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17" name="Google Shape;1517;p43"/>
            <p:cNvSpPr txBox="1"/>
            <p:nvPr/>
          </p:nvSpPr>
          <p:spPr>
            <a:xfrm>
              <a:off x="4037962" y="4178375"/>
              <a:ext cx="7062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Q2</a:t>
              </a:r>
              <a:endParaRPr sz="11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18" name="Google Shape;1518;p43"/>
            <p:cNvSpPr txBox="1"/>
            <p:nvPr/>
          </p:nvSpPr>
          <p:spPr>
            <a:xfrm>
              <a:off x="5073037" y="4178375"/>
              <a:ext cx="7062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Q3</a:t>
              </a:r>
              <a:endParaRPr sz="11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19" name="Google Shape;1519;p43"/>
            <p:cNvSpPr txBox="1"/>
            <p:nvPr/>
          </p:nvSpPr>
          <p:spPr>
            <a:xfrm>
              <a:off x="6108112" y="4178375"/>
              <a:ext cx="7062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Q4</a:t>
              </a:r>
              <a:endParaRPr sz="11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520" name="Google Shape;1520;p43"/>
          <p:cNvGrpSpPr/>
          <p:nvPr/>
        </p:nvGrpSpPr>
        <p:grpSpPr>
          <a:xfrm>
            <a:off x="6661025" y="1558525"/>
            <a:ext cx="1772700" cy="802375"/>
            <a:chOff x="710275" y="1333075"/>
            <a:chExt cx="1772700" cy="802375"/>
          </a:xfrm>
        </p:grpSpPr>
        <p:sp>
          <p:nvSpPr>
            <p:cNvPr id="1521" name="Google Shape;1521;p43"/>
            <p:cNvSpPr txBox="1"/>
            <p:nvPr/>
          </p:nvSpPr>
          <p:spPr>
            <a:xfrm>
              <a:off x="710275" y="1333075"/>
              <a:ext cx="1772700" cy="26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Product 1</a:t>
              </a:r>
              <a:endParaRPr sz="17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522" name="Google Shape;1522;p43"/>
            <p:cNvSpPr txBox="1"/>
            <p:nvPr/>
          </p:nvSpPr>
          <p:spPr>
            <a:xfrm>
              <a:off x="710275" y="1587050"/>
              <a:ext cx="1772700" cy="54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Venus is the second planet from the Sun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523" name="Google Shape;1523;p43"/>
          <p:cNvGrpSpPr/>
          <p:nvPr/>
        </p:nvGrpSpPr>
        <p:grpSpPr>
          <a:xfrm>
            <a:off x="6661025" y="3656825"/>
            <a:ext cx="1772700" cy="802375"/>
            <a:chOff x="710275" y="3431375"/>
            <a:chExt cx="1772700" cy="802375"/>
          </a:xfrm>
        </p:grpSpPr>
        <p:sp>
          <p:nvSpPr>
            <p:cNvPr id="1524" name="Google Shape;1524;p43"/>
            <p:cNvSpPr txBox="1"/>
            <p:nvPr/>
          </p:nvSpPr>
          <p:spPr>
            <a:xfrm>
              <a:off x="710275" y="3431375"/>
              <a:ext cx="1772700" cy="26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Product 3</a:t>
              </a:r>
              <a:endParaRPr sz="170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525" name="Google Shape;1525;p43"/>
            <p:cNvSpPr txBox="1"/>
            <p:nvPr/>
          </p:nvSpPr>
          <p:spPr>
            <a:xfrm>
              <a:off x="710275" y="3685350"/>
              <a:ext cx="1772700" cy="54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Mars is a cold planet full of iron oxide dust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526" name="Google Shape;1526;p43"/>
          <p:cNvGrpSpPr/>
          <p:nvPr/>
        </p:nvGrpSpPr>
        <p:grpSpPr>
          <a:xfrm>
            <a:off x="6661025" y="2607675"/>
            <a:ext cx="1772700" cy="802375"/>
            <a:chOff x="710275" y="2382225"/>
            <a:chExt cx="1772700" cy="802375"/>
          </a:xfrm>
        </p:grpSpPr>
        <p:sp>
          <p:nvSpPr>
            <p:cNvPr id="1527" name="Google Shape;1527;p43"/>
            <p:cNvSpPr txBox="1"/>
            <p:nvPr/>
          </p:nvSpPr>
          <p:spPr>
            <a:xfrm>
              <a:off x="710275" y="2382225"/>
              <a:ext cx="1772700" cy="26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Product 2</a:t>
              </a:r>
              <a:endParaRPr sz="170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528" name="Google Shape;1528;p43"/>
            <p:cNvSpPr txBox="1"/>
            <p:nvPr/>
          </p:nvSpPr>
          <p:spPr>
            <a:xfrm>
              <a:off x="710275" y="2636200"/>
              <a:ext cx="1772700" cy="54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Saturn is composed of hydrogen and helium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3" name="Google Shape;1533;p44"/>
          <p:cNvSpPr txBox="1">
            <a:spLocks noGrp="1"/>
          </p:cNvSpPr>
          <p:nvPr>
            <p:ph type="title"/>
          </p:nvPr>
        </p:nvSpPr>
        <p:spPr>
          <a:xfrm>
            <a:off x="483675" y="415425"/>
            <a:ext cx="82032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Data Charts Infographics</a:t>
            </a:r>
            <a:endParaRPr/>
          </a:p>
        </p:txBody>
      </p:sp>
      <p:grpSp>
        <p:nvGrpSpPr>
          <p:cNvPr id="1534" name="Google Shape;1534;p44"/>
          <p:cNvGrpSpPr/>
          <p:nvPr/>
        </p:nvGrpSpPr>
        <p:grpSpPr>
          <a:xfrm>
            <a:off x="1521925" y="1366500"/>
            <a:ext cx="6100200" cy="2396100"/>
            <a:chOff x="1521925" y="1403850"/>
            <a:chExt cx="6100200" cy="2396100"/>
          </a:xfrm>
        </p:grpSpPr>
        <p:cxnSp>
          <p:nvCxnSpPr>
            <p:cNvPr id="1535" name="Google Shape;1535;p44"/>
            <p:cNvCxnSpPr/>
            <p:nvPr/>
          </p:nvCxnSpPr>
          <p:spPr>
            <a:xfrm>
              <a:off x="4572025" y="1403850"/>
              <a:ext cx="0" cy="2396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36" name="Google Shape;1536;p44"/>
            <p:cNvCxnSpPr/>
            <p:nvPr/>
          </p:nvCxnSpPr>
          <p:spPr>
            <a:xfrm rot="10800000">
              <a:off x="1521925" y="2601900"/>
              <a:ext cx="61002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537" name="Google Shape;1537;p44"/>
          <p:cNvGrpSpPr/>
          <p:nvPr/>
        </p:nvGrpSpPr>
        <p:grpSpPr>
          <a:xfrm>
            <a:off x="2017088" y="1422638"/>
            <a:ext cx="5321325" cy="2283825"/>
            <a:chOff x="2017088" y="1364700"/>
            <a:chExt cx="5321325" cy="2283825"/>
          </a:xfrm>
        </p:grpSpPr>
        <p:sp>
          <p:nvSpPr>
            <p:cNvPr id="1538" name="Google Shape;1538;p44"/>
            <p:cNvSpPr/>
            <p:nvPr/>
          </p:nvSpPr>
          <p:spPr>
            <a:xfrm>
              <a:off x="2925267" y="1534975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50</a:t>
              </a:r>
              <a:endParaRPr sz="170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539" name="Google Shape;1539;p44"/>
            <p:cNvSpPr/>
            <p:nvPr/>
          </p:nvSpPr>
          <p:spPr>
            <a:xfrm>
              <a:off x="2017088" y="2281800"/>
              <a:ext cx="640200" cy="640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70</a:t>
              </a:r>
              <a:endParaRPr sz="170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540" name="Google Shape;1540;p44"/>
            <p:cNvSpPr/>
            <p:nvPr/>
          </p:nvSpPr>
          <p:spPr>
            <a:xfrm>
              <a:off x="4865703" y="2302675"/>
              <a:ext cx="822900" cy="8229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90</a:t>
              </a:r>
              <a:endParaRPr sz="170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541" name="Google Shape;1541;p44"/>
            <p:cNvSpPr/>
            <p:nvPr/>
          </p:nvSpPr>
          <p:spPr>
            <a:xfrm>
              <a:off x="3769648" y="1861950"/>
              <a:ext cx="548700" cy="548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60</a:t>
              </a:r>
              <a:endParaRPr sz="170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542" name="Google Shape;1542;p44"/>
            <p:cNvSpPr/>
            <p:nvPr/>
          </p:nvSpPr>
          <p:spPr>
            <a:xfrm>
              <a:off x="6026208" y="3282825"/>
              <a:ext cx="365700" cy="3657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40</a:t>
              </a:r>
              <a:endParaRPr sz="170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543" name="Google Shape;1543;p44"/>
            <p:cNvSpPr/>
            <p:nvPr/>
          </p:nvSpPr>
          <p:spPr>
            <a:xfrm>
              <a:off x="6424013" y="1364700"/>
              <a:ext cx="914400" cy="9144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100</a:t>
              </a:r>
              <a:endParaRPr sz="170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1544" name="Google Shape;1544;p44"/>
          <p:cNvGrpSpPr/>
          <p:nvPr/>
        </p:nvGrpSpPr>
        <p:grpSpPr>
          <a:xfrm>
            <a:off x="2925284" y="4054030"/>
            <a:ext cx="3526501" cy="538983"/>
            <a:chOff x="2048375" y="4071725"/>
            <a:chExt cx="3148099" cy="481149"/>
          </a:xfrm>
        </p:grpSpPr>
        <p:sp>
          <p:nvSpPr>
            <p:cNvPr id="1545" name="Google Shape;1545;p44"/>
            <p:cNvSpPr txBox="1"/>
            <p:nvPr/>
          </p:nvSpPr>
          <p:spPr>
            <a:xfrm>
              <a:off x="2239825" y="4075958"/>
              <a:ext cx="713400" cy="18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Mercury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46" name="Google Shape;1546;p44"/>
            <p:cNvSpPr/>
            <p:nvPr/>
          </p:nvSpPr>
          <p:spPr>
            <a:xfrm>
              <a:off x="2048375" y="4071725"/>
              <a:ext cx="191400" cy="191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547" name="Google Shape;1547;p44"/>
            <p:cNvSpPr txBox="1"/>
            <p:nvPr/>
          </p:nvSpPr>
          <p:spPr>
            <a:xfrm>
              <a:off x="3361450" y="4075958"/>
              <a:ext cx="713400" cy="18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Venus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48" name="Google Shape;1548;p44"/>
            <p:cNvSpPr/>
            <p:nvPr/>
          </p:nvSpPr>
          <p:spPr>
            <a:xfrm>
              <a:off x="3170000" y="4071725"/>
              <a:ext cx="191400" cy="191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549" name="Google Shape;1549;p44"/>
            <p:cNvSpPr txBox="1"/>
            <p:nvPr/>
          </p:nvSpPr>
          <p:spPr>
            <a:xfrm>
              <a:off x="4483074" y="4075958"/>
              <a:ext cx="713400" cy="18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Earth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50" name="Google Shape;1550;p44"/>
            <p:cNvSpPr/>
            <p:nvPr/>
          </p:nvSpPr>
          <p:spPr>
            <a:xfrm>
              <a:off x="4291624" y="4071725"/>
              <a:ext cx="191400" cy="191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551" name="Google Shape;1551;p44"/>
            <p:cNvSpPr txBox="1"/>
            <p:nvPr/>
          </p:nvSpPr>
          <p:spPr>
            <a:xfrm>
              <a:off x="2239825" y="4365707"/>
              <a:ext cx="713400" cy="18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Mars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52" name="Google Shape;1552;p44"/>
            <p:cNvSpPr/>
            <p:nvPr/>
          </p:nvSpPr>
          <p:spPr>
            <a:xfrm>
              <a:off x="2048375" y="4361474"/>
              <a:ext cx="191400" cy="191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553" name="Google Shape;1553;p44"/>
            <p:cNvSpPr txBox="1"/>
            <p:nvPr/>
          </p:nvSpPr>
          <p:spPr>
            <a:xfrm>
              <a:off x="3361450" y="4365707"/>
              <a:ext cx="713400" cy="18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Jupiter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54" name="Google Shape;1554;p44"/>
            <p:cNvSpPr/>
            <p:nvPr/>
          </p:nvSpPr>
          <p:spPr>
            <a:xfrm>
              <a:off x="3170000" y="4361474"/>
              <a:ext cx="191400" cy="191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555" name="Google Shape;1555;p44"/>
            <p:cNvSpPr txBox="1"/>
            <p:nvPr/>
          </p:nvSpPr>
          <p:spPr>
            <a:xfrm>
              <a:off x="4483074" y="4365707"/>
              <a:ext cx="713400" cy="18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Saturn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56" name="Google Shape;1556;p44"/>
            <p:cNvSpPr/>
            <p:nvPr/>
          </p:nvSpPr>
          <p:spPr>
            <a:xfrm>
              <a:off x="4291624" y="4361474"/>
              <a:ext cx="191400" cy="1914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1" name="Google Shape;1561;p45"/>
          <p:cNvSpPr txBox="1">
            <a:spLocks noGrp="1"/>
          </p:cNvSpPr>
          <p:nvPr>
            <p:ph type="title"/>
          </p:nvPr>
        </p:nvSpPr>
        <p:spPr>
          <a:xfrm>
            <a:off x="483675" y="415425"/>
            <a:ext cx="82032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Data Charts Infographics</a:t>
            </a:r>
            <a:endParaRPr/>
          </a:p>
        </p:txBody>
      </p:sp>
      <p:grpSp>
        <p:nvGrpSpPr>
          <p:cNvPr id="1562" name="Google Shape;1562;p45"/>
          <p:cNvGrpSpPr/>
          <p:nvPr/>
        </p:nvGrpSpPr>
        <p:grpSpPr>
          <a:xfrm>
            <a:off x="1806790" y="1530588"/>
            <a:ext cx="5531100" cy="2177240"/>
            <a:chOff x="1806790" y="1382075"/>
            <a:chExt cx="5531100" cy="2177240"/>
          </a:xfrm>
        </p:grpSpPr>
        <p:cxnSp>
          <p:nvCxnSpPr>
            <p:cNvPr id="1563" name="Google Shape;1563;p45"/>
            <p:cNvCxnSpPr/>
            <p:nvPr/>
          </p:nvCxnSpPr>
          <p:spPr>
            <a:xfrm>
              <a:off x="1806790" y="1382075"/>
              <a:ext cx="55311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dashDot"/>
              <a:round/>
              <a:headEnd type="none" w="med" len="med"/>
              <a:tailEnd type="none" w="med" len="med"/>
            </a:ln>
          </p:spPr>
        </p:cxnSp>
        <p:cxnSp>
          <p:nvCxnSpPr>
            <p:cNvPr id="1564" name="Google Shape;1564;p45"/>
            <p:cNvCxnSpPr/>
            <p:nvPr/>
          </p:nvCxnSpPr>
          <p:spPr>
            <a:xfrm>
              <a:off x="1806790" y="1926385"/>
              <a:ext cx="55311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dashDot"/>
              <a:round/>
              <a:headEnd type="none" w="med" len="med"/>
              <a:tailEnd type="none" w="med" len="med"/>
            </a:ln>
          </p:spPr>
        </p:cxnSp>
        <p:cxnSp>
          <p:nvCxnSpPr>
            <p:cNvPr id="1565" name="Google Shape;1565;p45"/>
            <p:cNvCxnSpPr/>
            <p:nvPr/>
          </p:nvCxnSpPr>
          <p:spPr>
            <a:xfrm>
              <a:off x="1806790" y="2470695"/>
              <a:ext cx="55311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dashDot"/>
              <a:round/>
              <a:headEnd type="none" w="med" len="med"/>
              <a:tailEnd type="none" w="med" len="med"/>
            </a:ln>
          </p:spPr>
        </p:cxnSp>
        <p:cxnSp>
          <p:nvCxnSpPr>
            <p:cNvPr id="1566" name="Google Shape;1566;p45"/>
            <p:cNvCxnSpPr/>
            <p:nvPr/>
          </p:nvCxnSpPr>
          <p:spPr>
            <a:xfrm>
              <a:off x="1806790" y="3015005"/>
              <a:ext cx="55311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dashDot"/>
              <a:round/>
              <a:headEnd type="none" w="med" len="med"/>
              <a:tailEnd type="none" w="med" len="med"/>
            </a:ln>
          </p:spPr>
        </p:cxnSp>
        <p:cxnSp>
          <p:nvCxnSpPr>
            <p:cNvPr id="1567" name="Google Shape;1567;p45"/>
            <p:cNvCxnSpPr/>
            <p:nvPr/>
          </p:nvCxnSpPr>
          <p:spPr>
            <a:xfrm>
              <a:off x="1806790" y="3559315"/>
              <a:ext cx="55311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dashDot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568" name="Google Shape;1568;p45"/>
          <p:cNvGrpSpPr/>
          <p:nvPr/>
        </p:nvGrpSpPr>
        <p:grpSpPr>
          <a:xfrm>
            <a:off x="1806800" y="1535788"/>
            <a:ext cx="5530700" cy="2716425"/>
            <a:chOff x="1806800" y="1387275"/>
            <a:chExt cx="5530700" cy="2716425"/>
          </a:xfrm>
        </p:grpSpPr>
        <p:sp>
          <p:nvSpPr>
            <p:cNvPr id="1569" name="Google Shape;1569;p45"/>
            <p:cNvSpPr/>
            <p:nvPr/>
          </p:nvSpPr>
          <p:spPr>
            <a:xfrm>
              <a:off x="1806800" y="1387275"/>
              <a:ext cx="1378500" cy="27162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45"/>
            <p:cNvSpPr/>
            <p:nvPr/>
          </p:nvSpPr>
          <p:spPr>
            <a:xfrm>
              <a:off x="2844850" y="1926375"/>
              <a:ext cx="1378500" cy="2177100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45"/>
            <p:cNvSpPr/>
            <p:nvPr/>
          </p:nvSpPr>
          <p:spPr>
            <a:xfrm>
              <a:off x="3882900" y="2470500"/>
              <a:ext cx="1378500" cy="1632900"/>
            </a:xfrm>
            <a:prstGeom prst="triangle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45"/>
            <p:cNvSpPr/>
            <p:nvPr/>
          </p:nvSpPr>
          <p:spPr>
            <a:xfrm>
              <a:off x="4920950" y="3015000"/>
              <a:ext cx="1378500" cy="1088700"/>
            </a:xfrm>
            <a:prstGeom prst="triangle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45"/>
            <p:cNvSpPr/>
            <p:nvPr/>
          </p:nvSpPr>
          <p:spPr>
            <a:xfrm>
              <a:off x="5959000" y="3559325"/>
              <a:ext cx="1378500" cy="544200"/>
            </a:xfrm>
            <a:prstGeom prst="triangle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74" name="Google Shape;1574;p45"/>
          <p:cNvGrpSpPr/>
          <p:nvPr/>
        </p:nvGrpSpPr>
        <p:grpSpPr>
          <a:xfrm>
            <a:off x="971598" y="1430138"/>
            <a:ext cx="6365902" cy="3099225"/>
            <a:chOff x="971598" y="1281625"/>
            <a:chExt cx="6365902" cy="3099225"/>
          </a:xfrm>
        </p:grpSpPr>
        <p:sp>
          <p:nvSpPr>
            <p:cNvPr id="1575" name="Google Shape;1575;p45"/>
            <p:cNvSpPr txBox="1"/>
            <p:nvPr/>
          </p:nvSpPr>
          <p:spPr>
            <a:xfrm>
              <a:off x="971598" y="3455725"/>
              <a:ext cx="7584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$1000</a:t>
              </a:r>
              <a:endParaRPr sz="11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76" name="Google Shape;1576;p45"/>
            <p:cNvSpPr txBox="1"/>
            <p:nvPr/>
          </p:nvSpPr>
          <p:spPr>
            <a:xfrm>
              <a:off x="971598" y="2912200"/>
              <a:ext cx="7584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1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$2000</a:t>
              </a:r>
              <a:endParaRPr sz="11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77" name="Google Shape;1577;p45"/>
            <p:cNvSpPr txBox="1"/>
            <p:nvPr/>
          </p:nvSpPr>
          <p:spPr>
            <a:xfrm>
              <a:off x="971598" y="2368675"/>
              <a:ext cx="7584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1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$3000</a:t>
              </a:r>
              <a:endParaRPr sz="11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78" name="Google Shape;1578;p45"/>
            <p:cNvSpPr txBox="1"/>
            <p:nvPr/>
          </p:nvSpPr>
          <p:spPr>
            <a:xfrm>
              <a:off x="971598" y="1825150"/>
              <a:ext cx="7584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1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$4000</a:t>
              </a:r>
              <a:endParaRPr sz="11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79" name="Google Shape;1579;p45"/>
            <p:cNvSpPr txBox="1"/>
            <p:nvPr/>
          </p:nvSpPr>
          <p:spPr>
            <a:xfrm>
              <a:off x="971598" y="1281625"/>
              <a:ext cx="7584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1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$5000</a:t>
              </a:r>
              <a:endParaRPr sz="11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580" name="Google Shape;1580;p45"/>
            <p:cNvGrpSpPr/>
            <p:nvPr/>
          </p:nvGrpSpPr>
          <p:grpSpPr>
            <a:xfrm>
              <a:off x="1806100" y="4103625"/>
              <a:ext cx="5531400" cy="277225"/>
              <a:chOff x="1806100" y="4103625"/>
              <a:chExt cx="5531400" cy="277225"/>
            </a:xfrm>
          </p:grpSpPr>
          <p:sp>
            <p:nvSpPr>
              <p:cNvPr id="1581" name="Google Shape;1581;p45"/>
              <p:cNvSpPr txBox="1"/>
              <p:nvPr/>
            </p:nvSpPr>
            <p:spPr>
              <a:xfrm>
                <a:off x="2142962" y="4179850"/>
                <a:ext cx="706200" cy="20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rPr>
                  <a:t>Item 1</a:t>
                </a:r>
                <a:endParaRPr sz="11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582" name="Google Shape;1582;p45"/>
              <p:cNvSpPr txBox="1"/>
              <p:nvPr/>
            </p:nvSpPr>
            <p:spPr>
              <a:xfrm>
                <a:off x="3181012" y="4179850"/>
                <a:ext cx="706200" cy="20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rPr>
                  <a:t>Item 2</a:t>
                </a:r>
                <a:endParaRPr sz="11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583" name="Google Shape;1583;p45"/>
              <p:cNvSpPr txBox="1"/>
              <p:nvPr/>
            </p:nvSpPr>
            <p:spPr>
              <a:xfrm>
                <a:off x="4219062" y="4179850"/>
                <a:ext cx="706200" cy="20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rPr>
                  <a:t>Item 3</a:t>
                </a:r>
                <a:endParaRPr sz="11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584" name="Google Shape;1584;p45"/>
              <p:cNvSpPr txBox="1"/>
              <p:nvPr/>
            </p:nvSpPr>
            <p:spPr>
              <a:xfrm>
                <a:off x="5257112" y="4179850"/>
                <a:ext cx="706200" cy="20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rPr>
                  <a:t>Item 4</a:t>
                </a:r>
                <a:endParaRPr sz="11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585" name="Google Shape;1585;p45"/>
              <p:cNvSpPr txBox="1"/>
              <p:nvPr/>
            </p:nvSpPr>
            <p:spPr>
              <a:xfrm>
                <a:off x="6295150" y="4179850"/>
                <a:ext cx="706200" cy="20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solidFill>
                      <a:srgbClr val="434343"/>
                    </a:solidFill>
                    <a:latin typeface="Roboto"/>
                    <a:ea typeface="Roboto"/>
                    <a:cs typeface="Roboto"/>
                    <a:sym typeface="Roboto"/>
                  </a:rPr>
                  <a:t>Item 5</a:t>
                </a:r>
                <a:endParaRPr sz="11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cxnSp>
            <p:nvCxnSpPr>
              <p:cNvPr id="1586" name="Google Shape;1586;p45"/>
              <p:cNvCxnSpPr/>
              <p:nvPr/>
            </p:nvCxnSpPr>
            <p:spPr>
              <a:xfrm>
                <a:off x="1806100" y="4103625"/>
                <a:ext cx="55314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1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1" name="Google Shape;1591;p46"/>
          <p:cNvSpPr txBox="1">
            <a:spLocks noGrp="1"/>
          </p:cNvSpPr>
          <p:nvPr>
            <p:ph type="title" idx="4294967295"/>
          </p:nvPr>
        </p:nvSpPr>
        <p:spPr>
          <a:xfrm>
            <a:off x="1048350" y="323850"/>
            <a:ext cx="70473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Instructions for use (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free users)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2" name="Google Shape;1592;p46"/>
          <p:cNvSpPr txBox="1">
            <a:spLocks noGrp="1"/>
          </p:cNvSpPr>
          <p:nvPr>
            <p:ph type="body" idx="4294967295"/>
          </p:nvPr>
        </p:nvSpPr>
        <p:spPr>
          <a:xfrm>
            <a:off x="1048350" y="690275"/>
            <a:ext cx="7047300" cy="44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order to use this template, you must credit </a:t>
            </a:r>
            <a:r>
              <a:rPr lang="en" sz="1000" b="1" u="sng">
                <a:solidFill>
                  <a:srgbClr val="869FB2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" b="1" u="sng">
                <a:solidFill>
                  <a:srgbClr val="869FB2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lidesgo</a:t>
            </a:r>
            <a:r>
              <a:rPr lang="en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by keeping the Thanks slide.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869FB2"/>
                </a:solidFill>
                <a:latin typeface="Arial"/>
                <a:ea typeface="Arial"/>
                <a:cs typeface="Arial"/>
                <a:sym typeface="Arial"/>
              </a:rPr>
              <a:t>You are allowed to:</a:t>
            </a:r>
            <a:endParaRPr sz="1000" b="1">
              <a:solidFill>
                <a:srgbClr val="869FB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Modify this template.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 it for both personal and commercial purposes.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869FB2"/>
                </a:solidFill>
                <a:latin typeface="Arial"/>
                <a:ea typeface="Arial"/>
                <a:cs typeface="Arial"/>
                <a:sym typeface="Arial"/>
              </a:rPr>
              <a:t>You are not allowed to:</a:t>
            </a:r>
            <a:endParaRPr sz="1000" b="1">
              <a:solidFill>
                <a:srgbClr val="869FB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Sublicense, sell or rent any of Slidesgo Content (or a modified version of Slidesgo Content).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Distribute this Slidesgo Template (or a modified version of this Slidesgo Template) or include it in a database or in any other product or service that offers downloadable images, icons or presentations that may be subject to distribution or resale.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 any of the elements that are part of this Slidesgo Template in an isolated and separated way from this Template.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Delete the “Thanks” or “Credits” slide.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Register any of the elements that are part of this template as a trademark or logo, or register it as a work in an intellectual property registry or similar.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435D7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435D7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435D7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3" name="Google Shape;1593;p46"/>
          <p:cNvSpPr txBox="1"/>
          <p:nvPr/>
        </p:nvSpPr>
        <p:spPr>
          <a:xfrm>
            <a:off x="1048350" y="4314290"/>
            <a:ext cx="7047300" cy="4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</a:rPr>
              <a:t>For more information about editing slides, please </a:t>
            </a:r>
            <a:r>
              <a:rPr lang="en" sz="900">
                <a:solidFill>
                  <a:srgbClr val="FFFFFF"/>
                </a:solidFill>
              </a:rPr>
              <a:t>read </a:t>
            </a:r>
            <a:r>
              <a:rPr lang="en" sz="1000">
                <a:solidFill>
                  <a:srgbClr val="FFFFFF"/>
                </a:solidFill>
              </a:rPr>
              <a:t>our FAQs or visit Slidesgo School:</a:t>
            </a:r>
            <a:endParaRPr sz="1000">
              <a:solidFill>
                <a:srgbClr val="FFFFFF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rgbClr val="869FB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https://slidesgo.com/faqs</a:t>
            </a:r>
            <a:r>
              <a:rPr lang="en" sz="1200">
                <a:solidFill>
                  <a:srgbClr val="FFFFFF"/>
                </a:solidFill>
              </a:rPr>
              <a:t> </a:t>
            </a:r>
            <a:r>
              <a:rPr lang="en" sz="1000">
                <a:solidFill>
                  <a:srgbClr val="FFFFFF"/>
                </a:solidFill>
              </a:rPr>
              <a:t>and</a:t>
            </a:r>
            <a:r>
              <a:rPr lang="en" sz="1200">
                <a:solidFill>
                  <a:srgbClr val="FFFFFF"/>
                </a:solidFill>
              </a:rPr>
              <a:t> </a:t>
            </a:r>
            <a:r>
              <a:rPr lang="en" sz="1000" u="sng">
                <a:solidFill>
                  <a:srgbClr val="869FB2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https://slidesgo.com/slidesgo-school</a:t>
            </a:r>
            <a:endParaRPr sz="1000" u="sng">
              <a:solidFill>
                <a:srgbClr val="869FB2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1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8" name="Google Shape;1598;p47"/>
          <p:cNvSpPr txBox="1">
            <a:spLocks noGrp="1"/>
          </p:cNvSpPr>
          <p:nvPr>
            <p:ph type="title" idx="4294967295"/>
          </p:nvPr>
        </p:nvSpPr>
        <p:spPr>
          <a:xfrm>
            <a:off x="1048350" y="323850"/>
            <a:ext cx="70473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Instructions for use (premium users)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9" name="Google Shape;1599;p47"/>
          <p:cNvSpPr txBox="1">
            <a:spLocks noGrp="1"/>
          </p:cNvSpPr>
          <p:nvPr>
            <p:ph type="body" idx="4294967295"/>
          </p:nvPr>
        </p:nvSpPr>
        <p:spPr>
          <a:xfrm>
            <a:off x="1048350" y="690275"/>
            <a:ext cx="7047300" cy="44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order to use this template, you must be a Premium user on </a:t>
            </a:r>
            <a:r>
              <a:rPr lang="en" sz="1000" b="1" u="sng">
                <a:solidFill>
                  <a:srgbClr val="869FB2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" b="1" u="sng">
                <a:solidFill>
                  <a:srgbClr val="869FB2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lidesgo</a:t>
            </a: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869FB2"/>
                </a:solidFill>
                <a:latin typeface="Arial"/>
                <a:ea typeface="Arial"/>
                <a:cs typeface="Arial"/>
                <a:sym typeface="Arial"/>
              </a:rPr>
              <a:t>You are allowed to:</a:t>
            </a:r>
            <a:endParaRPr sz="1000" b="1">
              <a:solidFill>
                <a:srgbClr val="869FB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Modify this template.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 it for both personal and commercial purposes.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Hide or delete the “Thanks” slide and the mention to Slidesgo in the credits.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Share this template in an editable format with people who are not part of your team.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869FB2"/>
                </a:solidFill>
                <a:latin typeface="Arial"/>
                <a:ea typeface="Arial"/>
                <a:cs typeface="Arial"/>
                <a:sym typeface="Arial"/>
              </a:rPr>
              <a:t>You are not allowed to:</a:t>
            </a:r>
            <a:endParaRPr sz="1000" b="1">
              <a:solidFill>
                <a:srgbClr val="869FB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2100" algn="l" rtl="0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Sublicense, sell or rent this Slidesgo Template (or a modified version of this Slidesgo Template).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Distribute this Slidesgo Template (or a modified version of this Slidesgo Template) or include it in a database or in any other product or service that offers downloadable images, icons or presentations that may be subject to distribution or resale.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 any of the elements that are part of this Slidesgo Template in an isolated and separated way from this Template.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Register any of the elements that are part of this template as a trademark or logo, or register it as a work in an intellectual property registry or similar.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0" name="Google Shape;1600;p47"/>
          <p:cNvSpPr txBox="1">
            <a:spLocks noGrp="1"/>
          </p:cNvSpPr>
          <p:nvPr>
            <p:ph type="body" idx="4294967295"/>
          </p:nvPr>
        </p:nvSpPr>
        <p:spPr>
          <a:xfrm>
            <a:off x="1048350" y="4314290"/>
            <a:ext cx="7047300" cy="44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For more information about editing slides, please </a:t>
            </a:r>
            <a:r>
              <a:rPr lang="en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read </a:t>
            </a: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our FAQs or visit Slidesgo School: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rgbClr val="869FB2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https://slidesgo.com/faqs</a:t>
            </a:r>
            <a:r>
              <a:rPr lang="en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lang="en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000" u="sng">
                <a:solidFill>
                  <a:srgbClr val="869FB2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https://slidesgo.com/slidesgo-school</a:t>
            </a:r>
            <a:endParaRPr sz="1000" u="sng">
              <a:solidFill>
                <a:srgbClr val="869FB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1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5" name="Google Shape;1605;p48"/>
          <p:cNvSpPr txBox="1">
            <a:spLocks noGrp="1"/>
          </p:cNvSpPr>
          <p:nvPr>
            <p:ph type="title" idx="4294967295"/>
          </p:nvPr>
        </p:nvSpPr>
        <p:spPr>
          <a:xfrm>
            <a:off x="1068100" y="533189"/>
            <a:ext cx="70473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Infographics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6" name="Google Shape;1606;p48"/>
          <p:cNvSpPr txBox="1">
            <a:spLocks noGrp="1"/>
          </p:cNvSpPr>
          <p:nvPr>
            <p:ph type="body" idx="4294967295"/>
          </p:nvPr>
        </p:nvSpPr>
        <p:spPr>
          <a:xfrm>
            <a:off x="814075" y="1275800"/>
            <a:ext cx="6980400" cy="31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You can add and edit some </a:t>
            </a:r>
            <a:r>
              <a:rPr lang="en" b="1">
                <a:solidFill>
                  <a:srgbClr val="869FB2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i</a:t>
            </a:r>
            <a:r>
              <a:rPr lang="en" b="1">
                <a:solidFill>
                  <a:srgbClr val="869FB2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nfographics</a:t>
            </a:r>
            <a:r>
              <a:rPr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to your presentation to present your data in a visual way.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869FB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7" name="Google Shape;1607;p48"/>
          <p:cNvSpPr txBox="1"/>
          <p:nvPr/>
        </p:nvSpPr>
        <p:spPr>
          <a:xfrm>
            <a:off x="715075" y="1640334"/>
            <a:ext cx="5571300" cy="29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lang="en" sz="1100">
                <a:solidFill>
                  <a:srgbClr val="FFFFFF"/>
                </a:solidFill>
              </a:rPr>
              <a:t>Choose your favourite infographic and insert it in your presentation using Ctrl C + Ctrl V or Cmd C + Cmd V in Mac.</a:t>
            </a:r>
            <a:endParaRPr sz="110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lang="en" sz="1100">
                <a:solidFill>
                  <a:srgbClr val="FFFFFF"/>
                </a:solidFill>
              </a:rPr>
              <a:t>Select one of the parts and </a:t>
            </a:r>
            <a:r>
              <a:rPr lang="en" sz="1100" b="1">
                <a:solidFill>
                  <a:srgbClr val="869FB2"/>
                </a:solidFill>
              </a:rPr>
              <a:t>ungroup</a:t>
            </a:r>
            <a:r>
              <a:rPr lang="en" sz="1100">
                <a:solidFill>
                  <a:srgbClr val="FFFFFF"/>
                </a:solidFill>
              </a:rPr>
              <a:t> it by right-clicking and choosing “Ungroup”. </a:t>
            </a:r>
            <a:endParaRPr sz="110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lang="en" sz="1100" b="1">
                <a:solidFill>
                  <a:srgbClr val="869FB2"/>
                </a:solidFill>
              </a:rPr>
              <a:t>Change the color</a:t>
            </a:r>
            <a:r>
              <a:rPr lang="en" sz="1100">
                <a:solidFill>
                  <a:srgbClr val="FFFFFF"/>
                </a:solidFill>
              </a:rPr>
              <a:t> by clicking on the paint bucket. </a:t>
            </a:r>
            <a:endParaRPr sz="110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lang="en" sz="1100">
                <a:solidFill>
                  <a:srgbClr val="FFFFFF"/>
                </a:solidFill>
              </a:rPr>
              <a:t>Then </a:t>
            </a:r>
            <a:r>
              <a:rPr lang="en" sz="1100" b="1">
                <a:solidFill>
                  <a:srgbClr val="869FB2"/>
                </a:solidFill>
              </a:rPr>
              <a:t>resize</a:t>
            </a:r>
            <a:r>
              <a:rPr lang="en" sz="1100">
                <a:solidFill>
                  <a:srgbClr val="FFFFFF"/>
                </a:solidFill>
              </a:rPr>
              <a:t> the element by clicking and dragging one of the square-shaped points of its bounding box (the cursor should look like a double-headed arrow). Remember to hold Shift while dragging to keep the proportions.</a:t>
            </a:r>
            <a:endParaRPr sz="110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lang="en" sz="1100" b="1">
                <a:solidFill>
                  <a:srgbClr val="869FB2"/>
                </a:solidFill>
              </a:rPr>
              <a:t>Group</a:t>
            </a:r>
            <a:r>
              <a:rPr lang="en" sz="1100">
                <a:solidFill>
                  <a:srgbClr val="FFFFFF"/>
                </a:solidFill>
              </a:rPr>
              <a:t> the elements again by selecting them, right-clicking and choosing “Group”.</a:t>
            </a:r>
            <a:endParaRPr sz="110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lang="en" sz="1100">
                <a:solidFill>
                  <a:srgbClr val="FFFFFF"/>
                </a:solidFill>
              </a:rPr>
              <a:t>Repeat the steps above with the other parts and when you’re done editing, copy the end result and paste it into your presentation.</a:t>
            </a:r>
            <a:endParaRPr sz="110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lang="en" sz="1100">
                <a:solidFill>
                  <a:srgbClr val="FFFFFF"/>
                </a:solidFill>
              </a:rPr>
              <a:t>Remember to choose the</a:t>
            </a:r>
            <a:r>
              <a:rPr lang="en" sz="1100">
                <a:solidFill>
                  <a:srgbClr val="78909C"/>
                </a:solidFill>
              </a:rPr>
              <a:t> </a:t>
            </a:r>
            <a:r>
              <a:rPr lang="en" sz="1100">
                <a:solidFill>
                  <a:srgbClr val="869FB2"/>
                </a:solidFill>
              </a:rPr>
              <a:t>“</a:t>
            </a:r>
            <a:r>
              <a:rPr lang="en" sz="1100" b="1">
                <a:solidFill>
                  <a:srgbClr val="869FB2"/>
                </a:solidFill>
              </a:rPr>
              <a:t>Keep source formatting</a:t>
            </a:r>
            <a:r>
              <a:rPr lang="en" sz="1100">
                <a:solidFill>
                  <a:srgbClr val="869FB2"/>
                </a:solidFill>
              </a:rPr>
              <a:t>”</a:t>
            </a:r>
            <a:r>
              <a:rPr lang="en" sz="1100">
                <a:solidFill>
                  <a:srgbClr val="FFFFFF"/>
                </a:solidFill>
              </a:rPr>
              <a:t> option so that it keeps the design. For more info, please visit </a:t>
            </a:r>
            <a:r>
              <a:rPr lang="en" sz="1100" b="1">
                <a:solidFill>
                  <a:srgbClr val="869FB2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Slidesgo School</a:t>
            </a:r>
            <a:r>
              <a:rPr lang="en" sz="1100">
                <a:solidFill>
                  <a:srgbClr val="FFFFFF"/>
                </a:solidFill>
              </a:rPr>
              <a:t>.</a:t>
            </a:r>
            <a:endParaRPr sz="1100"/>
          </a:p>
        </p:txBody>
      </p:sp>
      <p:grpSp>
        <p:nvGrpSpPr>
          <p:cNvPr id="1608" name="Google Shape;1608;p48"/>
          <p:cNvGrpSpPr/>
          <p:nvPr/>
        </p:nvGrpSpPr>
        <p:grpSpPr>
          <a:xfrm>
            <a:off x="6874322" y="1729557"/>
            <a:ext cx="1446116" cy="2858697"/>
            <a:chOff x="6529419" y="1729630"/>
            <a:chExt cx="1480463" cy="2926594"/>
          </a:xfrm>
        </p:grpSpPr>
        <p:grpSp>
          <p:nvGrpSpPr>
            <p:cNvPr id="1609" name="Google Shape;1609;p48"/>
            <p:cNvGrpSpPr/>
            <p:nvPr/>
          </p:nvGrpSpPr>
          <p:grpSpPr>
            <a:xfrm>
              <a:off x="6556801" y="1729630"/>
              <a:ext cx="956596" cy="944294"/>
              <a:chOff x="3800319" y="1244877"/>
              <a:chExt cx="1098904" cy="1084772"/>
            </a:xfrm>
          </p:grpSpPr>
          <p:grpSp>
            <p:nvGrpSpPr>
              <p:cNvPr id="1610" name="Google Shape;1610;p48"/>
              <p:cNvGrpSpPr/>
              <p:nvPr/>
            </p:nvGrpSpPr>
            <p:grpSpPr>
              <a:xfrm>
                <a:off x="3800319" y="1244877"/>
                <a:ext cx="1098904" cy="1084772"/>
                <a:chOff x="3800319" y="1244877"/>
                <a:chExt cx="1098904" cy="1084772"/>
              </a:xfrm>
            </p:grpSpPr>
            <p:sp>
              <p:nvSpPr>
                <p:cNvPr id="1611" name="Google Shape;1611;p48"/>
                <p:cNvSpPr/>
                <p:nvPr/>
              </p:nvSpPr>
              <p:spPr>
                <a:xfrm>
                  <a:off x="3800319" y="1244877"/>
                  <a:ext cx="1098904" cy="10847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21" h="45133" extrusionOk="0">
                      <a:moveTo>
                        <a:pt x="22825" y="1"/>
                      </a:moveTo>
                      <a:cubicBezTo>
                        <a:pt x="22054" y="1"/>
                        <a:pt x="21283" y="295"/>
                        <a:pt x="20693" y="885"/>
                      </a:cubicBezTo>
                      <a:lnTo>
                        <a:pt x="1179" y="20482"/>
                      </a:lnTo>
                      <a:cubicBezTo>
                        <a:pt x="0" y="21661"/>
                        <a:pt x="0" y="23566"/>
                        <a:pt x="1179" y="24733"/>
                      </a:cubicBezTo>
                      <a:lnTo>
                        <a:pt x="20777" y="44259"/>
                      </a:lnTo>
                      <a:cubicBezTo>
                        <a:pt x="21364" y="44841"/>
                        <a:pt x="22133" y="45133"/>
                        <a:pt x="22900" y="45133"/>
                      </a:cubicBezTo>
                      <a:cubicBezTo>
                        <a:pt x="23672" y="45133"/>
                        <a:pt x="24442" y="44838"/>
                        <a:pt x="25027" y="44247"/>
                      </a:cubicBezTo>
                      <a:lnTo>
                        <a:pt x="32873" y="36377"/>
                      </a:lnTo>
                      <a:cubicBezTo>
                        <a:pt x="33053" y="36197"/>
                        <a:pt x="33283" y="36110"/>
                        <a:pt x="33511" y="36110"/>
                      </a:cubicBezTo>
                      <a:cubicBezTo>
                        <a:pt x="33810" y="36110"/>
                        <a:pt x="34108" y="36260"/>
                        <a:pt x="34290" y="36544"/>
                      </a:cubicBezTo>
                      <a:cubicBezTo>
                        <a:pt x="34743" y="37246"/>
                        <a:pt x="35112" y="38020"/>
                        <a:pt x="35409" y="38806"/>
                      </a:cubicBezTo>
                      <a:cubicBezTo>
                        <a:pt x="35588" y="39294"/>
                        <a:pt x="35909" y="39735"/>
                        <a:pt x="36362" y="40080"/>
                      </a:cubicBezTo>
                      <a:cubicBezTo>
                        <a:pt x="36890" y="40489"/>
                        <a:pt x="37508" y="40695"/>
                        <a:pt x="38128" y="40695"/>
                      </a:cubicBezTo>
                      <a:cubicBezTo>
                        <a:pt x="38682" y="40695"/>
                        <a:pt x="39237" y="40530"/>
                        <a:pt x="39731" y="40199"/>
                      </a:cubicBezTo>
                      <a:cubicBezTo>
                        <a:pt x="41303" y="39127"/>
                        <a:pt x="41446" y="36984"/>
                        <a:pt x="40172" y="35710"/>
                      </a:cubicBezTo>
                      <a:cubicBezTo>
                        <a:pt x="39862" y="35401"/>
                        <a:pt x="39505" y="35186"/>
                        <a:pt x="39112" y="35044"/>
                      </a:cubicBezTo>
                      <a:cubicBezTo>
                        <a:pt x="38326" y="34758"/>
                        <a:pt x="37564" y="34401"/>
                        <a:pt x="36862" y="33948"/>
                      </a:cubicBezTo>
                      <a:cubicBezTo>
                        <a:pt x="36374" y="33639"/>
                        <a:pt x="36279" y="32960"/>
                        <a:pt x="36695" y="32543"/>
                      </a:cubicBezTo>
                      <a:lnTo>
                        <a:pt x="44553" y="24661"/>
                      </a:lnTo>
                      <a:cubicBezTo>
                        <a:pt x="45720" y="23483"/>
                        <a:pt x="45720" y="21578"/>
                        <a:pt x="44542" y="20399"/>
                      </a:cubicBezTo>
                      <a:lnTo>
                        <a:pt x="24956" y="885"/>
                      </a:lnTo>
                      <a:cubicBezTo>
                        <a:pt x="24366" y="295"/>
                        <a:pt x="23595" y="1"/>
                        <a:pt x="22825" y="1"/>
                      </a:cubicBezTo>
                      <a:close/>
                    </a:path>
                  </a:pathLst>
                </a:custGeom>
                <a:solidFill>
                  <a:srgbClr val="5EB2F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12" name="Google Shape;1612;p48"/>
                <p:cNvSpPr/>
                <p:nvPr/>
              </p:nvSpPr>
              <p:spPr>
                <a:xfrm>
                  <a:off x="3884758" y="1311226"/>
                  <a:ext cx="287338" cy="287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55" h="11943" extrusionOk="0">
                      <a:moveTo>
                        <a:pt x="5978" y="1"/>
                      </a:moveTo>
                      <a:cubicBezTo>
                        <a:pt x="2679" y="1"/>
                        <a:pt x="1" y="2668"/>
                        <a:pt x="1" y="5966"/>
                      </a:cubicBezTo>
                      <a:cubicBezTo>
                        <a:pt x="1" y="9276"/>
                        <a:pt x="2679" y="11943"/>
                        <a:pt x="5978" y="11943"/>
                      </a:cubicBezTo>
                      <a:cubicBezTo>
                        <a:pt x="9276" y="11943"/>
                        <a:pt x="11954" y="9276"/>
                        <a:pt x="11954" y="5966"/>
                      </a:cubicBezTo>
                      <a:cubicBezTo>
                        <a:pt x="11954" y="2668"/>
                        <a:pt x="9276" y="1"/>
                        <a:pt x="5978" y="1"/>
                      </a:cubicBezTo>
                      <a:close/>
                    </a:path>
                  </a:pathLst>
                </a:custGeom>
                <a:solidFill>
                  <a:srgbClr val="5EB2F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613" name="Google Shape;1613;p48"/>
              <p:cNvSpPr/>
              <p:nvPr/>
            </p:nvSpPr>
            <p:spPr>
              <a:xfrm>
                <a:off x="4162496" y="1599765"/>
                <a:ext cx="374561" cy="374975"/>
              </a:xfrm>
              <a:custGeom>
                <a:avLst/>
                <a:gdLst/>
                <a:ahLst/>
                <a:cxnLst/>
                <a:rect l="l" t="t" r="r" b="b"/>
                <a:pathLst>
                  <a:path w="10860" h="10872" extrusionOk="0">
                    <a:moveTo>
                      <a:pt x="5430" y="1"/>
                    </a:moveTo>
                    <a:cubicBezTo>
                      <a:pt x="3990" y="1"/>
                      <a:pt x="2608" y="560"/>
                      <a:pt x="1596" y="1584"/>
                    </a:cubicBezTo>
                    <a:cubicBezTo>
                      <a:pt x="561" y="2620"/>
                      <a:pt x="1" y="3989"/>
                      <a:pt x="1" y="5430"/>
                    </a:cubicBezTo>
                    <a:cubicBezTo>
                      <a:pt x="1" y="6561"/>
                      <a:pt x="346" y="7645"/>
                      <a:pt x="1001" y="8573"/>
                    </a:cubicBezTo>
                    <a:cubicBezTo>
                      <a:pt x="1632" y="9466"/>
                      <a:pt x="2513" y="10145"/>
                      <a:pt x="3537" y="10538"/>
                    </a:cubicBezTo>
                    <a:cubicBezTo>
                      <a:pt x="3559" y="10544"/>
                      <a:pt x="3579" y="10547"/>
                      <a:pt x="3599" y="10547"/>
                    </a:cubicBezTo>
                    <a:cubicBezTo>
                      <a:pt x="3656" y="10547"/>
                      <a:pt x="3704" y="10522"/>
                      <a:pt x="3740" y="10478"/>
                    </a:cubicBezTo>
                    <a:cubicBezTo>
                      <a:pt x="3763" y="10443"/>
                      <a:pt x="3763" y="10395"/>
                      <a:pt x="3763" y="10371"/>
                    </a:cubicBezTo>
                    <a:lnTo>
                      <a:pt x="3763" y="7275"/>
                    </a:lnTo>
                    <a:cubicBezTo>
                      <a:pt x="3763" y="7180"/>
                      <a:pt x="3692" y="7097"/>
                      <a:pt x="3585" y="7097"/>
                    </a:cubicBezTo>
                    <a:lnTo>
                      <a:pt x="2156" y="7097"/>
                    </a:lnTo>
                    <a:lnTo>
                      <a:pt x="2156" y="5835"/>
                    </a:lnTo>
                    <a:lnTo>
                      <a:pt x="3585" y="5835"/>
                    </a:lnTo>
                    <a:cubicBezTo>
                      <a:pt x="3680" y="5835"/>
                      <a:pt x="3763" y="5751"/>
                      <a:pt x="3763" y="5656"/>
                    </a:cubicBezTo>
                    <a:lnTo>
                      <a:pt x="3763" y="5430"/>
                    </a:lnTo>
                    <a:cubicBezTo>
                      <a:pt x="3763" y="3942"/>
                      <a:pt x="5180" y="2632"/>
                      <a:pt x="6799" y="2632"/>
                    </a:cubicBezTo>
                    <a:lnTo>
                      <a:pt x="7550" y="2632"/>
                    </a:lnTo>
                    <a:lnTo>
                      <a:pt x="7550" y="3894"/>
                    </a:lnTo>
                    <a:lnTo>
                      <a:pt x="6799" y="3894"/>
                    </a:lnTo>
                    <a:cubicBezTo>
                      <a:pt x="6311" y="3894"/>
                      <a:pt x="5883" y="4025"/>
                      <a:pt x="5561" y="4287"/>
                    </a:cubicBezTo>
                    <a:cubicBezTo>
                      <a:pt x="5228" y="4561"/>
                      <a:pt x="5025" y="4966"/>
                      <a:pt x="5025" y="5430"/>
                    </a:cubicBezTo>
                    <a:lnTo>
                      <a:pt x="5025" y="5656"/>
                    </a:lnTo>
                    <a:cubicBezTo>
                      <a:pt x="5025" y="5740"/>
                      <a:pt x="5109" y="5835"/>
                      <a:pt x="5204" y="5835"/>
                    </a:cubicBezTo>
                    <a:lnTo>
                      <a:pt x="5883" y="5835"/>
                    </a:lnTo>
                    <a:cubicBezTo>
                      <a:pt x="5966" y="5835"/>
                      <a:pt x="6061" y="5751"/>
                      <a:pt x="6061" y="5656"/>
                    </a:cubicBezTo>
                    <a:cubicBezTo>
                      <a:pt x="6061" y="5561"/>
                      <a:pt x="5978" y="5478"/>
                      <a:pt x="5883" y="5478"/>
                    </a:cubicBezTo>
                    <a:lnTo>
                      <a:pt x="5371" y="5478"/>
                    </a:lnTo>
                    <a:lnTo>
                      <a:pt x="5371" y="5418"/>
                    </a:lnTo>
                    <a:cubicBezTo>
                      <a:pt x="5371" y="4525"/>
                      <a:pt x="6145" y="4204"/>
                      <a:pt x="6799" y="4204"/>
                    </a:cubicBezTo>
                    <a:lnTo>
                      <a:pt x="7704" y="4204"/>
                    </a:lnTo>
                    <a:cubicBezTo>
                      <a:pt x="7800" y="4204"/>
                      <a:pt x="7883" y="4132"/>
                      <a:pt x="7883" y="4025"/>
                    </a:cubicBezTo>
                    <a:lnTo>
                      <a:pt x="7883" y="2418"/>
                    </a:lnTo>
                    <a:cubicBezTo>
                      <a:pt x="7883" y="2334"/>
                      <a:pt x="7811" y="2239"/>
                      <a:pt x="7704" y="2239"/>
                    </a:cubicBezTo>
                    <a:lnTo>
                      <a:pt x="6799" y="2239"/>
                    </a:lnTo>
                    <a:cubicBezTo>
                      <a:pt x="5966" y="2239"/>
                      <a:pt x="5121" y="2572"/>
                      <a:pt x="4466" y="3156"/>
                    </a:cubicBezTo>
                    <a:cubicBezTo>
                      <a:pt x="3799" y="3763"/>
                      <a:pt x="3418" y="4549"/>
                      <a:pt x="3418" y="5382"/>
                    </a:cubicBezTo>
                    <a:lnTo>
                      <a:pt x="3418" y="5442"/>
                    </a:lnTo>
                    <a:lnTo>
                      <a:pt x="1989" y="5442"/>
                    </a:lnTo>
                    <a:cubicBezTo>
                      <a:pt x="1906" y="5442"/>
                      <a:pt x="1811" y="5513"/>
                      <a:pt x="1811" y="5620"/>
                    </a:cubicBezTo>
                    <a:lnTo>
                      <a:pt x="1811" y="7228"/>
                    </a:lnTo>
                    <a:cubicBezTo>
                      <a:pt x="1811" y="7323"/>
                      <a:pt x="1894" y="7406"/>
                      <a:pt x="1989" y="7406"/>
                    </a:cubicBezTo>
                    <a:lnTo>
                      <a:pt x="3418" y="7406"/>
                    </a:lnTo>
                    <a:lnTo>
                      <a:pt x="3418" y="10085"/>
                    </a:lnTo>
                    <a:cubicBezTo>
                      <a:pt x="1561" y="9300"/>
                      <a:pt x="346" y="7442"/>
                      <a:pt x="346" y="5418"/>
                    </a:cubicBezTo>
                    <a:cubicBezTo>
                      <a:pt x="346" y="2596"/>
                      <a:pt x="2620" y="322"/>
                      <a:pt x="5430" y="322"/>
                    </a:cubicBezTo>
                    <a:cubicBezTo>
                      <a:pt x="8228" y="322"/>
                      <a:pt x="10526" y="2620"/>
                      <a:pt x="10526" y="5418"/>
                    </a:cubicBezTo>
                    <a:cubicBezTo>
                      <a:pt x="10526" y="8228"/>
                      <a:pt x="8240" y="10502"/>
                      <a:pt x="5430" y="10502"/>
                    </a:cubicBezTo>
                    <a:lnTo>
                      <a:pt x="5371" y="10502"/>
                    </a:lnTo>
                    <a:lnTo>
                      <a:pt x="5371" y="7418"/>
                    </a:lnTo>
                    <a:lnTo>
                      <a:pt x="7728" y="7418"/>
                    </a:lnTo>
                    <a:cubicBezTo>
                      <a:pt x="7811" y="7418"/>
                      <a:pt x="7907" y="7347"/>
                      <a:pt x="7907" y="7240"/>
                    </a:cubicBezTo>
                    <a:lnTo>
                      <a:pt x="7907" y="5656"/>
                    </a:lnTo>
                    <a:cubicBezTo>
                      <a:pt x="7907" y="5561"/>
                      <a:pt x="7823" y="5478"/>
                      <a:pt x="7728" y="5478"/>
                    </a:cubicBezTo>
                    <a:lnTo>
                      <a:pt x="6728" y="5478"/>
                    </a:lnTo>
                    <a:cubicBezTo>
                      <a:pt x="6633" y="5478"/>
                      <a:pt x="6549" y="5549"/>
                      <a:pt x="6549" y="5656"/>
                    </a:cubicBezTo>
                    <a:cubicBezTo>
                      <a:pt x="6549" y="5740"/>
                      <a:pt x="6621" y="5835"/>
                      <a:pt x="6728" y="5835"/>
                    </a:cubicBezTo>
                    <a:lnTo>
                      <a:pt x="7561" y="5835"/>
                    </a:lnTo>
                    <a:lnTo>
                      <a:pt x="7561" y="7097"/>
                    </a:lnTo>
                    <a:lnTo>
                      <a:pt x="5204" y="7097"/>
                    </a:lnTo>
                    <a:cubicBezTo>
                      <a:pt x="5121" y="7097"/>
                      <a:pt x="5025" y="7168"/>
                      <a:pt x="5025" y="7275"/>
                    </a:cubicBezTo>
                    <a:lnTo>
                      <a:pt x="5025" y="10693"/>
                    </a:lnTo>
                    <a:cubicBezTo>
                      <a:pt x="5025" y="10788"/>
                      <a:pt x="5109" y="10859"/>
                      <a:pt x="5192" y="10871"/>
                    </a:cubicBezTo>
                    <a:lnTo>
                      <a:pt x="5430" y="10871"/>
                    </a:lnTo>
                    <a:cubicBezTo>
                      <a:pt x="6871" y="10871"/>
                      <a:pt x="8240" y="10312"/>
                      <a:pt x="9276" y="9288"/>
                    </a:cubicBezTo>
                    <a:cubicBezTo>
                      <a:pt x="10300" y="8252"/>
                      <a:pt x="10859" y="6883"/>
                      <a:pt x="10859" y="5442"/>
                    </a:cubicBezTo>
                    <a:cubicBezTo>
                      <a:pt x="10859" y="3989"/>
                      <a:pt x="10300" y="2620"/>
                      <a:pt x="9276" y="1584"/>
                    </a:cubicBezTo>
                    <a:cubicBezTo>
                      <a:pt x="8240" y="560"/>
                      <a:pt x="6871" y="1"/>
                      <a:pt x="543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14" name="Google Shape;1614;p48"/>
            <p:cNvGrpSpPr/>
            <p:nvPr/>
          </p:nvGrpSpPr>
          <p:grpSpPr>
            <a:xfrm>
              <a:off x="7053286" y="2227254"/>
              <a:ext cx="956596" cy="944252"/>
              <a:chOff x="4370663" y="1816530"/>
              <a:chExt cx="1098904" cy="1084724"/>
            </a:xfrm>
          </p:grpSpPr>
          <p:grpSp>
            <p:nvGrpSpPr>
              <p:cNvPr id="1615" name="Google Shape;1615;p48"/>
              <p:cNvGrpSpPr/>
              <p:nvPr/>
            </p:nvGrpSpPr>
            <p:grpSpPr>
              <a:xfrm>
                <a:off x="4370663" y="1816530"/>
                <a:ext cx="1098904" cy="1084724"/>
                <a:chOff x="4370663" y="1816530"/>
                <a:chExt cx="1098904" cy="1084724"/>
              </a:xfrm>
            </p:grpSpPr>
            <p:sp>
              <p:nvSpPr>
                <p:cNvPr id="1616" name="Google Shape;1616;p48"/>
                <p:cNvSpPr/>
                <p:nvPr/>
              </p:nvSpPr>
              <p:spPr>
                <a:xfrm>
                  <a:off x="4370663" y="1816530"/>
                  <a:ext cx="1098904" cy="10847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21" h="45131" extrusionOk="0">
                      <a:moveTo>
                        <a:pt x="22862" y="0"/>
                      </a:moveTo>
                      <a:cubicBezTo>
                        <a:pt x="22092" y="0"/>
                        <a:pt x="21324" y="295"/>
                        <a:pt x="20741" y="884"/>
                      </a:cubicBezTo>
                      <a:lnTo>
                        <a:pt x="12871" y="8742"/>
                      </a:lnTo>
                      <a:cubicBezTo>
                        <a:pt x="12698" y="8921"/>
                        <a:pt x="12472" y="9005"/>
                        <a:pt x="12246" y="9005"/>
                      </a:cubicBezTo>
                      <a:cubicBezTo>
                        <a:pt x="11945" y="9005"/>
                        <a:pt x="11643" y="8855"/>
                        <a:pt x="11466" y="8576"/>
                      </a:cubicBezTo>
                      <a:cubicBezTo>
                        <a:pt x="11014" y="7861"/>
                        <a:pt x="10645" y="7099"/>
                        <a:pt x="10347" y="6302"/>
                      </a:cubicBezTo>
                      <a:cubicBezTo>
                        <a:pt x="10168" y="5813"/>
                        <a:pt x="9847" y="5373"/>
                        <a:pt x="9394" y="5028"/>
                      </a:cubicBezTo>
                      <a:cubicBezTo>
                        <a:pt x="8866" y="4619"/>
                        <a:pt x="8248" y="4413"/>
                        <a:pt x="7630" y="4413"/>
                      </a:cubicBezTo>
                      <a:cubicBezTo>
                        <a:pt x="7078" y="4413"/>
                        <a:pt x="6526" y="4577"/>
                        <a:pt x="6037" y="4909"/>
                      </a:cubicBezTo>
                      <a:cubicBezTo>
                        <a:pt x="4465" y="5968"/>
                        <a:pt x="4310" y="8123"/>
                        <a:pt x="5584" y="9385"/>
                      </a:cubicBezTo>
                      <a:cubicBezTo>
                        <a:pt x="5894" y="9695"/>
                        <a:pt x="6251" y="9921"/>
                        <a:pt x="6632" y="10064"/>
                      </a:cubicBezTo>
                      <a:cubicBezTo>
                        <a:pt x="7418" y="10350"/>
                        <a:pt x="8180" y="10707"/>
                        <a:pt x="8882" y="11159"/>
                      </a:cubicBezTo>
                      <a:cubicBezTo>
                        <a:pt x="9383" y="11469"/>
                        <a:pt x="9466" y="12148"/>
                        <a:pt x="9049" y="12564"/>
                      </a:cubicBezTo>
                      <a:lnTo>
                        <a:pt x="1179" y="20434"/>
                      </a:lnTo>
                      <a:cubicBezTo>
                        <a:pt x="0" y="21613"/>
                        <a:pt x="0" y="23518"/>
                        <a:pt x="1179" y="24697"/>
                      </a:cubicBezTo>
                      <a:lnTo>
                        <a:pt x="20741" y="44247"/>
                      </a:lnTo>
                      <a:cubicBezTo>
                        <a:pt x="21324" y="44836"/>
                        <a:pt x="22092" y="45131"/>
                        <a:pt x="22862" y="45131"/>
                      </a:cubicBezTo>
                      <a:cubicBezTo>
                        <a:pt x="23631" y="45131"/>
                        <a:pt x="24402" y="44836"/>
                        <a:pt x="24992" y="44247"/>
                      </a:cubicBezTo>
                      <a:lnTo>
                        <a:pt x="44554" y="24697"/>
                      </a:lnTo>
                      <a:cubicBezTo>
                        <a:pt x="45720" y="23518"/>
                        <a:pt x="45720" y="21613"/>
                        <a:pt x="44554" y="20434"/>
                      </a:cubicBezTo>
                      <a:lnTo>
                        <a:pt x="24992" y="884"/>
                      </a:lnTo>
                      <a:cubicBezTo>
                        <a:pt x="24402" y="295"/>
                        <a:pt x="23631" y="0"/>
                        <a:pt x="22862" y="0"/>
                      </a:cubicBezTo>
                      <a:close/>
                    </a:path>
                  </a:pathLst>
                </a:custGeom>
                <a:solidFill>
                  <a:srgbClr val="69E78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17" name="Google Shape;1617;p48"/>
                <p:cNvSpPr/>
                <p:nvPr/>
              </p:nvSpPr>
              <p:spPr>
                <a:xfrm>
                  <a:off x="5055718" y="1904160"/>
                  <a:ext cx="287338" cy="287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55" h="11955" extrusionOk="0">
                      <a:moveTo>
                        <a:pt x="5978" y="0"/>
                      </a:moveTo>
                      <a:cubicBezTo>
                        <a:pt x="2680" y="0"/>
                        <a:pt x="1" y="2679"/>
                        <a:pt x="1" y="5977"/>
                      </a:cubicBezTo>
                      <a:cubicBezTo>
                        <a:pt x="1" y="9275"/>
                        <a:pt x="2680" y="11954"/>
                        <a:pt x="5978" y="11954"/>
                      </a:cubicBezTo>
                      <a:cubicBezTo>
                        <a:pt x="9276" y="11954"/>
                        <a:pt x="11955" y="9275"/>
                        <a:pt x="11955" y="5977"/>
                      </a:cubicBezTo>
                      <a:cubicBezTo>
                        <a:pt x="11955" y="2679"/>
                        <a:pt x="9276" y="0"/>
                        <a:pt x="5978" y="0"/>
                      </a:cubicBezTo>
                      <a:close/>
                    </a:path>
                  </a:pathLst>
                </a:custGeom>
                <a:solidFill>
                  <a:srgbClr val="69E78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618" name="Google Shape;1618;p48"/>
              <p:cNvGrpSpPr/>
              <p:nvPr/>
            </p:nvGrpSpPr>
            <p:grpSpPr>
              <a:xfrm>
                <a:off x="4732628" y="2171596"/>
                <a:ext cx="374986" cy="374572"/>
                <a:chOff x="3303268" y="3817349"/>
                <a:chExt cx="346056" cy="345674"/>
              </a:xfrm>
            </p:grpSpPr>
            <p:sp>
              <p:nvSpPr>
                <p:cNvPr id="1619" name="Google Shape;1619;p48"/>
                <p:cNvSpPr/>
                <p:nvPr/>
              </p:nvSpPr>
              <p:spPr>
                <a:xfrm>
                  <a:off x="3303268" y="3817349"/>
                  <a:ext cx="346056" cy="3456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72" h="10860" extrusionOk="0">
                      <a:moveTo>
                        <a:pt x="5418" y="334"/>
                      </a:moveTo>
                      <a:cubicBezTo>
                        <a:pt x="8228" y="334"/>
                        <a:pt x="10514" y="2608"/>
                        <a:pt x="10514" y="5430"/>
                      </a:cubicBezTo>
                      <a:cubicBezTo>
                        <a:pt x="10514" y="8240"/>
                        <a:pt x="8228" y="10514"/>
                        <a:pt x="5418" y="10514"/>
                      </a:cubicBezTo>
                      <a:cubicBezTo>
                        <a:pt x="2608" y="10514"/>
                        <a:pt x="334" y="8240"/>
                        <a:pt x="334" y="5430"/>
                      </a:cubicBezTo>
                      <a:cubicBezTo>
                        <a:pt x="334" y="2608"/>
                        <a:pt x="2608" y="334"/>
                        <a:pt x="5418" y="334"/>
                      </a:cubicBezTo>
                      <a:close/>
                      <a:moveTo>
                        <a:pt x="5430" y="1"/>
                      </a:moveTo>
                      <a:cubicBezTo>
                        <a:pt x="3989" y="1"/>
                        <a:pt x="2620" y="560"/>
                        <a:pt x="1596" y="1584"/>
                      </a:cubicBezTo>
                      <a:cubicBezTo>
                        <a:pt x="572" y="2620"/>
                        <a:pt x="1" y="3989"/>
                        <a:pt x="1" y="5430"/>
                      </a:cubicBezTo>
                      <a:cubicBezTo>
                        <a:pt x="1" y="6871"/>
                        <a:pt x="572" y="8240"/>
                        <a:pt x="1596" y="9264"/>
                      </a:cubicBezTo>
                      <a:cubicBezTo>
                        <a:pt x="2620" y="10300"/>
                        <a:pt x="3989" y="10859"/>
                        <a:pt x="5430" y="10859"/>
                      </a:cubicBezTo>
                      <a:cubicBezTo>
                        <a:pt x="6883" y="10859"/>
                        <a:pt x="8252" y="10300"/>
                        <a:pt x="9276" y="9264"/>
                      </a:cubicBezTo>
                      <a:cubicBezTo>
                        <a:pt x="10300" y="8240"/>
                        <a:pt x="10871" y="6871"/>
                        <a:pt x="10871" y="5430"/>
                      </a:cubicBezTo>
                      <a:cubicBezTo>
                        <a:pt x="10871" y="3989"/>
                        <a:pt x="10300" y="2620"/>
                        <a:pt x="9276" y="1584"/>
                      </a:cubicBezTo>
                      <a:cubicBezTo>
                        <a:pt x="8252" y="560"/>
                        <a:pt x="6883" y="1"/>
                        <a:pt x="543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20" name="Google Shape;1620;p48"/>
                <p:cNvSpPr/>
                <p:nvPr/>
              </p:nvSpPr>
              <p:spPr>
                <a:xfrm>
                  <a:off x="3368074" y="3882537"/>
                  <a:ext cx="215298" cy="2152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64" h="6764" extrusionOk="0">
                      <a:moveTo>
                        <a:pt x="5335" y="346"/>
                      </a:moveTo>
                      <a:cubicBezTo>
                        <a:pt x="5930" y="346"/>
                        <a:pt x="6418" y="834"/>
                        <a:pt x="6418" y="1429"/>
                      </a:cubicBezTo>
                      <a:lnTo>
                        <a:pt x="6418" y="5335"/>
                      </a:lnTo>
                      <a:cubicBezTo>
                        <a:pt x="6418" y="5930"/>
                        <a:pt x="5930" y="6418"/>
                        <a:pt x="5335" y="6418"/>
                      </a:cubicBezTo>
                      <a:lnTo>
                        <a:pt x="1429" y="6418"/>
                      </a:lnTo>
                      <a:cubicBezTo>
                        <a:pt x="834" y="6418"/>
                        <a:pt x="346" y="5930"/>
                        <a:pt x="346" y="5335"/>
                      </a:cubicBezTo>
                      <a:lnTo>
                        <a:pt x="346" y="1429"/>
                      </a:lnTo>
                      <a:cubicBezTo>
                        <a:pt x="346" y="834"/>
                        <a:pt x="834" y="346"/>
                        <a:pt x="1429" y="346"/>
                      </a:cubicBezTo>
                      <a:close/>
                      <a:moveTo>
                        <a:pt x="1429" y="1"/>
                      </a:moveTo>
                      <a:cubicBezTo>
                        <a:pt x="644" y="1"/>
                        <a:pt x="1" y="644"/>
                        <a:pt x="1" y="1429"/>
                      </a:cubicBezTo>
                      <a:lnTo>
                        <a:pt x="1" y="5335"/>
                      </a:lnTo>
                      <a:cubicBezTo>
                        <a:pt x="1" y="6120"/>
                        <a:pt x="644" y="6763"/>
                        <a:pt x="1429" y="6763"/>
                      </a:cubicBezTo>
                      <a:lnTo>
                        <a:pt x="5335" y="6763"/>
                      </a:lnTo>
                      <a:cubicBezTo>
                        <a:pt x="6121" y="6763"/>
                        <a:pt x="6763" y="6120"/>
                        <a:pt x="6763" y="5335"/>
                      </a:cubicBezTo>
                      <a:lnTo>
                        <a:pt x="6763" y="1429"/>
                      </a:lnTo>
                      <a:cubicBezTo>
                        <a:pt x="6763" y="644"/>
                        <a:pt x="6121" y="1"/>
                        <a:pt x="5335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21" name="Google Shape;1621;p48"/>
                <p:cNvSpPr/>
                <p:nvPr/>
              </p:nvSpPr>
              <p:spPr>
                <a:xfrm>
                  <a:off x="3418143" y="3933656"/>
                  <a:ext cx="114811" cy="1127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07" h="3542" extrusionOk="0">
                      <a:moveTo>
                        <a:pt x="1822" y="0"/>
                      </a:moveTo>
                      <a:cubicBezTo>
                        <a:pt x="812" y="0"/>
                        <a:pt x="1" y="851"/>
                        <a:pt x="59" y="1859"/>
                      </a:cubicBezTo>
                      <a:cubicBezTo>
                        <a:pt x="95" y="2776"/>
                        <a:pt x="833" y="3502"/>
                        <a:pt x="1726" y="3538"/>
                      </a:cubicBezTo>
                      <a:cubicBezTo>
                        <a:pt x="1764" y="3541"/>
                        <a:pt x="1802" y="3542"/>
                        <a:pt x="1840" y="3542"/>
                      </a:cubicBezTo>
                      <a:cubicBezTo>
                        <a:pt x="2178" y="3542"/>
                        <a:pt x="2494" y="3447"/>
                        <a:pt x="2762" y="3276"/>
                      </a:cubicBezTo>
                      <a:cubicBezTo>
                        <a:pt x="2857" y="3217"/>
                        <a:pt x="2869" y="3086"/>
                        <a:pt x="2797" y="3014"/>
                      </a:cubicBezTo>
                      <a:cubicBezTo>
                        <a:pt x="2761" y="2978"/>
                        <a:pt x="2711" y="2964"/>
                        <a:pt x="2664" y="2964"/>
                      </a:cubicBezTo>
                      <a:cubicBezTo>
                        <a:pt x="2634" y="2964"/>
                        <a:pt x="2606" y="2969"/>
                        <a:pt x="2583" y="2979"/>
                      </a:cubicBezTo>
                      <a:cubicBezTo>
                        <a:pt x="2380" y="3096"/>
                        <a:pt x="2149" y="3185"/>
                        <a:pt x="1897" y="3185"/>
                      </a:cubicBezTo>
                      <a:cubicBezTo>
                        <a:pt x="1868" y="3185"/>
                        <a:pt x="1839" y="3183"/>
                        <a:pt x="1809" y="3181"/>
                      </a:cubicBezTo>
                      <a:cubicBezTo>
                        <a:pt x="1023" y="3169"/>
                        <a:pt x="380" y="2514"/>
                        <a:pt x="392" y="1716"/>
                      </a:cubicBezTo>
                      <a:cubicBezTo>
                        <a:pt x="426" y="948"/>
                        <a:pt x="1028" y="330"/>
                        <a:pt x="1792" y="330"/>
                      </a:cubicBezTo>
                      <a:cubicBezTo>
                        <a:pt x="1833" y="330"/>
                        <a:pt x="1874" y="332"/>
                        <a:pt x="1916" y="335"/>
                      </a:cubicBezTo>
                      <a:cubicBezTo>
                        <a:pt x="2619" y="371"/>
                        <a:pt x="3190" y="943"/>
                        <a:pt x="3250" y="1633"/>
                      </a:cubicBezTo>
                      <a:cubicBezTo>
                        <a:pt x="3285" y="1919"/>
                        <a:pt x="3214" y="2193"/>
                        <a:pt x="3095" y="2431"/>
                      </a:cubicBezTo>
                      <a:cubicBezTo>
                        <a:pt x="3059" y="2490"/>
                        <a:pt x="3059" y="2574"/>
                        <a:pt x="3119" y="2633"/>
                      </a:cubicBezTo>
                      <a:cubicBezTo>
                        <a:pt x="3149" y="2663"/>
                        <a:pt x="3191" y="2678"/>
                        <a:pt x="3234" y="2678"/>
                      </a:cubicBezTo>
                      <a:cubicBezTo>
                        <a:pt x="3295" y="2678"/>
                        <a:pt x="3358" y="2648"/>
                        <a:pt x="3393" y="2586"/>
                      </a:cubicBezTo>
                      <a:cubicBezTo>
                        <a:pt x="3536" y="2324"/>
                        <a:pt x="3607" y="2014"/>
                        <a:pt x="3583" y="1669"/>
                      </a:cubicBezTo>
                      <a:cubicBezTo>
                        <a:pt x="3536" y="764"/>
                        <a:pt x="2797" y="50"/>
                        <a:pt x="1904" y="2"/>
                      </a:cubicBezTo>
                      <a:cubicBezTo>
                        <a:pt x="1877" y="1"/>
                        <a:pt x="1849" y="0"/>
                        <a:pt x="1822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22" name="Google Shape;1622;p48"/>
                <p:cNvSpPr/>
                <p:nvPr/>
              </p:nvSpPr>
              <p:spPr>
                <a:xfrm>
                  <a:off x="3519298" y="3910197"/>
                  <a:ext cx="29570" cy="2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9" h="918" extrusionOk="0">
                      <a:moveTo>
                        <a:pt x="465" y="1"/>
                      </a:moveTo>
                      <a:cubicBezTo>
                        <a:pt x="203" y="1"/>
                        <a:pt x="0" y="203"/>
                        <a:pt x="0" y="453"/>
                      </a:cubicBezTo>
                      <a:cubicBezTo>
                        <a:pt x="0" y="715"/>
                        <a:pt x="203" y="918"/>
                        <a:pt x="465" y="918"/>
                      </a:cubicBezTo>
                      <a:cubicBezTo>
                        <a:pt x="715" y="918"/>
                        <a:pt x="929" y="715"/>
                        <a:pt x="929" y="453"/>
                      </a:cubicBezTo>
                      <a:cubicBezTo>
                        <a:pt x="929" y="203"/>
                        <a:pt x="715" y="1"/>
                        <a:pt x="465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623" name="Google Shape;1623;p48"/>
            <p:cNvGrpSpPr/>
            <p:nvPr/>
          </p:nvGrpSpPr>
          <p:grpSpPr>
            <a:xfrm>
              <a:off x="6547098" y="2715744"/>
              <a:ext cx="956596" cy="944315"/>
              <a:chOff x="3789173" y="2377690"/>
              <a:chExt cx="1098904" cy="1084796"/>
            </a:xfrm>
          </p:grpSpPr>
          <p:grpSp>
            <p:nvGrpSpPr>
              <p:cNvPr id="1624" name="Google Shape;1624;p48"/>
              <p:cNvGrpSpPr/>
              <p:nvPr/>
            </p:nvGrpSpPr>
            <p:grpSpPr>
              <a:xfrm>
                <a:off x="3789173" y="2377690"/>
                <a:ext cx="1098904" cy="1084796"/>
                <a:chOff x="3789173" y="2377690"/>
                <a:chExt cx="1098904" cy="1084796"/>
              </a:xfrm>
            </p:grpSpPr>
            <p:sp>
              <p:nvSpPr>
                <p:cNvPr id="1625" name="Google Shape;1625;p48"/>
                <p:cNvSpPr/>
                <p:nvPr/>
              </p:nvSpPr>
              <p:spPr>
                <a:xfrm>
                  <a:off x="3789173" y="2377690"/>
                  <a:ext cx="1098904" cy="10847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21" h="45134" extrusionOk="0">
                      <a:moveTo>
                        <a:pt x="22861" y="0"/>
                      </a:moveTo>
                      <a:cubicBezTo>
                        <a:pt x="22090" y="0"/>
                        <a:pt x="21319" y="295"/>
                        <a:pt x="20730" y="884"/>
                      </a:cubicBezTo>
                      <a:lnTo>
                        <a:pt x="1180" y="20446"/>
                      </a:lnTo>
                      <a:cubicBezTo>
                        <a:pt x="1" y="21613"/>
                        <a:pt x="1" y="23518"/>
                        <a:pt x="1180" y="24697"/>
                      </a:cubicBezTo>
                      <a:lnTo>
                        <a:pt x="20730" y="44259"/>
                      </a:lnTo>
                      <a:cubicBezTo>
                        <a:pt x="21319" y="44842"/>
                        <a:pt x="22090" y="45134"/>
                        <a:pt x="22861" y="45134"/>
                      </a:cubicBezTo>
                      <a:cubicBezTo>
                        <a:pt x="23632" y="45134"/>
                        <a:pt x="24403" y="44842"/>
                        <a:pt x="24992" y="44259"/>
                      </a:cubicBezTo>
                      <a:lnTo>
                        <a:pt x="44542" y="24697"/>
                      </a:lnTo>
                      <a:cubicBezTo>
                        <a:pt x="45721" y="23518"/>
                        <a:pt x="45721" y="21613"/>
                        <a:pt x="44542" y="20446"/>
                      </a:cubicBezTo>
                      <a:lnTo>
                        <a:pt x="36684" y="12576"/>
                      </a:lnTo>
                      <a:cubicBezTo>
                        <a:pt x="36267" y="12171"/>
                        <a:pt x="36363" y="11481"/>
                        <a:pt x="36851" y="11171"/>
                      </a:cubicBezTo>
                      <a:cubicBezTo>
                        <a:pt x="37565" y="10719"/>
                        <a:pt x="38327" y="10350"/>
                        <a:pt x="39125" y="10052"/>
                      </a:cubicBezTo>
                      <a:cubicBezTo>
                        <a:pt x="39613" y="9874"/>
                        <a:pt x="40054" y="9552"/>
                        <a:pt x="40399" y="9100"/>
                      </a:cubicBezTo>
                      <a:cubicBezTo>
                        <a:pt x="41173" y="8099"/>
                        <a:pt x="41220" y="6778"/>
                        <a:pt x="40518" y="5730"/>
                      </a:cubicBezTo>
                      <a:cubicBezTo>
                        <a:pt x="39932" y="4868"/>
                        <a:pt x="39013" y="4436"/>
                        <a:pt x="38094" y="4436"/>
                      </a:cubicBezTo>
                      <a:cubicBezTo>
                        <a:pt x="37349" y="4436"/>
                        <a:pt x="36606" y="4720"/>
                        <a:pt x="36041" y="5290"/>
                      </a:cubicBezTo>
                      <a:cubicBezTo>
                        <a:pt x="35732" y="5587"/>
                        <a:pt x="35505" y="5956"/>
                        <a:pt x="35362" y="6337"/>
                      </a:cubicBezTo>
                      <a:cubicBezTo>
                        <a:pt x="35077" y="7123"/>
                        <a:pt x="34720" y="7885"/>
                        <a:pt x="34267" y="8588"/>
                      </a:cubicBezTo>
                      <a:cubicBezTo>
                        <a:pt x="34091" y="8872"/>
                        <a:pt x="33797" y="9021"/>
                        <a:pt x="33498" y="9021"/>
                      </a:cubicBezTo>
                      <a:cubicBezTo>
                        <a:pt x="33271" y="9021"/>
                        <a:pt x="33042" y="8934"/>
                        <a:pt x="32862" y="8754"/>
                      </a:cubicBezTo>
                      <a:lnTo>
                        <a:pt x="24992" y="884"/>
                      </a:lnTo>
                      <a:cubicBezTo>
                        <a:pt x="24403" y="295"/>
                        <a:pt x="23632" y="0"/>
                        <a:pt x="22861" y="0"/>
                      </a:cubicBezTo>
                      <a:close/>
                    </a:path>
                  </a:pathLst>
                </a:custGeom>
                <a:solidFill>
                  <a:srgbClr val="4949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26" name="Google Shape;1626;p48"/>
                <p:cNvSpPr/>
                <p:nvPr/>
              </p:nvSpPr>
              <p:spPr>
                <a:xfrm>
                  <a:off x="3885623" y="2465897"/>
                  <a:ext cx="287050" cy="287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3" h="11955" extrusionOk="0">
                      <a:moveTo>
                        <a:pt x="5977" y="0"/>
                      </a:moveTo>
                      <a:cubicBezTo>
                        <a:pt x="2679" y="0"/>
                        <a:pt x="0" y="2679"/>
                        <a:pt x="0" y="5977"/>
                      </a:cubicBezTo>
                      <a:cubicBezTo>
                        <a:pt x="0" y="9275"/>
                        <a:pt x="2679" y="11954"/>
                        <a:pt x="5977" y="11954"/>
                      </a:cubicBezTo>
                      <a:cubicBezTo>
                        <a:pt x="9275" y="11954"/>
                        <a:pt x="11942" y="9275"/>
                        <a:pt x="11942" y="5977"/>
                      </a:cubicBezTo>
                      <a:cubicBezTo>
                        <a:pt x="11942" y="2679"/>
                        <a:pt x="9275" y="0"/>
                        <a:pt x="5977" y="0"/>
                      </a:cubicBezTo>
                      <a:close/>
                    </a:path>
                  </a:pathLst>
                </a:custGeom>
                <a:solidFill>
                  <a:srgbClr val="4949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627" name="Google Shape;1627;p48"/>
              <p:cNvGrpSpPr/>
              <p:nvPr/>
            </p:nvGrpSpPr>
            <p:grpSpPr>
              <a:xfrm>
                <a:off x="4151137" y="2732796"/>
                <a:ext cx="374986" cy="374572"/>
                <a:chOff x="3752358" y="3817349"/>
                <a:chExt cx="346056" cy="345674"/>
              </a:xfrm>
            </p:grpSpPr>
            <p:sp>
              <p:nvSpPr>
                <p:cNvPr id="1628" name="Google Shape;1628;p48"/>
                <p:cNvSpPr/>
                <p:nvPr/>
              </p:nvSpPr>
              <p:spPr>
                <a:xfrm>
                  <a:off x="3752358" y="3817349"/>
                  <a:ext cx="346056" cy="3456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72" h="10860" extrusionOk="0">
                      <a:moveTo>
                        <a:pt x="5430" y="334"/>
                      </a:moveTo>
                      <a:cubicBezTo>
                        <a:pt x="8252" y="334"/>
                        <a:pt x="10526" y="2608"/>
                        <a:pt x="10526" y="5430"/>
                      </a:cubicBezTo>
                      <a:cubicBezTo>
                        <a:pt x="10526" y="8240"/>
                        <a:pt x="8228" y="10514"/>
                        <a:pt x="5430" y="10514"/>
                      </a:cubicBezTo>
                      <a:cubicBezTo>
                        <a:pt x="2620" y="10514"/>
                        <a:pt x="346" y="8240"/>
                        <a:pt x="346" y="5430"/>
                      </a:cubicBezTo>
                      <a:cubicBezTo>
                        <a:pt x="346" y="2608"/>
                        <a:pt x="2620" y="334"/>
                        <a:pt x="5430" y="334"/>
                      </a:cubicBezTo>
                      <a:close/>
                      <a:moveTo>
                        <a:pt x="5430" y="1"/>
                      </a:moveTo>
                      <a:cubicBezTo>
                        <a:pt x="3989" y="1"/>
                        <a:pt x="2620" y="560"/>
                        <a:pt x="1596" y="1584"/>
                      </a:cubicBezTo>
                      <a:cubicBezTo>
                        <a:pt x="572" y="2620"/>
                        <a:pt x="1" y="3989"/>
                        <a:pt x="1" y="5430"/>
                      </a:cubicBezTo>
                      <a:cubicBezTo>
                        <a:pt x="1" y="6871"/>
                        <a:pt x="572" y="8240"/>
                        <a:pt x="1596" y="9264"/>
                      </a:cubicBezTo>
                      <a:cubicBezTo>
                        <a:pt x="2620" y="10300"/>
                        <a:pt x="3989" y="10859"/>
                        <a:pt x="5430" y="10859"/>
                      </a:cubicBezTo>
                      <a:cubicBezTo>
                        <a:pt x="6882" y="10859"/>
                        <a:pt x="8252" y="10300"/>
                        <a:pt x="9276" y="9264"/>
                      </a:cubicBezTo>
                      <a:cubicBezTo>
                        <a:pt x="10300" y="8240"/>
                        <a:pt x="10871" y="6871"/>
                        <a:pt x="10871" y="5430"/>
                      </a:cubicBezTo>
                      <a:cubicBezTo>
                        <a:pt x="10871" y="3989"/>
                        <a:pt x="10300" y="2620"/>
                        <a:pt x="9276" y="1584"/>
                      </a:cubicBezTo>
                      <a:cubicBezTo>
                        <a:pt x="8252" y="560"/>
                        <a:pt x="6882" y="1"/>
                        <a:pt x="543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29" name="Google Shape;1629;p48"/>
                <p:cNvSpPr/>
                <p:nvPr/>
              </p:nvSpPr>
              <p:spPr>
                <a:xfrm>
                  <a:off x="3831933" y="3955682"/>
                  <a:ext cx="47809" cy="1205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2" h="3787" extrusionOk="0">
                      <a:moveTo>
                        <a:pt x="1168" y="346"/>
                      </a:moveTo>
                      <a:lnTo>
                        <a:pt x="1168" y="3430"/>
                      </a:lnTo>
                      <a:lnTo>
                        <a:pt x="358" y="3430"/>
                      </a:lnTo>
                      <a:lnTo>
                        <a:pt x="358" y="346"/>
                      </a:lnTo>
                      <a:close/>
                      <a:moveTo>
                        <a:pt x="180" y="1"/>
                      </a:moveTo>
                      <a:cubicBezTo>
                        <a:pt x="96" y="1"/>
                        <a:pt x="1" y="72"/>
                        <a:pt x="1" y="179"/>
                      </a:cubicBezTo>
                      <a:lnTo>
                        <a:pt x="1" y="3608"/>
                      </a:lnTo>
                      <a:cubicBezTo>
                        <a:pt x="1" y="3703"/>
                        <a:pt x="72" y="3787"/>
                        <a:pt x="180" y="3787"/>
                      </a:cubicBezTo>
                      <a:lnTo>
                        <a:pt x="1323" y="3787"/>
                      </a:lnTo>
                      <a:cubicBezTo>
                        <a:pt x="1418" y="3787"/>
                        <a:pt x="1501" y="3715"/>
                        <a:pt x="1501" y="3608"/>
                      </a:cubicBezTo>
                      <a:lnTo>
                        <a:pt x="1501" y="179"/>
                      </a:lnTo>
                      <a:cubicBezTo>
                        <a:pt x="1501" y="72"/>
                        <a:pt x="1430" y="1"/>
                        <a:pt x="1323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30" name="Google Shape;1630;p48"/>
                <p:cNvSpPr/>
                <p:nvPr/>
              </p:nvSpPr>
              <p:spPr>
                <a:xfrm>
                  <a:off x="3824739" y="3890112"/>
                  <a:ext cx="55002" cy="550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8" h="1728" extrusionOk="0">
                      <a:moveTo>
                        <a:pt x="870" y="334"/>
                      </a:moveTo>
                      <a:cubicBezTo>
                        <a:pt x="1156" y="334"/>
                        <a:pt x="1394" y="572"/>
                        <a:pt x="1394" y="846"/>
                      </a:cubicBezTo>
                      <a:cubicBezTo>
                        <a:pt x="1394" y="1132"/>
                        <a:pt x="1156" y="1370"/>
                        <a:pt x="870" y="1370"/>
                      </a:cubicBezTo>
                      <a:cubicBezTo>
                        <a:pt x="584" y="1370"/>
                        <a:pt x="346" y="1132"/>
                        <a:pt x="346" y="846"/>
                      </a:cubicBezTo>
                      <a:cubicBezTo>
                        <a:pt x="346" y="572"/>
                        <a:pt x="584" y="334"/>
                        <a:pt x="870" y="334"/>
                      </a:cubicBezTo>
                      <a:close/>
                      <a:moveTo>
                        <a:pt x="870" y="1"/>
                      </a:moveTo>
                      <a:cubicBezTo>
                        <a:pt x="394" y="1"/>
                        <a:pt x="1" y="394"/>
                        <a:pt x="1" y="870"/>
                      </a:cubicBezTo>
                      <a:cubicBezTo>
                        <a:pt x="1" y="1346"/>
                        <a:pt x="394" y="1727"/>
                        <a:pt x="870" y="1727"/>
                      </a:cubicBezTo>
                      <a:cubicBezTo>
                        <a:pt x="1346" y="1727"/>
                        <a:pt x="1727" y="1334"/>
                        <a:pt x="1727" y="870"/>
                      </a:cubicBezTo>
                      <a:cubicBezTo>
                        <a:pt x="1727" y="394"/>
                        <a:pt x="1346" y="1"/>
                        <a:pt x="87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31" name="Google Shape;1631;p48"/>
                <p:cNvSpPr/>
                <p:nvPr/>
              </p:nvSpPr>
              <p:spPr>
                <a:xfrm>
                  <a:off x="3904696" y="3955682"/>
                  <a:ext cx="128148" cy="1205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26" h="3787" extrusionOk="0">
                      <a:moveTo>
                        <a:pt x="191" y="1"/>
                      </a:moveTo>
                      <a:cubicBezTo>
                        <a:pt x="96" y="1"/>
                        <a:pt x="1" y="72"/>
                        <a:pt x="1" y="179"/>
                      </a:cubicBezTo>
                      <a:lnTo>
                        <a:pt x="1" y="3608"/>
                      </a:lnTo>
                      <a:cubicBezTo>
                        <a:pt x="1" y="3703"/>
                        <a:pt x="84" y="3787"/>
                        <a:pt x="191" y="3787"/>
                      </a:cubicBezTo>
                      <a:lnTo>
                        <a:pt x="1334" y="3787"/>
                      </a:lnTo>
                      <a:cubicBezTo>
                        <a:pt x="1418" y="3787"/>
                        <a:pt x="1513" y="3715"/>
                        <a:pt x="1513" y="3608"/>
                      </a:cubicBezTo>
                      <a:lnTo>
                        <a:pt x="1513" y="2382"/>
                      </a:lnTo>
                      <a:cubicBezTo>
                        <a:pt x="1513" y="1977"/>
                        <a:pt x="1596" y="1501"/>
                        <a:pt x="2037" y="1501"/>
                      </a:cubicBezTo>
                      <a:cubicBezTo>
                        <a:pt x="2347" y="1501"/>
                        <a:pt x="2477" y="1763"/>
                        <a:pt x="2525" y="2060"/>
                      </a:cubicBezTo>
                      <a:cubicBezTo>
                        <a:pt x="2537" y="2156"/>
                        <a:pt x="2608" y="2215"/>
                        <a:pt x="2692" y="2215"/>
                      </a:cubicBezTo>
                      <a:cubicBezTo>
                        <a:pt x="2787" y="2215"/>
                        <a:pt x="2870" y="2120"/>
                        <a:pt x="2847" y="2025"/>
                      </a:cubicBezTo>
                      <a:cubicBezTo>
                        <a:pt x="2763" y="1465"/>
                        <a:pt x="2477" y="1155"/>
                        <a:pt x="2013" y="1155"/>
                      </a:cubicBezTo>
                      <a:cubicBezTo>
                        <a:pt x="1465" y="1155"/>
                        <a:pt x="1156" y="1608"/>
                        <a:pt x="1156" y="2382"/>
                      </a:cubicBezTo>
                      <a:lnTo>
                        <a:pt x="1156" y="3430"/>
                      </a:lnTo>
                      <a:lnTo>
                        <a:pt x="346" y="3430"/>
                      </a:lnTo>
                      <a:lnTo>
                        <a:pt x="346" y="358"/>
                      </a:lnTo>
                      <a:lnTo>
                        <a:pt x="918" y="358"/>
                      </a:lnTo>
                      <a:lnTo>
                        <a:pt x="918" y="572"/>
                      </a:lnTo>
                      <a:cubicBezTo>
                        <a:pt x="918" y="632"/>
                        <a:pt x="930" y="679"/>
                        <a:pt x="977" y="715"/>
                      </a:cubicBezTo>
                      <a:cubicBezTo>
                        <a:pt x="1007" y="733"/>
                        <a:pt x="1043" y="742"/>
                        <a:pt x="1078" y="742"/>
                      </a:cubicBezTo>
                      <a:cubicBezTo>
                        <a:pt x="1114" y="742"/>
                        <a:pt x="1150" y="733"/>
                        <a:pt x="1180" y="715"/>
                      </a:cubicBezTo>
                      <a:cubicBezTo>
                        <a:pt x="1477" y="477"/>
                        <a:pt x="1835" y="358"/>
                        <a:pt x="2227" y="358"/>
                      </a:cubicBezTo>
                      <a:cubicBezTo>
                        <a:pt x="3204" y="358"/>
                        <a:pt x="3656" y="1191"/>
                        <a:pt x="3656" y="2001"/>
                      </a:cubicBezTo>
                      <a:lnTo>
                        <a:pt x="3656" y="3430"/>
                      </a:lnTo>
                      <a:lnTo>
                        <a:pt x="2847" y="3430"/>
                      </a:lnTo>
                      <a:lnTo>
                        <a:pt x="2847" y="2870"/>
                      </a:lnTo>
                      <a:cubicBezTo>
                        <a:pt x="2847" y="2775"/>
                        <a:pt x="2775" y="2703"/>
                        <a:pt x="2692" y="2703"/>
                      </a:cubicBezTo>
                      <a:cubicBezTo>
                        <a:pt x="2597" y="2703"/>
                        <a:pt x="2525" y="2775"/>
                        <a:pt x="2525" y="2870"/>
                      </a:cubicBezTo>
                      <a:lnTo>
                        <a:pt x="2525" y="3596"/>
                      </a:lnTo>
                      <a:cubicBezTo>
                        <a:pt x="2525" y="3691"/>
                        <a:pt x="2597" y="3775"/>
                        <a:pt x="2704" y="3775"/>
                      </a:cubicBezTo>
                      <a:lnTo>
                        <a:pt x="3847" y="3775"/>
                      </a:lnTo>
                      <a:cubicBezTo>
                        <a:pt x="3942" y="3775"/>
                        <a:pt x="4025" y="3703"/>
                        <a:pt x="4025" y="3596"/>
                      </a:cubicBezTo>
                      <a:lnTo>
                        <a:pt x="4025" y="1989"/>
                      </a:lnTo>
                      <a:cubicBezTo>
                        <a:pt x="4025" y="810"/>
                        <a:pt x="3299" y="1"/>
                        <a:pt x="2239" y="1"/>
                      </a:cubicBezTo>
                      <a:cubicBezTo>
                        <a:pt x="1894" y="1"/>
                        <a:pt x="1573" y="84"/>
                        <a:pt x="1275" y="251"/>
                      </a:cubicBezTo>
                      <a:lnTo>
                        <a:pt x="1275" y="179"/>
                      </a:lnTo>
                      <a:cubicBezTo>
                        <a:pt x="1275" y="84"/>
                        <a:pt x="1204" y="1"/>
                        <a:pt x="1096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632" name="Google Shape;1632;p48"/>
            <p:cNvGrpSpPr/>
            <p:nvPr/>
          </p:nvGrpSpPr>
          <p:grpSpPr>
            <a:xfrm>
              <a:off x="7034853" y="3222917"/>
              <a:ext cx="956596" cy="944252"/>
              <a:chOff x="4349489" y="2960313"/>
              <a:chExt cx="1098904" cy="1084724"/>
            </a:xfrm>
          </p:grpSpPr>
          <p:grpSp>
            <p:nvGrpSpPr>
              <p:cNvPr id="1633" name="Google Shape;1633;p48"/>
              <p:cNvGrpSpPr/>
              <p:nvPr/>
            </p:nvGrpSpPr>
            <p:grpSpPr>
              <a:xfrm>
                <a:off x="4349489" y="2960313"/>
                <a:ext cx="1098904" cy="1084724"/>
                <a:chOff x="4349489" y="2960313"/>
                <a:chExt cx="1098904" cy="1084724"/>
              </a:xfrm>
            </p:grpSpPr>
            <p:sp>
              <p:nvSpPr>
                <p:cNvPr id="1634" name="Google Shape;1634;p48"/>
                <p:cNvSpPr/>
                <p:nvPr/>
              </p:nvSpPr>
              <p:spPr>
                <a:xfrm>
                  <a:off x="4349489" y="2960313"/>
                  <a:ext cx="1098904" cy="10847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21" h="45131" extrusionOk="0">
                      <a:moveTo>
                        <a:pt x="22862" y="0"/>
                      </a:moveTo>
                      <a:cubicBezTo>
                        <a:pt x="22092" y="0"/>
                        <a:pt x="21324" y="295"/>
                        <a:pt x="20741" y="884"/>
                      </a:cubicBezTo>
                      <a:lnTo>
                        <a:pt x="12871" y="8743"/>
                      </a:lnTo>
                      <a:cubicBezTo>
                        <a:pt x="12697" y="8917"/>
                        <a:pt x="12470" y="9001"/>
                        <a:pt x="12243" y="9001"/>
                      </a:cubicBezTo>
                      <a:cubicBezTo>
                        <a:pt x="11942" y="9001"/>
                        <a:pt x="11642" y="8854"/>
                        <a:pt x="11466" y="8576"/>
                      </a:cubicBezTo>
                      <a:cubicBezTo>
                        <a:pt x="11014" y="7861"/>
                        <a:pt x="10645" y="7099"/>
                        <a:pt x="10347" y="6302"/>
                      </a:cubicBezTo>
                      <a:cubicBezTo>
                        <a:pt x="10168" y="5814"/>
                        <a:pt x="9847" y="5373"/>
                        <a:pt x="9394" y="5028"/>
                      </a:cubicBezTo>
                      <a:cubicBezTo>
                        <a:pt x="8866" y="4619"/>
                        <a:pt x="8248" y="4413"/>
                        <a:pt x="7630" y="4413"/>
                      </a:cubicBezTo>
                      <a:cubicBezTo>
                        <a:pt x="7078" y="4413"/>
                        <a:pt x="6525" y="4577"/>
                        <a:pt x="6037" y="4909"/>
                      </a:cubicBezTo>
                      <a:cubicBezTo>
                        <a:pt x="4465" y="5968"/>
                        <a:pt x="4310" y="8123"/>
                        <a:pt x="5584" y="9385"/>
                      </a:cubicBezTo>
                      <a:cubicBezTo>
                        <a:pt x="5894" y="9695"/>
                        <a:pt x="6251" y="9921"/>
                        <a:pt x="6632" y="10064"/>
                      </a:cubicBezTo>
                      <a:cubicBezTo>
                        <a:pt x="7418" y="10350"/>
                        <a:pt x="8180" y="10707"/>
                        <a:pt x="8882" y="11159"/>
                      </a:cubicBezTo>
                      <a:cubicBezTo>
                        <a:pt x="9382" y="11469"/>
                        <a:pt x="9466" y="12148"/>
                        <a:pt x="9049" y="12564"/>
                      </a:cubicBezTo>
                      <a:lnTo>
                        <a:pt x="1179" y="20434"/>
                      </a:lnTo>
                      <a:cubicBezTo>
                        <a:pt x="0" y="21613"/>
                        <a:pt x="0" y="23518"/>
                        <a:pt x="1179" y="24697"/>
                      </a:cubicBezTo>
                      <a:lnTo>
                        <a:pt x="20741" y="44247"/>
                      </a:lnTo>
                      <a:cubicBezTo>
                        <a:pt x="21324" y="44836"/>
                        <a:pt x="22092" y="45131"/>
                        <a:pt x="22862" y="45131"/>
                      </a:cubicBezTo>
                      <a:cubicBezTo>
                        <a:pt x="23631" y="45131"/>
                        <a:pt x="24402" y="44836"/>
                        <a:pt x="24992" y="44247"/>
                      </a:cubicBezTo>
                      <a:lnTo>
                        <a:pt x="44554" y="24697"/>
                      </a:lnTo>
                      <a:cubicBezTo>
                        <a:pt x="45720" y="23518"/>
                        <a:pt x="45720" y="21613"/>
                        <a:pt x="44554" y="20434"/>
                      </a:cubicBezTo>
                      <a:lnTo>
                        <a:pt x="24992" y="884"/>
                      </a:lnTo>
                      <a:cubicBezTo>
                        <a:pt x="24402" y="295"/>
                        <a:pt x="23631" y="0"/>
                        <a:pt x="22862" y="0"/>
                      </a:cubicBezTo>
                      <a:close/>
                    </a:path>
                  </a:pathLst>
                </a:custGeom>
                <a:solidFill>
                  <a:srgbClr val="FCBD2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35" name="Google Shape;1635;p48"/>
                <p:cNvSpPr/>
                <p:nvPr/>
              </p:nvSpPr>
              <p:spPr>
                <a:xfrm>
                  <a:off x="5065741" y="3026769"/>
                  <a:ext cx="287338" cy="287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55" h="11955" extrusionOk="0">
                      <a:moveTo>
                        <a:pt x="5978" y="1"/>
                      </a:moveTo>
                      <a:cubicBezTo>
                        <a:pt x="2680" y="1"/>
                        <a:pt x="1" y="2679"/>
                        <a:pt x="1" y="5978"/>
                      </a:cubicBezTo>
                      <a:cubicBezTo>
                        <a:pt x="1" y="9276"/>
                        <a:pt x="2680" y="11954"/>
                        <a:pt x="5978" y="11954"/>
                      </a:cubicBezTo>
                      <a:cubicBezTo>
                        <a:pt x="9276" y="11954"/>
                        <a:pt x="11955" y="9276"/>
                        <a:pt x="11955" y="5978"/>
                      </a:cubicBezTo>
                      <a:cubicBezTo>
                        <a:pt x="11955" y="2679"/>
                        <a:pt x="9276" y="1"/>
                        <a:pt x="5978" y="1"/>
                      </a:cubicBezTo>
                      <a:close/>
                    </a:path>
                  </a:pathLst>
                </a:custGeom>
                <a:solidFill>
                  <a:srgbClr val="FCBD2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636" name="Google Shape;1636;p48"/>
              <p:cNvGrpSpPr/>
              <p:nvPr/>
            </p:nvGrpSpPr>
            <p:grpSpPr>
              <a:xfrm>
                <a:off x="4732657" y="3315384"/>
                <a:ext cx="374952" cy="374572"/>
                <a:chOff x="4201447" y="3817349"/>
                <a:chExt cx="346024" cy="345674"/>
              </a:xfrm>
            </p:grpSpPr>
            <p:sp>
              <p:nvSpPr>
                <p:cNvPr id="1637" name="Google Shape;1637;p48"/>
                <p:cNvSpPr/>
                <p:nvPr/>
              </p:nvSpPr>
              <p:spPr>
                <a:xfrm>
                  <a:off x="4201447" y="3817349"/>
                  <a:ext cx="346024" cy="3456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71" h="10860" extrusionOk="0">
                      <a:moveTo>
                        <a:pt x="5430" y="334"/>
                      </a:moveTo>
                      <a:cubicBezTo>
                        <a:pt x="8252" y="334"/>
                        <a:pt x="10526" y="2608"/>
                        <a:pt x="10526" y="5430"/>
                      </a:cubicBezTo>
                      <a:cubicBezTo>
                        <a:pt x="10526" y="8240"/>
                        <a:pt x="8252" y="10514"/>
                        <a:pt x="5430" y="10514"/>
                      </a:cubicBezTo>
                      <a:cubicBezTo>
                        <a:pt x="2620" y="10514"/>
                        <a:pt x="346" y="8240"/>
                        <a:pt x="346" y="5430"/>
                      </a:cubicBezTo>
                      <a:cubicBezTo>
                        <a:pt x="346" y="2608"/>
                        <a:pt x="2620" y="334"/>
                        <a:pt x="5430" y="334"/>
                      </a:cubicBezTo>
                      <a:close/>
                      <a:moveTo>
                        <a:pt x="5430" y="1"/>
                      </a:moveTo>
                      <a:cubicBezTo>
                        <a:pt x="3989" y="1"/>
                        <a:pt x="2620" y="560"/>
                        <a:pt x="1596" y="1584"/>
                      </a:cubicBezTo>
                      <a:cubicBezTo>
                        <a:pt x="572" y="2620"/>
                        <a:pt x="1" y="3989"/>
                        <a:pt x="1" y="5430"/>
                      </a:cubicBezTo>
                      <a:cubicBezTo>
                        <a:pt x="1" y="6871"/>
                        <a:pt x="572" y="8240"/>
                        <a:pt x="1596" y="9264"/>
                      </a:cubicBezTo>
                      <a:cubicBezTo>
                        <a:pt x="2620" y="10300"/>
                        <a:pt x="3989" y="10859"/>
                        <a:pt x="5430" y="10859"/>
                      </a:cubicBezTo>
                      <a:cubicBezTo>
                        <a:pt x="6882" y="10859"/>
                        <a:pt x="8252" y="10300"/>
                        <a:pt x="9276" y="9264"/>
                      </a:cubicBezTo>
                      <a:cubicBezTo>
                        <a:pt x="10299" y="8240"/>
                        <a:pt x="10871" y="6871"/>
                        <a:pt x="10871" y="5430"/>
                      </a:cubicBezTo>
                      <a:cubicBezTo>
                        <a:pt x="10871" y="3989"/>
                        <a:pt x="10299" y="2620"/>
                        <a:pt x="9276" y="1584"/>
                      </a:cubicBezTo>
                      <a:cubicBezTo>
                        <a:pt x="8252" y="560"/>
                        <a:pt x="6882" y="1"/>
                        <a:pt x="543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38" name="Google Shape;1638;p48"/>
                <p:cNvSpPr/>
                <p:nvPr/>
              </p:nvSpPr>
              <p:spPr>
                <a:xfrm>
                  <a:off x="4271569" y="3904531"/>
                  <a:ext cx="227394" cy="185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4" h="5835" extrusionOk="0">
                      <a:moveTo>
                        <a:pt x="4620" y="0"/>
                      </a:moveTo>
                      <a:cubicBezTo>
                        <a:pt x="3727" y="0"/>
                        <a:pt x="2977" y="691"/>
                        <a:pt x="2905" y="1572"/>
                      </a:cubicBezTo>
                      <a:cubicBezTo>
                        <a:pt x="2727" y="1548"/>
                        <a:pt x="2358" y="1441"/>
                        <a:pt x="2262" y="1405"/>
                      </a:cubicBezTo>
                      <a:cubicBezTo>
                        <a:pt x="1643" y="1203"/>
                        <a:pt x="1072" y="810"/>
                        <a:pt x="631" y="322"/>
                      </a:cubicBezTo>
                      <a:cubicBezTo>
                        <a:pt x="596" y="298"/>
                        <a:pt x="572" y="274"/>
                        <a:pt x="524" y="262"/>
                      </a:cubicBezTo>
                      <a:cubicBezTo>
                        <a:pt x="517" y="261"/>
                        <a:pt x="509" y="260"/>
                        <a:pt x="501" y="260"/>
                      </a:cubicBezTo>
                      <a:cubicBezTo>
                        <a:pt x="436" y="260"/>
                        <a:pt x="367" y="304"/>
                        <a:pt x="346" y="357"/>
                      </a:cubicBezTo>
                      <a:cubicBezTo>
                        <a:pt x="238" y="572"/>
                        <a:pt x="179" y="810"/>
                        <a:pt x="179" y="1048"/>
                      </a:cubicBezTo>
                      <a:cubicBezTo>
                        <a:pt x="179" y="1393"/>
                        <a:pt x="286" y="1727"/>
                        <a:pt x="476" y="1977"/>
                      </a:cubicBezTo>
                      <a:cubicBezTo>
                        <a:pt x="466" y="1975"/>
                        <a:pt x="456" y="1974"/>
                        <a:pt x="446" y="1974"/>
                      </a:cubicBezTo>
                      <a:cubicBezTo>
                        <a:pt x="397" y="1974"/>
                        <a:pt x="349" y="1997"/>
                        <a:pt x="310" y="2036"/>
                      </a:cubicBezTo>
                      <a:cubicBezTo>
                        <a:pt x="286" y="2060"/>
                        <a:pt x="286" y="2108"/>
                        <a:pt x="274" y="2143"/>
                      </a:cubicBezTo>
                      <a:lnTo>
                        <a:pt x="274" y="2203"/>
                      </a:lnTo>
                      <a:cubicBezTo>
                        <a:pt x="274" y="2655"/>
                        <a:pt x="476" y="3072"/>
                        <a:pt x="822" y="3358"/>
                      </a:cubicBezTo>
                      <a:cubicBezTo>
                        <a:pt x="786" y="3370"/>
                        <a:pt x="774" y="3405"/>
                        <a:pt x="762" y="3417"/>
                      </a:cubicBezTo>
                      <a:cubicBezTo>
                        <a:pt x="750" y="3465"/>
                        <a:pt x="727" y="3513"/>
                        <a:pt x="750" y="3548"/>
                      </a:cubicBezTo>
                      <a:cubicBezTo>
                        <a:pt x="893" y="4024"/>
                        <a:pt x="1262" y="4405"/>
                        <a:pt x="1727" y="4548"/>
                      </a:cubicBezTo>
                      <a:cubicBezTo>
                        <a:pt x="1310" y="4798"/>
                        <a:pt x="834" y="4941"/>
                        <a:pt x="334" y="4941"/>
                      </a:cubicBezTo>
                      <a:lnTo>
                        <a:pt x="191" y="4941"/>
                      </a:lnTo>
                      <a:cubicBezTo>
                        <a:pt x="107" y="4941"/>
                        <a:pt x="36" y="5001"/>
                        <a:pt x="12" y="5084"/>
                      </a:cubicBezTo>
                      <a:cubicBezTo>
                        <a:pt x="0" y="5156"/>
                        <a:pt x="48" y="5239"/>
                        <a:pt x="107" y="5263"/>
                      </a:cubicBezTo>
                      <a:cubicBezTo>
                        <a:pt x="727" y="5632"/>
                        <a:pt x="1465" y="5834"/>
                        <a:pt x="2191" y="5834"/>
                      </a:cubicBezTo>
                      <a:cubicBezTo>
                        <a:pt x="3072" y="5834"/>
                        <a:pt x="3905" y="5560"/>
                        <a:pt x="4596" y="5060"/>
                      </a:cubicBezTo>
                      <a:cubicBezTo>
                        <a:pt x="4691" y="5001"/>
                        <a:pt x="4691" y="4858"/>
                        <a:pt x="4620" y="4786"/>
                      </a:cubicBezTo>
                      <a:cubicBezTo>
                        <a:pt x="4587" y="4754"/>
                        <a:pt x="4544" y="4735"/>
                        <a:pt x="4499" y="4735"/>
                      </a:cubicBezTo>
                      <a:cubicBezTo>
                        <a:pt x="4463" y="4735"/>
                        <a:pt x="4426" y="4748"/>
                        <a:pt x="4394" y="4775"/>
                      </a:cubicBezTo>
                      <a:cubicBezTo>
                        <a:pt x="3763" y="5215"/>
                        <a:pt x="3013" y="5489"/>
                        <a:pt x="2191" y="5489"/>
                      </a:cubicBezTo>
                      <a:cubicBezTo>
                        <a:pt x="1727" y="5489"/>
                        <a:pt x="1262" y="5394"/>
                        <a:pt x="846" y="5239"/>
                      </a:cubicBezTo>
                      <a:cubicBezTo>
                        <a:pt x="1369" y="5144"/>
                        <a:pt x="1846" y="4917"/>
                        <a:pt x="2262" y="4584"/>
                      </a:cubicBezTo>
                      <a:cubicBezTo>
                        <a:pt x="2310" y="4536"/>
                        <a:pt x="2334" y="4477"/>
                        <a:pt x="2322" y="4417"/>
                      </a:cubicBezTo>
                      <a:cubicBezTo>
                        <a:pt x="2310" y="4346"/>
                        <a:pt x="2239" y="4286"/>
                        <a:pt x="2155" y="4286"/>
                      </a:cubicBezTo>
                      <a:cubicBezTo>
                        <a:pt x="1739" y="4263"/>
                        <a:pt x="1369" y="4048"/>
                        <a:pt x="1167" y="3691"/>
                      </a:cubicBezTo>
                      <a:cubicBezTo>
                        <a:pt x="1250" y="3691"/>
                        <a:pt x="1358" y="3667"/>
                        <a:pt x="1441" y="3643"/>
                      </a:cubicBezTo>
                      <a:cubicBezTo>
                        <a:pt x="1524" y="3632"/>
                        <a:pt x="1584" y="3572"/>
                        <a:pt x="1584" y="3489"/>
                      </a:cubicBezTo>
                      <a:cubicBezTo>
                        <a:pt x="1596" y="3405"/>
                        <a:pt x="1536" y="3334"/>
                        <a:pt x="1441" y="3298"/>
                      </a:cubicBezTo>
                      <a:cubicBezTo>
                        <a:pt x="1000" y="3191"/>
                        <a:pt x="667" y="2822"/>
                        <a:pt x="596" y="2381"/>
                      </a:cubicBezTo>
                      <a:lnTo>
                        <a:pt x="596" y="2381"/>
                      </a:lnTo>
                      <a:cubicBezTo>
                        <a:pt x="727" y="2405"/>
                        <a:pt x="869" y="2417"/>
                        <a:pt x="1000" y="2417"/>
                      </a:cubicBezTo>
                      <a:cubicBezTo>
                        <a:pt x="1084" y="2417"/>
                        <a:pt x="1143" y="2358"/>
                        <a:pt x="1167" y="2274"/>
                      </a:cubicBezTo>
                      <a:cubicBezTo>
                        <a:pt x="1179" y="2203"/>
                        <a:pt x="1131" y="2143"/>
                        <a:pt x="1072" y="2108"/>
                      </a:cubicBezTo>
                      <a:cubicBezTo>
                        <a:pt x="703" y="1881"/>
                        <a:pt x="476" y="1488"/>
                        <a:pt x="476" y="1048"/>
                      </a:cubicBezTo>
                      <a:cubicBezTo>
                        <a:pt x="476" y="953"/>
                        <a:pt x="488" y="846"/>
                        <a:pt x="524" y="738"/>
                      </a:cubicBezTo>
                      <a:cubicBezTo>
                        <a:pt x="965" y="1191"/>
                        <a:pt x="1524" y="1524"/>
                        <a:pt x="2120" y="1727"/>
                      </a:cubicBezTo>
                      <a:cubicBezTo>
                        <a:pt x="2120" y="1727"/>
                        <a:pt x="2715" y="1905"/>
                        <a:pt x="2929" y="1917"/>
                      </a:cubicBezTo>
                      <a:lnTo>
                        <a:pt x="3024" y="1917"/>
                      </a:lnTo>
                      <a:cubicBezTo>
                        <a:pt x="3096" y="1917"/>
                        <a:pt x="3167" y="1869"/>
                        <a:pt x="3191" y="1798"/>
                      </a:cubicBezTo>
                      <a:cubicBezTo>
                        <a:pt x="3203" y="1786"/>
                        <a:pt x="3203" y="1750"/>
                        <a:pt x="3203" y="1738"/>
                      </a:cubicBezTo>
                      <a:lnTo>
                        <a:pt x="3203" y="1703"/>
                      </a:lnTo>
                      <a:cubicBezTo>
                        <a:pt x="3203" y="953"/>
                        <a:pt x="3810" y="334"/>
                        <a:pt x="4572" y="334"/>
                      </a:cubicBezTo>
                      <a:cubicBezTo>
                        <a:pt x="4941" y="334"/>
                        <a:pt x="5287" y="488"/>
                        <a:pt x="5549" y="750"/>
                      </a:cubicBezTo>
                      <a:cubicBezTo>
                        <a:pt x="5585" y="787"/>
                        <a:pt x="5621" y="802"/>
                        <a:pt x="5663" y="802"/>
                      </a:cubicBezTo>
                      <a:cubicBezTo>
                        <a:pt x="5676" y="802"/>
                        <a:pt x="5689" y="801"/>
                        <a:pt x="5703" y="798"/>
                      </a:cubicBezTo>
                      <a:cubicBezTo>
                        <a:pt x="5882" y="762"/>
                        <a:pt x="6049" y="738"/>
                        <a:pt x="6203" y="679"/>
                      </a:cubicBezTo>
                      <a:lnTo>
                        <a:pt x="6203" y="679"/>
                      </a:lnTo>
                      <a:cubicBezTo>
                        <a:pt x="6120" y="762"/>
                        <a:pt x="6013" y="857"/>
                        <a:pt x="5894" y="917"/>
                      </a:cubicBezTo>
                      <a:cubicBezTo>
                        <a:pt x="5822" y="965"/>
                        <a:pt x="5787" y="1048"/>
                        <a:pt x="5822" y="1143"/>
                      </a:cubicBezTo>
                      <a:cubicBezTo>
                        <a:pt x="5846" y="1203"/>
                        <a:pt x="5930" y="1250"/>
                        <a:pt x="6001" y="1250"/>
                      </a:cubicBezTo>
                      <a:cubicBezTo>
                        <a:pt x="6144" y="1227"/>
                        <a:pt x="6287" y="1215"/>
                        <a:pt x="6418" y="1167"/>
                      </a:cubicBezTo>
                      <a:lnTo>
                        <a:pt x="6418" y="1167"/>
                      </a:lnTo>
                      <a:cubicBezTo>
                        <a:pt x="6299" y="1286"/>
                        <a:pt x="6168" y="1405"/>
                        <a:pt x="6013" y="1512"/>
                      </a:cubicBezTo>
                      <a:cubicBezTo>
                        <a:pt x="5965" y="1548"/>
                        <a:pt x="5941" y="1608"/>
                        <a:pt x="5941" y="1655"/>
                      </a:cubicBezTo>
                      <a:lnTo>
                        <a:pt x="5941" y="1679"/>
                      </a:lnTo>
                      <a:lnTo>
                        <a:pt x="5941" y="1703"/>
                      </a:lnTo>
                      <a:lnTo>
                        <a:pt x="5941" y="1727"/>
                      </a:lnTo>
                      <a:cubicBezTo>
                        <a:pt x="5941" y="2691"/>
                        <a:pt x="5572" y="3572"/>
                        <a:pt x="4977" y="4227"/>
                      </a:cubicBezTo>
                      <a:cubicBezTo>
                        <a:pt x="4918" y="4298"/>
                        <a:pt x="4918" y="4405"/>
                        <a:pt x="4977" y="4465"/>
                      </a:cubicBezTo>
                      <a:cubicBezTo>
                        <a:pt x="5011" y="4499"/>
                        <a:pt x="5053" y="4514"/>
                        <a:pt x="5096" y="4514"/>
                      </a:cubicBezTo>
                      <a:cubicBezTo>
                        <a:pt x="5143" y="4514"/>
                        <a:pt x="5190" y="4496"/>
                        <a:pt x="5227" y="4465"/>
                      </a:cubicBezTo>
                      <a:cubicBezTo>
                        <a:pt x="5894" y="3715"/>
                        <a:pt x="6263" y="2762"/>
                        <a:pt x="6287" y="1750"/>
                      </a:cubicBezTo>
                      <a:cubicBezTo>
                        <a:pt x="6596" y="1524"/>
                        <a:pt x="6846" y="1250"/>
                        <a:pt x="7061" y="917"/>
                      </a:cubicBezTo>
                      <a:cubicBezTo>
                        <a:pt x="7144" y="857"/>
                        <a:pt x="7132" y="750"/>
                        <a:pt x="7061" y="715"/>
                      </a:cubicBezTo>
                      <a:cubicBezTo>
                        <a:pt x="7029" y="683"/>
                        <a:pt x="6987" y="667"/>
                        <a:pt x="6937" y="667"/>
                      </a:cubicBezTo>
                      <a:cubicBezTo>
                        <a:pt x="6912" y="667"/>
                        <a:pt x="6886" y="671"/>
                        <a:pt x="6858" y="679"/>
                      </a:cubicBezTo>
                      <a:cubicBezTo>
                        <a:pt x="6775" y="726"/>
                        <a:pt x="6680" y="750"/>
                        <a:pt x="6596" y="786"/>
                      </a:cubicBezTo>
                      <a:cubicBezTo>
                        <a:pt x="6680" y="667"/>
                        <a:pt x="6763" y="512"/>
                        <a:pt x="6823" y="369"/>
                      </a:cubicBezTo>
                      <a:cubicBezTo>
                        <a:pt x="6834" y="310"/>
                        <a:pt x="6834" y="238"/>
                        <a:pt x="6787" y="191"/>
                      </a:cubicBezTo>
                      <a:cubicBezTo>
                        <a:pt x="6750" y="153"/>
                        <a:pt x="6703" y="135"/>
                        <a:pt x="6659" y="135"/>
                      </a:cubicBezTo>
                      <a:cubicBezTo>
                        <a:pt x="6632" y="135"/>
                        <a:pt x="6607" y="142"/>
                        <a:pt x="6584" y="155"/>
                      </a:cubicBezTo>
                      <a:cubicBezTo>
                        <a:pt x="6322" y="310"/>
                        <a:pt x="6061" y="393"/>
                        <a:pt x="5775" y="441"/>
                      </a:cubicBezTo>
                      <a:cubicBezTo>
                        <a:pt x="5465" y="143"/>
                        <a:pt x="5048" y="0"/>
                        <a:pt x="462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639" name="Google Shape;1639;p48"/>
            <p:cNvGrpSpPr/>
            <p:nvPr/>
          </p:nvGrpSpPr>
          <p:grpSpPr>
            <a:xfrm>
              <a:off x="6529419" y="3711909"/>
              <a:ext cx="956596" cy="944315"/>
              <a:chOff x="3768864" y="3522050"/>
              <a:chExt cx="1098904" cy="1084796"/>
            </a:xfrm>
          </p:grpSpPr>
          <p:grpSp>
            <p:nvGrpSpPr>
              <p:cNvPr id="1640" name="Google Shape;1640;p48"/>
              <p:cNvGrpSpPr/>
              <p:nvPr/>
            </p:nvGrpSpPr>
            <p:grpSpPr>
              <a:xfrm>
                <a:off x="3768864" y="3522050"/>
                <a:ext cx="1098904" cy="1084796"/>
                <a:chOff x="3768864" y="3522050"/>
                <a:chExt cx="1098904" cy="1084796"/>
              </a:xfrm>
            </p:grpSpPr>
            <p:sp>
              <p:nvSpPr>
                <p:cNvPr id="1641" name="Google Shape;1641;p48"/>
                <p:cNvSpPr/>
                <p:nvPr/>
              </p:nvSpPr>
              <p:spPr>
                <a:xfrm>
                  <a:off x="3768864" y="3522050"/>
                  <a:ext cx="1098904" cy="10847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21" h="45134" extrusionOk="0">
                      <a:moveTo>
                        <a:pt x="22862" y="0"/>
                      </a:moveTo>
                      <a:cubicBezTo>
                        <a:pt x="22093" y="0"/>
                        <a:pt x="21325" y="295"/>
                        <a:pt x="20741" y="884"/>
                      </a:cubicBezTo>
                      <a:lnTo>
                        <a:pt x="1179" y="20446"/>
                      </a:lnTo>
                      <a:cubicBezTo>
                        <a:pt x="1" y="21613"/>
                        <a:pt x="1" y="23518"/>
                        <a:pt x="1179" y="24697"/>
                      </a:cubicBezTo>
                      <a:lnTo>
                        <a:pt x="20741" y="44259"/>
                      </a:lnTo>
                      <a:cubicBezTo>
                        <a:pt x="21325" y="44842"/>
                        <a:pt x="22093" y="45134"/>
                        <a:pt x="22862" y="45134"/>
                      </a:cubicBezTo>
                      <a:cubicBezTo>
                        <a:pt x="23631" y="45134"/>
                        <a:pt x="24402" y="44842"/>
                        <a:pt x="24992" y="44259"/>
                      </a:cubicBezTo>
                      <a:lnTo>
                        <a:pt x="44554" y="24697"/>
                      </a:lnTo>
                      <a:cubicBezTo>
                        <a:pt x="45721" y="23518"/>
                        <a:pt x="45721" y="21613"/>
                        <a:pt x="44554" y="20446"/>
                      </a:cubicBezTo>
                      <a:lnTo>
                        <a:pt x="36684" y="12576"/>
                      </a:lnTo>
                      <a:cubicBezTo>
                        <a:pt x="36279" y="12171"/>
                        <a:pt x="36362" y="11481"/>
                        <a:pt x="36850" y="11171"/>
                      </a:cubicBezTo>
                      <a:cubicBezTo>
                        <a:pt x="37565" y="10719"/>
                        <a:pt x="38327" y="10362"/>
                        <a:pt x="39124" y="10052"/>
                      </a:cubicBezTo>
                      <a:cubicBezTo>
                        <a:pt x="39613" y="9874"/>
                        <a:pt x="40053" y="9552"/>
                        <a:pt x="40410" y="9100"/>
                      </a:cubicBezTo>
                      <a:cubicBezTo>
                        <a:pt x="41172" y="8111"/>
                        <a:pt x="41220" y="6778"/>
                        <a:pt x="40518" y="5742"/>
                      </a:cubicBezTo>
                      <a:cubicBezTo>
                        <a:pt x="39931" y="4872"/>
                        <a:pt x="39013" y="4437"/>
                        <a:pt x="38094" y="4437"/>
                      </a:cubicBezTo>
                      <a:cubicBezTo>
                        <a:pt x="37352" y="4437"/>
                        <a:pt x="36610" y="4721"/>
                        <a:pt x="36041" y="5290"/>
                      </a:cubicBezTo>
                      <a:cubicBezTo>
                        <a:pt x="35731" y="5599"/>
                        <a:pt x="35505" y="5956"/>
                        <a:pt x="35362" y="6337"/>
                      </a:cubicBezTo>
                      <a:cubicBezTo>
                        <a:pt x="35076" y="7135"/>
                        <a:pt x="34719" y="7885"/>
                        <a:pt x="34267" y="8588"/>
                      </a:cubicBezTo>
                      <a:cubicBezTo>
                        <a:pt x="34091" y="8872"/>
                        <a:pt x="33796" y="9021"/>
                        <a:pt x="33498" y="9021"/>
                      </a:cubicBezTo>
                      <a:cubicBezTo>
                        <a:pt x="33271" y="9021"/>
                        <a:pt x="33042" y="8934"/>
                        <a:pt x="32862" y="8754"/>
                      </a:cubicBezTo>
                      <a:lnTo>
                        <a:pt x="24992" y="884"/>
                      </a:lnTo>
                      <a:cubicBezTo>
                        <a:pt x="24402" y="295"/>
                        <a:pt x="23631" y="0"/>
                        <a:pt x="22862" y="0"/>
                      </a:cubicBezTo>
                      <a:close/>
                    </a:path>
                  </a:pathLst>
                </a:custGeom>
                <a:solidFill>
                  <a:srgbClr val="EC3A3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42" name="Google Shape;1642;p48"/>
                <p:cNvSpPr/>
                <p:nvPr/>
              </p:nvSpPr>
              <p:spPr>
                <a:xfrm>
                  <a:off x="3887041" y="3641743"/>
                  <a:ext cx="287338" cy="2870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55" h="11942" extrusionOk="0">
                      <a:moveTo>
                        <a:pt x="5978" y="0"/>
                      </a:moveTo>
                      <a:cubicBezTo>
                        <a:pt x="2680" y="0"/>
                        <a:pt x="1" y="2667"/>
                        <a:pt x="1" y="5977"/>
                      </a:cubicBezTo>
                      <a:cubicBezTo>
                        <a:pt x="1" y="9275"/>
                        <a:pt x="2680" y="11942"/>
                        <a:pt x="5978" y="11942"/>
                      </a:cubicBezTo>
                      <a:cubicBezTo>
                        <a:pt x="9276" y="11942"/>
                        <a:pt x="11955" y="9275"/>
                        <a:pt x="11955" y="5977"/>
                      </a:cubicBezTo>
                      <a:cubicBezTo>
                        <a:pt x="11955" y="2667"/>
                        <a:pt x="9276" y="0"/>
                        <a:pt x="5978" y="0"/>
                      </a:cubicBezTo>
                      <a:close/>
                    </a:path>
                  </a:pathLst>
                </a:custGeom>
                <a:solidFill>
                  <a:srgbClr val="EC3A3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643" name="Google Shape;1643;p48"/>
              <p:cNvGrpSpPr/>
              <p:nvPr/>
            </p:nvGrpSpPr>
            <p:grpSpPr>
              <a:xfrm>
                <a:off x="4139616" y="3871555"/>
                <a:ext cx="357419" cy="357005"/>
                <a:chOff x="7482229" y="3351230"/>
                <a:chExt cx="357419" cy="357005"/>
              </a:xfrm>
            </p:grpSpPr>
            <p:sp>
              <p:nvSpPr>
                <p:cNvPr id="1644" name="Google Shape;1644;p48"/>
                <p:cNvSpPr/>
                <p:nvPr/>
              </p:nvSpPr>
              <p:spPr>
                <a:xfrm>
                  <a:off x="7482229" y="3351230"/>
                  <a:ext cx="357419" cy="3570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29" h="11216" extrusionOk="0">
                      <a:moveTo>
                        <a:pt x="5633" y="357"/>
                      </a:moveTo>
                      <a:cubicBezTo>
                        <a:pt x="8538" y="357"/>
                        <a:pt x="10883" y="2703"/>
                        <a:pt x="10883" y="5608"/>
                      </a:cubicBezTo>
                      <a:cubicBezTo>
                        <a:pt x="10883" y="8513"/>
                        <a:pt x="8538" y="10859"/>
                        <a:pt x="5633" y="10859"/>
                      </a:cubicBezTo>
                      <a:cubicBezTo>
                        <a:pt x="2728" y="10859"/>
                        <a:pt x="382" y="8513"/>
                        <a:pt x="382" y="5608"/>
                      </a:cubicBezTo>
                      <a:cubicBezTo>
                        <a:pt x="382" y="2703"/>
                        <a:pt x="2728" y="357"/>
                        <a:pt x="5633" y="357"/>
                      </a:cubicBezTo>
                      <a:close/>
                      <a:moveTo>
                        <a:pt x="5621" y="0"/>
                      </a:moveTo>
                      <a:cubicBezTo>
                        <a:pt x="4109" y="0"/>
                        <a:pt x="2716" y="572"/>
                        <a:pt x="1644" y="1631"/>
                      </a:cubicBezTo>
                      <a:cubicBezTo>
                        <a:pt x="584" y="2691"/>
                        <a:pt x="1" y="4108"/>
                        <a:pt x="1" y="5608"/>
                      </a:cubicBezTo>
                      <a:cubicBezTo>
                        <a:pt x="1" y="7108"/>
                        <a:pt x="584" y="8513"/>
                        <a:pt x="1644" y="9585"/>
                      </a:cubicBezTo>
                      <a:cubicBezTo>
                        <a:pt x="2704" y="10632"/>
                        <a:pt x="4109" y="11216"/>
                        <a:pt x="5621" y="11216"/>
                      </a:cubicBezTo>
                      <a:cubicBezTo>
                        <a:pt x="7121" y="11216"/>
                        <a:pt x="8526" y="10632"/>
                        <a:pt x="9597" y="9585"/>
                      </a:cubicBezTo>
                      <a:cubicBezTo>
                        <a:pt x="10645" y="8525"/>
                        <a:pt x="11229" y="7108"/>
                        <a:pt x="11229" y="5608"/>
                      </a:cubicBezTo>
                      <a:cubicBezTo>
                        <a:pt x="11229" y="4108"/>
                        <a:pt x="10669" y="2703"/>
                        <a:pt x="9597" y="1631"/>
                      </a:cubicBezTo>
                      <a:cubicBezTo>
                        <a:pt x="8538" y="572"/>
                        <a:pt x="7121" y="0"/>
                        <a:pt x="5621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45" name="Google Shape;1645;p48"/>
                <p:cNvSpPr/>
                <p:nvPr/>
              </p:nvSpPr>
              <p:spPr>
                <a:xfrm>
                  <a:off x="7592138" y="3605616"/>
                  <a:ext cx="137983" cy="325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35" h="1022" extrusionOk="0">
                      <a:moveTo>
                        <a:pt x="202" y="1"/>
                      </a:moveTo>
                      <a:cubicBezTo>
                        <a:pt x="147" y="1"/>
                        <a:pt x="94" y="21"/>
                        <a:pt x="60" y="69"/>
                      </a:cubicBezTo>
                      <a:cubicBezTo>
                        <a:pt x="1" y="140"/>
                        <a:pt x="1" y="259"/>
                        <a:pt x="96" y="319"/>
                      </a:cubicBezTo>
                      <a:cubicBezTo>
                        <a:pt x="644" y="783"/>
                        <a:pt x="1370" y="1021"/>
                        <a:pt x="2168" y="1021"/>
                      </a:cubicBezTo>
                      <a:cubicBezTo>
                        <a:pt x="2954" y="1021"/>
                        <a:pt x="3680" y="771"/>
                        <a:pt x="4239" y="319"/>
                      </a:cubicBezTo>
                      <a:cubicBezTo>
                        <a:pt x="4323" y="259"/>
                        <a:pt x="4335" y="140"/>
                        <a:pt x="4263" y="69"/>
                      </a:cubicBezTo>
                      <a:cubicBezTo>
                        <a:pt x="4228" y="26"/>
                        <a:pt x="4170" y="4"/>
                        <a:pt x="4115" y="4"/>
                      </a:cubicBezTo>
                      <a:cubicBezTo>
                        <a:pt x="4078" y="4"/>
                        <a:pt x="4042" y="14"/>
                        <a:pt x="4013" y="33"/>
                      </a:cubicBezTo>
                      <a:cubicBezTo>
                        <a:pt x="3537" y="438"/>
                        <a:pt x="2882" y="664"/>
                        <a:pt x="2168" y="664"/>
                      </a:cubicBezTo>
                      <a:cubicBezTo>
                        <a:pt x="1465" y="664"/>
                        <a:pt x="810" y="438"/>
                        <a:pt x="322" y="33"/>
                      </a:cubicBezTo>
                      <a:cubicBezTo>
                        <a:pt x="286" y="12"/>
                        <a:pt x="244" y="1"/>
                        <a:pt x="202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46" name="Google Shape;1646;p48"/>
                <p:cNvSpPr/>
                <p:nvPr/>
              </p:nvSpPr>
              <p:spPr>
                <a:xfrm>
                  <a:off x="7513709" y="3387962"/>
                  <a:ext cx="295987" cy="2820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99" h="8860" extrusionOk="0">
                      <a:moveTo>
                        <a:pt x="6060" y="370"/>
                      </a:moveTo>
                      <a:cubicBezTo>
                        <a:pt x="6358" y="370"/>
                        <a:pt x="6596" y="608"/>
                        <a:pt x="6596" y="906"/>
                      </a:cubicBezTo>
                      <a:cubicBezTo>
                        <a:pt x="6596" y="1204"/>
                        <a:pt x="6358" y="1442"/>
                        <a:pt x="6060" y="1442"/>
                      </a:cubicBezTo>
                      <a:cubicBezTo>
                        <a:pt x="5763" y="1442"/>
                        <a:pt x="5525" y="1204"/>
                        <a:pt x="5525" y="906"/>
                      </a:cubicBezTo>
                      <a:cubicBezTo>
                        <a:pt x="5525" y="608"/>
                        <a:pt x="5763" y="370"/>
                        <a:pt x="6060" y="370"/>
                      </a:cubicBezTo>
                      <a:close/>
                      <a:moveTo>
                        <a:pt x="1322" y="2989"/>
                      </a:moveTo>
                      <a:cubicBezTo>
                        <a:pt x="1596" y="2989"/>
                        <a:pt x="1834" y="3097"/>
                        <a:pt x="2012" y="3263"/>
                      </a:cubicBezTo>
                      <a:cubicBezTo>
                        <a:pt x="1477" y="3680"/>
                        <a:pt x="1072" y="4240"/>
                        <a:pt x="881" y="4883"/>
                      </a:cubicBezTo>
                      <a:cubicBezTo>
                        <a:pt x="548" y="4716"/>
                        <a:pt x="334" y="4359"/>
                        <a:pt x="334" y="3990"/>
                      </a:cubicBezTo>
                      <a:cubicBezTo>
                        <a:pt x="334" y="3442"/>
                        <a:pt x="774" y="2989"/>
                        <a:pt x="1322" y="2989"/>
                      </a:cubicBezTo>
                      <a:close/>
                      <a:moveTo>
                        <a:pt x="7954" y="2989"/>
                      </a:moveTo>
                      <a:cubicBezTo>
                        <a:pt x="8501" y="2989"/>
                        <a:pt x="8942" y="3442"/>
                        <a:pt x="8942" y="3990"/>
                      </a:cubicBezTo>
                      <a:cubicBezTo>
                        <a:pt x="8966" y="4359"/>
                        <a:pt x="8739" y="4704"/>
                        <a:pt x="8394" y="4883"/>
                      </a:cubicBezTo>
                      <a:cubicBezTo>
                        <a:pt x="8216" y="4240"/>
                        <a:pt x="7811" y="3680"/>
                        <a:pt x="7263" y="3263"/>
                      </a:cubicBezTo>
                      <a:cubicBezTo>
                        <a:pt x="7442" y="3085"/>
                        <a:pt x="7692" y="2989"/>
                        <a:pt x="7954" y="2989"/>
                      </a:cubicBezTo>
                      <a:close/>
                      <a:moveTo>
                        <a:pt x="6072" y="1"/>
                      </a:moveTo>
                      <a:cubicBezTo>
                        <a:pt x="5632" y="1"/>
                        <a:pt x="5251" y="334"/>
                        <a:pt x="5191" y="763"/>
                      </a:cubicBezTo>
                      <a:lnTo>
                        <a:pt x="4596" y="953"/>
                      </a:lnTo>
                      <a:cubicBezTo>
                        <a:pt x="4525" y="989"/>
                        <a:pt x="4477" y="1049"/>
                        <a:pt x="4477" y="1120"/>
                      </a:cubicBezTo>
                      <a:lnTo>
                        <a:pt x="4477" y="2370"/>
                      </a:lnTo>
                      <a:cubicBezTo>
                        <a:pt x="3679" y="2394"/>
                        <a:pt x="2929" y="2632"/>
                        <a:pt x="2334" y="3025"/>
                      </a:cubicBezTo>
                      <a:cubicBezTo>
                        <a:pt x="2084" y="2751"/>
                        <a:pt x="1727" y="2608"/>
                        <a:pt x="1358" y="2608"/>
                      </a:cubicBezTo>
                      <a:cubicBezTo>
                        <a:pt x="607" y="2608"/>
                        <a:pt x="0" y="3216"/>
                        <a:pt x="0" y="3966"/>
                      </a:cubicBezTo>
                      <a:cubicBezTo>
                        <a:pt x="0" y="4513"/>
                        <a:pt x="345" y="5002"/>
                        <a:pt x="834" y="5216"/>
                      </a:cubicBezTo>
                      <a:cubicBezTo>
                        <a:pt x="822" y="5347"/>
                        <a:pt x="798" y="5478"/>
                        <a:pt x="798" y="5609"/>
                      </a:cubicBezTo>
                      <a:cubicBezTo>
                        <a:pt x="798" y="7395"/>
                        <a:pt x="2524" y="8859"/>
                        <a:pt x="4667" y="8859"/>
                      </a:cubicBezTo>
                      <a:cubicBezTo>
                        <a:pt x="5763" y="8859"/>
                        <a:pt x="6739" y="8490"/>
                        <a:pt x="7442" y="7871"/>
                      </a:cubicBezTo>
                      <a:cubicBezTo>
                        <a:pt x="7513" y="7811"/>
                        <a:pt x="7513" y="7692"/>
                        <a:pt x="7454" y="7621"/>
                      </a:cubicBezTo>
                      <a:cubicBezTo>
                        <a:pt x="7421" y="7588"/>
                        <a:pt x="7374" y="7570"/>
                        <a:pt x="7326" y="7570"/>
                      </a:cubicBezTo>
                      <a:cubicBezTo>
                        <a:pt x="7287" y="7570"/>
                        <a:pt x="7248" y="7582"/>
                        <a:pt x="7215" y="7609"/>
                      </a:cubicBezTo>
                      <a:cubicBezTo>
                        <a:pt x="6572" y="8157"/>
                        <a:pt x="5668" y="8514"/>
                        <a:pt x="4667" y="8514"/>
                      </a:cubicBezTo>
                      <a:cubicBezTo>
                        <a:pt x="2739" y="8514"/>
                        <a:pt x="1167" y="7216"/>
                        <a:pt x="1167" y="5633"/>
                      </a:cubicBezTo>
                      <a:cubicBezTo>
                        <a:pt x="1167" y="4037"/>
                        <a:pt x="2739" y="2739"/>
                        <a:pt x="4667" y="2739"/>
                      </a:cubicBezTo>
                      <a:cubicBezTo>
                        <a:pt x="6608" y="2739"/>
                        <a:pt x="8180" y="4037"/>
                        <a:pt x="8180" y="5633"/>
                      </a:cubicBezTo>
                      <a:cubicBezTo>
                        <a:pt x="8180" y="6133"/>
                        <a:pt x="8037" y="6597"/>
                        <a:pt x="7751" y="7014"/>
                      </a:cubicBezTo>
                      <a:cubicBezTo>
                        <a:pt x="7704" y="7085"/>
                        <a:pt x="7727" y="7169"/>
                        <a:pt x="7787" y="7228"/>
                      </a:cubicBezTo>
                      <a:cubicBezTo>
                        <a:pt x="7818" y="7264"/>
                        <a:pt x="7859" y="7280"/>
                        <a:pt x="7902" y="7280"/>
                      </a:cubicBezTo>
                      <a:cubicBezTo>
                        <a:pt x="7958" y="7280"/>
                        <a:pt x="8015" y="7252"/>
                        <a:pt x="8049" y="7204"/>
                      </a:cubicBezTo>
                      <a:cubicBezTo>
                        <a:pt x="8358" y="6740"/>
                        <a:pt x="8537" y="6192"/>
                        <a:pt x="8537" y="5621"/>
                      </a:cubicBezTo>
                      <a:cubicBezTo>
                        <a:pt x="8537" y="5490"/>
                        <a:pt x="8525" y="5359"/>
                        <a:pt x="8513" y="5228"/>
                      </a:cubicBezTo>
                      <a:cubicBezTo>
                        <a:pt x="8978" y="5014"/>
                        <a:pt x="9299" y="4525"/>
                        <a:pt x="9299" y="3978"/>
                      </a:cubicBezTo>
                      <a:cubicBezTo>
                        <a:pt x="9299" y="3228"/>
                        <a:pt x="8692" y="2620"/>
                        <a:pt x="7954" y="2620"/>
                      </a:cubicBezTo>
                      <a:cubicBezTo>
                        <a:pt x="7573" y="2620"/>
                        <a:pt x="7215" y="2775"/>
                        <a:pt x="6965" y="3037"/>
                      </a:cubicBezTo>
                      <a:cubicBezTo>
                        <a:pt x="6358" y="2656"/>
                        <a:pt x="5632" y="2406"/>
                        <a:pt x="4822" y="2382"/>
                      </a:cubicBezTo>
                      <a:lnTo>
                        <a:pt x="4822" y="1263"/>
                      </a:lnTo>
                      <a:lnTo>
                        <a:pt x="5215" y="1132"/>
                      </a:lnTo>
                      <a:cubicBezTo>
                        <a:pt x="5303" y="1507"/>
                        <a:pt x="5647" y="1780"/>
                        <a:pt x="6048" y="1780"/>
                      </a:cubicBezTo>
                      <a:cubicBezTo>
                        <a:pt x="6080" y="1780"/>
                        <a:pt x="6112" y="1779"/>
                        <a:pt x="6144" y="1775"/>
                      </a:cubicBezTo>
                      <a:cubicBezTo>
                        <a:pt x="6584" y="1727"/>
                        <a:pt x="6918" y="1382"/>
                        <a:pt x="6953" y="953"/>
                      </a:cubicBezTo>
                      <a:cubicBezTo>
                        <a:pt x="6977" y="430"/>
                        <a:pt x="6584" y="1"/>
                        <a:pt x="6072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47" name="Google Shape;1647;p48"/>
                <p:cNvSpPr/>
                <p:nvPr/>
              </p:nvSpPr>
              <p:spPr>
                <a:xfrm>
                  <a:off x="7580393" y="3516460"/>
                  <a:ext cx="56880" cy="568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7" h="1787" extrusionOk="0">
                      <a:moveTo>
                        <a:pt x="894" y="345"/>
                      </a:moveTo>
                      <a:cubicBezTo>
                        <a:pt x="1191" y="345"/>
                        <a:pt x="1429" y="584"/>
                        <a:pt x="1429" y="881"/>
                      </a:cubicBezTo>
                      <a:cubicBezTo>
                        <a:pt x="1418" y="1179"/>
                        <a:pt x="1179" y="1417"/>
                        <a:pt x="894" y="1417"/>
                      </a:cubicBezTo>
                      <a:cubicBezTo>
                        <a:pt x="596" y="1417"/>
                        <a:pt x="358" y="1179"/>
                        <a:pt x="358" y="881"/>
                      </a:cubicBezTo>
                      <a:cubicBezTo>
                        <a:pt x="358" y="584"/>
                        <a:pt x="596" y="345"/>
                        <a:pt x="894" y="345"/>
                      </a:cubicBezTo>
                      <a:close/>
                      <a:moveTo>
                        <a:pt x="894" y="0"/>
                      </a:moveTo>
                      <a:cubicBezTo>
                        <a:pt x="406" y="0"/>
                        <a:pt x="1" y="405"/>
                        <a:pt x="1" y="893"/>
                      </a:cubicBezTo>
                      <a:cubicBezTo>
                        <a:pt x="1" y="1381"/>
                        <a:pt x="406" y="1786"/>
                        <a:pt x="894" y="1786"/>
                      </a:cubicBezTo>
                      <a:cubicBezTo>
                        <a:pt x="1394" y="1786"/>
                        <a:pt x="1787" y="1381"/>
                        <a:pt x="1787" y="893"/>
                      </a:cubicBezTo>
                      <a:cubicBezTo>
                        <a:pt x="1775" y="405"/>
                        <a:pt x="1394" y="0"/>
                        <a:pt x="894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48" name="Google Shape;1648;p48"/>
                <p:cNvSpPr/>
                <p:nvPr/>
              </p:nvSpPr>
              <p:spPr>
                <a:xfrm>
                  <a:off x="7685750" y="3516460"/>
                  <a:ext cx="56880" cy="568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7" h="1787" extrusionOk="0">
                      <a:moveTo>
                        <a:pt x="894" y="345"/>
                      </a:moveTo>
                      <a:cubicBezTo>
                        <a:pt x="1191" y="345"/>
                        <a:pt x="1429" y="584"/>
                        <a:pt x="1429" y="881"/>
                      </a:cubicBezTo>
                      <a:cubicBezTo>
                        <a:pt x="1429" y="1179"/>
                        <a:pt x="1191" y="1417"/>
                        <a:pt x="894" y="1417"/>
                      </a:cubicBezTo>
                      <a:cubicBezTo>
                        <a:pt x="596" y="1417"/>
                        <a:pt x="358" y="1179"/>
                        <a:pt x="358" y="881"/>
                      </a:cubicBezTo>
                      <a:cubicBezTo>
                        <a:pt x="358" y="584"/>
                        <a:pt x="596" y="345"/>
                        <a:pt x="894" y="345"/>
                      </a:cubicBezTo>
                      <a:close/>
                      <a:moveTo>
                        <a:pt x="894" y="0"/>
                      </a:moveTo>
                      <a:cubicBezTo>
                        <a:pt x="405" y="0"/>
                        <a:pt x="1" y="405"/>
                        <a:pt x="1" y="893"/>
                      </a:cubicBezTo>
                      <a:cubicBezTo>
                        <a:pt x="1" y="1381"/>
                        <a:pt x="405" y="1786"/>
                        <a:pt x="894" y="1786"/>
                      </a:cubicBezTo>
                      <a:cubicBezTo>
                        <a:pt x="1382" y="1786"/>
                        <a:pt x="1787" y="1381"/>
                        <a:pt x="1787" y="893"/>
                      </a:cubicBezTo>
                      <a:cubicBezTo>
                        <a:pt x="1775" y="405"/>
                        <a:pt x="1382" y="0"/>
                        <a:pt x="894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Data Charts Infographics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1E35A1"/>
      </a:accent1>
      <a:accent2>
        <a:srgbClr val="0C79F3"/>
      </a:accent2>
      <a:accent3>
        <a:srgbClr val="00D4F0"/>
      </a:accent3>
      <a:accent4>
        <a:srgbClr val="2170B7"/>
      </a:accent4>
      <a:accent5>
        <a:srgbClr val="59A7FF"/>
      </a:accent5>
      <a:accent6>
        <a:srgbClr val="071554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20063</TotalTime>
  <Words>2000</Words>
  <Application>Microsoft Office PowerPoint</Application>
  <PresentationFormat>Presentación en pantalla (16:9)</PresentationFormat>
  <Paragraphs>507</Paragraphs>
  <Slides>41</Slides>
  <Notes>37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41</vt:i4>
      </vt:variant>
    </vt:vector>
  </HeadingPairs>
  <TitlesOfParts>
    <vt:vector size="52" baseType="lpstr">
      <vt:lpstr>Arial</vt:lpstr>
      <vt:lpstr>Roboto Medium</vt:lpstr>
      <vt:lpstr>Fira Sans Extra Condensed Medium</vt:lpstr>
      <vt:lpstr>Roboto</vt:lpstr>
      <vt:lpstr>Proxima Nova</vt:lpstr>
      <vt:lpstr>Fira Sans Extra Condensed Light</vt:lpstr>
      <vt:lpstr>Proxima Nova Semibold</vt:lpstr>
      <vt:lpstr>Fira Sans Extra Condensed</vt:lpstr>
      <vt:lpstr>Poppins</vt:lpstr>
      <vt:lpstr>Data Charts Infographics by Slidesgo</vt:lpstr>
      <vt:lpstr>Slidesgo Final Pages</vt:lpstr>
      <vt:lpstr>resumen resultados</vt:lpstr>
      <vt:lpstr>GRANGER CAUSALITY: no GAM, no BOOTSTRAP</vt:lpstr>
      <vt:lpstr>GAM + GRANGER CAUSALITY, no BOOSTRAP</vt:lpstr>
      <vt:lpstr>GAM + GRANGER CAUSALITY, no BOOTSTRAP</vt:lpstr>
      <vt:lpstr>Redes por comunidades. Delta y condicionales</vt:lpstr>
      <vt:lpstr>Porcentaje de links negativos según umbral de p valor. </vt:lpstr>
      <vt:lpstr>Número links según filtro de abundancia mínima de polen </vt:lpstr>
      <vt:lpstr>Número links según</vt:lpstr>
      <vt:lpstr>Data Charts Infographics</vt:lpstr>
      <vt:lpstr>Data Charts Infographics</vt:lpstr>
      <vt:lpstr>Data Charts Infographics</vt:lpstr>
      <vt:lpstr>Data Charts Infographics</vt:lpstr>
      <vt:lpstr>Data Charts Infographics</vt:lpstr>
      <vt:lpstr>Data Charts Infographics</vt:lpstr>
      <vt:lpstr>Data Charts Infographics</vt:lpstr>
      <vt:lpstr>Data Charts Infographics</vt:lpstr>
      <vt:lpstr>Data Charts Infographics</vt:lpstr>
      <vt:lpstr>Data Charts Infographics</vt:lpstr>
      <vt:lpstr>Data Charts Infographics</vt:lpstr>
      <vt:lpstr>Data Charts Infographics</vt:lpstr>
      <vt:lpstr>Data Charts Infographics</vt:lpstr>
      <vt:lpstr>Data Charts Infographics</vt:lpstr>
      <vt:lpstr>Data Charts Infographics</vt:lpstr>
      <vt:lpstr>Data Charts Infographics</vt:lpstr>
      <vt:lpstr>Data Charts Infographics</vt:lpstr>
      <vt:lpstr>Data Charts Infographics</vt:lpstr>
      <vt:lpstr>Data Charts Infographics</vt:lpstr>
      <vt:lpstr>Data Charts Infographics</vt:lpstr>
      <vt:lpstr>Data Charts Infographics</vt:lpstr>
      <vt:lpstr>Data Charts Infographics</vt:lpstr>
      <vt:lpstr>Data Charts Infographics</vt:lpstr>
      <vt:lpstr>Data Charts Infographics</vt:lpstr>
      <vt:lpstr>Data Charts Infographics</vt:lpstr>
      <vt:lpstr>Data Charts Infographics</vt:lpstr>
      <vt:lpstr>Data Charts Infographics</vt:lpstr>
      <vt:lpstr>Data Charts Infographics</vt:lpstr>
      <vt:lpstr>Data Charts Infographics</vt:lpstr>
      <vt:lpstr>Data Charts Infographics</vt:lpstr>
      <vt:lpstr>Instructions for use (free users)</vt:lpstr>
      <vt:lpstr>Instructions for use (premium users)</vt:lpstr>
      <vt:lpstr>Infographics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TFM REVIEW</dc:title>
  <dc:creator>Ana Cano</dc:creator>
  <cp:lastModifiedBy>Cuenta Microsoft</cp:lastModifiedBy>
  <cp:revision>25</cp:revision>
  <dcterms:modified xsi:type="dcterms:W3CDTF">2026-04-09T05:36:32Z</dcterms:modified>
</cp:coreProperties>
</file>