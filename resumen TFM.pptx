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29"/>
  </p:notesMasterIdLst>
  <p:sldIdLst>
    <p:sldId id="256" r:id="rId2"/>
    <p:sldId id="290" r:id="rId3"/>
    <p:sldId id="291" r:id="rId4"/>
    <p:sldId id="292" r:id="rId5"/>
    <p:sldId id="300" r:id="rId6"/>
    <p:sldId id="301" r:id="rId7"/>
    <p:sldId id="298" r:id="rId8"/>
    <p:sldId id="299" r:id="rId9"/>
    <p:sldId id="321" r:id="rId10"/>
    <p:sldId id="322" r:id="rId11"/>
    <p:sldId id="309" r:id="rId12"/>
    <p:sldId id="317" r:id="rId13"/>
    <p:sldId id="318" r:id="rId14"/>
    <p:sldId id="319" r:id="rId15"/>
    <p:sldId id="320" r:id="rId16"/>
    <p:sldId id="311" r:id="rId17"/>
    <p:sldId id="315" r:id="rId18"/>
    <p:sldId id="316" r:id="rId19"/>
    <p:sldId id="314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10" r:id="rId28"/>
  </p:sldIdLst>
  <p:sldSz cx="9144000" cy="5143500" type="screen16x9"/>
  <p:notesSz cx="6858000" cy="9144000"/>
  <p:embeddedFontLst>
    <p:embeddedFont>
      <p:font typeface="Fira Sans Extra Condensed Medium" panose="020B0604020202020204" charset="0"/>
      <p:regular r:id="rId30"/>
      <p:bold r:id="rId31"/>
      <p:italic r:id="rId32"/>
      <p:boldItalic r:id="rId33"/>
    </p:embeddedFont>
    <p:embeddedFont>
      <p:font typeface="Roboto" panose="020B0604020202020204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88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resumen resultados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24639" y="3630257"/>
            <a:ext cx="9020998" cy="1562983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24639" y="2664804"/>
            <a:ext cx="9129855" cy="2519041"/>
            <a:chOff x="710288" y="2137750"/>
            <a:chExt cx="7717992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17992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621" y="1073150"/>
            <a:ext cx="6804783" cy="357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GRANGER CAUSALITY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BOOTSTRAP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 filtro de abundancia mínima de polen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1" y="1453884"/>
            <a:ext cx="4227669" cy="315397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663" y="1453884"/>
            <a:ext cx="4232212" cy="315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302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308" y="1498914"/>
            <a:ext cx="4176493" cy="311579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12" y="1478744"/>
            <a:ext cx="4314511" cy="32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311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Redes por comunidades. Delta y condicionales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78" y="1201271"/>
            <a:ext cx="8785593" cy="291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72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56" y="1028980"/>
            <a:ext cx="5997178" cy="362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360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59" y="1095374"/>
            <a:ext cx="4251595" cy="317182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92" y="1095375"/>
            <a:ext cx="4251595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783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4888"/>
            <a:ext cx="4501593" cy="288131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182689"/>
            <a:ext cx="4347058" cy="278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49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572567" y="106016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0.20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0.40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0.62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6572567" y="2349014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0.17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0.43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0.61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79" y="1253326"/>
            <a:ext cx="5170531" cy="3207038"/>
          </a:xfrm>
          <a:prstGeom prst="rect">
            <a:avLst/>
          </a:prstGeom>
        </p:spPr>
      </p:pic>
      <p:sp>
        <p:nvSpPr>
          <p:cNvPr id="10" name="CuadroTexto 9"/>
          <p:cNvSpPr txBox="1"/>
          <p:nvPr/>
        </p:nvSpPr>
        <p:spPr>
          <a:xfrm>
            <a:off x="6572567" y="357283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0.12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0.25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0.46</a:t>
            </a:r>
          </a:p>
        </p:txBody>
      </p:sp>
    </p:spTree>
    <p:extLst>
      <p:ext uri="{BB962C8B-B14F-4D97-AF65-F5344CB8AC3E}">
        <p14:creationId xmlns:p14="http://schemas.microsoft.com/office/powerpoint/2010/main" val="2792178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1" y="1465791"/>
            <a:ext cx="4380054" cy="271674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692" y="1471257"/>
            <a:ext cx="4371241" cy="2711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302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64" y="2885656"/>
            <a:ext cx="7166623" cy="204194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86" y="896625"/>
            <a:ext cx="7249160" cy="206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778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con pc)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93" y="960969"/>
            <a:ext cx="3923240" cy="3923240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598" y="1489166"/>
            <a:ext cx="3568744" cy="268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578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no pc)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333" y="1210733"/>
            <a:ext cx="4265200" cy="320569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1" y="1168128"/>
            <a:ext cx="3248297" cy="32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29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82" y="972910"/>
            <a:ext cx="2736847" cy="1697538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79" y="2670448"/>
            <a:ext cx="2738160" cy="169835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542" y="2868197"/>
            <a:ext cx="2419340" cy="150060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67" y="1094374"/>
            <a:ext cx="2445116" cy="1516591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8601" y="972910"/>
            <a:ext cx="2541017" cy="1576074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4633" y="2957733"/>
            <a:ext cx="2274985" cy="141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17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33" y="1092758"/>
            <a:ext cx="7603284" cy="358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30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704" y="1042579"/>
            <a:ext cx="6708366" cy="214838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8" y="2810782"/>
            <a:ext cx="6712992" cy="2122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5363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K_in</a:t>
            </a:r>
            <a:r>
              <a:rPr lang="es-ES" dirty="0" smtClean="0"/>
              <a:t> </a:t>
            </a:r>
            <a:r>
              <a:rPr lang="es-ES" dirty="0" err="1" smtClean="0"/>
              <a:t>k_out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933" y="215554"/>
            <a:ext cx="5816675" cy="480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142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49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60 significativos</a:t>
            </a:r>
          </a:p>
          <a:p>
            <a:r>
              <a:rPr lang="es-ES" dirty="0" smtClean="0"/>
              <a:t>6 negativos (10%)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32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32 significativos</a:t>
            </a:r>
          </a:p>
          <a:p>
            <a:r>
              <a:rPr lang="es-ES" dirty="0"/>
              <a:t>4</a:t>
            </a:r>
            <a:r>
              <a:rPr lang="es-ES" dirty="0" smtClean="0"/>
              <a:t> negativos (12.5%)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8407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39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55 significativos</a:t>
            </a:r>
          </a:p>
          <a:p>
            <a:r>
              <a:rPr lang="es-ES" dirty="0"/>
              <a:t>7</a:t>
            </a:r>
            <a:r>
              <a:rPr lang="es-ES" dirty="0" smtClean="0"/>
              <a:t> negativos (12.73%)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42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36 significativos</a:t>
            </a:r>
          </a:p>
          <a:p>
            <a:r>
              <a:rPr lang="es-ES" dirty="0" smtClean="0"/>
              <a:t>11 negativos (30.56%)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708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483675" y="901279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=0.68</a:t>
            </a:r>
          </a:p>
          <a:p>
            <a:r>
              <a:rPr lang="es-ES" sz="1200" dirty="0" err="1" smtClean="0"/>
              <a:t>Balanced</a:t>
            </a:r>
            <a:r>
              <a:rPr lang="es-ES" sz="1200" dirty="0" smtClean="0"/>
              <a:t> </a:t>
            </a:r>
            <a:r>
              <a:rPr lang="es-ES" sz="1200" dirty="0" err="1" smtClean="0"/>
              <a:t>core</a:t>
            </a:r>
            <a:endParaRPr lang="es-ES" sz="1200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3692018" y="918914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=0.81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6723110" y="901279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0.65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=0.84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2" y="1917542"/>
            <a:ext cx="2625017" cy="200001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801" y="1912823"/>
            <a:ext cx="2631211" cy="200473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5" y="1912823"/>
            <a:ext cx="2631211" cy="2004732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371" y="3738653"/>
            <a:ext cx="5316070" cy="141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673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5" y="1021977"/>
            <a:ext cx="7969653" cy="397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161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30" y="415425"/>
            <a:ext cx="3853423" cy="210186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406" y="1981961"/>
            <a:ext cx="3813737" cy="20802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437" y="2856939"/>
            <a:ext cx="3736882" cy="203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9441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4" y="972111"/>
            <a:ext cx="4904216" cy="3662642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</p:spTree>
    <p:extLst>
      <p:ext uri="{BB962C8B-B14F-4D97-AF65-F5344CB8AC3E}">
        <p14:creationId xmlns:p14="http://schemas.microsoft.com/office/powerpoint/2010/main" val="872354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044" y="965928"/>
            <a:ext cx="3815447" cy="381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0446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366" y="896625"/>
            <a:ext cx="5504610" cy="413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437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48672</TotalTime>
  <Words>263</Words>
  <Application>Microsoft Office PowerPoint</Application>
  <PresentationFormat>Presentación en pantalla (16:9)</PresentationFormat>
  <Paragraphs>112</Paragraphs>
  <Slides>27</Slides>
  <Notes>4</Notes>
  <HiddenSlides>8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Fira Sans Extra Condensed Medium</vt:lpstr>
      <vt:lpstr>Arial</vt:lpstr>
      <vt:lpstr>Roboto</vt:lpstr>
      <vt:lpstr>Data Charts Infographics by Slidesgo</vt:lpstr>
      <vt:lpstr>resumen resultados</vt:lpstr>
      <vt:lpstr>GAM</vt:lpstr>
      <vt:lpstr>GRANGER CAUSALITY</vt:lpstr>
      <vt:lpstr>BOOTSTRAP</vt:lpstr>
      <vt:lpstr>Número links según filtro de abundancia mínima de polen </vt:lpstr>
      <vt:lpstr>Número links según</vt:lpstr>
      <vt:lpstr>Redes por comunidades. Delta y condicionales</vt:lpstr>
      <vt:lpstr>Porcentaje de links negativos según umbral de p valor. </vt:lpstr>
      <vt:lpstr>Garba Guracha</vt:lpstr>
      <vt:lpstr>Porcentaje de links negativos según umbral de p valor. </vt:lpstr>
      <vt:lpstr>Temporalidad</vt:lpstr>
      <vt:lpstr>Temporalidad</vt:lpstr>
      <vt:lpstr>Temporalidad</vt:lpstr>
      <vt:lpstr>Balance (Garba Guracha con pc)</vt:lpstr>
      <vt:lpstr>Balance (Garba Guracha no pc)</vt:lpstr>
      <vt:lpstr>Reciprocidad</vt:lpstr>
      <vt:lpstr>Reciprocidad</vt:lpstr>
      <vt:lpstr>Reciprocidad</vt:lpstr>
      <vt:lpstr>K_in k_out</vt:lpstr>
      <vt:lpstr>Tramacastilla</vt:lpstr>
      <vt:lpstr>Tramacastilla</vt:lpstr>
      <vt:lpstr>Balance local y SC</vt:lpstr>
      <vt:lpstr>Balance local y SC</vt:lpstr>
      <vt:lpstr>Balance local y SC</vt:lpstr>
      <vt:lpstr>Balance local y SC</vt:lpstr>
      <vt:lpstr>Balance local y SC</vt:lpstr>
      <vt:lpstr>Balance local y SC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60</cp:revision>
  <dcterms:modified xsi:type="dcterms:W3CDTF">2026-05-07T10:38:59Z</dcterms:modified>
</cp:coreProperties>
</file>