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0" r:id="rId1"/>
    <p:sldMasterId id="2147483681" r:id="rId2"/>
  </p:sldMasterIdLst>
  <p:notesMasterIdLst>
    <p:notesMasterId r:id="rId40"/>
  </p:notesMasterIdLst>
  <p:sldIdLst>
    <p:sldId id="256" r:id="rId3"/>
    <p:sldId id="258" r:id="rId4"/>
    <p:sldId id="260" r:id="rId5"/>
    <p:sldId id="261" r:id="rId6"/>
    <p:sldId id="262" r:id="rId7"/>
    <p:sldId id="263" r:id="rId8"/>
    <p:sldId id="312" r:id="rId9"/>
    <p:sldId id="317" r:id="rId10"/>
    <p:sldId id="318" r:id="rId11"/>
    <p:sldId id="316" r:id="rId12"/>
    <p:sldId id="264" r:id="rId13"/>
    <p:sldId id="319" r:id="rId14"/>
    <p:sldId id="313" r:id="rId15"/>
    <p:sldId id="315" r:id="rId16"/>
    <p:sldId id="320" r:id="rId17"/>
    <p:sldId id="322" r:id="rId18"/>
    <p:sldId id="321" r:id="rId19"/>
    <p:sldId id="290" r:id="rId20"/>
    <p:sldId id="292" r:id="rId21"/>
    <p:sldId id="293" r:id="rId22"/>
    <p:sldId id="294" r:id="rId23"/>
    <p:sldId id="295" r:id="rId24"/>
    <p:sldId id="296" r:id="rId25"/>
    <p:sldId id="297" r:id="rId26"/>
    <p:sldId id="298" r:id="rId27"/>
    <p:sldId id="299" r:id="rId28"/>
    <p:sldId id="300" r:id="rId29"/>
    <p:sldId id="301" r:id="rId30"/>
    <p:sldId id="302" r:id="rId31"/>
    <p:sldId id="303" r:id="rId32"/>
    <p:sldId id="304" r:id="rId33"/>
    <p:sldId id="305" r:id="rId34"/>
    <p:sldId id="306" r:id="rId35"/>
    <p:sldId id="307" r:id="rId36"/>
    <p:sldId id="308" r:id="rId37"/>
    <p:sldId id="309" r:id="rId38"/>
    <p:sldId id="310" r:id="rId39"/>
  </p:sldIdLst>
  <p:sldSz cx="9144000" cy="5143500" type="screen16x9"/>
  <p:notesSz cx="6858000" cy="9144000"/>
  <p:embeddedFontLst>
    <p:embeddedFont>
      <p:font typeface="Albert Sans" panose="020B0604020202020204" charset="0"/>
      <p:regular r:id="rId41"/>
      <p:bold r:id="rId42"/>
      <p:italic r:id="rId43"/>
      <p:boldItalic r:id="rId44"/>
    </p:embeddedFont>
    <p:embeddedFont>
      <p:font typeface="Proxima Nova" panose="020B0604020202020204" charset="0"/>
      <p:regular r:id="rId45"/>
      <p:bold r:id="rId46"/>
      <p:italic r:id="rId47"/>
      <p:boldItalic r:id="rId48"/>
    </p:embeddedFont>
    <p:embeddedFont>
      <p:font typeface="Alexandria Medium" panose="020B0604020202020204" charset="-78"/>
      <p:regular r:id="rId49"/>
      <p:bold r:id="rId50"/>
    </p:embeddedFont>
    <p:embeddedFont>
      <p:font typeface="Proxima Nova Semibold" panose="020B0604020202020204" charset="0"/>
      <p:regular r:id="rId51"/>
      <p:bold r:id="rId52"/>
      <p:boldItalic r:id="rId53"/>
    </p:embeddedFont>
    <p:embeddedFont>
      <p:font typeface="Roboto Medium" panose="020B0604020202020204" charset="0"/>
      <p:regular r:id="rId54"/>
      <p:bold r:id="rId55"/>
      <p:italic r:id="rId56"/>
      <p:boldItalic r:id="rId57"/>
    </p:embeddedFont>
    <p:embeddedFont>
      <p:font typeface="Amatic SC" panose="020B0604020202020204" charset="-79"/>
      <p:regular r:id="rId58"/>
      <p:bold r:id="rId59"/>
    </p:embeddedFont>
    <p:embeddedFont>
      <p:font typeface="Calibri" panose="020F0502020204030204" pitchFamily="34" charset="0"/>
      <p:regular r:id="rId60"/>
      <p:bold r:id="rId61"/>
      <p:italic r:id="rId62"/>
      <p:boldItalic r:id="rId6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216DDEF-FD99-4A65-A519-67CAF86B8E61}">
  <a:tblStyle styleId="{D216DDEF-FD99-4A65-A519-67CAF86B8E61}"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D28B7810-79BF-4724-9E88-19CC47337D61}" styleName="Table_1">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1" d="100"/>
          <a:sy n="91" d="100"/>
        </p:scale>
        <p:origin x="786"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font" Target="fonts/font2.fntdata"/><Relationship Id="rId47" Type="http://schemas.openxmlformats.org/officeDocument/2006/relationships/font" Target="fonts/font7.fntdata"/><Relationship Id="rId50" Type="http://schemas.openxmlformats.org/officeDocument/2006/relationships/font" Target="fonts/font10.fntdata"/><Relationship Id="rId55" Type="http://schemas.openxmlformats.org/officeDocument/2006/relationships/font" Target="fonts/font15.fntdata"/><Relationship Id="rId63" Type="http://schemas.openxmlformats.org/officeDocument/2006/relationships/font" Target="fonts/font23.fntdata"/><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notesMaster" Target="notesMasters/notesMaster1.xml"/><Relationship Id="rId45" Type="http://schemas.openxmlformats.org/officeDocument/2006/relationships/font" Target="fonts/font5.fntdata"/><Relationship Id="rId53" Type="http://schemas.openxmlformats.org/officeDocument/2006/relationships/font" Target="fonts/font13.fntdata"/><Relationship Id="rId58" Type="http://schemas.openxmlformats.org/officeDocument/2006/relationships/font" Target="fonts/font18.fntdata"/><Relationship Id="rId66"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font" Target="fonts/font9.fntdata"/><Relationship Id="rId57" Type="http://schemas.openxmlformats.org/officeDocument/2006/relationships/font" Target="fonts/font17.fntdata"/><Relationship Id="rId61" Type="http://schemas.openxmlformats.org/officeDocument/2006/relationships/font" Target="fonts/font21.fntdata"/><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font" Target="fonts/font4.fntdata"/><Relationship Id="rId52" Type="http://schemas.openxmlformats.org/officeDocument/2006/relationships/font" Target="fonts/font12.fntdata"/><Relationship Id="rId60" Type="http://schemas.openxmlformats.org/officeDocument/2006/relationships/font" Target="fonts/font20.fntdata"/><Relationship Id="rId65"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font" Target="fonts/font3.fntdata"/><Relationship Id="rId48" Type="http://schemas.openxmlformats.org/officeDocument/2006/relationships/font" Target="fonts/font8.fntdata"/><Relationship Id="rId56" Type="http://schemas.openxmlformats.org/officeDocument/2006/relationships/font" Target="fonts/font16.fntdata"/><Relationship Id="rId64"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font" Target="fonts/font11.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font" Target="fonts/font6.fntdata"/><Relationship Id="rId59" Type="http://schemas.openxmlformats.org/officeDocument/2006/relationships/font" Target="fonts/font19.fntdata"/><Relationship Id="rId67"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font" Target="fonts/font1.fntdata"/><Relationship Id="rId54" Type="http://schemas.openxmlformats.org/officeDocument/2006/relationships/font" Target="fonts/font14.fntdata"/><Relationship Id="rId62" Type="http://schemas.openxmlformats.org/officeDocument/2006/relationships/font" Target="fonts/font2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2546359825"/>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2558abb5fb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 name="Google Shape;188;g2558abb5fb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173603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2553b51d4ff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 name="Google Shape;204;g2553b51d4ff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96281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g2558abb5fb3_0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 name="Google Shape;232;g2558abb5fb3_0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768315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25685abcfc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 name="Google Shape;240;g25685abcfce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68306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2558abb5fb3_0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7" name="Google Shape;247;g2558abb5fb3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590805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25703cb3a7b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25703cb3a7b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924123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25703cb3a7b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25703cb3a7b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46146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25703cb3a7b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25703cb3a7b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25163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25703cb3a7b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25703cb3a7b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924810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25703cb3a7b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25703cb3a7b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409473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25703cb3a7b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1" name="Google Shape;261;g25703cb3a7b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315540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25703cb3a7b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1" name="Google Shape;261;g25703cb3a7b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071379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25703cb3a7b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1" name="Google Shape;261;g25703cb3a7b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84716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25703cb3a7b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1" name="Google Shape;261;g25703cb3a7b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281942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25703cb3a7b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1" name="Google Shape;261;g25703cb3a7b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102665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p:cNvGrpSpPr/>
        <p:nvPr/>
      </p:nvGrpSpPr>
      <p:grpSpPr>
        <a:xfrm>
          <a:off x="0" y="0"/>
          <a:ext cx="0" cy="0"/>
          <a:chOff x="0" y="0"/>
          <a:chExt cx="0" cy="0"/>
        </a:xfrm>
      </p:grpSpPr>
      <p:sp>
        <p:nvSpPr>
          <p:cNvPr id="505" name="Google Shape;505;g2572bee519d_0_8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6" name="Google Shape;506;g2572bee519d_0_8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0149997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p:cNvGrpSpPr/>
        <p:nvPr/>
      </p:nvGrpSpPr>
      <p:grpSpPr>
        <a:xfrm>
          <a:off x="0" y="0"/>
          <a:ext cx="0" cy="0"/>
          <a:chOff x="0" y="0"/>
          <a:chExt cx="0" cy="0"/>
        </a:xfrm>
      </p:grpSpPr>
      <p:sp>
        <p:nvSpPr>
          <p:cNvPr id="505" name="Google Shape;505;g2572bee519d_0_8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6" name="Google Shape;506;g2572bee519d_0_8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472754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7"/>
        <p:cNvGrpSpPr/>
        <p:nvPr/>
      </p:nvGrpSpPr>
      <p:grpSpPr>
        <a:xfrm>
          <a:off x="0" y="0"/>
          <a:ext cx="0" cy="0"/>
          <a:chOff x="0" y="0"/>
          <a:chExt cx="0" cy="0"/>
        </a:xfrm>
      </p:grpSpPr>
      <p:sp>
        <p:nvSpPr>
          <p:cNvPr id="638" name="Google Shape;638;g2572bee519d_0_8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9" name="Google Shape;639;g2572bee519d_0_8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079594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2572bee519d_0_9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4" name="Google Shape;664;g2572bee519d_0_9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573013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g2572bee519d_0_98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0" name="Google Shape;670;g2572bee519d_0_98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444167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4"/>
        <p:cNvGrpSpPr/>
        <p:nvPr/>
      </p:nvGrpSpPr>
      <p:grpSpPr>
        <a:xfrm>
          <a:off x="0" y="0"/>
          <a:ext cx="0" cy="0"/>
          <a:chOff x="0" y="0"/>
          <a:chExt cx="0" cy="0"/>
        </a:xfrm>
      </p:grpSpPr>
      <p:sp>
        <p:nvSpPr>
          <p:cNvPr id="675" name="Google Shape;675;g2572bee519d_0_98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6" name="Google Shape;676;g2572bee519d_0_98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571757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0"/>
        <p:cNvGrpSpPr/>
        <p:nvPr/>
      </p:nvGrpSpPr>
      <p:grpSpPr>
        <a:xfrm>
          <a:off x="0" y="0"/>
          <a:ext cx="0" cy="0"/>
          <a:chOff x="0" y="0"/>
          <a:chExt cx="0" cy="0"/>
        </a:xfrm>
      </p:grpSpPr>
      <p:sp>
        <p:nvSpPr>
          <p:cNvPr id="681" name="Google Shape;681;g2572bee519d_0_98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2" name="Google Shape;682;g2572bee519d_0_98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747458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8"/>
        <p:cNvGrpSpPr/>
        <p:nvPr/>
      </p:nvGrpSpPr>
      <p:grpSpPr>
        <a:xfrm>
          <a:off x="0" y="0"/>
          <a:ext cx="0" cy="0"/>
          <a:chOff x="0" y="0"/>
          <a:chExt cx="0" cy="0"/>
        </a:xfrm>
      </p:grpSpPr>
      <p:sp>
        <p:nvSpPr>
          <p:cNvPr id="699" name="Google Shape;699;g2572bee519d_0_99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0" name="Google Shape;700;g2572bee519d_0_99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2221329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4"/>
        <p:cNvGrpSpPr/>
        <p:nvPr/>
      </p:nvGrpSpPr>
      <p:grpSpPr>
        <a:xfrm>
          <a:off x="0" y="0"/>
          <a:ext cx="0" cy="0"/>
          <a:chOff x="0" y="0"/>
          <a:chExt cx="0" cy="0"/>
        </a:xfrm>
      </p:grpSpPr>
      <p:sp>
        <p:nvSpPr>
          <p:cNvPr id="715" name="Google Shape;715;g2572bee519d_0_99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6" name="Google Shape;716;g2572bee519d_0_99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232011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3"/>
        <p:cNvGrpSpPr/>
        <p:nvPr/>
      </p:nvGrpSpPr>
      <p:grpSpPr>
        <a:xfrm>
          <a:off x="0" y="0"/>
          <a:ext cx="0" cy="0"/>
          <a:chOff x="0" y="0"/>
          <a:chExt cx="0" cy="0"/>
        </a:xfrm>
      </p:grpSpPr>
      <p:sp>
        <p:nvSpPr>
          <p:cNvPr id="1054" name="Google Shape;1054;g2572bee519d_0_102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5" name="Google Shape;1055;g2572bee519d_0_10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6884691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4"/>
        <p:cNvGrpSpPr/>
        <p:nvPr/>
      </p:nvGrpSpPr>
      <p:grpSpPr>
        <a:xfrm>
          <a:off x="0" y="0"/>
          <a:ext cx="0" cy="0"/>
          <a:chOff x="0" y="0"/>
          <a:chExt cx="0" cy="0"/>
        </a:xfrm>
      </p:grpSpPr>
      <p:sp>
        <p:nvSpPr>
          <p:cNvPr id="3255" name="Google Shape;3255;g2572bee519d_0_124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56" name="Google Shape;3256;g2572bee519d_0_124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2172196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3"/>
        <p:cNvGrpSpPr/>
        <p:nvPr/>
      </p:nvGrpSpPr>
      <p:grpSpPr>
        <a:xfrm>
          <a:off x="0" y="0"/>
          <a:ext cx="0" cy="0"/>
          <a:chOff x="0" y="0"/>
          <a:chExt cx="0" cy="0"/>
        </a:xfrm>
      </p:grpSpPr>
      <p:sp>
        <p:nvSpPr>
          <p:cNvPr id="3674" name="Google Shape;3674;g2572bee519d_0_128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75" name="Google Shape;3675;g2572bee519d_0_128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5010316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3"/>
        <p:cNvGrpSpPr/>
        <p:nvPr/>
      </p:nvGrpSpPr>
      <p:grpSpPr>
        <a:xfrm>
          <a:off x="0" y="0"/>
          <a:ext cx="0" cy="0"/>
          <a:chOff x="0" y="0"/>
          <a:chExt cx="0" cy="0"/>
        </a:xfrm>
      </p:grpSpPr>
      <p:sp>
        <p:nvSpPr>
          <p:cNvPr id="3844" name="Google Shape;3844;g2572bee519d_0_130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5" name="Google Shape;3845;g2572bee519d_0_130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8697628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48"/>
        <p:cNvGrpSpPr/>
        <p:nvPr/>
      </p:nvGrpSpPr>
      <p:grpSpPr>
        <a:xfrm>
          <a:off x="0" y="0"/>
          <a:ext cx="0" cy="0"/>
          <a:chOff x="0" y="0"/>
          <a:chExt cx="0" cy="0"/>
        </a:xfrm>
      </p:grpSpPr>
      <p:sp>
        <p:nvSpPr>
          <p:cNvPr id="4249" name="Google Shape;4249;g2572bee519d_0_134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50" name="Google Shape;4250;g2572bee519d_0_134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4834106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8"/>
        <p:cNvGrpSpPr/>
        <p:nvPr/>
      </p:nvGrpSpPr>
      <p:grpSpPr>
        <a:xfrm>
          <a:off x="0" y="0"/>
          <a:ext cx="0" cy="0"/>
          <a:chOff x="0" y="0"/>
          <a:chExt cx="0" cy="0"/>
        </a:xfrm>
      </p:grpSpPr>
      <p:sp>
        <p:nvSpPr>
          <p:cNvPr id="4629" name="Google Shape;4629;g2572bee519d_0_138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0" name="Google Shape;4630;g2572bee519d_0_138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053058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54"/>
        <p:cNvGrpSpPr/>
        <p:nvPr/>
      </p:nvGrpSpPr>
      <p:grpSpPr>
        <a:xfrm>
          <a:off x="0" y="0"/>
          <a:ext cx="0" cy="0"/>
          <a:chOff x="0" y="0"/>
          <a:chExt cx="0" cy="0"/>
        </a:xfrm>
      </p:grpSpPr>
      <p:sp>
        <p:nvSpPr>
          <p:cNvPr id="5055" name="Google Shape;5055;g2572bee519d_0_142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56" name="Google Shape;5056;g2572bee519d_0_142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237149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5"/>
        <p:cNvGrpSpPr/>
        <p:nvPr/>
      </p:nvGrpSpPr>
      <p:grpSpPr>
        <a:xfrm>
          <a:off x="0" y="0"/>
          <a:ext cx="0" cy="0"/>
          <a:chOff x="0" y="0"/>
          <a:chExt cx="0" cy="0"/>
        </a:xfrm>
      </p:grpSpPr>
      <p:sp>
        <p:nvSpPr>
          <p:cNvPr id="5416" name="Google Shape;5416;g2572bee519d_0_146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17" name="Google Shape;5417;g2572bee519d_0_146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81956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25"/>
        <p:cNvGrpSpPr/>
        <p:nvPr/>
      </p:nvGrpSpPr>
      <p:grpSpPr>
        <a:xfrm>
          <a:off x="0" y="0"/>
          <a:ext cx="0" cy="0"/>
          <a:chOff x="0" y="0"/>
          <a:chExt cx="0" cy="0"/>
        </a:xfrm>
      </p:grpSpPr>
      <p:sp>
        <p:nvSpPr>
          <p:cNvPr id="5926" name="Google Shape;5926;g2572bee519d_0_151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27" name="Google Shape;5927;g2572bee519d_0_151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1707628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45"/>
        <p:cNvGrpSpPr/>
        <p:nvPr/>
      </p:nvGrpSpPr>
      <p:grpSpPr>
        <a:xfrm>
          <a:off x="0" y="0"/>
          <a:ext cx="0" cy="0"/>
          <a:chOff x="0" y="0"/>
          <a:chExt cx="0" cy="0"/>
        </a:xfrm>
      </p:grpSpPr>
      <p:sp>
        <p:nvSpPr>
          <p:cNvPr id="6546" name="Google Shape;6546;g2572bee519d_0_157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47" name="Google Shape;6547;g2572bee519d_0_157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099465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39"/>
        <p:cNvGrpSpPr/>
        <p:nvPr/>
      </p:nvGrpSpPr>
      <p:grpSpPr>
        <a:xfrm>
          <a:off x="0" y="0"/>
          <a:ext cx="0" cy="0"/>
          <a:chOff x="0" y="0"/>
          <a:chExt cx="0" cy="0"/>
        </a:xfrm>
      </p:grpSpPr>
      <p:sp>
        <p:nvSpPr>
          <p:cNvPr id="7140" name="Google Shape;7140;g2572bee519d_0_163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41" name="Google Shape;7141;g2572bee519d_0_163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420227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60"/>
        <p:cNvGrpSpPr/>
        <p:nvPr/>
      </p:nvGrpSpPr>
      <p:grpSpPr>
        <a:xfrm>
          <a:off x="0" y="0"/>
          <a:ext cx="0" cy="0"/>
          <a:chOff x="0" y="0"/>
          <a:chExt cx="0" cy="0"/>
        </a:xfrm>
      </p:grpSpPr>
      <p:sp>
        <p:nvSpPr>
          <p:cNvPr id="7461" name="Google Shape;7461;g2572bee519d_0_166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62" name="Google Shape;7462;g2572bee519d_0_166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944564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68"/>
        <p:cNvGrpSpPr/>
        <p:nvPr/>
      </p:nvGrpSpPr>
      <p:grpSpPr>
        <a:xfrm>
          <a:off x="0" y="0"/>
          <a:ext cx="0" cy="0"/>
          <a:chOff x="0" y="0"/>
          <a:chExt cx="0" cy="0"/>
        </a:xfrm>
      </p:grpSpPr>
      <p:sp>
        <p:nvSpPr>
          <p:cNvPr id="7769" name="Google Shape;7769;g2572bee519d_0_185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70" name="Google Shape;7770;g2572bee519d_0_185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4099266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hyperlink" Target="https://bit.ly/3A1uf1Q" TargetMode="External"/><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hyperlink" Target="http://bit.ly/2TtBDfr" TargetMode="External"/><Relationship Id="rId4" Type="http://schemas.openxmlformats.org/officeDocument/2006/relationships/hyperlink" Target="http://bit.ly/2TyoMsr" TargetMode="Externa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lt1"/>
        </a:solidFill>
        <a:effectLst/>
      </p:bgPr>
    </p:bg>
    <p:spTree>
      <p:nvGrpSpPr>
        <p:cNvPr id="1"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l="-55210" t="50562" r="55210" b="-6812"/>
          <a:stretch/>
        </p:blipFill>
        <p:spPr>
          <a:xfrm rot="10800000">
            <a:off x="0" y="0"/>
            <a:ext cx="9144000" cy="5143500"/>
          </a:xfrm>
          <a:prstGeom prst="rect">
            <a:avLst/>
          </a:prstGeom>
          <a:noFill/>
          <a:ln>
            <a:noFill/>
          </a:ln>
        </p:spPr>
      </p:pic>
      <p:pic>
        <p:nvPicPr>
          <p:cNvPr id="10" name="Google Shape;10;p2"/>
          <p:cNvPicPr preferRelativeResize="0"/>
          <p:nvPr/>
        </p:nvPicPr>
        <p:blipFill rotWithShape="1">
          <a:blip r:embed="rId2">
            <a:alphaModFix/>
          </a:blip>
          <a:srcRect l="-19690" t="41478" r="19690" b="2272"/>
          <a:stretch/>
        </p:blipFill>
        <p:spPr>
          <a:xfrm>
            <a:off x="0" y="0"/>
            <a:ext cx="9144000" cy="5143500"/>
          </a:xfrm>
          <a:prstGeom prst="rect">
            <a:avLst/>
          </a:prstGeom>
          <a:noFill/>
          <a:ln>
            <a:noFill/>
          </a:ln>
        </p:spPr>
      </p:pic>
      <p:sp>
        <p:nvSpPr>
          <p:cNvPr id="11" name="Google Shape;11;p2"/>
          <p:cNvSpPr txBox="1">
            <a:spLocks noGrp="1"/>
          </p:cNvSpPr>
          <p:nvPr>
            <p:ph type="ctrTitle"/>
          </p:nvPr>
        </p:nvSpPr>
        <p:spPr>
          <a:xfrm>
            <a:off x="711750" y="1958600"/>
            <a:ext cx="4280100" cy="2649900"/>
          </a:xfrm>
          <a:prstGeom prst="rect">
            <a:avLst/>
          </a:prstGeom>
        </p:spPr>
        <p:txBody>
          <a:bodyPr spcFirstLastPara="1" wrap="square" lIns="91425" tIns="91425" rIns="91425" bIns="91425" anchor="t" anchorCtr="0">
            <a:noAutofit/>
          </a:bodyPr>
          <a:lstStyle>
            <a:lvl1pPr lvl="0">
              <a:lnSpc>
                <a:spcPct val="90000"/>
              </a:lnSpc>
              <a:spcBef>
                <a:spcPts val="0"/>
              </a:spcBef>
              <a:spcAft>
                <a:spcPts val="0"/>
              </a:spcAft>
              <a:buSzPts val="5200"/>
              <a:buNone/>
              <a:defRPr sz="90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2" name="Google Shape;12;p2"/>
          <p:cNvSpPr txBox="1">
            <a:spLocks noGrp="1"/>
          </p:cNvSpPr>
          <p:nvPr>
            <p:ph type="subTitle" idx="1"/>
          </p:nvPr>
        </p:nvSpPr>
        <p:spPr>
          <a:xfrm>
            <a:off x="4572000" y="535000"/>
            <a:ext cx="3860400" cy="388200"/>
          </a:xfrm>
          <a:prstGeom prst="rect">
            <a:avLst/>
          </a:prstGeom>
        </p:spPr>
        <p:txBody>
          <a:bodyPr spcFirstLastPara="1" wrap="square" lIns="91425" tIns="91425" rIns="91425" bIns="91425" anchor="t" anchorCtr="0">
            <a:noAutofit/>
          </a:bodyPr>
          <a:lstStyle>
            <a:lvl1pPr lvl="0" algn="r">
              <a:lnSpc>
                <a:spcPct val="100000"/>
              </a:lnSpc>
              <a:spcBef>
                <a:spcPts val="0"/>
              </a:spcBef>
              <a:spcAft>
                <a:spcPts val="0"/>
              </a:spcAft>
              <a:buSzPts val="1200"/>
              <a:buNone/>
              <a:defRPr sz="14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13"/>
        <p:cNvGrpSpPr/>
        <p:nvPr/>
      </p:nvGrpSpPr>
      <p:grpSpPr>
        <a:xfrm>
          <a:off x="0" y="0"/>
          <a:ext cx="0" cy="0"/>
          <a:chOff x="0" y="0"/>
          <a:chExt cx="0" cy="0"/>
        </a:xfrm>
      </p:grpSpPr>
      <p:pic>
        <p:nvPicPr>
          <p:cNvPr id="14" name="Google Shape;14;p3"/>
          <p:cNvPicPr preferRelativeResize="0"/>
          <p:nvPr/>
        </p:nvPicPr>
        <p:blipFill rotWithShape="1">
          <a:blip r:embed="rId2">
            <a:alphaModFix/>
          </a:blip>
          <a:srcRect l="-55210" t="50562" r="55210" b="-6812"/>
          <a:stretch/>
        </p:blipFill>
        <p:spPr>
          <a:xfrm flipH="1">
            <a:off x="0" y="0"/>
            <a:ext cx="9144000" cy="5143500"/>
          </a:xfrm>
          <a:prstGeom prst="rect">
            <a:avLst/>
          </a:prstGeom>
          <a:noFill/>
          <a:ln>
            <a:noFill/>
          </a:ln>
        </p:spPr>
      </p:pic>
      <p:pic>
        <p:nvPicPr>
          <p:cNvPr id="15" name="Google Shape;15;p3"/>
          <p:cNvPicPr preferRelativeResize="0"/>
          <p:nvPr/>
        </p:nvPicPr>
        <p:blipFill rotWithShape="1">
          <a:blip r:embed="rId3">
            <a:alphaModFix/>
          </a:blip>
          <a:srcRect l="36284" t="30" r="-6" b="-40"/>
          <a:stretch/>
        </p:blipFill>
        <p:spPr>
          <a:xfrm rot="10800000">
            <a:off x="5864950" y="-3275"/>
            <a:ext cx="3279050" cy="5146775"/>
          </a:xfrm>
          <a:prstGeom prst="rect">
            <a:avLst/>
          </a:prstGeom>
          <a:noFill/>
          <a:ln>
            <a:noFill/>
          </a:ln>
        </p:spPr>
      </p:pic>
      <p:sp>
        <p:nvSpPr>
          <p:cNvPr id="16" name="Google Shape;16;p3"/>
          <p:cNvSpPr txBox="1">
            <a:spLocks noGrp="1"/>
          </p:cNvSpPr>
          <p:nvPr>
            <p:ph type="title"/>
          </p:nvPr>
        </p:nvSpPr>
        <p:spPr>
          <a:xfrm>
            <a:off x="715100" y="3328050"/>
            <a:ext cx="7708800" cy="12537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7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7" name="Google Shape;17;p3"/>
          <p:cNvSpPr txBox="1">
            <a:spLocks noGrp="1"/>
          </p:cNvSpPr>
          <p:nvPr>
            <p:ph type="title" idx="2" hasCustomPrompt="1"/>
          </p:nvPr>
        </p:nvSpPr>
        <p:spPr>
          <a:xfrm>
            <a:off x="715100" y="2074250"/>
            <a:ext cx="7708800" cy="1253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2"/>
              </a:buClr>
              <a:buSzPts val="6000"/>
              <a:buNone/>
              <a:defRPr sz="7000">
                <a:solidFill>
                  <a:schemeClr val="lt2"/>
                </a:solidFill>
              </a:defRPr>
            </a:lvl1pPr>
            <a:lvl2pPr lvl="1" algn="ctr" rtl="0">
              <a:spcBef>
                <a:spcPts val="0"/>
              </a:spcBef>
              <a:spcAft>
                <a:spcPts val="0"/>
              </a:spcAft>
              <a:buClr>
                <a:schemeClr val="lt2"/>
              </a:buClr>
              <a:buSzPts val="6000"/>
              <a:buNone/>
              <a:defRPr sz="6000">
                <a:solidFill>
                  <a:schemeClr val="lt2"/>
                </a:solidFill>
              </a:defRPr>
            </a:lvl2pPr>
            <a:lvl3pPr lvl="2" algn="ctr" rtl="0">
              <a:spcBef>
                <a:spcPts val="0"/>
              </a:spcBef>
              <a:spcAft>
                <a:spcPts val="0"/>
              </a:spcAft>
              <a:buClr>
                <a:schemeClr val="lt2"/>
              </a:buClr>
              <a:buSzPts val="6000"/>
              <a:buNone/>
              <a:defRPr sz="6000">
                <a:solidFill>
                  <a:schemeClr val="lt2"/>
                </a:solidFill>
              </a:defRPr>
            </a:lvl3pPr>
            <a:lvl4pPr lvl="3" algn="ctr" rtl="0">
              <a:spcBef>
                <a:spcPts val="0"/>
              </a:spcBef>
              <a:spcAft>
                <a:spcPts val="0"/>
              </a:spcAft>
              <a:buClr>
                <a:schemeClr val="lt2"/>
              </a:buClr>
              <a:buSzPts val="6000"/>
              <a:buNone/>
              <a:defRPr sz="6000">
                <a:solidFill>
                  <a:schemeClr val="lt2"/>
                </a:solidFill>
              </a:defRPr>
            </a:lvl4pPr>
            <a:lvl5pPr lvl="4" algn="ctr" rtl="0">
              <a:spcBef>
                <a:spcPts val="0"/>
              </a:spcBef>
              <a:spcAft>
                <a:spcPts val="0"/>
              </a:spcAft>
              <a:buClr>
                <a:schemeClr val="lt2"/>
              </a:buClr>
              <a:buSzPts val="6000"/>
              <a:buNone/>
              <a:defRPr sz="6000">
                <a:solidFill>
                  <a:schemeClr val="lt2"/>
                </a:solidFill>
              </a:defRPr>
            </a:lvl5pPr>
            <a:lvl6pPr lvl="5" algn="ctr" rtl="0">
              <a:spcBef>
                <a:spcPts val="0"/>
              </a:spcBef>
              <a:spcAft>
                <a:spcPts val="0"/>
              </a:spcAft>
              <a:buClr>
                <a:schemeClr val="lt2"/>
              </a:buClr>
              <a:buSzPts val="6000"/>
              <a:buNone/>
              <a:defRPr sz="6000">
                <a:solidFill>
                  <a:schemeClr val="lt2"/>
                </a:solidFill>
              </a:defRPr>
            </a:lvl6pPr>
            <a:lvl7pPr lvl="6" algn="ctr" rtl="0">
              <a:spcBef>
                <a:spcPts val="0"/>
              </a:spcBef>
              <a:spcAft>
                <a:spcPts val="0"/>
              </a:spcAft>
              <a:buClr>
                <a:schemeClr val="lt2"/>
              </a:buClr>
              <a:buSzPts val="6000"/>
              <a:buNone/>
              <a:defRPr sz="6000">
                <a:solidFill>
                  <a:schemeClr val="lt2"/>
                </a:solidFill>
              </a:defRPr>
            </a:lvl7pPr>
            <a:lvl8pPr lvl="7" algn="ctr" rtl="0">
              <a:spcBef>
                <a:spcPts val="0"/>
              </a:spcBef>
              <a:spcAft>
                <a:spcPts val="0"/>
              </a:spcAft>
              <a:buClr>
                <a:schemeClr val="lt2"/>
              </a:buClr>
              <a:buSzPts val="6000"/>
              <a:buNone/>
              <a:defRPr sz="6000">
                <a:solidFill>
                  <a:schemeClr val="lt2"/>
                </a:solidFill>
              </a:defRPr>
            </a:lvl8pPr>
            <a:lvl9pPr lvl="8" algn="ctr" rtl="0">
              <a:spcBef>
                <a:spcPts val="0"/>
              </a:spcBef>
              <a:spcAft>
                <a:spcPts val="0"/>
              </a:spcAft>
              <a:buClr>
                <a:schemeClr val="lt2"/>
              </a:buClr>
              <a:buSzPts val="6000"/>
              <a:buNone/>
              <a:defRPr sz="6000">
                <a:solidFill>
                  <a:schemeClr val="lt2"/>
                </a:solidFill>
              </a:defRPr>
            </a:lvl9pPr>
          </a:lstStyle>
          <a:p>
            <a:r>
              <a:t>xx%</a:t>
            </a:r>
          </a:p>
        </p:txBody>
      </p:sp>
      <p:sp>
        <p:nvSpPr>
          <p:cNvPr id="18" name="Google Shape;18;p3"/>
          <p:cNvSpPr txBox="1">
            <a:spLocks noGrp="1"/>
          </p:cNvSpPr>
          <p:nvPr>
            <p:ph type="subTitle" idx="1"/>
          </p:nvPr>
        </p:nvSpPr>
        <p:spPr>
          <a:xfrm>
            <a:off x="4572000" y="535000"/>
            <a:ext cx="3856800" cy="388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4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bg>
      <p:bgPr>
        <a:solidFill>
          <a:schemeClr val="lt1"/>
        </a:solidFill>
        <a:effectLst/>
      </p:bgPr>
    </p:bg>
    <p:spTree>
      <p:nvGrpSpPr>
        <p:cNvPr id="1" name="Shape 19"/>
        <p:cNvGrpSpPr/>
        <p:nvPr/>
      </p:nvGrpSpPr>
      <p:grpSpPr>
        <a:xfrm>
          <a:off x="0" y="0"/>
          <a:ext cx="0" cy="0"/>
          <a:chOff x="0" y="0"/>
          <a:chExt cx="0" cy="0"/>
        </a:xfrm>
      </p:grpSpPr>
      <p:pic>
        <p:nvPicPr>
          <p:cNvPr id="20" name="Google Shape;20;p4"/>
          <p:cNvPicPr preferRelativeResize="0"/>
          <p:nvPr/>
        </p:nvPicPr>
        <p:blipFill rotWithShape="1">
          <a:blip r:embed="rId2">
            <a:alphaModFix/>
          </a:blip>
          <a:srcRect l="174698" t="-83399" r="177064" b="41636"/>
          <a:stretch/>
        </p:blipFill>
        <p:spPr>
          <a:xfrm>
            <a:off x="1325" y="-1637"/>
            <a:ext cx="9141450" cy="5146775"/>
          </a:xfrm>
          <a:prstGeom prst="rect">
            <a:avLst/>
          </a:prstGeom>
          <a:noFill/>
          <a:ln>
            <a:noFill/>
          </a:ln>
        </p:spPr>
      </p:pic>
      <p:sp>
        <p:nvSpPr>
          <p:cNvPr id="21" name="Google Shape;21;p4"/>
          <p:cNvSpPr txBox="1">
            <a:spLocks noGrp="1"/>
          </p:cNvSpPr>
          <p:nvPr>
            <p:ph type="title"/>
          </p:nvPr>
        </p:nvSpPr>
        <p:spPr>
          <a:xfrm>
            <a:off x="715100" y="535000"/>
            <a:ext cx="3856800" cy="9489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Clr>
                <a:schemeClr val="dk1"/>
              </a:buClr>
              <a:buSzPts val="2500"/>
              <a:buNone/>
              <a:defRPr sz="2500">
                <a:solidFill>
                  <a:schemeClr val="dk1"/>
                </a:solidFill>
              </a:defRPr>
            </a:lvl1pPr>
            <a:lvl2pPr lvl="1" rtl="0">
              <a:spcBef>
                <a:spcPts val="0"/>
              </a:spcBef>
              <a:spcAft>
                <a:spcPts val="0"/>
              </a:spcAft>
              <a:buClr>
                <a:schemeClr val="dk1"/>
              </a:buClr>
              <a:buSzPts val="2500"/>
              <a:buNone/>
              <a:defRPr sz="2500">
                <a:solidFill>
                  <a:schemeClr val="dk1"/>
                </a:solidFill>
              </a:defRPr>
            </a:lvl2pPr>
            <a:lvl3pPr lvl="2" rtl="0">
              <a:spcBef>
                <a:spcPts val="0"/>
              </a:spcBef>
              <a:spcAft>
                <a:spcPts val="0"/>
              </a:spcAft>
              <a:buClr>
                <a:schemeClr val="dk1"/>
              </a:buClr>
              <a:buSzPts val="2500"/>
              <a:buNone/>
              <a:defRPr sz="2500">
                <a:solidFill>
                  <a:schemeClr val="dk1"/>
                </a:solidFill>
              </a:defRPr>
            </a:lvl3pPr>
            <a:lvl4pPr lvl="3" rtl="0">
              <a:spcBef>
                <a:spcPts val="0"/>
              </a:spcBef>
              <a:spcAft>
                <a:spcPts val="0"/>
              </a:spcAft>
              <a:buClr>
                <a:schemeClr val="dk1"/>
              </a:buClr>
              <a:buSzPts val="2500"/>
              <a:buNone/>
              <a:defRPr sz="2500">
                <a:solidFill>
                  <a:schemeClr val="dk1"/>
                </a:solidFill>
              </a:defRPr>
            </a:lvl4pPr>
            <a:lvl5pPr lvl="4" rtl="0">
              <a:spcBef>
                <a:spcPts val="0"/>
              </a:spcBef>
              <a:spcAft>
                <a:spcPts val="0"/>
              </a:spcAft>
              <a:buClr>
                <a:schemeClr val="dk1"/>
              </a:buClr>
              <a:buSzPts val="2500"/>
              <a:buNone/>
              <a:defRPr sz="2500">
                <a:solidFill>
                  <a:schemeClr val="dk1"/>
                </a:solidFill>
              </a:defRPr>
            </a:lvl5pPr>
            <a:lvl6pPr lvl="5" rtl="0">
              <a:spcBef>
                <a:spcPts val="0"/>
              </a:spcBef>
              <a:spcAft>
                <a:spcPts val="0"/>
              </a:spcAft>
              <a:buClr>
                <a:schemeClr val="dk1"/>
              </a:buClr>
              <a:buSzPts val="2500"/>
              <a:buNone/>
              <a:defRPr sz="2500">
                <a:solidFill>
                  <a:schemeClr val="dk1"/>
                </a:solidFill>
              </a:defRPr>
            </a:lvl6pPr>
            <a:lvl7pPr lvl="6" rtl="0">
              <a:spcBef>
                <a:spcPts val="0"/>
              </a:spcBef>
              <a:spcAft>
                <a:spcPts val="0"/>
              </a:spcAft>
              <a:buClr>
                <a:schemeClr val="dk1"/>
              </a:buClr>
              <a:buSzPts val="2500"/>
              <a:buNone/>
              <a:defRPr sz="2500">
                <a:solidFill>
                  <a:schemeClr val="dk1"/>
                </a:solidFill>
              </a:defRPr>
            </a:lvl7pPr>
            <a:lvl8pPr lvl="7" rtl="0">
              <a:spcBef>
                <a:spcPts val="0"/>
              </a:spcBef>
              <a:spcAft>
                <a:spcPts val="0"/>
              </a:spcAft>
              <a:buClr>
                <a:schemeClr val="dk1"/>
              </a:buClr>
              <a:buSzPts val="2500"/>
              <a:buNone/>
              <a:defRPr sz="2500">
                <a:solidFill>
                  <a:schemeClr val="dk1"/>
                </a:solidFill>
              </a:defRPr>
            </a:lvl8pPr>
            <a:lvl9pPr lvl="8" rtl="0">
              <a:spcBef>
                <a:spcPts val="0"/>
              </a:spcBef>
              <a:spcAft>
                <a:spcPts val="0"/>
              </a:spcAft>
              <a:buClr>
                <a:schemeClr val="dk1"/>
              </a:buClr>
              <a:buSzPts val="2500"/>
              <a:buNone/>
              <a:defRPr sz="2500">
                <a:solidFill>
                  <a:schemeClr val="dk1"/>
                </a:solidFill>
              </a:defRPr>
            </a:lvl9pPr>
          </a:lstStyle>
          <a:p>
            <a:endParaRPr/>
          </a:p>
        </p:txBody>
      </p:sp>
      <p:sp>
        <p:nvSpPr>
          <p:cNvPr id="22" name="Google Shape;22;p4"/>
          <p:cNvSpPr txBox="1">
            <a:spLocks noGrp="1"/>
          </p:cNvSpPr>
          <p:nvPr>
            <p:ph type="body" idx="1"/>
          </p:nvPr>
        </p:nvSpPr>
        <p:spPr>
          <a:xfrm>
            <a:off x="715100" y="1636300"/>
            <a:ext cx="3856800" cy="1894800"/>
          </a:xfrm>
          <a:prstGeom prst="rect">
            <a:avLst/>
          </a:prstGeom>
          <a:ln>
            <a:noFill/>
          </a:ln>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dk1"/>
              </a:buClr>
              <a:buSzPts val="1200"/>
              <a:buChar char="●"/>
              <a:defRPr sz="1200">
                <a:solidFill>
                  <a:schemeClr val="dk1"/>
                </a:solidFill>
              </a:defRPr>
            </a:lvl1pPr>
            <a:lvl2pPr marL="914400" lvl="1" indent="-304800" rtl="0">
              <a:lnSpc>
                <a:spcPct val="100000"/>
              </a:lnSpc>
              <a:spcBef>
                <a:spcPts val="0"/>
              </a:spcBef>
              <a:spcAft>
                <a:spcPts val="0"/>
              </a:spcAft>
              <a:buClr>
                <a:schemeClr val="dk1"/>
              </a:buClr>
              <a:buSzPts val="1200"/>
              <a:buChar char="○"/>
              <a:defRPr sz="1200">
                <a:solidFill>
                  <a:schemeClr val="dk1"/>
                </a:solidFill>
              </a:defRPr>
            </a:lvl2pPr>
            <a:lvl3pPr marL="1371600" lvl="2" indent="-304800" rtl="0">
              <a:lnSpc>
                <a:spcPct val="100000"/>
              </a:lnSpc>
              <a:spcBef>
                <a:spcPts val="0"/>
              </a:spcBef>
              <a:spcAft>
                <a:spcPts val="0"/>
              </a:spcAft>
              <a:buClr>
                <a:schemeClr val="dk1"/>
              </a:buClr>
              <a:buSzPts val="1200"/>
              <a:buChar char="■"/>
              <a:defRPr sz="1200">
                <a:solidFill>
                  <a:schemeClr val="dk1"/>
                </a:solidFill>
              </a:defRPr>
            </a:lvl3pPr>
            <a:lvl4pPr marL="1828800" lvl="3" indent="-304800" rtl="0">
              <a:lnSpc>
                <a:spcPct val="100000"/>
              </a:lnSpc>
              <a:spcBef>
                <a:spcPts val="0"/>
              </a:spcBef>
              <a:spcAft>
                <a:spcPts val="0"/>
              </a:spcAft>
              <a:buClr>
                <a:schemeClr val="dk1"/>
              </a:buClr>
              <a:buSzPts val="1200"/>
              <a:buChar char="●"/>
              <a:defRPr sz="1200">
                <a:solidFill>
                  <a:schemeClr val="dk1"/>
                </a:solidFill>
              </a:defRPr>
            </a:lvl4pPr>
            <a:lvl5pPr marL="2286000" lvl="4" indent="-304800" rtl="0">
              <a:lnSpc>
                <a:spcPct val="100000"/>
              </a:lnSpc>
              <a:spcBef>
                <a:spcPts val="0"/>
              </a:spcBef>
              <a:spcAft>
                <a:spcPts val="0"/>
              </a:spcAft>
              <a:buClr>
                <a:schemeClr val="dk1"/>
              </a:buClr>
              <a:buSzPts val="1200"/>
              <a:buChar char="○"/>
              <a:defRPr sz="1200">
                <a:solidFill>
                  <a:schemeClr val="dk1"/>
                </a:solidFill>
              </a:defRPr>
            </a:lvl5pPr>
            <a:lvl6pPr marL="2743200" lvl="5" indent="-304800" rtl="0">
              <a:lnSpc>
                <a:spcPct val="100000"/>
              </a:lnSpc>
              <a:spcBef>
                <a:spcPts val="0"/>
              </a:spcBef>
              <a:spcAft>
                <a:spcPts val="0"/>
              </a:spcAft>
              <a:buClr>
                <a:schemeClr val="dk1"/>
              </a:buClr>
              <a:buSzPts val="1200"/>
              <a:buChar char="■"/>
              <a:defRPr sz="1200">
                <a:solidFill>
                  <a:schemeClr val="dk1"/>
                </a:solidFill>
              </a:defRPr>
            </a:lvl6pPr>
            <a:lvl7pPr marL="3200400" lvl="6" indent="-304800" rtl="0">
              <a:lnSpc>
                <a:spcPct val="100000"/>
              </a:lnSpc>
              <a:spcBef>
                <a:spcPts val="0"/>
              </a:spcBef>
              <a:spcAft>
                <a:spcPts val="0"/>
              </a:spcAft>
              <a:buClr>
                <a:schemeClr val="dk1"/>
              </a:buClr>
              <a:buSzPts val="1200"/>
              <a:buChar char="●"/>
              <a:defRPr sz="1200">
                <a:solidFill>
                  <a:schemeClr val="dk1"/>
                </a:solidFill>
              </a:defRPr>
            </a:lvl7pPr>
            <a:lvl8pPr marL="3657600" lvl="7" indent="-304800" rtl="0">
              <a:lnSpc>
                <a:spcPct val="100000"/>
              </a:lnSpc>
              <a:spcBef>
                <a:spcPts val="0"/>
              </a:spcBef>
              <a:spcAft>
                <a:spcPts val="0"/>
              </a:spcAft>
              <a:buClr>
                <a:schemeClr val="dk1"/>
              </a:buClr>
              <a:buSzPts val="1200"/>
              <a:buChar char="○"/>
              <a:defRPr sz="1200">
                <a:solidFill>
                  <a:schemeClr val="dk1"/>
                </a:solidFill>
              </a:defRPr>
            </a:lvl8pPr>
            <a:lvl9pPr marL="4114800" lvl="8" indent="-304800" rtl="0">
              <a:lnSpc>
                <a:spcPct val="100000"/>
              </a:lnSpc>
              <a:spcBef>
                <a:spcPts val="0"/>
              </a:spcBef>
              <a:spcAft>
                <a:spcPts val="0"/>
              </a:spcAft>
              <a:buClr>
                <a:schemeClr val="dk1"/>
              </a:buClr>
              <a:buSzPts val="1200"/>
              <a:buChar char="■"/>
              <a:defRPr sz="1200">
                <a:solidFill>
                  <a:schemeClr val="dk1"/>
                </a:solidFill>
              </a:defRPr>
            </a:lvl9pPr>
          </a:lstStyle>
          <a:p>
            <a:endParaRPr/>
          </a:p>
        </p:txBody>
      </p:sp>
      <p:sp>
        <p:nvSpPr>
          <p:cNvPr id="23" name="Google Shape;23;p4"/>
          <p:cNvSpPr>
            <a:spLocks noGrp="1"/>
          </p:cNvSpPr>
          <p:nvPr>
            <p:ph type="pic" idx="2"/>
          </p:nvPr>
        </p:nvSpPr>
        <p:spPr>
          <a:xfrm>
            <a:off x="5715175" y="75"/>
            <a:ext cx="3429000" cy="5143500"/>
          </a:xfrm>
          <a:prstGeom prst="rect">
            <a:avLst/>
          </a:prstGeom>
          <a:noFill/>
          <a:ln>
            <a:noFill/>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bg>
      <p:bgPr>
        <a:solidFill>
          <a:schemeClr val="lt1"/>
        </a:solidFill>
        <a:effectLst/>
      </p:bgPr>
    </p:bg>
    <p:spTree>
      <p:nvGrpSpPr>
        <p:cNvPr id="1" name="Shape 24"/>
        <p:cNvGrpSpPr/>
        <p:nvPr/>
      </p:nvGrpSpPr>
      <p:grpSpPr>
        <a:xfrm>
          <a:off x="0" y="0"/>
          <a:ext cx="0" cy="0"/>
          <a:chOff x="0" y="0"/>
          <a:chExt cx="0" cy="0"/>
        </a:xfrm>
      </p:grpSpPr>
      <p:pic>
        <p:nvPicPr>
          <p:cNvPr id="25" name="Google Shape;25;p5"/>
          <p:cNvPicPr preferRelativeResize="0"/>
          <p:nvPr/>
        </p:nvPicPr>
        <p:blipFill rotWithShape="1">
          <a:blip r:embed="rId2">
            <a:alphaModFix/>
          </a:blip>
          <a:srcRect l="-55210" t="50562" r="55210" b="-6812"/>
          <a:stretch/>
        </p:blipFill>
        <p:spPr>
          <a:xfrm rot="10800000">
            <a:off x="0" y="0"/>
            <a:ext cx="9144000" cy="5143500"/>
          </a:xfrm>
          <a:prstGeom prst="rect">
            <a:avLst/>
          </a:prstGeom>
          <a:noFill/>
          <a:ln>
            <a:noFill/>
          </a:ln>
        </p:spPr>
      </p:pic>
      <p:sp>
        <p:nvSpPr>
          <p:cNvPr id="26" name="Google Shape;26;p5"/>
          <p:cNvSpPr txBox="1">
            <a:spLocks noGrp="1"/>
          </p:cNvSpPr>
          <p:nvPr>
            <p:ph type="subTitle" idx="1"/>
          </p:nvPr>
        </p:nvSpPr>
        <p:spPr>
          <a:xfrm>
            <a:off x="1189750" y="1742900"/>
            <a:ext cx="2907600" cy="2179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 name="Google Shape;27;p5"/>
          <p:cNvSpPr txBox="1">
            <a:spLocks noGrp="1"/>
          </p:cNvSpPr>
          <p:nvPr>
            <p:ph type="title"/>
          </p:nvPr>
        </p:nvSpPr>
        <p:spPr>
          <a:xfrm>
            <a:off x="715100" y="535000"/>
            <a:ext cx="7713900" cy="5487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Clr>
                <a:schemeClr val="dk1"/>
              </a:buClr>
              <a:buSzPts val="2500"/>
              <a:buNone/>
              <a:defRPr sz="2500">
                <a:solidFill>
                  <a:schemeClr val="dk1"/>
                </a:solidFill>
              </a:defRPr>
            </a:lvl1pPr>
            <a:lvl2pPr lvl="1" rtl="0">
              <a:spcBef>
                <a:spcPts val="0"/>
              </a:spcBef>
              <a:spcAft>
                <a:spcPts val="0"/>
              </a:spcAft>
              <a:buClr>
                <a:schemeClr val="dk1"/>
              </a:buClr>
              <a:buSzPts val="2500"/>
              <a:buNone/>
              <a:defRPr sz="2500">
                <a:solidFill>
                  <a:schemeClr val="dk1"/>
                </a:solidFill>
              </a:defRPr>
            </a:lvl2pPr>
            <a:lvl3pPr lvl="2" rtl="0">
              <a:spcBef>
                <a:spcPts val="0"/>
              </a:spcBef>
              <a:spcAft>
                <a:spcPts val="0"/>
              </a:spcAft>
              <a:buClr>
                <a:schemeClr val="dk1"/>
              </a:buClr>
              <a:buSzPts val="2500"/>
              <a:buNone/>
              <a:defRPr sz="2500">
                <a:solidFill>
                  <a:schemeClr val="dk1"/>
                </a:solidFill>
              </a:defRPr>
            </a:lvl3pPr>
            <a:lvl4pPr lvl="3" rtl="0">
              <a:spcBef>
                <a:spcPts val="0"/>
              </a:spcBef>
              <a:spcAft>
                <a:spcPts val="0"/>
              </a:spcAft>
              <a:buClr>
                <a:schemeClr val="dk1"/>
              </a:buClr>
              <a:buSzPts val="2500"/>
              <a:buNone/>
              <a:defRPr sz="2500">
                <a:solidFill>
                  <a:schemeClr val="dk1"/>
                </a:solidFill>
              </a:defRPr>
            </a:lvl4pPr>
            <a:lvl5pPr lvl="4" rtl="0">
              <a:spcBef>
                <a:spcPts val="0"/>
              </a:spcBef>
              <a:spcAft>
                <a:spcPts val="0"/>
              </a:spcAft>
              <a:buClr>
                <a:schemeClr val="dk1"/>
              </a:buClr>
              <a:buSzPts val="2500"/>
              <a:buNone/>
              <a:defRPr sz="2500">
                <a:solidFill>
                  <a:schemeClr val="dk1"/>
                </a:solidFill>
              </a:defRPr>
            </a:lvl5pPr>
            <a:lvl6pPr lvl="5" rtl="0">
              <a:spcBef>
                <a:spcPts val="0"/>
              </a:spcBef>
              <a:spcAft>
                <a:spcPts val="0"/>
              </a:spcAft>
              <a:buClr>
                <a:schemeClr val="dk1"/>
              </a:buClr>
              <a:buSzPts val="2500"/>
              <a:buNone/>
              <a:defRPr sz="2500">
                <a:solidFill>
                  <a:schemeClr val="dk1"/>
                </a:solidFill>
              </a:defRPr>
            </a:lvl6pPr>
            <a:lvl7pPr lvl="6" rtl="0">
              <a:spcBef>
                <a:spcPts val="0"/>
              </a:spcBef>
              <a:spcAft>
                <a:spcPts val="0"/>
              </a:spcAft>
              <a:buClr>
                <a:schemeClr val="dk1"/>
              </a:buClr>
              <a:buSzPts val="2500"/>
              <a:buNone/>
              <a:defRPr sz="2500">
                <a:solidFill>
                  <a:schemeClr val="dk1"/>
                </a:solidFill>
              </a:defRPr>
            </a:lvl7pPr>
            <a:lvl8pPr lvl="7" rtl="0">
              <a:spcBef>
                <a:spcPts val="0"/>
              </a:spcBef>
              <a:spcAft>
                <a:spcPts val="0"/>
              </a:spcAft>
              <a:buClr>
                <a:schemeClr val="dk1"/>
              </a:buClr>
              <a:buSzPts val="2500"/>
              <a:buNone/>
              <a:defRPr sz="2500">
                <a:solidFill>
                  <a:schemeClr val="dk1"/>
                </a:solidFill>
              </a:defRPr>
            </a:lvl8pPr>
            <a:lvl9pPr lvl="8" rtl="0">
              <a:spcBef>
                <a:spcPts val="0"/>
              </a:spcBef>
              <a:spcAft>
                <a:spcPts val="0"/>
              </a:spcAft>
              <a:buClr>
                <a:schemeClr val="dk1"/>
              </a:buClr>
              <a:buSzPts val="2500"/>
              <a:buNone/>
              <a:defRPr sz="2500">
                <a:solidFill>
                  <a:schemeClr val="dk1"/>
                </a:solidFill>
              </a:defRPr>
            </a:lvl9pPr>
          </a:lstStyle>
          <a:p>
            <a:endParaRPr/>
          </a:p>
        </p:txBody>
      </p:sp>
      <p:sp>
        <p:nvSpPr>
          <p:cNvPr id="28" name="Google Shape;28;p5"/>
          <p:cNvSpPr txBox="1">
            <a:spLocks noGrp="1"/>
          </p:cNvSpPr>
          <p:nvPr>
            <p:ph type="subTitle" idx="2"/>
          </p:nvPr>
        </p:nvSpPr>
        <p:spPr>
          <a:xfrm>
            <a:off x="5046650" y="1742900"/>
            <a:ext cx="2907600" cy="2179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bg>
      <p:bgPr>
        <a:solidFill>
          <a:schemeClr val="lt1"/>
        </a:solidFill>
        <a:effectLst/>
      </p:bgPr>
    </p:bg>
    <p:spTree>
      <p:nvGrpSpPr>
        <p:cNvPr id="1" name="Shape 40"/>
        <p:cNvGrpSpPr/>
        <p:nvPr/>
      </p:nvGrpSpPr>
      <p:grpSpPr>
        <a:xfrm>
          <a:off x="0" y="0"/>
          <a:ext cx="0" cy="0"/>
          <a:chOff x="0" y="0"/>
          <a:chExt cx="0" cy="0"/>
        </a:xfrm>
      </p:grpSpPr>
      <p:pic>
        <p:nvPicPr>
          <p:cNvPr id="41" name="Google Shape;41;p9"/>
          <p:cNvPicPr preferRelativeResize="0"/>
          <p:nvPr/>
        </p:nvPicPr>
        <p:blipFill rotWithShape="1">
          <a:blip r:embed="rId2">
            <a:alphaModFix/>
          </a:blip>
          <a:srcRect l="7044" t="47434" r="-48487" b="-26995"/>
          <a:stretch/>
        </p:blipFill>
        <p:spPr>
          <a:xfrm rot="10800000" flipH="1">
            <a:off x="-12" y="-2285"/>
            <a:ext cx="9144000" cy="5148070"/>
          </a:xfrm>
          <a:prstGeom prst="rect">
            <a:avLst/>
          </a:prstGeom>
          <a:noFill/>
          <a:ln>
            <a:noFill/>
          </a:ln>
        </p:spPr>
      </p:pic>
      <p:sp>
        <p:nvSpPr>
          <p:cNvPr id="42" name="Google Shape;42;p9"/>
          <p:cNvSpPr txBox="1">
            <a:spLocks noGrp="1"/>
          </p:cNvSpPr>
          <p:nvPr>
            <p:ph type="title"/>
          </p:nvPr>
        </p:nvSpPr>
        <p:spPr>
          <a:xfrm>
            <a:off x="720000" y="535000"/>
            <a:ext cx="5925300" cy="12504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70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43" name="Google Shape;43;p9"/>
          <p:cNvSpPr txBox="1">
            <a:spLocks noGrp="1"/>
          </p:cNvSpPr>
          <p:nvPr>
            <p:ph type="subTitle" idx="1"/>
          </p:nvPr>
        </p:nvSpPr>
        <p:spPr>
          <a:xfrm>
            <a:off x="4572000" y="3358100"/>
            <a:ext cx="3856800" cy="1250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4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2"/>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able of contents">
  <p:cSld name="BLANK_1">
    <p:bg>
      <p:bgPr>
        <a:solidFill>
          <a:schemeClr val="lt1"/>
        </a:solidFill>
        <a:effectLst/>
      </p:bgPr>
    </p:bg>
    <p:spTree>
      <p:nvGrpSpPr>
        <p:cNvPr id="1" name="Shape 53"/>
        <p:cNvGrpSpPr/>
        <p:nvPr/>
      </p:nvGrpSpPr>
      <p:grpSpPr>
        <a:xfrm>
          <a:off x="0" y="0"/>
          <a:ext cx="0" cy="0"/>
          <a:chOff x="0" y="0"/>
          <a:chExt cx="0" cy="0"/>
        </a:xfrm>
      </p:grpSpPr>
      <p:pic>
        <p:nvPicPr>
          <p:cNvPr id="54" name="Google Shape;54;p13"/>
          <p:cNvPicPr preferRelativeResize="0"/>
          <p:nvPr/>
        </p:nvPicPr>
        <p:blipFill rotWithShape="1">
          <a:blip r:embed="rId2">
            <a:alphaModFix/>
          </a:blip>
          <a:srcRect l="-235243" t="44962" r="44461" b="-108521"/>
          <a:stretch/>
        </p:blipFill>
        <p:spPr>
          <a:xfrm rot="10800000">
            <a:off x="-10150" y="0"/>
            <a:ext cx="9154150" cy="5148375"/>
          </a:xfrm>
          <a:prstGeom prst="rect">
            <a:avLst/>
          </a:prstGeom>
          <a:noFill/>
          <a:ln>
            <a:noFill/>
          </a:ln>
        </p:spPr>
      </p:pic>
      <p:sp>
        <p:nvSpPr>
          <p:cNvPr id="55" name="Google Shape;55;p13"/>
          <p:cNvSpPr txBox="1">
            <a:spLocks noGrp="1"/>
          </p:cNvSpPr>
          <p:nvPr>
            <p:ph type="title" hasCustomPrompt="1"/>
          </p:nvPr>
        </p:nvSpPr>
        <p:spPr>
          <a:xfrm>
            <a:off x="1070650" y="1367325"/>
            <a:ext cx="538500" cy="7362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000"/>
              <a:buNone/>
              <a:defRPr sz="1800">
                <a:solidFill>
                  <a:schemeClr val="l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56" name="Google Shape;56;p13"/>
          <p:cNvSpPr txBox="1">
            <a:spLocks noGrp="1"/>
          </p:cNvSpPr>
          <p:nvPr>
            <p:ph type="subTitle" idx="1"/>
          </p:nvPr>
        </p:nvSpPr>
        <p:spPr>
          <a:xfrm>
            <a:off x="1609075" y="1367325"/>
            <a:ext cx="2607300" cy="7362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Alexandria Medium"/>
              <a:buNone/>
              <a:defRPr sz="1800">
                <a:solidFill>
                  <a:schemeClr val="dk1"/>
                </a:solidFill>
                <a:latin typeface="Alexandria Medium"/>
                <a:ea typeface="Alexandria Medium"/>
                <a:cs typeface="Alexandria Medium"/>
                <a:sym typeface="Alexandria Medium"/>
              </a:defRPr>
            </a:lvl1pPr>
            <a:lvl2pPr lvl="1"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2pPr>
            <a:lvl3pPr lvl="2"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3pPr>
            <a:lvl4pPr lvl="3"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4pPr>
            <a:lvl5pPr lvl="4"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5pPr>
            <a:lvl6pPr lvl="5"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6pPr>
            <a:lvl7pPr lvl="6"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7pPr>
            <a:lvl8pPr lvl="7"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8pPr>
            <a:lvl9pPr lvl="8"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9pPr>
          </a:lstStyle>
          <a:p>
            <a:endParaRPr/>
          </a:p>
        </p:txBody>
      </p:sp>
      <p:sp>
        <p:nvSpPr>
          <p:cNvPr id="57" name="Google Shape;57;p13"/>
          <p:cNvSpPr txBox="1">
            <a:spLocks noGrp="1"/>
          </p:cNvSpPr>
          <p:nvPr>
            <p:ph type="title" idx="2"/>
          </p:nvPr>
        </p:nvSpPr>
        <p:spPr>
          <a:xfrm>
            <a:off x="715100" y="535000"/>
            <a:ext cx="7713900" cy="5487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Clr>
                <a:schemeClr val="dk1"/>
              </a:buClr>
              <a:buSzPts val="3000"/>
              <a:buNone/>
              <a:defRPr>
                <a:solidFill>
                  <a:schemeClr val="dk1"/>
                </a:solidFill>
              </a:defRPr>
            </a:lvl1pPr>
            <a:lvl2pPr lvl="1" rtl="0">
              <a:spcBef>
                <a:spcPts val="0"/>
              </a:spcBef>
              <a:spcAft>
                <a:spcPts val="0"/>
              </a:spcAft>
              <a:buClr>
                <a:schemeClr val="dk1"/>
              </a:buClr>
              <a:buSzPts val="3000"/>
              <a:buNone/>
              <a:defRPr sz="3000">
                <a:solidFill>
                  <a:schemeClr val="dk1"/>
                </a:solidFill>
              </a:defRPr>
            </a:lvl2pPr>
            <a:lvl3pPr lvl="2" rtl="0">
              <a:spcBef>
                <a:spcPts val="0"/>
              </a:spcBef>
              <a:spcAft>
                <a:spcPts val="0"/>
              </a:spcAft>
              <a:buClr>
                <a:schemeClr val="dk1"/>
              </a:buClr>
              <a:buSzPts val="3000"/>
              <a:buNone/>
              <a:defRPr sz="3000">
                <a:solidFill>
                  <a:schemeClr val="dk1"/>
                </a:solidFill>
              </a:defRPr>
            </a:lvl3pPr>
            <a:lvl4pPr lvl="3" rtl="0">
              <a:spcBef>
                <a:spcPts val="0"/>
              </a:spcBef>
              <a:spcAft>
                <a:spcPts val="0"/>
              </a:spcAft>
              <a:buClr>
                <a:schemeClr val="dk1"/>
              </a:buClr>
              <a:buSzPts val="3000"/>
              <a:buNone/>
              <a:defRPr sz="3000">
                <a:solidFill>
                  <a:schemeClr val="dk1"/>
                </a:solidFill>
              </a:defRPr>
            </a:lvl4pPr>
            <a:lvl5pPr lvl="4" rtl="0">
              <a:spcBef>
                <a:spcPts val="0"/>
              </a:spcBef>
              <a:spcAft>
                <a:spcPts val="0"/>
              </a:spcAft>
              <a:buClr>
                <a:schemeClr val="dk1"/>
              </a:buClr>
              <a:buSzPts val="3000"/>
              <a:buNone/>
              <a:defRPr sz="3000">
                <a:solidFill>
                  <a:schemeClr val="dk1"/>
                </a:solidFill>
              </a:defRPr>
            </a:lvl5pPr>
            <a:lvl6pPr lvl="5" rtl="0">
              <a:spcBef>
                <a:spcPts val="0"/>
              </a:spcBef>
              <a:spcAft>
                <a:spcPts val="0"/>
              </a:spcAft>
              <a:buClr>
                <a:schemeClr val="dk1"/>
              </a:buClr>
              <a:buSzPts val="3000"/>
              <a:buNone/>
              <a:defRPr sz="3000">
                <a:solidFill>
                  <a:schemeClr val="dk1"/>
                </a:solidFill>
              </a:defRPr>
            </a:lvl6pPr>
            <a:lvl7pPr lvl="6" rtl="0">
              <a:spcBef>
                <a:spcPts val="0"/>
              </a:spcBef>
              <a:spcAft>
                <a:spcPts val="0"/>
              </a:spcAft>
              <a:buClr>
                <a:schemeClr val="dk1"/>
              </a:buClr>
              <a:buSzPts val="3000"/>
              <a:buNone/>
              <a:defRPr sz="3000">
                <a:solidFill>
                  <a:schemeClr val="dk1"/>
                </a:solidFill>
              </a:defRPr>
            </a:lvl7pPr>
            <a:lvl8pPr lvl="7" rtl="0">
              <a:spcBef>
                <a:spcPts val="0"/>
              </a:spcBef>
              <a:spcAft>
                <a:spcPts val="0"/>
              </a:spcAft>
              <a:buClr>
                <a:schemeClr val="dk1"/>
              </a:buClr>
              <a:buSzPts val="3000"/>
              <a:buNone/>
              <a:defRPr sz="3000">
                <a:solidFill>
                  <a:schemeClr val="dk1"/>
                </a:solidFill>
              </a:defRPr>
            </a:lvl8pPr>
            <a:lvl9pPr lvl="8" rtl="0">
              <a:spcBef>
                <a:spcPts val="0"/>
              </a:spcBef>
              <a:spcAft>
                <a:spcPts val="0"/>
              </a:spcAft>
              <a:buClr>
                <a:schemeClr val="dk1"/>
              </a:buClr>
              <a:buSzPts val="3000"/>
              <a:buNone/>
              <a:defRPr sz="3000">
                <a:solidFill>
                  <a:schemeClr val="dk1"/>
                </a:solidFill>
              </a:defRPr>
            </a:lvl9pPr>
          </a:lstStyle>
          <a:p>
            <a:endParaRPr/>
          </a:p>
        </p:txBody>
      </p:sp>
      <p:sp>
        <p:nvSpPr>
          <p:cNvPr id="58" name="Google Shape;58;p13"/>
          <p:cNvSpPr txBox="1">
            <a:spLocks noGrp="1"/>
          </p:cNvSpPr>
          <p:nvPr>
            <p:ph type="title" idx="3" hasCustomPrompt="1"/>
          </p:nvPr>
        </p:nvSpPr>
        <p:spPr>
          <a:xfrm>
            <a:off x="1070650" y="2103525"/>
            <a:ext cx="538500" cy="7362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000"/>
              <a:buNone/>
              <a:defRPr sz="1800">
                <a:solidFill>
                  <a:schemeClr val="l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59" name="Google Shape;59;p13"/>
          <p:cNvSpPr txBox="1">
            <a:spLocks noGrp="1"/>
          </p:cNvSpPr>
          <p:nvPr>
            <p:ph type="subTitle" idx="4"/>
          </p:nvPr>
        </p:nvSpPr>
        <p:spPr>
          <a:xfrm>
            <a:off x="1609075" y="2103524"/>
            <a:ext cx="2607300" cy="7362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Alexandria Medium"/>
              <a:buNone/>
              <a:defRPr sz="1800">
                <a:solidFill>
                  <a:schemeClr val="dk1"/>
                </a:solidFill>
                <a:latin typeface="Alexandria Medium"/>
                <a:ea typeface="Alexandria Medium"/>
                <a:cs typeface="Alexandria Medium"/>
                <a:sym typeface="Alexandria Medium"/>
              </a:defRPr>
            </a:lvl1pPr>
            <a:lvl2pPr lvl="1"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2pPr>
            <a:lvl3pPr lvl="2"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3pPr>
            <a:lvl4pPr lvl="3"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4pPr>
            <a:lvl5pPr lvl="4"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5pPr>
            <a:lvl6pPr lvl="5"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6pPr>
            <a:lvl7pPr lvl="6"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7pPr>
            <a:lvl8pPr lvl="7"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8pPr>
            <a:lvl9pPr lvl="8"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9pPr>
          </a:lstStyle>
          <a:p>
            <a:endParaRPr/>
          </a:p>
        </p:txBody>
      </p:sp>
      <p:sp>
        <p:nvSpPr>
          <p:cNvPr id="60" name="Google Shape;60;p13"/>
          <p:cNvSpPr txBox="1">
            <a:spLocks noGrp="1"/>
          </p:cNvSpPr>
          <p:nvPr>
            <p:ph type="title" idx="5" hasCustomPrompt="1"/>
          </p:nvPr>
        </p:nvSpPr>
        <p:spPr>
          <a:xfrm>
            <a:off x="1070650" y="2839750"/>
            <a:ext cx="538500" cy="7362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000"/>
              <a:buNone/>
              <a:defRPr sz="1800">
                <a:solidFill>
                  <a:schemeClr val="l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61" name="Google Shape;61;p13"/>
          <p:cNvSpPr txBox="1">
            <a:spLocks noGrp="1"/>
          </p:cNvSpPr>
          <p:nvPr>
            <p:ph type="subTitle" idx="6"/>
          </p:nvPr>
        </p:nvSpPr>
        <p:spPr>
          <a:xfrm>
            <a:off x="1609075" y="2839748"/>
            <a:ext cx="2607300" cy="7362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Alexandria Medium"/>
              <a:buNone/>
              <a:defRPr sz="1800">
                <a:solidFill>
                  <a:schemeClr val="dk1"/>
                </a:solidFill>
                <a:latin typeface="Alexandria Medium"/>
                <a:ea typeface="Alexandria Medium"/>
                <a:cs typeface="Alexandria Medium"/>
                <a:sym typeface="Alexandria Medium"/>
              </a:defRPr>
            </a:lvl1pPr>
            <a:lvl2pPr lvl="1"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2pPr>
            <a:lvl3pPr lvl="2"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3pPr>
            <a:lvl4pPr lvl="3"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4pPr>
            <a:lvl5pPr lvl="4"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5pPr>
            <a:lvl6pPr lvl="5"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6pPr>
            <a:lvl7pPr lvl="6"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7pPr>
            <a:lvl8pPr lvl="7"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8pPr>
            <a:lvl9pPr lvl="8"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9pPr>
          </a:lstStyle>
          <a:p>
            <a:endParaRPr/>
          </a:p>
        </p:txBody>
      </p:sp>
      <p:sp>
        <p:nvSpPr>
          <p:cNvPr id="62" name="Google Shape;62;p13"/>
          <p:cNvSpPr txBox="1">
            <a:spLocks noGrp="1"/>
          </p:cNvSpPr>
          <p:nvPr>
            <p:ph type="title" idx="7" hasCustomPrompt="1"/>
          </p:nvPr>
        </p:nvSpPr>
        <p:spPr>
          <a:xfrm>
            <a:off x="1070650" y="3575950"/>
            <a:ext cx="538500" cy="7362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000"/>
              <a:buNone/>
              <a:defRPr sz="1800">
                <a:solidFill>
                  <a:schemeClr val="l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63" name="Google Shape;63;p13"/>
          <p:cNvSpPr txBox="1">
            <a:spLocks noGrp="1"/>
          </p:cNvSpPr>
          <p:nvPr>
            <p:ph type="subTitle" idx="8"/>
          </p:nvPr>
        </p:nvSpPr>
        <p:spPr>
          <a:xfrm>
            <a:off x="1609075" y="3575948"/>
            <a:ext cx="2607300" cy="7362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Alexandria Medium"/>
              <a:buNone/>
              <a:defRPr sz="1800">
                <a:solidFill>
                  <a:schemeClr val="dk1"/>
                </a:solidFill>
                <a:latin typeface="Alexandria Medium"/>
                <a:ea typeface="Alexandria Medium"/>
                <a:cs typeface="Alexandria Medium"/>
                <a:sym typeface="Alexandria Medium"/>
              </a:defRPr>
            </a:lvl1pPr>
            <a:lvl2pPr lvl="1"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2pPr>
            <a:lvl3pPr lvl="2"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3pPr>
            <a:lvl4pPr lvl="3"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4pPr>
            <a:lvl5pPr lvl="4"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5pPr>
            <a:lvl6pPr lvl="5"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6pPr>
            <a:lvl7pPr lvl="6"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7pPr>
            <a:lvl8pPr lvl="7"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8pPr>
            <a:lvl9pPr lvl="8"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9pPr>
          </a:lstStyle>
          <a:p>
            <a:endParaRPr/>
          </a:p>
        </p:txBody>
      </p:sp>
      <p:sp>
        <p:nvSpPr>
          <p:cNvPr id="64" name="Google Shape;64;p13"/>
          <p:cNvSpPr txBox="1">
            <a:spLocks noGrp="1"/>
          </p:cNvSpPr>
          <p:nvPr>
            <p:ph type="title" idx="9" hasCustomPrompt="1"/>
          </p:nvPr>
        </p:nvSpPr>
        <p:spPr>
          <a:xfrm>
            <a:off x="4927449" y="1367325"/>
            <a:ext cx="538500" cy="7362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000"/>
              <a:buNone/>
              <a:defRPr sz="1800">
                <a:solidFill>
                  <a:schemeClr val="l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65" name="Google Shape;65;p13"/>
          <p:cNvSpPr txBox="1">
            <a:spLocks noGrp="1"/>
          </p:cNvSpPr>
          <p:nvPr>
            <p:ph type="subTitle" idx="13"/>
          </p:nvPr>
        </p:nvSpPr>
        <p:spPr>
          <a:xfrm>
            <a:off x="5465950" y="1367325"/>
            <a:ext cx="2607300" cy="7362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Alexandria Medium"/>
              <a:buNone/>
              <a:defRPr sz="1800">
                <a:solidFill>
                  <a:schemeClr val="dk1"/>
                </a:solidFill>
                <a:latin typeface="Alexandria Medium"/>
                <a:ea typeface="Alexandria Medium"/>
                <a:cs typeface="Alexandria Medium"/>
                <a:sym typeface="Alexandria Medium"/>
              </a:defRPr>
            </a:lvl1pPr>
            <a:lvl2pPr lvl="1"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2pPr>
            <a:lvl3pPr lvl="2"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3pPr>
            <a:lvl4pPr lvl="3"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4pPr>
            <a:lvl5pPr lvl="4"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5pPr>
            <a:lvl6pPr lvl="5"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6pPr>
            <a:lvl7pPr lvl="6"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7pPr>
            <a:lvl8pPr lvl="7"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8pPr>
            <a:lvl9pPr lvl="8"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9pPr>
          </a:lstStyle>
          <a:p>
            <a:endParaRPr/>
          </a:p>
        </p:txBody>
      </p:sp>
      <p:sp>
        <p:nvSpPr>
          <p:cNvPr id="66" name="Google Shape;66;p13"/>
          <p:cNvSpPr txBox="1">
            <a:spLocks noGrp="1"/>
          </p:cNvSpPr>
          <p:nvPr>
            <p:ph type="title" idx="14" hasCustomPrompt="1"/>
          </p:nvPr>
        </p:nvSpPr>
        <p:spPr>
          <a:xfrm>
            <a:off x="4927449" y="2103522"/>
            <a:ext cx="538500" cy="7362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000"/>
              <a:buNone/>
              <a:defRPr sz="1800">
                <a:solidFill>
                  <a:schemeClr val="l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67" name="Google Shape;67;p13"/>
          <p:cNvSpPr txBox="1">
            <a:spLocks noGrp="1"/>
          </p:cNvSpPr>
          <p:nvPr>
            <p:ph type="subTitle" idx="15"/>
          </p:nvPr>
        </p:nvSpPr>
        <p:spPr>
          <a:xfrm>
            <a:off x="5465950" y="2103519"/>
            <a:ext cx="2607300" cy="7362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Alexandria Medium"/>
              <a:buNone/>
              <a:defRPr sz="1800">
                <a:solidFill>
                  <a:schemeClr val="dk1"/>
                </a:solidFill>
                <a:latin typeface="Alexandria Medium"/>
                <a:ea typeface="Alexandria Medium"/>
                <a:cs typeface="Alexandria Medium"/>
                <a:sym typeface="Alexandria Medium"/>
              </a:defRPr>
            </a:lvl1pPr>
            <a:lvl2pPr lvl="1"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2pPr>
            <a:lvl3pPr lvl="2"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3pPr>
            <a:lvl4pPr lvl="3"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4pPr>
            <a:lvl5pPr lvl="4"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5pPr>
            <a:lvl6pPr lvl="5"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6pPr>
            <a:lvl7pPr lvl="6"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7pPr>
            <a:lvl8pPr lvl="7"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8pPr>
            <a:lvl9pPr lvl="8"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9pPr>
          </a:lstStyle>
          <a:p>
            <a:endParaRPr/>
          </a:p>
        </p:txBody>
      </p:sp>
      <p:sp>
        <p:nvSpPr>
          <p:cNvPr id="68" name="Google Shape;68;p13"/>
          <p:cNvSpPr txBox="1">
            <a:spLocks noGrp="1"/>
          </p:cNvSpPr>
          <p:nvPr>
            <p:ph type="title" idx="16" hasCustomPrompt="1"/>
          </p:nvPr>
        </p:nvSpPr>
        <p:spPr>
          <a:xfrm>
            <a:off x="4927449" y="2839728"/>
            <a:ext cx="538500" cy="7362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000"/>
              <a:buNone/>
              <a:defRPr sz="1800">
                <a:solidFill>
                  <a:schemeClr val="l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69" name="Google Shape;69;p13"/>
          <p:cNvSpPr txBox="1">
            <a:spLocks noGrp="1"/>
          </p:cNvSpPr>
          <p:nvPr>
            <p:ph type="subTitle" idx="17"/>
          </p:nvPr>
        </p:nvSpPr>
        <p:spPr>
          <a:xfrm>
            <a:off x="5465950" y="2839721"/>
            <a:ext cx="2607300" cy="7362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Alexandria Medium"/>
              <a:buNone/>
              <a:defRPr sz="1800">
                <a:solidFill>
                  <a:schemeClr val="dk1"/>
                </a:solidFill>
                <a:latin typeface="Alexandria Medium"/>
                <a:ea typeface="Alexandria Medium"/>
                <a:cs typeface="Alexandria Medium"/>
                <a:sym typeface="Alexandria Medium"/>
              </a:defRPr>
            </a:lvl1pPr>
            <a:lvl2pPr lvl="1"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2pPr>
            <a:lvl3pPr lvl="2"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3pPr>
            <a:lvl4pPr lvl="3"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4pPr>
            <a:lvl5pPr lvl="4"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5pPr>
            <a:lvl6pPr lvl="5"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6pPr>
            <a:lvl7pPr lvl="6"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7pPr>
            <a:lvl8pPr lvl="7"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8pPr>
            <a:lvl9pPr lvl="8"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9pPr>
          </a:lstStyle>
          <a:p>
            <a:endParaRPr/>
          </a:p>
        </p:txBody>
      </p:sp>
      <p:sp>
        <p:nvSpPr>
          <p:cNvPr id="70" name="Google Shape;70;p13"/>
          <p:cNvSpPr txBox="1">
            <a:spLocks noGrp="1"/>
          </p:cNvSpPr>
          <p:nvPr>
            <p:ph type="title" idx="18" hasCustomPrompt="1"/>
          </p:nvPr>
        </p:nvSpPr>
        <p:spPr>
          <a:xfrm>
            <a:off x="4927449" y="3575925"/>
            <a:ext cx="538500" cy="7362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000"/>
              <a:buNone/>
              <a:defRPr sz="1800">
                <a:solidFill>
                  <a:schemeClr val="l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71" name="Google Shape;71;p13"/>
          <p:cNvSpPr txBox="1">
            <a:spLocks noGrp="1"/>
          </p:cNvSpPr>
          <p:nvPr>
            <p:ph type="subTitle" idx="19"/>
          </p:nvPr>
        </p:nvSpPr>
        <p:spPr>
          <a:xfrm>
            <a:off x="5465950" y="3575916"/>
            <a:ext cx="2607300" cy="7362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Alexandria Medium"/>
              <a:buNone/>
              <a:defRPr sz="1800">
                <a:solidFill>
                  <a:schemeClr val="dk1"/>
                </a:solidFill>
                <a:latin typeface="Alexandria Medium"/>
                <a:ea typeface="Alexandria Medium"/>
                <a:cs typeface="Alexandria Medium"/>
                <a:sym typeface="Alexandria Medium"/>
              </a:defRPr>
            </a:lvl1pPr>
            <a:lvl2pPr lvl="1"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2pPr>
            <a:lvl3pPr lvl="2"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3pPr>
            <a:lvl4pPr lvl="3"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4pPr>
            <a:lvl5pPr lvl="4"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5pPr>
            <a:lvl6pPr lvl="5"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6pPr>
            <a:lvl7pPr lvl="6"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7pPr>
            <a:lvl8pPr lvl="7"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8pPr>
            <a:lvl9pPr lvl="8"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bg>
      <p:bgPr>
        <a:solidFill>
          <a:schemeClr val="lt1"/>
        </a:solidFill>
        <a:effectLst/>
      </p:bgPr>
    </p:bg>
    <p:spTree>
      <p:nvGrpSpPr>
        <p:cNvPr id="1" name="Shape 93"/>
        <p:cNvGrpSpPr/>
        <p:nvPr/>
      </p:nvGrpSpPr>
      <p:grpSpPr>
        <a:xfrm>
          <a:off x="0" y="0"/>
          <a:ext cx="0" cy="0"/>
          <a:chOff x="0" y="0"/>
          <a:chExt cx="0" cy="0"/>
        </a:xfrm>
      </p:grpSpPr>
      <p:pic>
        <p:nvPicPr>
          <p:cNvPr id="94" name="Google Shape;94;p19"/>
          <p:cNvPicPr preferRelativeResize="0"/>
          <p:nvPr/>
        </p:nvPicPr>
        <p:blipFill rotWithShape="1">
          <a:blip r:embed="rId2">
            <a:alphaModFix/>
          </a:blip>
          <a:srcRect l="-50000" t="49601" r="50000" b="-5850"/>
          <a:stretch/>
        </p:blipFill>
        <p:spPr>
          <a:xfrm>
            <a:off x="0" y="0"/>
            <a:ext cx="9144000" cy="5143500"/>
          </a:xfrm>
          <a:prstGeom prst="rect">
            <a:avLst/>
          </a:prstGeom>
          <a:noFill/>
          <a:ln>
            <a:noFill/>
          </a:ln>
        </p:spPr>
      </p:pic>
      <p:sp>
        <p:nvSpPr>
          <p:cNvPr id="95" name="Google Shape;95;p19"/>
          <p:cNvSpPr txBox="1">
            <a:spLocks noGrp="1"/>
          </p:cNvSpPr>
          <p:nvPr>
            <p:ph type="subTitle" idx="1"/>
          </p:nvPr>
        </p:nvSpPr>
        <p:spPr>
          <a:xfrm>
            <a:off x="715100" y="2046500"/>
            <a:ext cx="5930100" cy="720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96" name="Google Shape;96;p19"/>
          <p:cNvSpPr txBox="1">
            <a:spLocks noGrp="1"/>
          </p:cNvSpPr>
          <p:nvPr>
            <p:ph type="title"/>
          </p:nvPr>
        </p:nvSpPr>
        <p:spPr>
          <a:xfrm>
            <a:off x="715100" y="535000"/>
            <a:ext cx="7713900" cy="5487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Clr>
                <a:schemeClr val="dk1"/>
              </a:buClr>
              <a:buSzPts val="2500"/>
              <a:buNone/>
              <a:defRPr sz="2500">
                <a:solidFill>
                  <a:schemeClr val="dk1"/>
                </a:solidFill>
              </a:defRPr>
            </a:lvl1pPr>
            <a:lvl2pPr lvl="1" rtl="0">
              <a:spcBef>
                <a:spcPts val="0"/>
              </a:spcBef>
              <a:spcAft>
                <a:spcPts val="0"/>
              </a:spcAft>
              <a:buClr>
                <a:schemeClr val="dk1"/>
              </a:buClr>
              <a:buSzPts val="2500"/>
              <a:buNone/>
              <a:defRPr sz="2500">
                <a:solidFill>
                  <a:schemeClr val="dk1"/>
                </a:solidFill>
              </a:defRPr>
            </a:lvl2pPr>
            <a:lvl3pPr lvl="2" rtl="0">
              <a:spcBef>
                <a:spcPts val="0"/>
              </a:spcBef>
              <a:spcAft>
                <a:spcPts val="0"/>
              </a:spcAft>
              <a:buClr>
                <a:schemeClr val="dk1"/>
              </a:buClr>
              <a:buSzPts val="2500"/>
              <a:buNone/>
              <a:defRPr sz="2500">
                <a:solidFill>
                  <a:schemeClr val="dk1"/>
                </a:solidFill>
              </a:defRPr>
            </a:lvl3pPr>
            <a:lvl4pPr lvl="3" rtl="0">
              <a:spcBef>
                <a:spcPts val="0"/>
              </a:spcBef>
              <a:spcAft>
                <a:spcPts val="0"/>
              </a:spcAft>
              <a:buClr>
                <a:schemeClr val="dk1"/>
              </a:buClr>
              <a:buSzPts val="2500"/>
              <a:buNone/>
              <a:defRPr sz="2500">
                <a:solidFill>
                  <a:schemeClr val="dk1"/>
                </a:solidFill>
              </a:defRPr>
            </a:lvl4pPr>
            <a:lvl5pPr lvl="4" rtl="0">
              <a:spcBef>
                <a:spcPts val="0"/>
              </a:spcBef>
              <a:spcAft>
                <a:spcPts val="0"/>
              </a:spcAft>
              <a:buClr>
                <a:schemeClr val="dk1"/>
              </a:buClr>
              <a:buSzPts val="2500"/>
              <a:buNone/>
              <a:defRPr sz="2500">
                <a:solidFill>
                  <a:schemeClr val="dk1"/>
                </a:solidFill>
              </a:defRPr>
            </a:lvl5pPr>
            <a:lvl6pPr lvl="5" rtl="0">
              <a:spcBef>
                <a:spcPts val="0"/>
              </a:spcBef>
              <a:spcAft>
                <a:spcPts val="0"/>
              </a:spcAft>
              <a:buClr>
                <a:schemeClr val="dk1"/>
              </a:buClr>
              <a:buSzPts val="2500"/>
              <a:buNone/>
              <a:defRPr sz="2500">
                <a:solidFill>
                  <a:schemeClr val="dk1"/>
                </a:solidFill>
              </a:defRPr>
            </a:lvl6pPr>
            <a:lvl7pPr lvl="6" rtl="0">
              <a:spcBef>
                <a:spcPts val="0"/>
              </a:spcBef>
              <a:spcAft>
                <a:spcPts val="0"/>
              </a:spcAft>
              <a:buClr>
                <a:schemeClr val="dk1"/>
              </a:buClr>
              <a:buSzPts val="2500"/>
              <a:buNone/>
              <a:defRPr sz="2500">
                <a:solidFill>
                  <a:schemeClr val="dk1"/>
                </a:solidFill>
              </a:defRPr>
            </a:lvl7pPr>
            <a:lvl8pPr lvl="7" rtl="0">
              <a:spcBef>
                <a:spcPts val="0"/>
              </a:spcBef>
              <a:spcAft>
                <a:spcPts val="0"/>
              </a:spcAft>
              <a:buClr>
                <a:schemeClr val="dk1"/>
              </a:buClr>
              <a:buSzPts val="2500"/>
              <a:buNone/>
              <a:defRPr sz="2500">
                <a:solidFill>
                  <a:schemeClr val="dk1"/>
                </a:solidFill>
              </a:defRPr>
            </a:lvl8pPr>
            <a:lvl9pPr lvl="8" rtl="0">
              <a:spcBef>
                <a:spcPts val="0"/>
              </a:spcBef>
              <a:spcAft>
                <a:spcPts val="0"/>
              </a:spcAft>
              <a:buClr>
                <a:schemeClr val="dk1"/>
              </a:buClr>
              <a:buSzPts val="2500"/>
              <a:buNone/>
              <a:defRPr sz="2500">
                <a:solidFill>
                  <a:schemeClr val="dk1"/>
                </a:solidFill>
              </a:defRPr>
            </a:lvl9pPr>
          </a:lstStyle>
          <a:p>
            <a:endParaRPr/>
          </a:p>
        </p:txBody>
      </p:sp>
      <p:sp>
        <p:nvSpPr>
          <p:cNvPr id="97" name="Google Shape;97;p19"/>
          <p:cNvSpPr txBox="1">
            <a:spLocks noGrp="1"/>
          </p:cNvSpPr>
          <p:nvPr>
            <p:ph type="subTitle" idx="2"/>
          </p:nvPr>
        </p:nvSpPr>
        <p:spPr>
          <a:xfrm>
            <a:off x="715100" y="3299000"/>
            <a:ext cx="5930100" cy="720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98" name="Google Shape;98;p19"/>
          <p:cNvSpPr txBox="1">
            <a:spLocks noGrp="1"/>
          </p:cNvSpPr>
          <p:nvPr>
            <p:ph type="subTitle" idx="3"/>
          </p:nvPr>
        </p:nvSpPr>
        <p:spPr>
          <a:xfrm>
            <a:off x="715100" y="1666700"/>
            <a:ext cx="5930100" cy="4560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Alexandria Medium"/>
              <a:buNone/>
              <a:defRPr sz="1800">
                <a:solidFill>
                  <a:schemeClr val="dk1"/>
                </a:solidFill>
                <a:latin typeface="Alexandria Medium"/>
                <a:ea typeface="Alexandria Medium"/>
                <a:cs typeface="Alexandria Medium"/>
                <a:sym typeface="Alexandria Medium"/>
              </a:defRPr>
            </a:lvl1pPr>
            <a:lvl2pPr lvl="1"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2pPr>
            <a:lvl3pPr lvl="2"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3pPr>
            <a:lvl4pPr lvl="3"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4pPr>
            <a:lvl5pPr lvl="4"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5pPr>
            <a:lvl6pPr lvl="5"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6pPr>
            <a:lvl7pPr lvl="6"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7pPr>
            <a:lvl8pPr lvl="7"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8pPr>
            <a:lvl9pPr lvl="8"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9pPr>
          </a:lstStyle>
          <a:p>
            <a:endParaRPr/>
          </a:p>
        </p:txBody>
      </p:sp>
      <p:sp>
        <p:nvSpPr>
          <p:cNvPr id="99" name="Google Shape;99;p19"/>
          <p:cNvSpPr txBox="1">
            <a:spLocks noGrp="1"/>
          </p:cNvSpPr>
          <p:nvPr>
            <p:ph type="subTitle" idx="4"/>
          </p:nvPr>
        </p:nvSpPr>
        <p:spPr>
          <a:xfrm>
            <a:off x="715100" y="2919200"/>
            <a:ext cx="5930100" cy="4560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Alexandria Medium"/>
              <a:buNone/>
              <a:defRPr sz="1800">
                <a:solidFill>
                  <a:schemeClr val="dk1"/>
                </a:solidFill>
                <a:latin typeface="Alexandria Medium"/>
                <a:ea typeface="Alexandria Medium"/>
                <a:cs typeface="Alexandria Medium"/>
                <a:sym typeface="Alexandria Medium"/>
              </a:defRPr>
            </a:lvl1pPr>
            <a:lvl2pPr lvl="1"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2pPr>
            <a:lvl3pPr lvl="2"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3pPr>
            <a:lvl4pPr lvl="3"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4pPr>
            <a:lvl5pPr lvl="4"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5pPr>
            <a:lvl6pPr lvl="5"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6pPr>
            <a:lvl7pPr lvl="6"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7pPr>
            <a:lvl8pPr lvl="7"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8pPr>
            <a:lvl9pPr lvl="8" rtl="0">
              <a:lnSpc>
                <a:spcPct val="100000"/>
              </a:lnSpc>
              <a:spcBef>
                <a:spcPts val="0"/>
              </a:spcBef>
              <a:spcAft>
                <a:spcPts val="0"/>
              </a:spcAft>
              <a:buClr>
                <a:schemeClr val="dk1"/>
              </a:buClr>
              <a:buSzPts val="2400"/>
              <a:buFont typeface="Alexandria Medium"/>
              <a:buNone/>
              <a:defRPr sz="2400">
                <a:solidFill>
                  <a:schemeClr val="dk1"/>
                </a:solidFill>
                <a:latin typeface="Alexandria Medium"/>
                <a:ea typeface="Alexandria Medium"/>
                <a:cs typeface="Alexandria Medium"/>
                <a:sym typeface="Alexandria Medium"/>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3">
  <p:cSld name="CUSTOM_1_1_1">
    <p:bg>
      <p:bgPr>
        <a:solidFill>
          <a:schemeClr val="lt1"/>
        </a:solidFill>
        <a:effectLst/>
      </p:bgPr>
    </p:bg>
    <p:spTree>
      <p:nvGrpSpPr>
        <p:cNvPr id="1" name="Shape 165"/>
        <p:cNvGrpSpPr/>
        <p:nvPr/>
      </p:nvGrpSpPr>
      <p:grpSpPr>
        <a:xfrm>
          <a:off x="0" y="0"/>
          <a:ext cx="0" cy="0"/>
          <a:chOff x="0" y="0"/>
          <a:chExt cx="0" cy="0"/>
        </a:xfrm>
      </p:grpSpPr>
      <p:pic>
        <p:nvPicPr>
          <p:cNvPr id="166" name="Google Shape;166;p28"/>
          <p:cNvPicPr preferRelativeResize="0"/>
          <p:nvPr/>
        </p:nvPicPr>
        <p:blipFill rotWithShape="1">
          <a:blip r:embed="rId2">
            <a:alphaModFix/>
          </a:blip>
          <a:srcRect l="-6644" t="-11183" r="27549" b="-11171"/>
          <a:stretch/>
        </p:blipFill>
        <p:spPr>
          <a:xfrm>
            <a:off x="5819050" y="0"/>
            <a:ext cx="3324950" cy="5143500"/>
          </a:xfrm>
          <a:prstGeom prst="rect">
            <a:avLst/>
          </a:prstGeom>
          <a:noFill/>
          <a:ln>
            <a:noFill/>
          </a:ln>
        </p:spPr>
      </p:pic>
      <p:sp>
        <p:nvSpPr>
          <p:cNvPr id="167" name="Google Shape;167;p28"/>
          <p:cNvSpPr txBox="1">
            <a:spLocks noGrp="1"/>
          </p:cNvSpPr>
          <p:nvPr>
            <p:ph type="title"/>
          </p:nvPr>
        </p:nvSpPr>
        <p:spPr>
          <a:xfrm>
            <a:off x="715100" y="535000"/>
            <a:ext cx="7713900" cy="5487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Clr>
                <a:schemeClr val="dk1"/>
              </a:buClr>
              <a:buSzPts val="2500"/>
              <a:buNone/>
              <a:defRPr sz="2500">
                <a:solidFill>
                  <a:schemeClr val="dk1"/>
                </a:solidFill>
              </a:defRPr>
            </a:lvl1pPr>
            <a:lvl2pPr lvl="1" rtl="0">
              <a:spcBef>
                <a:spcPts val="0"/>
              </a:spcBef>
              <a:spcAft>
                <a:spcPts val="0"/>
              </a:spcAft>
              <a:buClr>
                <a:schemeClr val="dk1"/>
              </a:buClr>
              <a:buSzPts val="2500"/>
              <a:buNone/>
              <a:defRPr sz="2500">
                <a:solidFill>
                  <a:schemeClr val="dk1"/>
                </a:solidFill>
              </a:defRPr>
            </a:lvl2pPr>
            <a:lvl3pPr lvl="2" rtl="0">
              <a:spcBef>
                <a:spcPts val="0"/>
              </a:spcBef>
              <a:spcAft>
                <a:spcPts val="0"/>
              </a:spcAft>
              <a:buClr>
                <a:schemeClr val="dk1"/>
              </a:buClr>
              <a:buSzPts val="2500"/>
              <a:buNone/>
              <a:defRPr sz="2500">
                <a:solidFill>
                  <a:schemeClr val="dk1"/>
                </a:solidFill>
              </a:defRPr>
            </a:lvl3pPr>
            <a:lvl4pPr lvl="3" rtl="0">
              <a:spcBef>
                <a:spcPts val="0"/>
              </a:spcBef>
              <a:spcAft>
                <a:spcPts val="0"/>
              </a:spcAft>
              <a:buClr>
                <a:schemeClr val="dk1"/>
              </a:buClr>
              <a:buSzPts val="2500"/>
              <a:buNone/>
              <a:defRPr sz="2500">
                <a:solidFill>
                  <a:schemeClr val="dk1"/>
                </a:solidFill>
              </a:defRPr>
            </a:lvl4pPr>
            <a:lvl5pPr lvl="4" rtl="0">
              <a:spcBef>
                <a:spcPts val="0"/>
              </a:spcBef>
              <a:spcAft>
                <a:spcPts val="0"/>
              </a:spcAft>
              <a:buClr>
                <a:schemeClr val="dk1"/>
              </a:buClr>
              <a:buSzPts val="2500"/>
              <a:buNone/>
              <a:defRPr sz="2500">
                <a:solidFill>
                  <a:schemeClr val="dk1"/>
                </a:solidFill>
              </a:defRPr>
            </a:lvl5pPr>
            <a:lvl6pPr lvl="5" rtl="0">
              <a:spcBef>
                <a:spcPts val="0"/>
              </a:spcBef>
              <a:spcAft>
                <a:spcPts val="0"/>
              </a:spcAft>
              <a:buClr>
                <a:schemeClr val="dk1"/>
              </a:buClr>
              <a:buSzPts val="2500"/>
              <a:buNone/>
              <a:defRPr sz="2500">
                <a:solidFill>
                  <a:schemeClr val="dk1"/>
                </a:solidFill>
              </a:defRPr>
            </a:lvl6pPr>
            <a:lvl7pPr lvl="6" rtl="0">
              <a:spcBef>
                <a:spcPts val="0"/>
              </a:spcBef>
              <a:spcAft>
                <a:spcPts val="0"/>
              </a:spcAft>
              <a:buClr>
                <a:schemeClr val="dk1"/>
              </a:buClr>
              <a:buSzPts val="2500"/>
              <a:buNone/>
              <a:defRPr sz="2500">
                <a:solidFill>
                  <a:schemeClr val="dk1"/>
                </a:solidFill>
              </a:defRPr>
            </a:lvl7pPr>
            <a:lvl8pPr lvl="7" rtl="0">
              <a:spcBef>
                <a:spcPts val="0"/>
              </a:spcBef>
              <a:spcAft>
                <a:spcPts val="0"/>
              </a:spcAft>
              <a:buClr>
                <a:schemeClr val="dk1"/>
              </a:buClr>
              <a:buSzPts val="2500"/>
              <a:buNone/>
              <a:defRPr sz="2500">
                <a:solidFill>
                  <a:schemeClr val="dk1"/>
                </a:solidFill>
              </a:defRPr>
            </a:lvl8pPr>
            <a:lvl9pPr lvl="8" rtl="0">
              <a:spcBef>
                <a:spcPts val="0"/>
              </a:spcBef>
              <a:spcAft>
                <a:spcPts val="0"/>
              </a:spcAft>
              <a:buClr>
                <a:schemeClr val="dk1"/>
              </a:buClr>
              <a:buSzPts val="2500"/>
              <a:buNone/>
              <a:defRPr sz="2500">
                <a:solidFill>
                  <a:schemeClr val="dk1"/>
                </a:solidFill>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hanks">
  <p:cSld name="BLANK_1_1_1_1_1_1_2">
    <p:bg>
      <p:bgPr>
        <a:solidFill>
          <a:schemeClr val="lt1"/>
        </a:solidFill>
        <a:effectLst/>
      </p:bgPr>
    </p:bg>
    <p:spTree>
      <p:nvGrpSpPr>
        <p:cNvPr id="1" name="Shape 168"/>
        <p:cNvGrpSpPr/>
        <p:nvPr/>
      </p:nvGrpSpPr>
      <p:grpSpPr>
        <a:xfrm>
          <a:off x="0" y="0"/>
          <a:ext cx="0" cy="0"/>
          <a:chOff x="0" y="0"/>
          <a:chExt cx="0" cy="0"/>
        </a:xfrm>
      </p:grpSpPr>
      <p:pic>
        <p:nvPicPr>
          <p:cNvPr id="169" name="Google Shape;169;p29"/>
          <p:cNvPicPr preferRelativeResize="0"/>
          <p:nvPr/>
        </p:nvPicPr>
        <p:blipFill rotWithShape="1">
          <a:blip r:embed="rId2">
            <a:alphaModFix/>
          </a:blip>
          <a:srcRect l="-55210" t="50562" r="55210" b="-6812"/>
          <a:stretch/>
        </p:blipFill>
        <p:spPr>
          <a:xfrm flipH="1">
            <a:off x="0" y="0"/>
            <a:ext cx="9144000" cy="5143500"/>
          </a:xfrm>
          <a:prstGeom prst="rect">
            <a:avLst/>
          </a:prstGeom>
          <a:noFill/>
          <a:ln>
            <a:noFill/>
          </a:ln>
        </p:spPr>
      </p:pic>
      <p:pic>
        <p:nvPicPr>
          <p:cNvPr id="170" name="Google Shape;170;p29"/>
          <p:cNvPicPr preferRelativeResize="0"/>
          <p:nvPr/>
        </p:nvPicPr>
        <p:blipFill rotWithShape="1">
          <a:blip r:embed="rId2">
            <a:alphaModFix/>
          </a:blip>
          <a:srcRect l="-55210" t="50562" r="55210" b="-6812"/>
          <a:stretch/>
        </p:blipFill>
        <p:spPr>
          <a:xfrm rot="10800000" flipH="1">
            <a:off x="0" y="0"/>
            <a:ext cx="9144000" cy="5143500"/>
          </a:xfrm>
          <a:prstGeom prst="rect">
            <a:avLst/>
          </a:prstGeom>
          <a:noFill/>
          <a:ln>
            <a:noFill/>
          </a:ln>
        </p:spPr>
      </p:pic>
      <p:sp>
        <p:nvSpPr>
          <p:cNvPr id="171" name="Google Shape;171;p29"/>
          <p:cNvSpPr txBox="1">
            <a:spLocks noGrp="1"/>
          </p:cNvSpPr>
          <p:nvPr>
            <p:ph type="ctrTitle"/>
          </p:nvPr>
        </p:nvSpPr>
        <p:spPr>
          <a:xfrm>
            <a:off x="715100" y="3330625"/>
            <a:ext cx="3856800" cy="1252500"/>
          </a:xfrm>
          <a:prstGeom prst="rect">
            <a:avLst/>
          </a:prstGeom>
        </p:spPr>
        <p:txBody>
          <a:bodyPr spcFirstLastPara="1" wrap="square" lIns="91425" tIns="91425" rIns="91425" bIns="91425" anchor="t" anchorCtr="0">
            <a:noAutofit/>
          </a:bodyPr>
          <a:lstStyle>
            <a:lvl1pPr lvl="0" rtl="0">
              <a:spcBef>
                <a:spcPts val="0"/>
              </a:spcBef>
              <a:spcAft>
                <a:spcPts val="0"/>
              </a:spcAft>
              <a:buSzPts val="5200"/>
              <a:buNone/>
              <a:defRPr sz="70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172" name="Google Shape;172;p29"/>
          <p:cNvSpPr txBox="1">
            <a:spLocks noGrp="1"/>
          </p:cNvSpPr>
          <p:nvPr>
            <p:ph type="subTitle" idx="1"/>
          </p:nvPr>
        </p:nvSpPr>
        <p:spPr>
          <a:xfrm>
            <a:off x="4571900" y="535000"/>
            <a:ext cx="2683800" cy="1156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400"/>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173" name="Google Shape;173;p29"/>
          <p:cNvSpPr txBox="1"/>
          <p:nvPr/>
        </p:nvSpPr>
        <p:spPr>
          <a:xfrm>
            <a:off x="4571863" y="2278000"/>
            <a:ext cx="2683800" cy="4989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900">
                <a:solidFill>
                  <a:schemeClr val="dk1"/>
                </a:solidFill>
                <a:latin typeface="Albert Sans"/>
                <a:ea typeface="Albert Sans"/>
                <a:cs typeface="Albert Sans"/>
                <a:sym typeface="Albert Sans"/>
              </a:rPr>
              <a:t>CREDITS: This presentation template was created by </a:t>
            </a:r>
            <a:r>
              <a:rPr lang="en" sz="900" b="1">
                <a:solidFill>
                  <a:schemeClr val="dk1"/>
                </a:solidFill>
                <a:uFill>
                  <a:noFill/>
                </a:uFill>
                <a:latin typeface="Albert Sans"/>
                <a:ea typeface="Albert Sans"/>
                <a:cs typeface="Albert Sans"/>
                <a:sym typeface="Albert Sans"/>
                <a:hlinkClick r:id="rId3">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Slidesgo</a:t>
            </a:r>
            <a:r>
              <a:rPr lang="en" sz="900">
                <a:solidFill>
                  <a:schemeClr val="dk1"/>
                </a:solidFill>
                <a:latin typeface="Albert Sans"/>
                <a:ea typeface="Albert Sans"/>
                <a:cs typeface="Albert Sans"/>
                <a:sym typeface="Albert Sans"/>
              </a:rPr>
              <a:t>, and includes icons by </a:t>
            </a:r>
            <a:r>
              <a:rPr lang="en" sz="900" b="1">
                <a:solidFill>
                  <a:schemeClr val="dk1"/>
                </a:solidFill>
                <a:uFill>
                  <a:noFill/>
                </a:uFill>
                <a:latin typeface="Albert Sans"/>
                <a:ea typeface="Albert Sans"/>
                <a:cs typeface="Albert Sans"/>
                <a:sym typeface="Albert Sans"/>
                <a:hlinkClick r:id="rId4">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Flaticon</a:t>
            </a:r>
            <a:r>
              <a:rPr lang="en" sz="900" b="1">
                <a:solidFill>
                  <a:schemeClr val="dk1"/>
                </a:solidFill>
                <a:latin typeface="Albert Sans"/>
                <a:ea typeface="Albert Sans"/>
                <a:cs typeface="Albert Sans"/>
                <a:sym typeface="Albert Sans"/>
              </a:rPr>
              <a:t> </a:t>
            </a:r>
            <a:r>
              <a:rPr lang="en" sz="900">
                <a:solidFill>
                  <a:schemeClr val="dk1"/>
                </a:solidFill>
                <a:latin typeface="Albert Sans"/>
                <a:ea typeface="Albert Sans"/>
                <a:cs typeface="Albert Sans"/>
                <a:sym typeface="Albert Sans"/>
              </a:rPr>
              <a:t>and infographics &amp; images by </a:t>
            </a:r>
            <a:r>
              <a:rPr lang="en" sz="900" b="1">
                <a:solidFill>
                  <a:schemeClr val="dk1"/>
                </a:solidFill>
                <a:uFill>
                  <a:noFill/>
                </a:uFill>
                <a:latin typeface="Albert Sans"/>
                <a:ea typeface="Albert Sans"/>
                <a:cs typeface="Albert Sans"/>
                <a:sym typeface="Albert Sans"/>
                <a:hlinkClick r:id="rId5">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Freepik</a:t>
            </a:r>
            <a:endParaRPr sz="900" b="1">
              <a:solidFill>
                <a:schemeClr val="dk1"/>
              </a:solidFill>
              <a:latin typeface="Albert Sans"/>
              <a:ea typeface="Albert Sans"/>
              <a:cs typeface="Albert Sans"/>
              <a:sym typeface="Albert Sans"/>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p:cSld name="BLANK_1_1_1_1_1_1_1">
    <p:bg>
      <p:bgPr>
        <a:solidFill>
          <a:schemeClr val="lt1"/>
        </a:solidFill>
        <a:effectLst/>
      </p:bgPr>
    </p:bg>
    <p:spTree>
      <p:nvGrpSpPr>
        <p:cNvPr id="1" name="Shape 174"/>
        <p:cNvGrpSpPr/>
        <p:nvPr/>
      </p:nvGrpSpPr>
      <p:grpSpPr>
        <a:xfrm>
          <a:off x="0" y="0"/>
          <a:ext cx="0" cy="0"/>
          <a:chOff x="0" y="0"/>
          <a:chExt cx="0" cy="0"/>
        </a:xfrm>
      </p:grpSpPr>
      <p:pic>
        <p:nvPicPr>
          <p:cNvPr id="175" name="Google Shape;175;p30"/>
          <p:cNvPicPr preferRelativeResize="0"/>
          <p:nvPr/>
        </p:nvPicPr>
        <p:blipFill rotWithShape="1">
          <a:blip r:embed="rId2">
            <a:alphaModFix/>
          </a:blip>
          <a:srcRect l="-6644" t="13471" r="27549" b="-35825"/>
          <a:stretch/>
        </p:blipFill>
        <p:spPr>
          <a:xfrm flipH="1">
            <a:off x="-10680" y="-2437"/>
            <a:ext cx="3321293" cy="5143500"/>
          </a:xfrm>
          <a:prstGeom prst="rect">
            <a:avLst/>
          </a:prstGeom>
          <a:noFill/>
          <a:ln>
            <a:noFill/>
          </a:ln>
        </p:spPr>
      </p:pic>
      <p:pic>
        <p:nvPicPr>
          <p:cNvPr id="176" name="Google Shape;176;p30"/>
          <p:cNvPicPr preferRelativeResize="0"/>
          <p:nvPr/>
        </p:nvPicPr>
        <p:blipFill rotWithShape="1">
          <a:blip r:embed="rId2">
            <a:alphaModFix/>
          </a:blip>
          <a:srcRect l="-235243" t="44962" r="44461" b="-108521"/>
          <a:stretch/>
        </p:blipFill>
        <p:spPr>
          <a:xfrm rot="10800000" flipH="1">
            <a:off x="-10680" y="-2437"/>
            <a:ext cx="9144080" cy="51483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1">
  <p:cSld name="BLANK_1_1_1_1_1_1_1_1">
    <p:bg>
      <p:bgPr>
        <a:solidFill>
          <a:schemeClr val="lt1"/>
        </a:solidFill>
        <a:effectLst/>
      </p:bgPr>
    </p:bg>
    <p:spTree>
      <p:nvGrpSpPr>
        <p:cNvPr id="1" name="Shape 177"/>
        <p:cNvGrpSpPr/>
        <p:nvPr/>
      </p:nvGrpSpPr>
      <p:grpSpPr>
        <a:xfrm>
          <a:off x="0" y="0"/>
          <a:ext cx="0" cy="0"/>
          <a:chOff x="0" y="0"/>
          <a:chExt cx="0" cy="0"/>
        </a:xfrm>
      </p:grpSpPr>
      <p:pic>
        <p:nvPicPr>
          <p:cNvPr id="178" name="Google Shape;178;p31"/>
          <p:cNvPicPr preferRelativeResize="0"/>
          <p:nvPr/>
        </p:nvPicPr>
        <p:blipFill rotWithShape="1">
          <a:blip r:embed="rId2">
            <a:alphaModFix/>
          </a:blip>
          <a:srcRect l="-55210" t="50562" r="55210" b="-6812"/>
          <a:stretch/>
        </p:blipFill>
        <p:spPr>
          <a:xfrm>
            <a:off x="0" y="0"/>
            <a:ext cx="9144000" cy="5143500"/>
          </a:xfrm>
          <a:prstGeom prst="rect">
            <a:avLst/>
          </a:prstGeom>
          <a:noFill/>
          <a:ln>
            <a:noFill/>
          </a:ln>
        </p:spPr>
      </p:pic>
      <p:pic>
        <p:nvPicPr>
          <p:cNvPr id="179" name="Google Shape;179;p31"/>
          <p:cNvPicPr preferRelativeResize="0"/>
          <p:nvPr/>
        </p:nvPicPr>
        <p:blipFill rotWithShape="1">
          <a:blip r:embed="rId2">
            <a:alphaModFix/>
          </a:blip>
          <a:srcRect l="-55210" t="50562" r="55210" b="-6812"/>
          <a:stretch/>
        </p:blipFill>
        <p:spPr>
          <a:xfrm rot="10800000">
            <a:off x="0" y="0"/>
            <a:ext cx="9144000" cy="51435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83"/>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184"/>
        <p:cNvGrpSpPr/>
        <p:nvPr/>
      </p:nvGrpSpPr>
      <p:grpSpPr>
        <a:xfrm>
          <a:off x="0" y="0"/>
          <a:ext cx="0" cy="0"/>
          <a:chOff x="0" y="0"/>
          <a:chExt cx="0" cy="0"/>
        </a:xfrm>
      </p:grpSpPr>
      <p:sp>
        <p:nvSpPr>
          <p:cNvPr id="185" name="Google Shape;185;p34"/>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Font typeface="Arial"/>
              <a:buNone/>
              <a:defRPr>
                <a:solidFill>
                  <a:schemeClr val="lt1"/>
                </a:solidFill>
                <a:latin typeface="Arial"/>
                <a:ea typeface="Arial"/>
                <a:cs typeface="Arial"/>
                <a:sym typeface="Arial"/>
              </a:defRPr>
            </a:lvl1pPr>
            <a:lvl2pPr lvl="1" rtl="0">
              <a:spcBef>
                <a:spcPts val="0"/>
              </a:spcBef>
              <a:spcAft>
                <a:spcPts val="0"/>
              </a:spcAft>
              <a:buSzPts val="2400"/>
              <a:buFont typeface="Arial"/>
              <a:buNone/>
              <a:defRPr>
                <a:latin typeface="Arial"/>
                <a:ea typeface="Arial"/>
                <a:cs typeface="Arial"/>
                <a:sym typeface="Arial"/>
              </a:defRPr>
            </a:lvl2pPr>
            <a:lvl3pPr lvl="2" rtl="0">
              <a:spcBef>
                <a:spcPts val="0"/>
              </a:spcBef>
              <a:spcAft>
                <a:spcPts val="0"/>
              </a:spcAft>
              <a:buSzPts val="2400"/>
              <a:buFont typeface="Arial"/>
              <a:buNone/>
              <a:defRPr>
                <a:latin typeface="Arial"/>
                <a:ea typeface="Arial"/>
                <a:cs typeface="Arial"/>
                <a:sym typeface="Arial"/>
              </a:defRPr>
            </a:lvl3pPr>
            <a:lvl4pPr lvl="3" rtl="0">
              <a:spcBef>
                <a:spcPts val="0"/>
              </a:spcBef>
              <a:spcAft>
                <a:spcPts val="0"/>
              </a:spcAft>
              <a:buSzPts val="2400"/>
              <a:buFont typeface="Arial"/>
              <a:buNone/>
              <a:defRPr>
                <a:latin typeface="Arial"/>
                <a:ea typeface="Arial"/>
                <a:cs typeface="Arial"/>
                <a:sym typeface="Arial"/>
              </a:defRPr>
            </a:lvl4pPr>
            <a:lvl5pPr lvl="4" rtl="0">
              <a:spcBef>
                <a:spcPts val="0"/>
              </a:spcBef>
              <a:spcAft>
                <a:spcPts val="0"/>
              </a:spcAft>
              <a:buSzPts val="2400"/>
              <a:buFont typeface="Arial"/>
              <a:buNone/>
              <a:defRPr>
                <a:latin typeface="Arial"/>
                <a:ea typeface="Arial"/>
                <a:cs typeface="Arial"/>
                <a:sym typeface="Arial"/>
              </a:defRPr>
            </a:lvl5pPr>
            <a:lvl6pPr lvl="5" rtl="0">
              <a:spcBef>
                <a:spcPts val="0"/>
              </a:spcBef>
              <a:spcAft>
                <a:spcPts val="0"/>
              </a:spcAft>
              <a:buSzPts val="2400"/>
              <a:buFont typeface="Arial"/>
              <a:buNone/>
              <a:defRPr>
                <a:latin typeface="Arial"/>
                <a:ea typeface="Arial"/>
                <a:cs typeface="Arial"/>
                <a:sym typeface="Arial"/>
              </a:defRPr>
            </a:lvl6pPr>
            <a:lvl7pPr lvl="6" rtl="0">
              <a:spcBef>
                <a:spcPts val="0"/>
              </a:spcBef>
              <a:spcAft>
                <a:spcPts val="0"/>
              </a:spcAft>
              <a:buSzPts val="2400"/>
              <a:buFont typeface="Arial"/>
              <a:buNone/>
              <a:defRPr>
                <a:latin typeface="Arial"/>
                <a:ea typeface="Arial"/>
                <a:cs typeface="Arial"/>
                <a:sym typeface="Arial"/>
              </a:defRPr>
            </a:lvl7pPr>
            <a:lvl8pPr lvl="7" rtl="0">
              <a:spcBef>
                <a:spcPts val="0"/>
              </a:spcBef>
              <a:spcAft>
                <a:spcPts val="0"/>
              </a:spcAft>
              <a:buSzPts val="2400"/>
              <a:buFont typeface="Arial"/>
              <a:buNone/>
              <a:defRPr>
                <a:latin typeface="Arial"/>
                <a:ea typeface="Arial"/>
                <a:cs typeface="Arial"/>
                <a:sym typeface="Arial"/>
              </a:defRPr>
            </a:lvl8pPr>
            <a:lvl9pPr lvl="8" rtl="0">
              <a:spcBef>
                <a:spcPts val="0"/>
              </a:spcBef>
              <a:spcAft>
                <a:spcPts val="0"/>
              </a:spcAft>
              <a:buSzPts val="2400"/>
              <a:buFont typeface="Arial"/>
              <a:buNone/>
              <a:defRPr>
                <a:latin typeface="Arial"/>
                <a:ea typeface="Arial"/>
                <a:cs typeface="Arial"/>
                <a:sym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5100" y="535000"/>
            <a:ext cx="7713900" cy="548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500"/>
              <a:buFont typeface="Alexandria Medium"/>
              <a:buNone/>
              <a:defRPr sz="2500">
                <a:solidFill>
                  <a:schemeClr val="dk1"/>
                </a:solidFill>
                <a:latin typeface="Alexandria Medium"/>
                <a:ea typeface="Alexandria Medium"/>
                <a:cs typeface="Alexandria Medium"/>
                <a:sym typeface="Alexandria Medium"/>
              </a:defRPr>
            </a:lvl1pPr>
            <a:lvl2pPr lvl="1" rtl="0">
              <a:spcBef>
                <a:spcPts val="0"/>
              </a:spcBef>
              <a:spcAft>
                <a:spcPts val="0"/>
              </a:spcAft>
              <a:buClr>
                <a:schemeClr val="dk1"/>
              </a:buClr>
              <a:buSzPts val="2500"/>
              <a:buFont typeface="Alexandria Medium"/>
              <a:buNone/>
              <a:defRPr sz="2500">
                <a:solidFill>
                  <a:schemeClr val="dk1"/>
                </a:solidFill>
                <a:latin typeface="Alexandria Medium"/>
                <a:ea typeface="Alexandria Medium"/>
                <a:cs typeface="Alexandria Medium"/>
                <a:sym typeface="Alexandria Medium"/>
              </a:defRPr>
            </a:lvl2pPr>
            <a:lvl3pPr lvl="2" rtl="0">
              <a:spcBef>
                <a:spcPts val="0"/>
              </a:spcBef>
              <a:spcAft>
                <a:spcPts val="0"/>
              </a:spcAft>
              <a:buClr>
                <a:schemeClr val="dk1"/>
              </a:buClr>
              <a:buSzPts val="2500"/>
              <a:buFont typeface="Alexandria Medium"/>
              <a:buNone/>
              <a:defRPr sz="2500">
                <a:solidFill>
                  <a:schemeClr val="dk1"/>
                </a:solidFill>
                <a:latin typeface="Alexandria Medium"/>
                <a:ea typeface="Alexandria Medium"/>
                <a:cs typeface="Alexandria Medium"/>
                <a:sym typeface="Alexandria Medium"/>
              </a:defRPr>
            </a:lvl3pPr>
            <a:lvl4pPr lvl="3" rtl="0">
              <a:spcBef>
                <a:spcPts val="0"/>
              </a:spcBef>
              <a:spcAft>
                <a:spcPts val="0"/>
              </a:spcAft>
              <a:buClr>
                <a:schemeClr val="dk1"/>
              </a:buClr>
              <a:buSzPts val="2500"/>
              <a:buFont typeface="Alexandria Medium"/>
              <a:buNone/>
              <a:defRPr sz="2500">
                <a:solidFill>
                  <a:schemeClr val="dk1"/>
                </a:solidFill>
                <a:latin typeface="Alexandria Medium"/>
                <a:ea typeface="Alexandria Medium"/>
                <a:cs typeface="Alexandria Medium"/>
                <a:sym typeface="Alexandria Medium"/>
              </a:defRPr>
            </a:lvl4pPr>
            <a:lvl5pPr lvl="4" rtl="0">
              <a:spcBef>
                <a:spcPts val="0"/>
              </a:spcBef>
              <a:spcAft>
                <a:spcPts val="0"/>
              </a:spcAft>
              <a:buClr>
                <a:schemeClr val="dk1"/>
              </a:buClr>
              <a:buSzPts val="2500"/>
              <a:buFont typeface="Alexandria Medium"/>
              <a:buNone/>
              <a:defRPr sz="2500">
                <a:solidFill>
                  <a:schemeClr val="dk1"/>
                </a:solidFill>
                <a:latin typeface="Alexandria Medium"/>
                <a:ea typeface="Alexandria Medium"/>
                <a:cs typeface="Alexandria Medium"/>
                <a:sym typeface="Alexandria Medium"/>
              </a:defRPr>
            </a:lvl5pPr>
            <a:lvl6pPr lvl="5" rtl="0">
              <a:spcBef>
                <a:spcPts val="0"/>
              </a:spcBef>
              <a:spcAft>
                <a:spcPts val="0"/>
              </a:spcAft>
              <a:buClr>
                <a:schemeClr val="dk1"/>
              </a:buClr>
              <a:buSzPts val="2500"/>
              <a:buFont typeface="Alexandria Medium"/>
              <a:buNone/>
              <a:defRPr sz="2500">
                <a:solidFill>
                  <a:schemeClr val="dk1"/>
                </a:solidFill>
                <a:latin typeface="Alexandria Medium"/>
                <a:ea typeface="Alexandria Medium"/>
                <a:cs typeface="Alexandria Medium"/>
                <a:sym typeface="Alexandria Medium"/>
              </a:defRPr>
            </a:lvl6pPr>
            <a:lvl7pPr lvl="6" rtl="0">
              <a:spcBef>
                <a:spcPts val="0"/>
              </a:spcBef>
              <a:spcAft>
                <a:spcPts val="0"/>
              </a:spcAft>
              <a:buClr>
                <a:schemeClr val="dk1"/>
              </a:buClr>
              <a:buSzPts val="2500"/>
              <a:buFont typeface="Alexandria Medium"/>
              <a:buNone/>
              <a:defRPr sz="2500">
                <a:solidFill>
                  <a:schemeClr val="dk1"/>
                </a:solidFill>
                <a:latin typeface="Alexandria Medium"/>
                <a:ea typeface="Alexandria Medium"/>
                <a:cs typeface="Alexandria Medium"/>
                <a:sym typeface="Alexandria Medium"/>
              </a:defRPr>
            </a:lvl7pPr>
            <a:lvl8pPr lvl="7" rtl="0">
              <a:spcBef>
                <a:spcPts val="0"/>
              </a:spcBef>
              <a:spcAft>
                <a:spcPts val="0"/>
              </a:spcAft>
              <a:buClr>
                <a:schemeClr val="dk1"/>
              </a:buClr>
              <a:buSzPts val="2500"/>
              <a:buFont typeface="Alexandria Medium"/>
              <a:buNone/>
              <a:defRPr sz="2500">
                <a:solidFill>
                  <a:schemeClr val="dk1"/>
                </a:solidFill>
                <a:latin typeface="Alexandria Medium"/>
                <a:ea typeface="Alexandria Medium"/>
                <a:cs typeface="Alexandria Medium"/>
                <a:sym typeface="Alexandria Medium"/>
              </a:defRPr>
            </a:lvl8pPr>
            <a:lvl9pPr lvl="8" rtl="0">
              <a:spcBef>
                <a:spcPts val="0"/>
              </a:spcBef>
              <a:spcAft>
                <a:spcPts val="0"/>
              </a:spcAft>
              <a:buClr>
                <a:schemeClr val="dk1"/>
              </a:buClr>
              <a:buSzPts val="2500"/>
              <a:buFont typeface="Alexandria Medium"/>
              <a:buNone/>
              <a:defRPr sz="2500">
                <a:solidFill>
                  <a:schemeClr val="dk1"/>
                </a:solidFill>
                <a:latin typeface="Alexandria Medium"/>
                <a:ea typeface="Alexandria Medium"/>
                <a:cs typeface="Alexandria Medium"/>
                <a:sym typeface="Alexandria Medium"/>
              </a:defRPr>
            </a:lvl9pPr>
          </a:lstStyle>
          <a:p>
            <a:endParaRPr/>
          </a:p>
        </p:txBody>
      </p:sp>
      <p:sp>
        <p:nvSpPr>
          <p:cNvPr id="7" name="Google Shape;7;p1"/>
          <p:cNvSpPr txBox="1">
            <a:spLocks noGrp="1"/>
          </p:cNvSpPr>
          <p:nvPr>
            <p:ph type="body" idx="1"/>
          </p:nvPr>
        </p:nvSpPr>
        <p:spPr>
          <a:xfrm>
            <a:off x="715100" y="1083700"/>
            <a:ext cx="7713900" cy="35247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Albert Sans"/>
              <a:buChar char="●"/>
              <a:defRPr sz="1200">
                <a:solidFill>
                  <a:schemeClr val="dk1"/>
                </a:solidFill>
                <a:latin typeface="Albert Sans"/>
                <a:ea typeface="Albert Sans"/>
                <a:cs typeface="Albert Sans"/>
                <a:sym typeface="Albert Sans"/>
              </a:defRPr>
            </a:lvl1pPr>
            <a:lvl2pPr marL="914400" lvl="1" indent="-304800">
              <a:lnSpc>
                <a:spcPct val="100000"/>
              </a:lnSpc>
              <a:spcBef>
                <a:spcPts val="0"/>
              </a:spcBef>
              <a:spcAft>
                <a:spcPts val="0"/>
              </a:spcAft>
              <a:buClr>
                <a:schemeClr val="dk1"/>
              </a:buClr>
              <a:buSzPts val="1200"/>
              <a:buFont typeface="Albert Sans"/>
              <a:buChar char="○"/>
              <a:defRPr sz="1200">
                <a:solidFill>
                  <a:schemeClr val="dk1"/>
                </a:solidFill>
                <a:latin typeface="Albert Sans"/>
                <a:ea typeface="Albert Sans"/>
                <a:cs typeface="Albert Sans"/>
                <a:sym typeface="Albert Sans"/>
              </a:defRPr>
            </a:lvl2pPr>
            <a:lvl3pPr marL="1371600" lvl="2" indent="-304800">
              <a:lnSpc>
                <a:spcPct val="100000"/>
              </a:lnSpc>
              <a:spcBef>
                <a:spcPts val="0"/>
              </a:spcBef>
              <a:spcAft>
                <a:spcPts val="0"/>
              </a:spcAft>
              <a:buClr>
                <a:schemeClr val="dk1"/>
              </a:buClr>
              <a:buSzPts val="1200"/>
              <a:buFont typeface="Albert Sans"/>
              <a:buChar char="■"/>
              <a:defRPr sz="1200">
                <a:solidFill>
                  <a:schemeClr val="dk1"/>
                </a:solidFill>
                <a:latin typeface="Albert Sans"/>
                <a:ea typeface="Albert Sans"/>
                <a:cs typeface="Albert Sans"/>
                <a:sym typeface="Albert Sans"/>
              </a:defRPr>
            </a:lvl3pPr>
            <a:lvl4pPr marL="1828800" lvl="3" indent="-304800">
              <a:lnSpc>
                <a:spcPct val="100000"/>
              </a:lnSpc>
              <a:spcBef>
                <a:spcPts val="0"/>
              </a:spcBef>
              <a:spcAft>
                <a:spcPts val="0"/>
              </a:spcAft>
              <a:buClr>
                <a:schemeClr val="dk1"/>
              </a:buClr>
              <a:buSzPts val="1200"/>
              <a:buFont typeface="Albert Sans"/>
              <a:buChar char="●"/>
              <a:defRPr sz="1200">
                <a:solidFill>
                  <a:schemeClr val="dk1"/>
                </a:solidFill>
                <a:latin typeface="Albert Sans"/>
                <a:ea typeface="Albert Sans"/>
                <a:cs typeface="Albert Sans"/>
                <a:sym typeface="Albert Sans"/>
              </a:defRPr>
            </a:lvl4pPr>
            <a:lvl5pPr marL="2286000" lvl="4" indent="-304800">
              <a:lnSpc>
                <a:spcPct val="100000"/>
              </a:lnSpc>
              <a:spcBef>
                <a:spcPts val="0"/>
              </a:spcBef>
              <a:spcAft>
                <a:spcPts val="0"/>
              </a:spcAft>
              <a:buClr>
                <a:schemeClr val="dk1"/>
              </a:buClr>
              <a:buSzPts val="1200"/>
              <a:buFont typeface="Albert Sans"/>
              <a:buChar char="○"/>
              <a:defRPr sz="1200">
                <a:solidFill>
                  <a:schemeClr val="dk1"/>
                </a:solidFill>
                <a:latin typeface="Albert Sans"/>
                <a:ea typeface="Albert Sans"/>
                <a:cs typeface="Albert Sans"/>
                <a:sym typeface="Albert Sans"/>
              </a:defRPr>
            </a:lvl5pPr>
            <a:lvl6pPr marL="2743200" lvl="5" indent="-304800">
              <a:lnSpc>
                <a:spcPct val="100000"/>
              </a:lnSpc>
              <a:spcBef>
                <a:spcPts val="0"/>
              </a:spcBef>
              <a:spcAft>
                <a:spcPts val="0"/>
              </a:spcAft>
              <a:buClr>
                <a:schemeClr val="dk1"/>
              </a:buClr>
              <a:buSzPts val="1200"/>
              <a:buFont typeface="Albert Sans"/>
              <a:buChar char="■"/>
              <a:defRPr sz="1200">
                <a:solidFill>
                  <a:schemeClr val="dk1"/>
                </a:solidFill>
                <a:latin typeface="Albert Sans"/>
                <a:ea typeface="Albert Sans"/>
                <a:cs typeface="Albert Sans"/>
                <a:sym typeface="Albert Sans"/>
              </a:defRPr>
            </a:lvl6pPr>
            <a:lvl7pPr marL="3200400" lvl="6" indent="-304800">
              <a:lnSpc>
                <a:spcPct val="100000"/>
              </a:lnSpc>
              <a:spcBef>
                <a:spcPts val="0"/>
              </a:spcBef>
              <a:spcAft>
                <a:spcPts val="0"/>
              </a:spcAft>
              <a:buClr>
                <a:schemeClr val="dk1"/>
              </a:buClr>
              <a:buSzPts val="1200"/>
              <a:buFont typeface="Albert Sans"/>
              <a:buChar char="●"/>
              <a:defRPr sz="1200">
                <a:solidFill>
                  <a:schemeClr val="dk1"/>
                </a:solidFill>
                <a:latin typeface="Albert Sans"/>
                <a:ea typeface="Albert Sans"/>
                <a:cs typeface="Albert Sans"/>
                <a:sym typeface="Albert Sans"/>
              </a:defRPr>
            </a:lvl7pPr>
            <a:lvl8pPr marL="3657600" lvl="7" indent="-304800">
              <a:lnSpc>
                <a:spcPct val="100000"/>
              </a:lnSpc>
              <a:spcBef>
                <a:spcPts val="0"/>
              </a:spcBef>
              <a:spcAft>
                <a:spcPts val="0"/>
              </a:spcAft>
              <a:buClr>
                <a:schemeClr val="dk1"/>
              </a:buClr>
              <a:buSzPts val="1200"/>
              <a:buFont typeface="Albert Sans"/>
              <a:buChar char="○"/>
              <a:defRPr sz="1200">
                <a:solidFill>
                  <a:schemeClr val="dk1"/>
                </a:solidFill>
                <a:latin typeface="Albert Sans"/>
                <a:ea typeface="Albert Sans"/>
                <a:cs typeface="Albert Sans"/>
                <a:sym typeface="Albert Sans"/>
              </a:defRPr>
            </a:lvl8pPr>
            <a:lvl9pPr marL="4114800" lvl="8" indent="-304800">
              <a:lnSpc>
                <a:spcPct val="100000"/>
              </a:lnSpc>
              <a:spcBef>
                <a:spcPts val="0"/>
              </a:spcBef>
              <a:spcAft>
                <a:spcPts val="0"/>
              </a:spcAft>
              <a:buClr>
                <a:schemeClr val="dk1"/>
              </a:buClr>
              <a:buSzPts val="1200"/>
              <a:buFont typeface="Albert Sans"/>
              <a:buChar char="■"/>
              <a:defRPr sz="1200">
                <a:solidFill>
                  <a:schemeClr val="dk1"/>
                </a:solidFill>
                <a:latin typeface="Albert Sans"/>
                <a:ea typeface="Albert Sans"/>
                <a:cs typeface="Albert Sans"/>
                <a:sym typeface="Albert Sans"/>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5" r:id="rId5"/>
    <p:sldLayoutId id="2147483658" r:id="rId6"/>
    <p:sldLayoutId id="2147483659" r:id="rId7"/>
    <p:sldLayoutId id="2147483665" r:id="rId8"/>
    <p:sldLayoutId id="2147483674" r:id="rId9"/>
    <p:sldLayoutId id="2147483675" r:id="rId10"/>
    <p:sldLayoutId id="2147483676" r:id="rId11"/>
    <p:sldLayoutId id="2147483677"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180"/>
        <p:cNvGrpSpPr/>
        <p:nvPr/>
      </p:nvGrpSpPr>
      <p:grpSpPr>
        <a:xfrm>
          <a:off x="0" y="0"/>
          <a:ext cx="0" cy="0"/>
          <a:chOff x="0" y="0"/>
          <a:chExt cx="0" cy="0"/>
        </a:xfrm>
      </p:grpSpPr>
      <p:sp>
        <p:nvSpPr>
          <p:cNvPr id="181" name="Google Shape;181;p32"/>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182" name="Google Shape;182;p32"/>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8" r:id="rId1"/>
    <p:sldLayoutId id="2147483679"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7.png"/><Relationship Id="rId4" Type="http://schemas.openxmlformats.org/officeDocument/2006/relationships/image" Target="../media/image6.jpe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12.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8" Type="http://schemas.openxmlformats.org/officeDocument/2006/relationships/hyperlink" Target="https://www.freepik.com/free-photo/front-view-elegant-businesswoman-with-agenda_11512425.htm/?utm_source=slidesgo_template&amp;utm_medium=referral-link&amp;utm_campaign=sg_resources&amp;utm_content=freepik" TargetMode="External"/><Relationship Id="rId3" Type="http://schemas.openxmlformats.org/officeDocument/2006/relationships/hyperlink" Target="https://www.freepik.com/free-photo/medium-shot-woman-with-earphones_14962078.htm/?utm_source=slidesgo_template&amp;utm_medium=referral-link&amp;utm_campaign=sg_resources&amp;utm_content=freepik" TargetMode="External"/><Relationship Id="rId7" Type="http://schemas.openxmlformats.org/officeDocument/2006/relationships/hyperlink" Target="https://www.freepik.com/free-photo/african-american-man-remote-working-from-home_12557751.htm/?utm_source=slidesgo_template&amp;utm_medium=referral-link&amp;utm_campaign=sg_resources&amp;utm_content=freepik" TargetMode="External"/><Relationship Id="rId2" Type="http://schemas.openxmlformats.org/officeDocument/2006/relationships/notesSlide" Target="../notesSlides/notesSlide19.xml"/><Relationship Id="rId1" Type="http://schemas.openxmlformats.org/officeDocument/2006/relationships/slideLayout" Target="../slideLayouts/slideLayout9.xml"/><Relationship Id="rId6" Type="http://schemas.openxmlformats.org/officeDocument/2006/relationships/hyperlink" Target="https://www.freepik.com/free-photo/front-view-female-economist-holding-laptop_39550754.htm/?utm_source=slidesgo_template&amp;utm_medium=referral-link&amp;utm_campaign=sg_resources&amp;utm_content=freepik" TargetMode="External"/><Relationship Id="rId5" Type="http://schemas.openxmlformats.org/officeDocument/2006/relationships/hyperlink" Target="https://www.freepik.com/free-photo/home-workspace-minimalistic-design_15000453.htm/?utm_source=slidesgo_template&amp;utm_medium=referral-link&amp;utm_campaign=sg_resources&amp;utm_content=freepik" TargetMode="External"/><Relationship Id="rId4" Type="http://schemas.openxmlformats.org/officeDocument/2006/relationships/hyperlink" Target="https://www.freepik.com/free-photo/working-from-home-ergonomic-workstation_19332909.htm/?utm_source=slidesgo_template&amp;utm_medium=referral-link&amp;utm_campaign=sg_resources&amp;utm_content=freepik" TargetMode="External"/><Relationship Id="rId9" Type="http://schemas.openxmlformats.org/officeDocument/2006/relationships/hyperlink" Target="https://www.freepik.com/free-psd/dynamic-graphics-design-instagram-posts_29804264.htm/?utm_source=slidesgo_template&amp;utm_medium=referral-link&amp;utm_campaign=sg_resources&amp;utm_content=freepik"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20.xml"/><Relationship Id="rId1" Type="http://schemas.openxmlformats.org/officeDocument/2006/relationships/slideLayout" Target="../slideLayouts/slideLayout14.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18.xml"/></Relationships>
</file>

<file path=ppt/slides/_rels/slide21.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21.xml"/><Relationship Id="rId1" Type="http://schemas.openxmlformats.org/officeDocument/2006/relationships/slideLayout" Target="../slideLayouts/slideLayout14.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18.xml"/></Relationships>
</file>

<file path=ppt/slides/_rels/slide22.xml.rels><?xml version="1.0" encoding="UTF-8" standalone="yes"?>
<Relationships xmlns="http://schemas.openxmlformats.org/package/2006/relationships"><Relationship Id="rId3" Type="http://schemas.openxmlformats.org/officeDocument/2006/relationships/hyperlink" Target="https://fonts.google.com/specimen/Alexandria" TargetMode="External"/><Relationship Id="rId2" Type="http://schemas.openxmlformats.org/officeDocument/2006/relationships/notesSlide" Target="../notesSlides/notesSlide22.xml"/><Relationship Id="rId1" Type="http://schemas.openxmlformats.org/officeDocument/2006/relationships/slideLayout" Target="../slideLayouts/slideLayout14.xml"/><Relationship Id="rId4" Type="http://schemas.openxmlformats.org/officeDocument/2006/relationships/hyperlink" Target="https://fonts.google.com/specimen/Albert+Sans" TargetMode="External"/></Relationships>
</file>

<file path=ppt/slides/_rels/slide23.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14.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23.png"/><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22.png"/><Relationship Id="rId4" Type="http://schemas.openxmlformats.org/officeDocument/2006/relationships/image" Target="../media/image20.png"/><Relationship Id="rId9" Type="http://schemas.openxmlformats.org/officeDocument/2006/relationships/image" Target="../media/image21.png"/></Relationships>
</file>

<file path=ppt/slides/_rels/slide24.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30.xml"/><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7.xml"/><Relationship Id="rId1" Type="http://schemas.openxmlformats.org/officeDocument/2006/relationships/slideLayout" Target="../slideLayouts/slideLayout13.xml"/><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35"/>
          <p:cNvSpPr txBox="1">
            <a:spLocks noGrp="1"/>
          </p:cNvSpPr>
          <p:nvPr>
            <p:ph type="ctrTitle"/>
          </p:nvPr>
        </p:nvSpPr>
        <p:spPr>
          <a:xfrm>
            <a:off x="711749" y="1958600"/>
            <a:ext cx="5231851" cy="2649900"/>
          </a:xfrm>
          <a:prstGeom prst="rect">
            <a:avLst/>
          </a:prstGeom>
        </p:spPr>
        <p:txBody>
          <a:bodyPr spcFirstLastPara="1" wrap="square" lIns="91425" tIns="91425" rIns="91425" bIns="91425" anchor="t" anchorCtr="0">
            <a:noAutofit/>
          </a:bodyPr>
          <a:lstStyle/>
          <a:p>
            <a:pPr lvl="0"/>
            <a:r>
              <a:rPr lang="en-US" sz="4000" dirty="0"/>
              <a:t>Fire-driven rewiring of ecological networks over 10,000 years</a:t>
            </a:r>
            <a:endParaRPr sz="4000" dirty="0"/>
          </a:p>
        </p:txBody>
      </p:sp>
      <p:sp>
        <p:nvSpPr>
          <p:cNvPr id="191" name="Google Shape;191;p35"/>
          <p:cNvSpPr txBox="1">
            <a:spLocks noGrp="1"/>
          </p:cNvSpPr>
          <p:nvPr>
            <p:ph type="subTitle" idx="1"/>
          </p:nvPr>
        </p:nvSpPr>
        <p:spPr>
          <a:xfrm>
            <a:off x="4572000" y="535000"/>
            <a:ext cx="3860400" cy="3882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b="1" dirty="0" smtClean="0"/>
              <a:t>Ana Cano Herranz</a:t>
            </a:r>
            <a:endParaRPr b="1" dirty="0"/>
          </a:p>
        </p:txBody>
      </p:sp>
      <p:pic>
        <p:nvPicPr>
          <p:cNvPr id="5" name="Imagen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7236" y="-245600"/>
            <a:ext cx="1800788" cy="1800788"/>
          </a:xfrm>
          <a:prstGeom prst="rect">
            <a:avLst/>
          </a:prstGeom>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Shape 205"/>
        <p:cNvGrpSpPr/>
        <p:nvPr/>
      </p:nvGrpSpPr>
      <p:grpSpPr>
        <a:xfrm>
          <a:off x="0" y="0"/>
          <a:ext cx="0" cy="0"/>
          <a:chOff x="0" y="0"/>
          <a:chExt cx="0" cy="0"/>
        </a:xfrm>
      </p:grpSpPr>
      <p:sp>
        <p:nvSpPr>
          <p:cNvPr id="206" name="Google Shape;206;p37"/>
          <p:cNvSpPr txBox="1">
            <a:spLocks noGrp="1"/>
          </p:cNvSpPr>
          <p:nvPr>
            <p:ph type="title"/>
          </p:nvPr>
        </p:nvSpPr>
        <p:spPr>
          <a:xfrm>
            <a:off x="1070650" y="1367325"/>
            <a:ext cx="538500" cy="73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01</a:t>
            </a:r>
            <a:endParaRPr/>
          </a:p>
        </p:txBody>
      </p:sp>
      <p:sp>
        <p:nvSpPr>
          <p:cNvPr id="207" name="Google Shape;207;p37"/>
          <p:cNvSpPr txBox="1">
            <a:spLocks noGrp="1"/>
          </p:cNvSpPr>
          <p:nvPr>
            <p:ph type="subTitle" idx="1"/>
          </p:nvPr>
        </p:nvSpPr>
        <p:spPr>
          <a:xfrm>
            <a:off x="1609075" y="1367325"/>
            <a:ext cx="2607300" cy="73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Introduction</a:t>
            </a:r>
            <a:br>
              <a:rPr lang="en"/>
            </a:br>
            <a:r>
              <a:rPr lang="en"/>
              <a:t>lead funnel</a:t>
            </a:r>
            <a:endParaRPr/>
          </a:p>
        </p:txBody>
      </p:sp>
      <p:sp>
        <p:nvSpPr>
          <p:cNvPr id="208" name="Google Shape;208;p37"/>
          <p:cNvSpPr txBox="1">
            <a:spLocks noGrp="1"/>
          </p:cNvSpPr>
          <p:nvPr>
            <p:ph type="title" idx="2"/>
          </p:nvPr>
        </p:nvSpPr>
        <p:spPr>
          <a:xfrm>
            <a:off x="715100" y="535000"/>
            <a:ext cx="7713900" cy="548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Table of contents</a:t>
            </a:r>
            <a:endParaRPr/>
          </a:p>
        </p:txBody>
      </p:sp>
      <p:sp>
        <p:nvSpPr>
          <p:cNvPr id="209" name="Google Shape;209;p37"/>
          <p:cNvSpPr txBox="1">
            <a:spLocks noGrp="1"/>
          </p:cNvSpPr>
          <p:nvPr>
            <p:ph type="title" idx="3"/>
          </p:nvPr>
        </p:nvSpPr>
        <p:spPr>
          <a:xfrm>
            <a:off x="1070650" y="2103525"/>
            <a:ext cx="538500" cy="73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02</a:t>
            </a:r>
            <a:endParaRPr/>
          </a:p>
        </p:txBody>
      </p:sp>
      <p:sp>
        <p:nvSpPr>
          <p:cNvPr id="210" name="Google Shape;210;p37"/>
          <p:cNvSpPr txBox="1">
            <a:spLocks noGrp="1"/>
          </p:cNvSpPr>
          <p:nvPr>
            <p:ph type="subTitle" idx="4"/>
          </p:nvPr>
        </p:nvSpPr>
        <p:spPr>
          <a:xfrm>
            <a:off x="1609075" y="2103533"/>
            <a:ext cx="2607300" cy="73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About target audience analysis</a:t>
            </a:r>
            <a:endParaRPr/>
          </a:p>
        </p:txBody>
      </p:sp>
      <p:sp>
        <p:nvSpPr>
          <p:cNvPr id="211" name="Google Shape;211;p37"/>
          <p:cNvSpPr txBox="1">
            <a:spLocks noGrp="1"/>
          </p:cNvSpPr>
          <p:nvPr>
            <p:ph type="title" idx="5"/>
          </p:nvPr>
        </p:nvSpPr>
        <p:spPr>
          <a:xfrm>
            <a:off x="1070650" y="2839750"/>
            <a:ext cx="538500" cy="73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03</a:t>
            </a:r>
            <a:endParaRPr/>
          </a:p>
        </p:txBody>
      </p:sp>
      <p:sp>
        <p:nvSpPr>
          <p:cNvPr id="212" name="Google Shape;212;p37"/>
          <p:cNvSpPr txBox="1">
            <a:spLocks noGrp="1"/>
          </p:cNvSpPr>
          <p:nvPr>
            <p:ph type="subTitle" idx="6"/>
          </p:nvPr>
        </p:nvSpPr>
        <p:spPr>
          <a:xfrm>
            <a:off x="1609075" y="2839740"/>
            <a:ext cx="2607300" cy="73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Lead generation strategies</a:t>
            </a:r>
            <a:endParaRPr/>
          </a:p>
        </p:txBody>
      </p:sp>
      <p:sp>
        <p:nvSpPr>
          <p:cNvPr id="213" name="Google Shape;213;p37"/>
          <p:cNvSpPr txBox="1">
            <a:spLocks noGrp="1"/>
          </p:cNvSpPr>
          <p:nvPr>
            <p:ph type="title" idx="7"/>
          </p:nvPr>
        </p:nvSpPr>
        <p:spPr>
          <a:xfrm>
            <a:off x="1070650" y="3575950"/>
            <a:ext cx="538500" cy="73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04</a:t>
            </a:r>
            <a:endParaRPr/>
          </a:p>
        </p:txBody>
      </p:sp>
      <p:sp>
        <p:nvSpPr>
          <p:cNvPr id="214" name="Google Shape;214;p37"/>
          <p:cNvSpPr txBox="1">
            <a:spLocks noGrp="1"/>
          </p:cNvSpPr>
          <p:nvPr>
            <p:ph type="subTitle" idx="8"/>
          </p:nvPr>
        </p:nvSpPr>
        <p:spPr>
          <a:xfrm>
            <a:off x="1609075" y="3575948"/>
            <a:ext cx="2607300" cy="73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Lead capture and landing pages</a:t>
            </a:r>
            <a:endParaRPr/>
          </a:p>
        </p:txBody>
      </p:sp>
      <p:sp>
        <p:nvSpPr>
          <p:cNvPr id="215" name="Google Shape;215;p37"/>
          <p:cNvSpPr txBox="1">
            <a:spLocks noGrp="1"/>
          </p:cNvSpPr>
          <p:nvPr>
            <p:ph type="title" idx="9"/>
          </p:nvPr>
        </p:nvSpPr>
        <p:spPr>
          <a:xfrm>
            <a:off x="4927449" y="1367325"/>
            <a:ext cx="538500" cy="73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05</a:t>
            </a:r>
            <a:endParaRPr/>
          </a:p>
        </p:txBody>
      </p:sp>
      <p:sp>
        <p:nvSpPr>
          <p:cNvPr id="216" name="Google Shape;216;p37"/>
          <p:cNvSpPr txBox="1">
            <a:spLocks noGrp="1"/>
          </p:cNvSpPr>
          <p:nvPr>
            <p:ph type="subTitle" idx="13"/>
          </p:nvPr>
        </p:nvSpPr>
        <p:spPr>
          <a:xfrm>
            <a:off x="5465950" y="1367325"/>
            <a:ext cx="2607300" cy="73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Lead nurturing and engagement</a:t>
            </a:r>
            <a:endParaRPr/>
          </a:p>
        </p:txBody>
      </p:sp>
      <p:sp>
        <p:nvSpPr>
          <p:cNvPr id="217" name="Google Shape;217;p37"/>
          <p:cNvSpPr txBox="1">
            <a:spLocks noGrp="1"/>
          </p:cNvSpPr>
          <p:nvPr>
            <p:ph type="title" idx="14"/>
          </p:nvPr>
        </p:nvSpPr>
        <p:spPr>
          <a:xfrm>
            <a:off x="4927449" y="2103522"/>
            <a:ext cx="538500" cy="73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06</a:t>
            </a:r>
            <a:endParaRPr/>
          </a:p>
        </p:txBody>
      </p:sp>
      <p:sp>
        <p:nvSpPr>
          <p:cNvPr id="218" name="Google Shape;218;p37"/>
          <p:cNvSpPr txBox="1">
            <a:spLocks noGrp="1"/>
          </p:cNvSpPr>
          <p:nvPr>
            <p:ph type="subTitle" idx="15"/>
          </p:nvPr>
        </p:nvSpPr>
        <p:spPr>
          <a:xfrm>
            <a:off x="5465950" y="2103519"/>
            <a:ext cx="2607300" cy="73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Sales funnel and conversion</a:t>
            </a:r>
            <a:endParaRPr/>
          </a:p>
        </p:txBody>
      </p:sp>
      <p:sp>
        <p:nvSpPr>
          <p:cNvPr id="219" name="Google Shape;219;p37"/>
          <p:cNvSpPr txBox="1">
            <a:spLocks noGrp="1"/>
          </p:cNvSpPr>
          <p:nvPr>
            <p:ph type="title" idx="16"/>
          </p:nvPr>
        </p:nvSpPr>
        <p:spPr>
          <a:xfrm>
            <a:off x="4927449" y="2839728"/>
            <a:ext cx="538500" cy="73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07</a:t>
            </a:r>
            <a:endParaRPr/>
          </a:p>
        </p:txBody>
      </p:sp>
      <p:sp>
        <p:nvSpPr>
          <p:cNvPr id="220" name="Google Shape;220;p37"/>
          <p:cNvSpPr txBox="1">
            <a:spLocks noGrp="1"/>
          </p:cNvSpPr>
          <p:nvPr>
            <p:ph type="subTitle" idx="17"/>
          </p:nvPr>
        </p:nvSpPr>
        <p:spPr>
          <a:xfrm>
            <a:off x="5465950" y="2839721"/>
            <a:ext cx="2607300" cy="73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CRM integration and lead management</a:t>
            </a:r>
            <a:endParaRPr/>
          </a:p>
        </p:txBody>
      </p:sp>
      <p:sp>
        <p:nvSpPr>
          <p:cNvPr id="221" name="Google Shape;221;p37"/>
          <p:cNvSpPr txBox="1">
            <a:spLocks noGrp="1"/>
          </p:cNvSpPr>
          <p:nvPr>
            <p:ph type="title" idx="18"/>
          </p:nvPr>
        </p:nvSpPr>
        <p:spPr>
          <a:xfrm>
            <a:off x="4927449" y="3575925"/>
            <a:ext cx="538500" cy="73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08</a:t>
            </a:r>
            <a:endParaRPr/>
          </a:p>
        </p:txBody>
      </p:sp>
      <p:sp>
        <p:nvSpPr>
          <p:cNvPr id="222" name="Google Shape;222;p37"/>
          <p:cNvSpPr txBox="1">
            <a:spLocks noGrp="1"/>
          </p:cNvSpPr>
          <p:nvPr>
            <p:ph type="subTitle" idx="19"/>
          </p:nvPr>
        </p:nvSpPr>
        <p:spPr>
          <a:xfrm>
            <a:off x="5465950" y="3575916"/>
            <a:ext cx="2607300" cy="73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Measurement and analytics</a:t>
            </a:r>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Shape 233"/>
        <p:cNvGrpSpPr/>
        <p:nvPr/>
      </p:nvGrpSpPr>
      <p:grpSpPr>
        <a:xfrm>
          <a:off x="0" y="0"/>
          <a:ext cx="0" cy="0"/>
          <a:chOff x="0" y="0"/>
          <a:chExt cx="0" cy="0"/>
        </a:xfrm>
      </p:grpSpPr>
      <p:sp>
        <p:nvSpPr>
          <p:cNvPr id="234" name="Google Shape;234;p39"/>
          <p:cNvSpPr txBox="1">
            <a:spLocks noGrp="1"/>
          </p:cNvSpPr>
          <p:nvPr>
            <p:ph type="title"/>
          </p:nvPr>
        </p:nvSpPr>
        <p:spPr>
          <a:xfrm>
            <a:off x="715100" y="3328050"/>
            <a:ext cx="7708800" cy="125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Introduction</a:t>
            </a:r>
            <a:endParaRPr/>
          </a:p>
        </p:txBody>
      </p:sp>
      <p:sp>
        <p:nvSpPr>
          <p:cNvPr id="235" name="Google Shape;235;p39"/>
          <p:cNvSpPr txBox="1">
            <a:spLocks noGrp="1"/>
          </p:cNvSpPr>
          <p:nvPr>
            <p:ph type="title" idx="2"/>
          </p:nvPr>
        </p:nvSpPr>
        <p:spPr>
          <a:xfrm>
            <a:off x="715100" y="2074250"/>
            <a:ext cx="7708800" cy="1253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01</a:t>
            </a:r>
            <a:endParaRPr/>
          </a:p>
        </p:txBody>
      </p:sp>
      <p:sp>
        <p:nvSpPr>
          <p:cNvPr id="236" name="Google Shape;236;p39"/>
          <p:cNvSpPr txBox="1">
            <a:spLocks noGrp="1"/>
          </p:cNvSpPr>
          <p:nvPr>
            <p:ph type="subTitle" idx="1"/>
          </p:nvPr>
        </p:nvSpPr>
        <p:spPr>
          <a:xfrm>
            <a:off x="4572000" y="535000"/>
            <a:ext cx="3856800" cy="388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enter a </a:t>
            </a:r>
            <a:r>
              <a:rPr lang="en" b="1"/>
              <a:t>subtitle</a:t>
            </a:r>
            <a:r>
              <a:rPr lang="en"/>
              <a:t> here if you need it</a:t>
            </a:r>
            <a:endParaRPr/>
          </a:p>
        </p:txBody>
      </p:sp>
      <p:cxnSp>
        <p:nvCxnSpPr>
          <p:cNvPr id="237" name="Google Shape;237;p39">
            <a:hlinkClick r:id="" action="ppaction://hlinkshowjump?jump=nextslide"/>
          </p:cNvPr>
          <p:cNvCxnSpPr/>
          <p:nvPr/>
        </p:nvCxnSpPr>
        <p:spPr>
          <a:xfrm>
            <a:off x="715100" y="729100"/>
            <a:ext cx="483300" cy="0"/>
          </a:xfrm>
          <a:prstGeom prst="straightConnector1">
            <a:avLst/>
          </a:prstGeom>
          <a:noFill/>
          <a:ln w="9525" cap="flat" cmpd="sng">
            <a:solidFill>
              <a:schemeClr val="dk1"/>
            </a:solidFill>
            <a:prstDash val="solid"/>
            <a:round/>
            <a:headEnd type="none" w="med" len="med"/>
            <a:tailEnd type="triangle" w="med" len="med"/>
          </a:ln>
        </p:spPr>
      </p:cxn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Shape 241"/>
        <p:cNvGrpSpPr/>
        <p:nvPr/>
      </p:nvGrpSpPr>
      <p:grpSpPr>
        <a:xfrm>
          <a:off x="0" y="0"/>
          <a:ext cx="0" cy="0"/>
          <a:chOff x="0" y="0"/>
          <a:chExt cx="0" cy="0"/>
        </a:xfrm>
      </p:grpSpPr>
      <p:sp>
        <p:nvSpPr>
          <p:cNvPr id="242" name="Google Shape;242;p40"/>
          <p:cNvSpPr txBox="1">
            <a:spLocks noGrp="1"/>
          </p:cNvSpPr>
          <p:nvPr>
            <p:ph type="title"/>
          </p:nvPr>
        </p:nvSpPr>
        <p:spPr>
          <a:xfrm>
            <a:off x="720000" y="535000"/>
            <a:ext cx="5925300" cy="1250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Overview</a:t>
            </a:r>
            <a:endParaRPr dirty="0"/>
          </a:p>
        </p:txBody>
      </p:sp>
      <p:sp>
        <p:nvSpPr>
          <p:cNvPr id="243" name="Google Shape;243;p40"/>
          <p:cNvSpPr txBox="1">
            <a:spLocks noGrp="1"/>
          </p:cNvSpPr>
          <p:nvPr>
            <p:ph type="subTitle" idx="1"/>
          </p:nvPr>
        </p:nvSpPr>
        <p:spPr>
          <a:xfrm>
            <a:off x="4572000" y="3358100"/>
            <a:ext cx="3856800" cy="1250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give a </a:t>
            </a:r>
            <a:r>
              <a:rPr lang="en" b="1"/>
              <a:t>brief description</a:t>
            </a:r>
            <a:r>
              <a:rPr lang="en"/>
              <a:t> of the topic you want to talk about here. For example,</a:t>
            </a:r>
            <a:br>
              <a:rPr lang="en"/>
            </a:br>
            <a:r>
              <a:rPr lang="en"/>
              <a:t>if you want to talk about Mercury, you can say that it’s the smallest planet in the entire Solar System</a:t>
            </a:r>
            <a:endParaRPr/>
          </a:p>
        </p:txBody>
      </p:sp>
      <p:cxnSp>
        <p:nvCxnSpPr>
          <p:cNvPr id="244" name="Google Shape;244;p40">
            <a:hlinkClick r:id="" action="ppaction://hlinkshowjump?jump=nextslide"/>
          </p:cNvPr>
          <p:cNvCxnSpPr/>
          <p:nvPr/>
        </p:nvCxnSpPr>
        <p:spPr>
          <a:xfrm>
            <a:off x="715100" y="4414400"/>
            <a:ext cx="483300" cy="0"/>
          </a:xfrm>
          <a:prstGeom prst="straightConnector1">
            <a:avLst/>
          </a:prstGeom>
          <a:noFill/>
          <a:ln w="9525" cap="flat" cmpd="sng">
            <a:solidFill>
              <a:schemeClr val="dk1"/>
            </a:solidFill>
            <a:prstDash val="solid"/>
            <a:round/>
            <a:headEnd type="none" w="med" len="med"/>
            <a:tailEnd type="triangle" w="med" len="med"/>
          </a:ln>
        </p:spPr>
      </p:cxnSp>
      <p:sp>
        <p:nvSpPr>
          <p:cNvPr id="4" name="Rectangle 1"/>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ES"/>
          </a:p>
        </p:txBody>
      </p:sp>
      <p:sp>
        <p:nvSpPr>
          <p:cNvPr id="5" name="Rectangle 2"/>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ES"/>
          </a:p>
        </p:txBody>
      </p:sp>
      <p:sp>
        <p:nvSpPr>
          <p:cNvPr id="6" name="Rectangle 3"/>
          <p:cNvSpPr>
            <a:spLocks noChangeArrowheads="1"/>
          </p:cNvSpPr>
          <p:nvPr/>
        </p:nvSpPr>
        <p:spPr bwMode="auto">
          <a:xfrm>
            <a:off x="304800" y="304799"/>
            <a:ext cx="1640541" cy="23242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s-ES"/>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250" name="Google Shape;250;p41"/>
          <p:cNvSpPr txBox="1">
            <a:spLocks noGrp="1"/>
          </p:cNvSpPr>
          <p:nvPr>
            <p:ph type="title"/>
          </p:nvPr>
        </p:nvSpPr>
        <p:spPr>
          <a:xfrm>
            <a:off x="715100" y="535000"/>
            <a:ext cx="7713900" cy="548700"/>
          </a:xfrm>
          <a:prstGeom prst="rect">
            <a:avLst/>
          </a:prstGeom>
        </p:spPr>
        <p:txBody>
          <a:bodyPr spcFirstLastPara="1" wrap="square" lIns="91425" tIns="91425" rIns="91425" bIns="91425" anchor="t" anchorCtr="0">
            <a:noAutofit/>
          </a:bodyPr>
          <a:lstStyle/>
          <a:p>
            <a:pPr lvl="0"/>
            <a:r>
              <a:rPr lang="es-ES" dirty="0"/>
              <a:t>10 000 </a:t>
            </a:r>
            <a:r>
              <a:rPr lang="es-ES" dirty="0" err="1"/>
              <a:t>years</a:t>
            </a:r>
            <a:r>
              <a:rPr lang="es-ES" dirty="0"/>
              <a:t> of </a:t>
            </a:r>
            <a:r>
              <a:rPr lang="es-ES" dirty="0" err="1"/>
              <a:t>pollen</a:t>
            </a:r>
            <a:r>
              <a:rPr lang="es-ES" dirty="0"/>
              <a:t> </a:t>
            </a:r>
            <a:r>
              <a:rPr lang="es-ES" dirty="0" err="1"/>
              <a:t>sediments</a:t>
            </a:r>
            <a:endParaRPr dirty="0"/>
          </a:p>
        </p:txBody>
      </p:sp>
      <p:pic>
        <p:nvPicPr>
          <p:cNvPr id="9" name="Imagen 8"/>
          <p:cNvPicPr>
            <a:picLocks noChangeAspect="1"/>
          </p:cNvPicPr>
          <p:nvPr/>
        </p:nvPicPr>
        <p:blipFill>
          <a:blip r:embed="rId3"/>
          <a:stretch>
            <a:fillRect/>
          </a:stretch>
        </p:blipFill>
        <p:spPr>
          <a:xfrm>
            <a:off x="-513159" y="3005089"/>
            <a:ext cx="9862770" cy="2050277"/>
          </a:xfrm>
          <a:prstGeom prst="rect">
            <a:avLst/>
          </a:prstGeom>
        </p:spPr>
      </p:pic>
      <p:pic>
        <p:nvPicPr>
          <p:cNvPr id="2052" name="Picture 4" descr="ANTONIA ANDRADE OLALLA"/>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84809" y="1369994"/>
            <a:ext cx="2611153" cy="1380131"/>
          </a:xfrm>
          <a:prstGeom prst="rect">
            <a:avLst/>
          </a:prstGeom>
          <a:noFill/>
          <a:extLst>
            <a:ext uri="{909E8E84-426E-40DD-AFC4-6F175D3DCCD1}">
              <a14:hiddenFill xmlns:a14="http://schemas.microsoft.com/office/drawing/2010/main">
                <a:solidFill>
                  <a:srgbClr val="FFFFFF"/>
                </a:solidFill>
              </a14:hiddenFill>
            </a:ext>
          </a:extLst>
        </p:spPr>
      </p:pic>
      <p:pic>
        <p:nvPicPr>
          <p:cNvPr id="12" name="Imagen 11"/>
          <p:cNvPicPr>
            <a:picLocks noChangeAspect="1"/>
          </p:cNvPicPr>
          <p:nvPr/>
        </p:nvPicPr>
        <p:blipFill>
          <a:blip r:embed="rId5"/>
          <a:stretch>
            <a:fillRect/>
          </a:stretch>
        </p:blipFill>
        <p:spPr>
          <a:xfrm>
            <a:off x="138137" y="1375752"/>
            <a:ext cx="3493251" cy="1716220"/>
          </a:xfrm>
          <a:prstGeom prst="rect">
            <a:avLst/>
          </a:prstGeom>
        </p:spPr>
      </p:pic>
      <p:sp>
        <p:nvSpPr>
          <p:cNvPr id="13" name="CuadroTexto 12"/>
          <p:cNvSpPr txBox="1"/>
          <p:nvPr/>
        </p:nvSpPr>
        <p:spPr>
          <a:xfrm>
            <a:off x="3730244" y="1412034"/>
            <a:ext cx="1167575" cy="553998"/>
          </a:xfrm>
          <a:prstGeom prst="rect">
            <a:avLst/>
          </a:prstGeom>
          <a:effectLst>
            <a:outerShdw blurRad="50800" dist="38100" dir="2700000" algn="t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r>
              <a:rPr lang="es-ES" sz="1200" dirty="0" smtClean="0"/>
              <a:t>BSM</a:t>
            </a:r>
          </a:p>
          <a:p>
            <a:r>
              <a:rPr lang="es-ES" sz="900" dirty="0" err="1" smtClean="0"/>
              <a:t>Pyrenees</a:t>
            </a:r>
            <a:r>
              <a:rPr lang="es-ES" sz="900" dirty="0" smtClean="0"/>
              <a:t>, </a:t>
            </a:r>
            <a:r>
              <a:rPr lang="es-ES" sz="900" dirty="0" err="1" smtClean="0"/>
              <a:t>Spain</a:t>
            </a:r>
            <a:r>
              <a:rPr lang="es-ES" sz="900" dirty="0" smtClean="0"/>
              <a:t> 1913 m</a:t>
            </a:r>
            <a:endParaRPr lang="es-ES" sz="900" dirty="0"/>
          </a:p>
        </p:txBody>
      </p:sp>
      <p:sp>
        <p:nvSpPr>
          <p:cNvPr id="18" name="CuadroTexto 17"/>
          <p:cNvSpPr txBox="1"/>
          <p:nvPr/>
        </p:nvSpPr>
        <p:spPr>
          <a:xfrm>
            <a:off x="3730244" y="2167645"/>
            <a:ext cx="1167575" cy="553998"/>
          </a:xfrm>
          <a:prstGeom prst="rect">
            <a:avLst/>
          </a:prstGeom>
          <a:effectLst>
            <a:outerShdw blurRad="50800" dist="38100" dir="2700000" algn="t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r>
              <a:rPr lang="es-ES" sz="1200" dirty="0" smtClean="0"/>
              <a:t>GGU</a:t>
            </a:r>
          </a:p>
          <a:p>
            <a:r>
              <a:rPr lang="es-ES" sz="900" dirty="0" smtClean="0"/>
              <a:t>Bale </a:t>
            </a:r>
            <a:r>
              <a:rPr lang="es-ES" sz="900" dirty="0" err="1" smtClean="0"/>
              <a:t>Mountains</a:t>
            </a:r>
            <a:r>
              <a:rPr lang="es-ES" sz="900" dirty="0" smtClean="0"/>
              <a:t>, </a:t>
            </a:r>
            <a:r>
              <a:rPr lang="es-ES" sz="900" dirty="0" err="1" smtClean="0"/>
              <a:t>Ethiopia</a:t>
            </a:r>
            <a:r>
              <a:rPr lang="es-ES" sz="900" dirty="0" smtClean="0"/>
              <a:t> 3950 m</a:t>
            </a:r>
            <a:endParaRPr lang="es-ES" sz="900" dirty="0"/>
          </a:p>
        </p:txBody>
      </p:sp>
      <p:sp>
        <p:nvSpPr>
          <p:cNvPr id="19" name="Elipse 18"/>
          <p:cNvSpPr/>
          <p:nvPr/>
        </p:nvSpPr>
        <p:spPr>
          <a:xfrm>
            <a:off x="1587061" y="1802647"/>
            <a:ext cx="136635" cy="136630"/>
          </a:xfrm>
          <a:prstGeom prst="ellipse">
            <a:avLst/>
          </a:prstGeom>
          <a:no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Elipse 19"/>
          <p:cNvSpPr/>
          <p:nvPr/>
        </p:nvSpPr>
        <p:spPr>
          <a:xfrm>
            <a:off x="2091558" y="2204314"/>
            <a:ext cx="136635" cy="136630"/>
          </a:xfrm>
          <a:prstGeom prst="ellipse">
            <a:avLst/>
          </a:prstGeom>
          <a:no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715100" y="535000"/>
            <a:ext cx="5800000" cy="948900"/>
          </a:xfrm>
          <a:prstGeom prst="rect">
            <a:avLst/>
          </a:prstGeom>
        </p:spPr>
        <p:txBody>
          <a:bodyPr spcFirstLastPara="1" wrap="square" lIns="91425" tIns="91425" rIns="91425" bIns="91425" anchor="t" anchorCtr="0">
            <a:noAutofit/>
          </a:bodyPr>
          <a:lstStyle/>
          <a:p>
            <a:pPr lvl="0"/>
            <a:r>
              <a:rPr lang="en-US" dirty="0"/>
              <a:t>From sediment to causal network</a:t>
            </a:r>
            <a:endParaRPr dirty="0"/>
          </a:p>
        </p:txBody>
      </p:sp>
      <p:pic>
        <p:nvPicPr>
          <p:cNvPr id="8" name="Imagen 7"/>
          <p:cNvPicPr>
            <a:picLocks noChangeAspect="1"/>
          </p:cNvPicPr>
          <p:nvPr/>
        </p:nvPicPr>
        <p:blipFill rotWithShape="1">
          <a:blip r:embed="rId3"/>
          <a:srcRect l="25271" r="22978" b="75722"/>
          <a:stretch/>
        </p:blipFill>
        <p:spPr>
          <a:xfrm>
            <a:off x="253999" y="1255301"/>
            <a:ext cx="3581401" cy="1004423"/>
          </a:xfrm>
          <a:prstGeom prst="rect">
            <a:avLst/>
          </a:prstGeom>
        </p:spPr>
      </p:pic>
      <p:pic>
        <p:nvPicPr>
          <p:cNvPr id="11" name="Imagen 10"/>
          <p:cNvPicPr>
            <a:picLocks noChangeAspect="1"/>
          </p:cNvPicPr>
          <p:nvPr/>
        </p:nvPicPr>
        <p:blipFill>
          <a:blip r:embed="rId4"/>
          <a:stretch>
            <a:fillRect/>
          </a:stretch>
        </p:blipFill>
        <p:spPr>
          <a:xfrm>
            <a:off x="4296501" y="1483900"/>
            <a:ext cx="4123599" cy="3132748"/>
          </a:xfrm>
          <a:prstGeom prst="rect">
            <a:avLst/>
          </a:prstGeom>
        </p:spPr>
      </p:pic>
      <p:sp>
        <p:nvSpPr>
          <p:cNvPr id="12" name="CuadroTexto 11"/>
          <p:cNvSpPr txBox="1"/>
          <p:nvPr/>
        </p:nvSpPr>
        <p:spPr>
          <a:xfrm>
            <a:off x="4648200" y="4616648"/>
            <a:ext cx="3911600" cy="246221"/>
          </a:xfrm>
          <a:prstGeom prst="rect">
            <a:avLst/>
          </a:prstGeom>
          <a:noFill/>
        </p:spPr>
        <p:txBody>
          <a:bodyPr wrap="square" rtlCol="0">
            <a:spAutoFit/>
          </a:bodyPr>
          <a:lstStyle/>
          <a:p>
            <a:r>
              <a:rPr lang="es-ES" sz="1000" i="1" dirty="0" err="1" smtClean="0">
                <a:solidFill>
                  <a:schemeClr val="accent2">
                    <a:lumMod val="50000"/>
                  </a:schemeClr>
                </a:solidFill>
              </a:rPr>
              <a:t>Pollen</a:t>
            </a:r>
            <a:r>
              <a:rPr lang="es-ES" sz="1000" i="1" dirty="0" smtClean="0">
                <a:solidFill>
                  <a:schemeClr val="accent2">
                    <a:lumMod val="50000"/>
                  </a:schemeClr>
                </a:solidFill>
              </a:rPr>
              <a:t> </a:t>
            </a:r>
            <a:r>
              <a:rPr lang="es-ES" sz="1000" i="1" dirty="0" err="1" smtClean="0">
                <a:solidFill>
                  <a:schemeClr val="accent2">
                    <a:lumMod val="50000"/>
                  </a:schemeClr>
                </a:solidFill>
              </a:rPr>
              <a:t>from</a:t>
            </a:r>
            <a:r>
              <a:rPr lang="es-ES" sz="1000" i="1" dirty="0" smtClean="0">
                <a:solidFill>
                  <a:schemeClr val="accent2">
                    <a:lumMod val="50000"/>
                  </a:schemeClr>
                </a:solidFill>
              </a:rPr>
              <a:t> </a:t>
            </a:r>
            <a:r>
              <a:rPr lang="es-ES" sz="1000" i="1" dirty="0" err="1" smtClean="0">
                <a:solidFill>
                  <a:schemeClr val="accent2">
                    <a:lumMod val="50000"/>
                  </a:schemeClr>
                </a:solidFill>
              </a:rPr>
              <a:t>the</a:t>
            </a:r>
            <a:r>
              <a:rPr lang="es-ES" sz="1000" i="1" dirty="0" smtClean="0">
                <a:solidFill>
                  <a:schemeClr val="accent2">
                    <a:lumMod val="50000"/>
                  </a:schemeClr>
                </a:solidFill>
              </a:rPr>
              <a:t> ten </a:t>
            </a:r>
            <a:r>
              <a:rPr lang="es-ES" sz="1000" i="1" dirty="0" err="1" smtClean="0">
                <a:solidFill>
                  <a:schemeClr val="accent2">
                    <a:lumMod val="50000"/>
                  </a:schemeClr>
                </a:solidFill>
              </a:rPr>
              <a:t>most</a:t>
            </a:r>
            <a:r>
              <a:rPr lang="es-ES" sz="1000" i="1" dirty="0" smtClean="0">
                <a:solidFill>
                  <a:schemeClr val="accent2">
                    <a:lumMod val="50000"/>
                  </a:schemeClr>
                </a:solidFill>
              </a:rPr>
              <a:t> </a:t>
            </a:r>
            <a:r>
              <a:rPr lang="es-ES" sz="1000" i="1" dirty="0" err="1" smtClean="0">
                <a:solidFill>
                  <a:schemeClr val="accent2">
                    <a:lumMod val="50000"/>
                  </a:schemeClr>
                </a:solidFill>
              </a:rPr>
              <a:t>abundant</a:t>
            </a:r>
            <a:r>
              <a:rPr lang="es-ES" sz="1000" i="1" dirty="0" smtClean="0">
                <a:solidFill>
                  <a:schemeClr val="accent2">
                    <a:lumMod val="50000"/>
                  </a:schemeClr>
                </a:solidFill>
              </a:rPr>
              <a:t> </a:t>
            </a:r>
            <a:r>
              <a:rPr lang="es-ES" sz="1000" i="1" dirty="0" err="1" smtClean="0">
                <a:solidFill>
                  <a:schemeClr val="accent2">
                    <a:lumMod val="50000"/>
                  </a:schemeClr>
                </a:solidFill>
              </a:rPr>
              <a:t>taxa</a:t>
            </a:r>
            <a:r>
              <a:rPr lang="es-ES" sz="1000" i="1" dirty="0" smtClean="0">
                <a:solidFill>
                  <a:schemeClr val="accent2">
                    <a:lumMod val="50000"/>
                  </a:schemeClr>
                </a:solidFill>
              </a:rPr>
              <a:t>. BSM.</a:t>
            </a:r>
            <a:endParaRPr lang="es-ES" sz="1000" i="1" dirty="0">
              <a:solidFill>
                <a:schemeClr val="accent2">
                  <a:lumMod val="50000"/>
                </a:schemeClr>
              </a:solidFill>
            </a:endParaRPr>
          </a:p>
        </p:txBody>
      </p:sp>
      <p:pic>
        <p:nvPicPr>
          <p:cNvPr id="14" name="Imagen 13"/>
          <p:cNvPicPr>
            <a:picLocks noChangeAspect="1"/>
          </p:cNvPicPr>
          <p:nvPr/>
        </p:nvPicPr>
        <p:blipFill>
          <a:blip r:embed="rId5"/>
          <a:stretch>
            <a:fillRect/>
          </a:stretch>
        </p:blipFill>
        <p:spPr>
          <a:xfrm>
            <a:off x="4296500" y="1477966"/>
            <a:ext cx="4123599" cy="3138682"/>
          </a:xfrm>
          <a:prstGeom prst="rect">
            <a:avLst/>
          </a:prstGeom>
        </p:spPr>
      </p:pic>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715100" y="535000"/>
            <a:ext cx="5800000" cy="948900"/>
          </a:xfrm>
          <a:prstGeom prst="rect">
            <a:avLst/>
          </a:prstGeom>
        </p:spPr>
        <p:txBody>
          <a:bodyPr spcFirstLastPara="1" wrap="square" lIns="91425" tIns="91425" rIns="91425" bIns="91425" anchor="t" anchorCtr="0">
            <a:noAutofit/>
          </a:bodyPr>
          <a:lstStyle/>
          <a:p>
            <a:pPr lvl="0"/>
            <a:r>
              <a:rPr lang="en-US" dirty="0"/>
              <a:t>From sediment to causal network</a:t>
            </a:r>
            <a:endParaRPr dirty="0"/>
          </a:p>
        </p:txBody>
      </p:sp>
      <p:pic>
        <p:nvPicPr>
          <p:cNvPr id="8" name="Imagen 7"/>
          <p:cNvPicPr>
            <a:picLocks noChangeAspect="1"/>
          </p:cNvPicPr>
          <p:nvPr/>
        </p:nvPicPr>
        <p:blipFill rotWithShape="1">
          <a:blip r:embed="rId3"/>
          <a:srcRect l="25271" r="22978" b="45005"/>
          <a:stretch/>
        </p:blipFill>
        <p:spPr>
          <a:xfrm>
            <a:off x="253999" y="1255301"/>
            <a:ext cx="3581401" cy="2275300"/>
          </a:xfrm>
          <a:prstGeom prst="rect">
            <a:avLst/>
          </a:prstGeom>
        </p:spPr>
      </p:pic>
      <p:pic>
        <p:nvPicPr>
          <p:cNvPr id="11" name="Imagen 10"/>
          <p:cNvPicPr>
            <a:picLocks noChangeAspect="1"/>
          </p:cNvPicPr>
          <p:nvPr/>
        </p:nvPicPr>
        <p:blipFill>
          <a:blip r:embed="rId4"/>
          <a:stretch>
            <a:fillRect/>
          </a:stretch>
        </p:blipFill>
        <p:spPr>
          <a:xfrm>
            <a:off x="4296501" y="1483900"/>
            <a:ext cx="4123599" cy="3132748"/>
          </a:xfrm>
          <a:prstGeom prst="rect">
            <a:avLst/>
          </a:prstGeom>
        </p:spPr>
      </p:pic>
      <p:sp>
        <p:nvSpPr>
          <p:cNvPr id="12" name="CuadroTexto 11"/>
          <p:cNvSpPr txBox="1"/>
          <p:nvPr/>
        </p:nvSpPr>
        <p:spPr>
          <a:xfrm>
            <a:off x="4648200" y="4616648"/>
            <a:ext cx="3911600" cy="246221"/>
          </a:xfrm>
          <a:prstGeom prst="rect">
            <a:avLst/>
          </a:prstGeom>
          <a:noFill/>
        </p:spPr>
        <p:txBody>
          <a:bodyPr wrap="square" rtlCol="0">
            <a:spAutoFit/>
          </a:bodyPr>
          <a:lstStyle/>
          <a:p>
            <a:r>
              <a:rPr lang="es-ES" sz="1000" i="1" dirty="0" err="1" smtClean="0">
                <a:solidFill>
                  <a:schemeClr val="accent2">
                    <a:lumMod val="50000"/>
                  </a:schemeClr>
                </a:solidFill>
              </a:rPr>
              <a:t>Pollen</a:t>
            </a:r>
            <a:r>
              <a:rPr lang="es-ES" sz="1000" i="1" dirty="0" smtClean="0">
                <a:solidFill>
                  <a:schemeClr val="accent2">
                    <a:lumMod val="50000"/>
                  </a:schemeClr>
                </a:solidFill>
              </a:rPr>
              <a:t> </a:t>
            </a:r>
            <a:r>
              <a:rPr lang="es-ES" sz="1000" i="1" dirty="0" err="1" smtClean="0">
                <a:solidFill>
                  <a:schemeClr val="accent2">
                    <a:lumMod val="50000"/>
                  </a:schemeClr>
                </a:solidFill>
              </a:rPr>
              <a:t>from</a:t>
            </a:r>
            <a:r>
              <a:rPr lang="es-ES" sz="1000" i="1" dirty="0" smtClean="0">
                <a:solidFill>
                  <a:schemeClr val="accent2">
                    <a:lumMod val="50000"/>
                  </a:schemeClr>
                </a:solidFill>
              </a:rPr>
              <a:t> </a:t>
            </a:r>
            <a:r>
              <a:rPr lang="es-ES" sz="1000" i="1" dirty="0" err="1" smtClean="0">
                <a:solidFill>
                  <a:schemeClr val="accent2">
                    <a:lumMod val="50000"/>
                  </a:schemeClr>
                </a:solidFill>
              </a:rPr>
              <a:t>the</a:t>
            </a:r>
            <a:r>
              <a:rPr lang="es-ES" sz="1000" i="1" dirty="0" smtClean="0">
                <a:solidFill>
                  <a:schemeClr val="accent2">
                    <a:lumMod val="50000"/>
                  </a:schemeClr>
                </a:solidFill>
              </a:rPr>
              <a:t> ten </a:t>
            </a:r>
            <a:r>
              <a:rPr lang="es-ES" sz="1000" i="1" dirty="0" err="1" smtClean="0">
                <a:solidFill>
                  <a:schemeClr val="accent2">
                    <a:lumMod val="50000"/>
                  </a:schemeClr>
                </a:solidFill>
              </a:rPr>
              <a:t>most</a:t>
            </a:r>
            <a:r>
              <a:rPr lang="es-ES" sz="1000" i="1" dirty="0" smtClean="0">
                <a:solidFill>
                  <a:schemeClr val="accent2">
                    <a:lumMod val="50000"/>
                  </a:schemeClr>
                </a:solidFill>
              </a:rPr>
              <a:t> </a:t>
            </a:r>
            <a:r>
              <a:rPr lang="es-ES" sz="1000" i="1" dirty="0" err="1" smtClean="0">
                <a:solidFill>
                  <a:schemeClr val="accent2">
                    <a:lumMod val="50000"/>
                  </a:schemeClr>
                </a:solidFill>
              </a:rPr>
              <a:t>abundant</a:t>
            </a:r>
            <a:r>
              <a:rPr lang="es-ES" sz="1000" i="1" dirty="0" smtClean="0">
                <a:solidFill>
                  <a:schemeClr val="accent2">
                    <a:lumMod val="50000"/>
                  </a:schemeClr>
                </a:solidFill>
              </a:rPr>
              <a:t> </a:t>
            </a:r>
            <a:r>
              <a:rPr lang="es-ES" sz="1000" i="1" dirty="0" err="1" smtClean="0">
                <a:solidFill>
                  <a:schemeClr val="accent2">
                    <a:lumMod val="50000"/>
                  </a:schemeClr>
                </a:solidFill>
              </a:rPr>
              <a:t>taxa</a:t>
            </a:r>
            <a:r>
              <a:rPr lang="es-ES" sz="1000" i="1" dirty="0" smtClean="0">
                <a:solidFill>
                  <a:schemeClr val="accent2">
                    <a:lumMod val="50000"/>
                  </a:schemeClr>
                </a:solidFill>
              </a:rPr>
              <a:t>. BSM.</a:t>
            </a:r>
            <a:endParaRPr lang="es-ES" sz="1000" i="1" dirty="0">
              <a:solidFill>
                <a:schemeClr val="accent2">
                  <a:lumMod val="50000"/>
                </a:schemeClr>
              </a:solidFill>
            </a:endParaRPr>
          </a:p>
        </p:txBody>
      </p:sp>
    </p:spTree>
    <p:extLst>
      <p:ext uri="{BB962C8B-B14F-4D97-AF65-F5344CB8AC3E}">
        <p14:creationId xmlns:p14="http://schemas.microsoft.com/office/powerpoint/2010/main" val="82692264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715100" y="535000"/>
            <a:ext cx="5800000" cy="948900"/>
          </a:xfrm>
          <a:prstGeom prst="rect">
            <a:avLst/>
          </a:prstGeom>
        </p:spPr>
        <p:txBody>
          <a:bodyPr spcFirstLastPara="1" wrap="square" lIns="91425" tIns="91425" rIns="91425" bIns="91425" anchor="t" anchorCtr="0">
            <a:noAutofit/>
          </a:bodyPr>
          <a:lstStyle/>
          <a:p>
            <a:pPr lvl="0"/>
            <a:r>
              <a:rPr lang="en-US" dirty="0"/>
              <a:t>From sediment to causal network</a:t>
            </a:r>
            <a:endParaRPr dirty="0"/>
          </a:p>
        </p:txBody>
      </p:sp>
      <p:pic>
        <p:nvPicPr>
          <p:cNvPr id="11" name="Imagen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883" y="1401824"/>
            <a:ext cx="7452738" cy="3447496"/>
          </a:xfrm>
          <a:prstGeom prst="rect">
            <a:avLst/>
          </a:prstGeom>
        </p:spPr>
      </p:pic>
    </p:spTree>
    <p:extLst>
      <p:ext uri="{BB962C8B-B14F-4D97-AF65-F5344CB8AC3E}">
        <p14:creationId xmlns:p14="http://schemas.microsoft.com/office/powerpoint/2010/main" val="1736135757"/>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pic>
        <p:nvPicPr>
          <p:cNvPr id="2" name="Imagen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3276" y="1401824"/>
            <a:ext cx="7457346" cy="3447496"/>
          </a:xfrm>
          <a:prstGeom prst="rect">
            <a:avLst/>
          </a:prstGeom>
        </p:spPr>
      </p:pic>
      <p:sp>
        <p:nvSpPr>
          <p:cNvPr id="256" name="Google Shape;256;p42"/>
          <p:cNvSpPr txBox="1">
            <a:spLocks noGrp="1"/>
          </p:cNvSpPr>
          <p:nvPr>
            <p:ph type="title"/>
          </p:nvPr>
        </p:nvSpPr>
        <p:spPr>
          <a:xfrm>
            <a:off x="715100" y="535000"/>
            <a:ext cx="5800000" cy="948900"/>
          </a:xfrm>
          <a:prstGeom prst="rect">
            <a:avLst/>
          </a:prstGeom>
        </p:spPr>
        <p:txBody>
          <a:bodyPr spcFirstLastPara="1" wrap="square" lIns="91425" tIns="91425" rIns="91425" bIns="91425" anchor="t" anchorCtr="0">
            <a:noAutofit/>
          </a:bodyPr>
          <a:lstStyle/>
          <a:p>
            <a:pPr lvl="0"/>
            <a:r>
              <a:rPr lang="en-US" dirty="0"/>
              <a:t>From sediment to causal network</a:t>
            </a:r>
            <a:endParaRPr dirty="0"/>
          </a:p>
        </p:txBody>
      </p:sp>
    </p:spTree>
    <p:extLst>
      <p:ext uri="{BB962C8B-B14F-4D97-AF65-F5344CB8AC3E}">
        <p14:creationId xmlns:p14="http://schemas.microsoft.com/office/powerpoint/2010/main" val="307686694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715100" y="535000"/>
            <a:ext cx="5800000" cy="948900"/>
          </a:xfrm>
          <a:prstGeom prst="rect">
            <a:avLst/>
          </a:prstGeom>
        </p:spPr>
        <p:txBody>
          <a:bodyPr spcFirstLastPara="1" wrap="square" lIns="91425" tIns="91425" rIns="91425" bIns="91425" anchor="t" anchorCtr="0">
            <a:noAutofit/>
          </a:bodyPr>
          <a:lstStyle/>
          <a:p>
            <a:pPr lvl="0"/>
            <a:r>
              <a:rPr lang="en-US" dirty="0"/>
              <a:t>From sediment to causal network</a:t>
            </a:r>
            <a:endParaRPr dirty="0"/>
          </a:p>
        </p:txBody>
      </p:sp>
      <p:pic>
        <p:nvPicPr>
          <p:cNvPr id="6" name="Imagen 5"/>
          <p:cNvPicPr>
            <a:picLocks noChangeAspect="1"/>
          </p:cNvPicPr>
          <p:nvPr/>
        </p:nvPicPr>
        <p:blipFill rotWithShape="1">
          <a:blip r:embed="rId3"/>
          <a:srcRect l="25271" r="22978" b="12720"/>
          <a:stretch/>
        </p:blipFill>
        <p:spPr>
          <a:xfrm>
            <a:off x="253999" y="1255300"/>
            <a:ext cx="3581401" cy="3610989"/>
          </a:xfrm>
          <a:prstGeom prst="rect">
            <a:avLst/>
          </a:prstGeom>
        </p:spPr>
      </p:pic>
      <p:pic>
        <p:nvPicPr>
          <p:cNvPr id="5" name="Imagen 4"/>
          <p:cNvPicPr>
            <a:picLocks noChangeAspect="1"/>
          </p:cNvPicPr>
          <p:nvPr/>
        </p:nvPicPr>
        <p:blipFill>
          <a:blip r:embed="rId4"/>
          <a:stretch>
            <a:fillRect/>
          </a:stretch>
        </p:blipFill>
        <p:spPr>
          <a:xfrm>
            <a:off x="4583496" y="3060794"/>
            <a:ext cx="4192642" cy="2096322"/>
          </a:xfrm>
          <a:prstGeom prst="rect">
            <a:avLst/>
          </a:prstGeom>
        </p:spPr>
      </p:pic>
      <p:pic>
        <p:nvPicPr>
          <p:cNvPr id="8" name="Imagen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57069" y="1345325"/>
            <a:ext cx="3958012" cy="1829770"/>
          </a:xfrm>
          <a:prstGeom prst="rect">
            <a:avLst/>
          </a:prstGeom>
        </p:spPr>
      </p:pic>
    </p:spTree>
    <p:extLst>
      <p:ext uri="{BB962C8B-B14F-4D97-AF65-F5344CB8AC3E}">
        <p14:creationId xmlns:p14="http://schemas.microsoft.com/office/powerpoint/2010/main" val="21199092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264" name="Google Shape;264;p43"/>
          <p:cNvSpPr txBox="1">
            <a:spLocks noGrp="1"/>
          </p:cNvSpPr>
          <p:nvPr>
            <p:ph type="title"/>
          </p:nvPr>
        </p:nvSpPr>
        <p:spPr>
          <a:xfrm>
            <a:off x="715100" y="535000"/>
            <a:ext cx="7713900" cy="548700"/>
          </a:xfrm>
          <a:prstGeom prst="rect">
            <a:avLst/>
          </a:prstGeom>
        </p:spPr>
        <p:txBody>
          <a:bodyPr spcFirstLastPara="1" wrap="square" lIns="91425" tIns="91425" rIns="91425" bIns="91425" anchor="t" anchorCtr="0">
            <a:noAutofit/>
          </a:bodyPr>
          <a:lstStyle/>
          <a:p>
            <a:pPr lvl="0"/>
            <a:r>
              <a:rPr lang="es-ES" dirty="0" err="1" smtClean="0"/>
              <a:t>Influence</a:t>
            </a:r>
            <a:r>
              <a:rPr lang="es-ES" dirty="0" smtClean="0"/>
              <a:t> of </a:t>
            </a:r>
            <a:r>
              <a:rPr lang="es-ES" dirty="0" err="1" smtClean="0"/>
              <a:t>fire</a:t>
            </a:r>
            <a:r>
              <a:rPr lang="es-ES" dirty="0" smtClean="0"/>
              <a:t> </a:t>
            </a:r>
            <a:r>
              <a:rPr lang="es-ES" dirty="0" err="1" smtClean="0"/>
              <a:t>activity</a:t>
            </a:r>
            <a:r>
              <a:rPr lang="es-ES" dirty="0" smtClean="0"/>
              <a:t> </a:t>
            </a:r>
            <a:r>
              <a:rPr lang="es-ES" dirty="0" err="1" smtClean="0"/>
              <a:t>on</a:t>
            </a:r>
            <a:r>
              <a:rPr lang="es-ES" dirty="0" smtClean="0"/>
              <a:t> </a:t>
            </a:r>
            <a:r>
              <a:rPr lang="es-ES" dirty="0" err="1" smtClean="0"/>
              <a:t>interactions</a:t>
            </a:r>
            <a:endParaRPr dirty="0"/>
          </a:p>
        </p:txBody>
      </p:sp>
      <p:sp>
        <p:nvSpPr>
          <p:cNvPr id="265" name="Google Shape;265;p43"/>
          <p:cNvSpPr txBox="1">
            <a:spLocks noGrp="1"/>
          </p:cNvSpPr>
          <p:nvPr>
            <p:ph type="subTitle" idx="2"/>
          </p:nvPr>
        </p:nvSpPr>
        <p:spPr>
          <a:xfrm>
            <a:off x="715100" y="4024213"/>
            <a:ext cx="5930100" cy="720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Venus has a beautiful name and is the second planet from the Sun. It’s terribly hot—even hotter than Mercury—and its atmosphere is extremely poisonous. It’s the second-brightest natural object in the night sky after the Moon</a:t>
            </a:r>
            <a:endParaRPr dirty="0"/>
          </a:p>
        </p:txBody>
      </p:sp>
      <p:pic>
        <p:nvPicPr>
          <p:cNvPr id="5" name="Imagen 4"/>
          <p:cNvPicPr>
            <a:picLocks noChangeAspect="1"/>
          </p:cNvPicPr>
          <p:nvPr/>
        </p:nvPicPr>
        <p:blipFill>
          <a:blip r:embed="rId3"/>
          <a:stretch>
            <a:fillRect/>
          </a:stretch>
        </p:blipFill>
        <p:spPr>
          <a:xfrm>
            <a:off x="515007" y="1654841"/>
            <a:ext cx="7304690" cy="2133843"/>
          </a:xfrm>
          <a:prstGeom prst="rect">
            <a:avLst/>
          </a:prstGeom>
        </p:spPr>
      </p:pic>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264" name="Google Shape;264;p43"/>
          <p:cNvSpPr txBox="1">
            <a:spLocks noGrp="1"/>
          </p:cNvSpPr>
          <p:nvPr>
            <p:ph type="title"/>
          </p:nvPr>
        </p:nvSpPr>
        <p:spPr>
          <a:xfrm>
            <a:off x="715100" y="535000"/>
            <a:ext cx="7713900" cy="548700"/>
          </a:xfrm>
          <a:prstGeom prst="rect">
            <a:avLst/>
          </a:prstGeom>
        </p:spPr>
        <p:txBody>
          <a:bodyPr spcFirstLastPara="1" wrap="square" lIns="91425" tIns="91425" rIns="91425" bIns="91425" anchor="t" anchorCtr="0">
            <a:noAutofit/>
          </a:bodyPr>
          <a:lstStyle/>
          <a:p>
            <a:pPr lvl="0"/>
            <a:r>
              <a:rPr lang="es-ES" dirty="0" err="1" smtClean="0"/>
              <a:t>Influence</a:t>
            </a:r>
            <a:r>
              <a:rPr lang="es-ES" dirty="0" smtClean="0"/>
              <a:t> of </a:t>
            </a:r>
            <a:r>
              <a:rPr lang="es-ES" dirty="0" err="1" smtClean="0"/>
              <a:t>fire</a:t>
            </a:r>
            <a:r>
              <a:rPr lang="es-ES" dirty="0" smtClean="0"/>
              <a:t> </a:t>
            </a:r>
            <a:r>
              <a:rPr lang="es-ES" dirty="0" err="1" smtClean="0"/>
              <a:t>activity</a:t>
            </a:r>
            <a:r>
              <a:rPr lang="es-ES" dirty="0" smtClean="0"/>
              <a:t> </a:t>
            </a:r>
            <a:r>
              <a:rPr lang="es-ES" dirty="0" err="1" smtClean="0"/>
              <a:t>on</a:t>
            </a:r>
            <a:r>
              <a:rPr lang="es-ES" dirty="0" smtClean="0"/>
              <a:t> </a:t>
            </a:r>
            <a:r>
              <a:rPr lang="es-ES" dirty="0" err="1" smtClean="0"/>
              <a:t>interactions</a:t>
            </a:r>
            <a:endParaRPr dirty="0"/>
          </a:p>
        </p:txBody>
      </p:sp>
      <p:pic>
        <p:nvPicPr>
          <p:cNvPr id="6" name="Imagen 5"/>
          <p:cNvPicPr>
            <a:picLocks noChangeAspect="1"/>
          </p:cNvPicPr>
          <p:nvPr/>
        </p:nvPicPr>
        <p:blipFill>
          <a:blip r:embed="rId3"/>
          <a:stretch>
            <a:fillRect/>
          </a:stretch>
        </p:blipFill>
        <p:spPr>
          <a:xfrm>
            <a:off x="1312237" y="1349329"/>
            <a:ext cx="6519626" cy="3562943"/>
          </a:xfrm>
          <a:prstGeom prst="rect">
            <a:avLst/>
          </a:prstGeom>
        </p:spPr>
      </p:pic>
    </p:spTree>
    <p:extLst>
      <p:ext uri="{BB962C8B-B14F-4D97-AF65-F5344CB8AC3E}">
        <p14:creationId xmlns:p14="http://schemas.microsoft.com/office/powerpoint/2010/main" val="2374126051"/>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pic>
        <p:nvPicPr>
          <p:cNvPr id="4" name="Imagen 3"/>
          <p:cNvPicPr>
            <a:picLocks noChangeAspect="1"/>
          </p:cNvPicPr>
          <p:nvPr/>
        </p:nvPicPr>
        <p:blipFill>
          <a:blip r:embed="rId3"/>
          <a:stretch>
            <a:fillRect/>
          </a:stretch>
        </p:blipFill>
        <p:spPr>
          <a:xfrm>
            <a:off x="1312237" y="1349328"/>
            <a:ext cx="6519626" cy="3562943"/>
          </a:xfrm>
          <a:prstGeom prst="rect">
            <a:avLst/>
          </a:prstGeom>
        </p:spPr>
      </p:pic>
      <p:sp>
        <p:nvSpPr>
          <p:cNvPr id="264" name="Google Shape;264;p43"/>
          <p:cNvSpPr txBox="1">
            <a:spLocks noGrp="1"/>
          </p:cNvSpPr>
          <p:nvPr>
            <p:ph type="title"/>
          </p:nvPr>
        </p:nvSpPr>
        <p:spPr>
          <a:xfrm>
            <a:off x="715100" y="535000"/>
            <a:ext cx="7713900" cy="548700"/>
          </a:xfrm>
          <a:prstGeom prst="rect">
            <a:avLst/>
          </a:prstGeom>
        </p:spPr>
        <p:txBody>
          <a:bodyPr spcFirstLastPara="1" wrap="square" lIns="91425" tIns="91425" rIns="91425" bIns="91425" anchor="t" anchorCtr="0">
            <a:noAutofit/>
          </a:bodyPr>
          <a:lstStyle/>
          <a:p>
            <a:pPr lvl="0"/>
            <a:r>
              <a:rPr lang="es-ES" dirty="0" err="1" smtClean="0"/>
              <a:t>Influence</a:t>
            </a:r>
            <a:r>
              <a:rPr lang="es-ES" dirty="0" smtClean="0"/>
              <a:t> of </a:t>
            </a:r>
            <a:r>
              <a:rPr lang="es-ES" dirty="0" err="1" smtClean="0"/>
              <a:t>fire</a:t>
            </a:r>
            <a:r>
              <a:rPr lang="es-ES" dirty="0" smtClean="0"/>
              <a:t> </a:t>
            </a:r>
            <a:r>
              <a:rPr lang="es-ES" dirty="0" err="1" smtClean="0"/>
              <a:t>activity</a:t>
            </a:r>
            <a:r>
              <a:rPr lang="es-ES" dirty="0" smtClean="0"/>
              <a:t> </a:t>
            </a:r>
            <a:r>
              <a:rPr lang="es-ES" dirty="0" err="1" smtClean="0"/>
              <a:t>on</a:t>
            </a:r>
            <a:r>
              <a:rPr lang="es-ES" dirty="0" smtClean="0"/>
              <a:t> </a:t>
            </a:r>
            <a:r>
              <a:rPr lang="es-ES" dirty="0" err="1" smtClean="0"/>
              <a:t>interactions</a:t>
            </a:r>
            <a:endParaRPr dirty="0"/>
          </a:p>
        </p:txBody>
      </p:sp>
    </p:spTree>
    <p:extLst>
      <p:ext uri="{BB962C8B-B14F-4D97-AF65-F5344CB8AC3E}">
        <p14:creationId xmlns:p14="http://schemas.microsoft.com/office/powerpoint/2010/main" val="1618242418"/>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3" name="Título 2"/>
          <p:cNvSpPr>
            <a:spLocks noGrp="1"/>
          </p:cNvSpPr>
          <p:nvPr>
            <p:ph type="title"/>
          </p:nvPr>
        </p:nvSpPr>
        <p:spPr/>
        <p:txBody>
          <a:bodyPr/>
          <a:lstStyle/>
          <a:p>
            <a:r>
              <a:rPr lang="en-US" dirty="0"/>
              <a:t>Fire rewires the network architecture</a:t>
            </a:r>
            <a:endParaRPr lang="es-ES" dirty="0"/>
          </a:p>
        </p:txBody>
      </p:sp>
      <p:pic>
        <p:nvPicPr>
          <p:cNvPr id="2" name="Imagen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5516" y="1387366"/>
            <a:ext cx="8413067" cy="3495199"/>
          </a:xfrm>
          <a:prstGeom prst="rect">
            <a:avLst/>
          </a:prstGeom>
        </p:spPr>
      </p:pic>
    </p:spTree>
    <p:extLst>
      <p:ext uri="{BB962C8B-B14F-4D97-AF65-F5344CB8AC3E}">
        <p14:creationId xmlns:p14="http://schemas.microsoft.com/office/powerpoint/2010/main" val="258112984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3" name="Título 2"/>
          <p:cNvSpPr>
            <a:spLocks noGrp="1"/>
          </p:cNvSpPr>
          <p:nvPr>
            <p:ph type="title"/>
          </p:nvPr>
        </p:nvSpPr>
        <p:spPr/>
        <p:txBody>
          <a:bodyPr/>
          <a:lstStyle/>
          <a:p>
            <a:r>
              <a:rPr lang="en-US" dirty="0"/>
              <a:t>Fire rewires the network architecture</a:t>
            </a:r>
            <a:endParaRPr lang="es-ES" dirty="0"/>
          </a:p>
        </p:txBody>
      </p:sp>
      <p:pic>
        <p:nvPicPr>
          <p:cNvPr id="4" name="Imagen 3"/>
          <p:cNvPicPr>
            <a:picLocks noChangeAspect="1"/>
          </p:cNvPicPr>
          <p:nvPr/>
        </p:nvPicPr>
        <p:blipFill rotWithShape="1">
          <a:blip r:embed="rId3">
            <a:extLst>
              <a:ext uri="{28A0092B-C50C-407E-A947-70E740481C1C}">
                <a14:useLocalDpi xmlns:a14="http://schemas.microsoft.com/office/drawing/2010/main" val="0"/>
              </a:ext>
            </a:extLst>
          </a:blip>
          <a:srcRect b="9804"/>
          <a:stretch/>
        </p:blipFill>
        <p:spPr>
          <a:xfrm>
            <a:off x="457708" y="1430542"/>
            <a:ext cx="7803423" cy="3330644"/>
          </a:xfrm>
          <a:prstGeom prst="rect">
            <a:avLst/>
          </a:prstGeom>
        </p:spPr>
      </p:pic>
    </p:spTree>
    <p:extLst>
      <p:ext uri="{BB962C8B-B14F-4D97-AF65-F5344CB8AC3E}">
        <p14:creationId xmlns:p14="http://schemas.microsoft.com/office/powerpoint/2010/main" val="10861084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07"/>
        <p:cNvGrpSpPr/>
        <p:nvPr/>
      </p:nvGrpSpPr>
      <p:grpSpPr>
        <a:xfrm>
          <a:off x="0" y="0"/>
          <a:ext cx="0" cy="0"/>
          <a:chOff x="0" y="0"/>
          <a:chExt cx="0" cy="0"/>
        </a:xfrm>
      </p:grpSpPr>
      <p:sp>
        <p:nvSpPr>
          <p:cNvPr id="508" name="Google Shape;508;p61"/>
          <p:cNvSpPr txBox="1">
            <a:spLocks noGrp="1"/>
          </p:cNvSpPr>
          <p:nvPr>
            <p:ph type="title"/>
          </p:nvPr>
        </p:nvSpPr>
        <p:spPr>
          <a:xfrm>
            <a:off x="715100" y="535000"/>
            <a:ext cx="7713900" cy="5487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dirty="0" smtClean="0"/>
              <a:t>NEXT STEPS</a:t>
            </a:r>
            <a:endParaRPr dirty="0"/>
          </a:p>
        </p:txBody>
      </p:sp>
      <p:sp>
        <p:nvSpPr>
          <p:cNvPr id="509" name="Google Shape;509;p61"/>
          <p:cNvSpPr/>
          <p:nvPr/>
        </p:nvSpPr>
        <p:spPr>
          <a:xfrm>
            <a:off x="715096" y="1410940"/>
            <a:ext cx="120900" cy="1209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61"/>
          <p:cNvSpPr txBox="1"/>
          <p:nvPr/>
        </p:nvSpPr>
        <p:spPr>
          <a:xfrm>
            <a:off x="988399" y="1242799"/>
            <a:ext cx="7146607" cy="922331"/>
          </a:xfrm>
          <a:prstGeom prst="rect">
            <a:avLst/>
          </a:prstGeom>
          <a:noFill/>
          <a:ln>
            <a:noFill/>
          </a:ln>
        </p:spPr>
        <p:txBody>
          <a:bodyPr spcFirstLastPara="1" wrap="square" lIns="91425" tIns="91425" rIns="91425" bIns="91425" anchor="ctr" anchorCtr="0">
            <a:noAutofit/>
          </a:bodyPr>
          <a:lstStyle/>
          <a:p>
            <a:pPr lvl="0"/>
            <a:r>
              <a:rPr lang="en-US" sz="1800" dirty="0">
                <a:solidFill>
                  <a:schemeClr val="dk1"/>
                </a:solidFill>
                <a:latin typeface="Alexandria Medium"/>
                <a:ea typeface="Alexandria Medium"/>
                <a:cs typeface="Alexandria Medium"/>
                <a:sym typeface="Alexandria Medium"/>
              </a:rPr>
              <a:t> Beyond </a:t>
            </a:r>
            <a:r>
              <a:rPr lang="en-US" sz="1800" dirty="0" smtClean="0">
                <a:solidFill>
                  <a:schemeClr val="dk1"/>
                </a:solidFill>
                <a:latin typeface="Alexandria Medium"/>
                <a:ea typeface="Alexandria Medium"/>
                <a:cs typeface="Alexandria Medium"/>
                <a:sym typeface="Alexandria Medium"/>
              </a:rPr>
              <a:t>link sign: </a:t>
            </a:r>
            <a:r>
              <a:rPr lang="en-US" sz="1800" dirty="0">
                <a:solidFill>
                  <a:schemeClr val="dk1"/>
                </a:solidFill>
                <a:latin typeface="Alexandria Medium"/>
                <a:ea typeface="Alexandria Medium"/>
                <a:cs typeface="Alexandria Medium"/>
                <a:sym typeface="Alexandria Medium"/>
              </a:rPr>
              <a:t>quantifying interaction persistence and rewiring dynamics across functional </a:t>
            </a:r>
            <a:r>
              <a:rPr lang="en-US" sz="1800" dirty="0" smtClean="0">
                <a:solidFill>
                  <a:schemeClr val="dk1"/>
                </a:solidFill>
                <a:latin typeface="Alexandria Medium"/>
                <a:ea typeface="Alexandria Medium"/>
                <a:cs typeface="Alexandria Medium"/>
                <a:sym typeface="Alexandria Medium"/>
              </a:rPr>
              <a:t>groups</a:t>
            </a:r>
            <a:endParaRPr sz="1800" dirty="0">
              <a:solidFill>
                <a:schemeClr val="dk1"/>
              </a:solidFill>
              <a:latin typeface="Alexandria Medium"/>
              <a:ea typeface="Alexandria Medium"/>
              <a:cs typeface="Alexandria Medium"/>
              <a:sym typeface="Alexandria Medium"/>
            </a:endParaRPr>
          </a:p>
        </p:txBody>
      </p:sp>
    </p:spTree>
    <p:extLst>
      <p:ext uri="{BB962C8B-B14F-4D97-AF65-F5344CB8AC3E}">
        <p14:creationId xmlns:p14="http://schemas.microsoft.com/office/powerpoint/2010/main" val="7071763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07"/>
        <p:cNvGrpSpPr/>
        <p:nvPr/>
      </p:nvGrpSpPr>
      <p:grpSpPr>
        <a:xfrm>
          <a:off x="0" y="0"/>
          <a:ext cx="0" cy="0"/>
          <a:chOff x="0" y="0"/>
          <a:chExt cx="0" cy="0"/>
        </a:xfrm>
      </p:grpSpPr>
      <p:sp>
        <p:nvSpPr>
          <p:cNvPr id="508" name="Google Shape;508;p61"/>
          <p:cNvSpPr txBox="1">
            <a:spLocks noGrp="1"/>
          </p:cNvSpPr>
          <p:nvPr>
            <p:ph type="title"/>
          </p:nvPr>
        </p:nvSpPr>
        <p:spPr>
          <a:xfrm>
            <a:off x="715100" y="535000"/>
            <a:ext cx="7713900" cy="5487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dirty="0" smtClean="0"/>
              <a:t>NEXT STEPS</a:t>
            </a:r>
            <a:endParaRPr dirty="0"/>
          </a:p>
        </p:txBody>
      </p:sp>
      <p:sp>
        <p:nvSpPr>
          <p:cNvPr id="509" name="Google Shape;509;p61"/>
          <p:cNvSpPr/>
          <p:nvPr/>
        </p:nvSpPr>
        <p:spPr>
          <a:xfrm>
            <a:off x="715096" y="1410940"/>
            <a:ext cx="120900" cy="1209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61"/>
          <p:cNvSpPr txBox="1"/>
          <p:nvPr/>
        </p:nvSpPr>
        <p:spPr>
          <a:xfrm>
            <a:off x="988399" y="1242799"/>
            <a:ext cx="7146607" cy="922331"/>
          </a:xfrm>
          <a:prstGeom prst="rect">
            <a:avLst/>
          </a:prstGeom>
          <a:noFill/>
          <a:ln>
            <a:noFill/>
          </a:ln>
        </p:spPr>
        <p:txBody>
          <a:bodyPr spcFirstLastPara="1" wrap="square" lIns="91425" tIns="91425" rIns="91425" bIns="91425" anchor="ctr" anchorCtr="0">
            <a:noAutofit/>
          </a:bodyPr>
          <a:lstStyle/>
          <a:p>
            <a:pPr lvl="0"/>
            <a:r>
              <a:rPr lang="en-US" sz="1800" dirty="0">
                <a:solidFill>
                  <a:schemeClr val="dk1"/>
                </a:solidFill>
                <a:latin typeface="Alexandria Medium"/>
                <a:ea typeface="Alexandria Medium"/>
                <a:cs typeface="Alexandria Medium"/>
                <a:sym typeface="Alexandria Medium"/>
              </a:rPr>
              <a:t> Beyond </a:t>
            </a:r>
            <a:r>
              <a:rPr lang="en-US" sz="1800" dirty="0" smtClean="0">
                <a:solidFill>
                  <a:schemeClr val="dk1"/>
                </a:solidFill>
                <a:latin typeface="Alexandria Medium"/>
                <a:ea typeface="Alexandria Medium"/>
                <a:cs typeface="Alexandria Medium"/>
                <a:sym typeface="Alexandria Medium"/>
              </a:rPr>
              <a:t>link sign: </a:t>
            </a:r>
            <a:r>
              <a:rPr lang="en-US" sz="1800" dirty="0">
                <a:solidFill>
                  <a:schemeClr val="dk1"/>
                </a:solidFill>
                <a:latin typeface="Alexandria Medium"/>
                <a:ea typeface="Alexandria Medium"/>
                <a:cs typeface="Alexandria Medium"/>
                <a:sym typeface="Alexandria Medium"/>
              </a:rPr>
              <a:t>quantifying interaction persistence and rewiring dynamics across functional </a:t>
            </a:r>
            <a:r>
              <a:rPr lang="en-US" sz="1800" dirty="0" smtClean="0">
                <a:solidFill>
                  <a:schemeClr val="dk1"/>
                </a:solidFill>
                <a:latin typeface="Alexandria Medium"/>
                <a:ea typeface="Alexandria Medium"/>
                <a:cs typeface="Alexandria Medium"/>
                <a:sym typeface="Alexandria Medium"/>
              </a:rPr>
              <a:t>groups</a:t>
            </a:r>
            <a:endParaRPr sz="1800" dirty="0">
              <a:solidFill>
                <a:schemeClr val="dk1"/>
              </a:solidFill>
              <a:latin typeface="Alexandria Medium"/>
              <a:ea typeface="Alexandria Medium"/>
              <a:cs typeface="Alexandria Medium"/>
              <a:sym typeface="Alexandria Medium"/>
            </a:endParaRPr>
          </a:p>
        </p:txBody>
      </p:sp>
      <p:sp>
        <p:nvSpPr>
          <p:cNvPr id="515" name="Google Shape;515;p61"/>
          <p:cNvSpPr/>
          <p:nvPr/>
        </p:nvSpPr>
        <p:spPr>
          <a:xfrm>
            <a:off x="715096" y="2782540"/>
            <a:ext cx="120900" cy="1209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61"/>
          <p:cNvSpPr txBox="1"/>
          <p:nvPr/>
        </p:nvSpPr>
        <p:spPr>
          <a:xfrm>
            <a:off x="988400" y="2614400"/>
            <a:ext cx="3131655" cy="2089732"/>
          </a:xfrm>
          <a:prstGeom prst="rect">
            <a:avLst/>
          </a:prstGeom>
          <a:noFill/>
          <a:ln>
            <a:noFill/>
          </a:ln>
        </p:spPr>
        <p:txBody>
          <a:bodyPr spcFirstLastPara="1" wrap="square" lIns="91425" tIns="91425" rIns="91425" bIns="91425" anchor="ctr" anchorCtr="0">
            <a:noAutofit/>
          </a:bodyPr>
          <a:lstStyle/>
          <a:p>
            <a:r>
              <a:rPr lang="en-US" sz="1800" dirty="0">
                <a:solidFill>
                  <a:schemeClr val="dk1"/>
                </a:solidFill>
                <a:latin typeface="Alexandria Medium"/>
                <a:ea typeface="Alexandria Medium"/>
                <a:cs typeface="Alexandria Medium"/>
                <a:sym typeface="Alexandria Medium"/>
              </a:rPr>
              <a:t>Expanding the dataset: replicating the causal network framework </a:t>
            </a:r>
            <a:r>
              <a:rPr lang="en-US" sz="1800" dirty="0" smtClean="0">
                <a:solidFill>
                  <a:schemeClr val="dk1"/>
                </a:solidFill>
                <a:latin typeface="Alexandria Medium"/>
                <a:ea typeface="Alexandria Medium"/>
                <a:cs typeface="Alexandria Medium"/>
                <a:sym typeface="Alexandria Medium"/>
              </a:rPr>
              <a:t>on </a:t>
            </a:r>
            <a:r>
              <a:rPr lang="en-US" sz="1800" dirty="0">
                <a:solidFill>
                  <a:schemeClr val="dk1"/>
                </a:solidFill>
                <a:latin typeface="Alexandria Medium"/>
                <a:ea typeface="Alexandria Medium"/>
                <a:cs typeface="Alexandria Medium"/>
                <a:sym typeface="Alexandria Medium"/>
              </a:rPr>
              <a:t>new </a:t>
            </a:r>
            <a:r>
              <a:rPr lang="en-US" sz="1800" dirty="0" err="1">
                <a:solidFill>
                  <a:schemeClr val="dk1"/>
                </a:solidFill>
                <a:latin typeface="Alexandria Medium"/>
                <a:ea typeface="Alexandria Medium"/>
                <a:cs typeface="Alexandria Medium"/>
                <a:sym typeface="Alexandria Medium"/>
              </a:rPr>
              <a:t>paleoecological</a:t>
            </a:r>
            <a:r>
              <a:rPr lang="en-US" sz="1800" dirty="0">
                <a:solidFill>
                  <a:schemeClr val="dk1"/>
                </a:solidFill>
                <a:latin typeface="Alexandria Medium"/>
                <a:ea typeface="Alexandria Medium"/>
                <a:cs typeface="Alexandria Medium"/>
                <a:sym typeface="Alexandria Medium"/>
              </a:rPr>
              <a:t> </a:t>
            </a:r>
            <a:r>
              <a:rPr lang="en-US" sz="1800" dirty="0" smtClean="0">
                <a:solidFill>
                  <a:schemeClr val="dk1"/>
                </a:solidFill>
                <a:latin typeface="Alexandria Medium"/>
                <a:ea typeface="Alexandria Medium"/>
                <a:cs typeface="Alexandria Medium"/>
                <a:sym typeface="Alexandria Medium"/>
              </a:rPr>
              <a:t>records</a:t>
            </a:r>
            <a:endParaRPr lang="en-US" sz="1800" dirty="0">
              <a:solidFill>
                <a:schemeClr val="dk1"/>
              </a:solidFill>
              <a:latin typeface="Alexandria Medium"/>
              <a:ea typeface="Alexandria Medium"/>
              <a:cs typeface="Alexandria Medium"/>
              <a:sym typeface="Alexandria Medium"/>
            </a:endParaRPr>
          </a:p>
          <a:p>
            <a:pPr marL="0" lvl="0" indent="0" rtl="0">
              <a:spcBef>
                <a:spcPts val="0"/>
              </a:spcBef>
              <a:spcAft>
                <a:spcPts val="0"/>
              </a:spcAft>
              <a:buNone/>
            </a:pPr>
            <a:endParaRPr sz="1800" dirty="0">
              <a:solidFill>
                <a:schemeClr val="dk1"/>
              </a:solidFill>
              <a:latin typeface="Alexandria Medium"/>
              <a:ea typeface="Alexandria Medium"/>
              <a:cs typeface="Alexandria Medium"/>
              <a:sym typeface="Alexandria Medium"/>
            </a:endParaRPr>
          </a:p>
        </p:txBody>
      </p:sp>
      <p:cxnSp>
        <p:nvCxnSpPr>
          <p:cNvPr id="524" name="Google Shape;524;p61"/>
          <p:cNvCxnSpPr>
            <a:stCxn id="509" idx="2"/>
            <a:endCxn id="515" idx="0"/>
          </p:cNvCxnSpPr>
          <p:nvPr/>
        </p:nvCxnSpPr>
        <p:spPr>
          <a:xfrm>
            <a:off x="775546" y="1531840"/>
            <a:ext cx="0" cy="1250700"/>
          </a:xfrm>
          <a:prstGeom prst="straightConnector1">
            <a:avLst/>
          </a:prstGeom>
          <a:noFill/>
          <a:ln w="9525" cap="flat" cmpd="sng">
            <a:solidFill>
              <a:schemeClr val="dk1"/>
            </a:solidFill>
            <a:prstDash val="solid"/>
            <a:round/>
            <a:headEnd type="none" w="med" len="med"/>
            <a:tailEnd type="none" w="med" len="med"/>
          </a:ln>
        </p:spPr>
      </p:cxnSp>
      <p:pic>
        <p:nvPicPr>
          <p:cNvPr id="11" name="Imagen 10"/>
          <p:cNvPicPr>
            <a:picLocks noChangeAspect="1"/>
          </p:cNvPicPr>
          <p:nvPr/>
        </p:nvPicPr>
        <p:blipFill>
          <a:blip r:embed="rId3"/>
          <a:stretch>
            <a:fillRect/>
          </a:stretch>
        </p:blipFill>
        <p:spPr>
          <a:xfrm>
            <a:off x="4318725" y="2614400"/>
            <a:ext cx="4110275" cy="1800692"/>
          </a:xfrm>
          <a:prstGeom prst="rect">
            <a:avLst/>
          </a:prstGeom>
        </p:spPr>
      </p:pic>
    </p:spTree>
    <p:extLst>
      <p:ext uri="{BB962C8B-B14F-4D97-AF65-F5344CB8AC3E}">
        <p14:creationId xmlns:p14="http://schemas.microsoft.com/office/powerpoint/2010/main" val="20365514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40"/>
        <p:cNvGrpSpPr/>
        <p:nvPr/>
      </p:nvGrpSpPr>
      <p:grpSpPr>
        <a:xfrm>
          <a:off x="0" y="0"/>
          <a:ext cx="0" cy="0"/>
          <a:chOff x="0" y="0"/>
          <a:chExt cx="0" cy="0"/>
        </a:xfrm>
      </p:grpSpPr>
      <p:sp>
        <p:nvSpPr>
          <p:cNvPr id="641" name="Google Shape;641;p69"/>
          <p:cNvSpPr txBox="1">
            <a:spLocks noGrp="1"/>
          </p:cNvSpPr>
          <p:nvPr>
            <p:ph type="ctrTitle"/>
          </p:nvPr>
        </p:nvSpPr>
        <p:spPr>
          <a:xfrm>
            <a:off x="715100" y="3330625"/>
            <a:ext cx="3856800" cy="1252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Thanks!</a:t>
            </a:r>
            <a:endParaRPr/>
          </a:p>
        </p:txBody>
      </p:sp>
      <p:sp>
        <p:nvSpPr>
          <p:cNvPr id="642" name="Google Shape;642;p69"/>
          <p:cNvSpPr txBox="1">
            <a:spLocks noGrp="1"/>
          </p:cNvSpPr>
          <p:nvPr>
            <p:ph type="subTitle" idx="1"/>
          </p:nvPr>
        </p:nvSpPr>
        <p:spPr>
          <a:xfrm>
            <a:off x="4571900" y="535000"/>
            <a:ext cx="2683800" cy="1156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lt1"/>
              </a:buClr>
              <a:buSzPts val="1100"/>
              <a:buFont typeface="Arial"/>
              <a:buNone/>
            </a:pPr>
            <a:r>
              <a:rPr lang="en"/>
              <a:t>Do you have any questions?</a:t>
            </a:r>
            <a:endParaRPr/>
          </a:p>
          <a:p>
            <a:pPr marL="0" lvl="0" indent="0" algn="l" rtl="0">
              <a:spcBef>
                <a:spcPts val="1000"/>
              </a:spcBef>
              <a:spcAft>
                <a:spcPts val="0"/>
              </a:spcAft>
              <a:buClr>
                <a:schemeClr val="lt1"/>
              </a:buClr>
              <a:buSzPts val="1100"/>
              <a:buFont typeface="Arial"/>
              <a:buNone/>
            </a:pPr>
            <a:r>
              <a:rPr lang="en"/>
              <a:t>youremail@freepik.com </a:t>
            </a:r>
            <a:endParaRPr/>
          </a:p>
          <a:p>
            <a:pPr marL="0" lvl="0" indent="0" algn="l" rtl="0">
              <a:spcBef>
                <a:spcPts val="0"/>
              </a:spcBef>
              <a:spcAft>
                <a:spcPts val="0"/>
              </a:spcAft>
              <a:buClr>
                <a:schemeClr val="lt1"/>
              </a:buClr>
              <a:buSzPts val="1100"/>
              <a:buFont typeface="Arial"/>
              <a:buNone/>
            </a:pPr>
            <a:r>
              <a:rPr lang="en"/>
              <a:t>+91  620 421 838 </a:t>
            </a:r>
            <a:endParaRPr/>
          </a:p>
          <a:p>
            <a:pPr marL="0" lvl="0" indent="0" algn="l" rtl="0">
              <a:spcBef>
                <a:spcPts val="0"/>
              </a:spcBef>
              <a:spcAft>
                <a:spcPts val="0"/>
              </a:spcAft>
              <a:buNone/>
            </a:pPr>
            <a:r>
              <a:rPr lang="en"/>
              <a:t>yourwebsite.com</a:t>
            </a:r>
            <a:endParaRPr/>
          </a:p>
        </p:txBody>
      </p:sp>
      <p:sp>
        <p:nvSpPr>
          <p:cNvPr id="643" name="Google Shape;643;p69"/>
          <p:cNvSpPr txBox="1"/>
          <p:nvPr/>
        </p:nvSpPr>
        <p:spPr>
          <a:xfrm>
            <a:off x="4571932" y="2873525"/>
            <a:ext cx="2683800" cy="25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00">
                <a:solidFill>
                  <a:schemeClr val="dk1"/>
                </a:solidFill>
                <a:latin typeface="Albert Sans"/>
                <a:ea typeface="Albert Sans"/>
                <a:cs typeface="Albert Sans"/>
                <a:sym typeface="Albert Sans"/>
              </a:rPr>
              <a:t>Please keep this slide for attribution</a:t>
            </a:r>
            <a:endParaRPr sz="900">
              <a:solidFill>
                <a:schemeClr val="dk1"/>
              </a:solidFill>
              <a:latin typeface="Albert Sans"/>
              <a:ea typeface="Albert Sans"/>
              <a:cs typeface="Albert Sans"/>
              <a:sym typeface="Albert Sans"/>
            </a:endParaRPr>
          </a:p>
        </p:txBody>
      </p:sp>
      <p:grpSp>
        <p:nvGrpSpPr>
          <p:cNvPr id="644" name="Google Shape;644;p69"/>
          <p:cNvGrpSpPr/>
          <p:nvPr/>
        </p:nvGrpSpPr>
        <p:grpSpPr>
          <a:xfrm>
            <a:off x="4648206" y="1844074"/>
            <a:ext cx="251915" cy="251862"/>
            <a:chOff x="266768" y="1721375"/>
            <a:chExt cx="397907" cy="397887"/>
          </a:xfrm>
        </p:grpSpPr>
        <p:sp>
          <p:nvSpPr>
            <p:cNvPr id="645" name="Google Shape;645;p69"/>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69"/>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 name="Google Shape;647;p69"/>
          <p:cNvGrpSpPr/>
          <p:nvPr/>
        </p:nvGrpSpPr>
        <p:grpSpPr>
          <a:xfrm>
            <a:off x="4991079" y="1843920"/>
            <a:ext cx="251889" cy="251862"/>
            <a:chOff x="864491" y="1723250"/>
            <a:chExt cx="397866" cy="397887"/>
          </a:xfrm>
        </p:grpSpPr>
        <p:sp>
          <p:nvSpPr>
            <p:cNvPr id="648" name="Google Shape;648;p69"/>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69"/>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69"/>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1" name="Google Shape;651;p69"/>
          <p:cNvSpPr/>
          <p:nvPr/>
        </p:nvSpPr>
        <p:spPr>
          <a:xfrm>
            <a:off x="5333834" y="1866794"/>
            <a:ext cx="252649" cy="206023"/>
          </a:xfrm>
          <a:custGeom>
            <a:avLst/>
            <a:gdLst/>
            <a:ahLst/>
            <a:cxnLst/>
            <a:rect l="l" t="t" r="r" b="b"/>
            <a:pathLst>
              <a:path w="19122" h="15596" extrusionOk="0">
                <a:moveTo>
                  <a:pt x="12981" y="0"/>
                </a:moveTo>
                <a:cubicBezTo>
                  <a:pt x="12091" y="0"/>
                  <a:pt x="10821" y="352"/>
                  <a:pt x="9915" y="1352"/>
                </a:cubicBezTo>
                <a:cubicBezTo>
                  <a:pt x="9203" y="2141"/>
                  <a:pt x="8847" y="3174"/>
                  <a:pt x="8856" y="4430"/>
                </a:cubicBezTo>
                <a:cubicBezTo>
                  <a:pt x="6243" y="4110"/>
                  <a:pt x="4101" y="2933"/>
                  <a:pt x="2323" y="846"/>
                </a:cubicBezTo>
                <a:cubicBezTo>
                  <a:pt x="2216" y="723"/>
                  <a:pt x="2064" y="650"/>
                  <a:pt x="1902" y="650"/>
                </a:cubicBezTo>
                <a:cubicBezTo>
                  <a:pt x="1875" y="650"/>
                  <a:pt x="1848" y="652"/>
                  <a:pt x="1820" y="656"/>
                </a:cubicBezTo>
                <a:cubicBezTo>
                  <a:pt x="1631" y="683"/>
                  <a:pt x="1468" y="805"/>
                  <a:pt x="1391" y="977"/>
                </a:cubicBezTo>
                <a:cubicBezTo>
                  <a:pt x="695" y="2512"/>
                  <a:pt x="701" y="3895"/>
                  <a:pt x="1403" y="5113"/>
                </a:cubicBezTo>
                <a:cubicBezTo>
                  <a:pt x="1389" y="5111"/>
                  <a:pt x="1374" y="5111"/>
                  <a:pt x="1360" y="5111"/>
                </a:cubicBezTo>
                <a:cubicBezTo>
                  <a:pt x="1076" y="5111"/>
                  <a:pt x="803" y="5375"/>
                  <a:pt x="824" y="5707"/>
                </a:cubicBezTo>
                <a:cubicBezTo>
                  <a:pt x="916" y="7101"/>
                  <a:pt x="1428" y="8182"/>
                  <a:pt x="2351" y="8934"/>
                </a:cubicBezTo>
                <a:cubicBezTo>
                  <a:pt x="2176" y="9073"/>
                  <a:pt x="2102" y="9307"/>
                  <a:pt x="2164" y="9524"/>
                </a:cubicBezTo>
                <a:cubicBezTo>
                  <a:pt x="2456" y="10535"/>
                  <a:pt x="3310" y="11633"/>
                  <a:pt x="4615" y="12155"/>
                </a:cubicBezTo>
                <a:cubicBezTo>
                  <a:pt x="3657" y="12655"/>
                  <a:pt x="2516" y="12903"/>
                  <a:pt x="1345" y="12903"/>
                </a:cubicBezTo>
                <a:cubicBezTo>
                  <a:pt x="1111" y="12903"/>
                  <a:pt x="876" y="12893"/>
                  <a:pt x="641" y="12873"/>
                </a:cubicBezTo>
                <a:cubicBezTo>
                  <a:pt x="628" y="12872"/>
                  <a:pt x="615" y="12872"/>
                  <a:pt x="603" y="12872"/>
                </a:cubicBezTo>
                <a:cubicBezTo>
                  <a:pt x="362" y="12872"/>
                  <a:pt x="155" y="13031"/>
                  <a:pt x="78" y="13266"/>
                </a:cubicBezTo>
                <a:cubicBezTo>
                  <a:pt x="0" y="13512"/>
                  <a:pt x="113" y="13788"/>
                  <a:pt x="334" y="13922"/>
                </a:cubicBezTo>
                <a:cubicBezTo>
                  <a:pt x="1162" y="14423"/>
                  <a:pt x="3243" y="15596"/>
                  <a:pt x="6294" y="15596"/>
                </a:cubicBezTo>
                <a:cubicBezTo>
                  <a:pt x="14568" y="15596"/>
                  <a:pt x="17244" y="8279"/>
                  <a:pt x="17244" y="4736"/>
                </a:cubicBezTo>
                <a:cubicBezTo>
                  <a:pt x="17241" y="4515"/>
                  <a:pt x="17243" y="4541"/>
                  <a:pt x="17230" y="4426"/>
                </a:cubicBezTo>
                <a:cubicBezTo>
                  <a:pt x="17250" y="4403"/>
                  <a:pt x="17326" y="4347"/>
                  <a:pt x="17386" y="4301"/>
                </a:cubicBezTo>
                <a:cubicBezTo>
                  <a:pt x="17696" y="4067"/>
                  <a:pt x="18237" y="3680"/>
                  <a:pt x="18983" y="2590"/>
                </a:cubicBezTo>
                <a:cubicBezTo>
                  <a:pt x="19121" y="2386"/>
                  <a:pt x="19111" y="2118"/>
                  <a:pt x="18957" y="1925"/>
                </a:cubicBezTo>
                <a:cubicBezTo>
                  <a:pt x="18840" y="1779"/>
                  <a:pt x="18708" y="1722"/>
                  <a:pt x="18558" y="1722"/>
                </a:cubicBezTo>
                <a:cubicBezTo>
                  <a:pt x="18451" y="1722"/>
                  <a:pt x="18336" y="1751"/>
                  <a:pt x="18212" y="1799"/>
                </a:cubicBezTo>
                <a:cubicBezTo>
                  <a:pt x="18352" y="1553"/>
                  <a:pt x="18467" y="1291"/>
                  <a:pt x="18559" y="1014"/>
                </a:cubicBezTo>
                <a:cubicBezTo>
                  <a:pt x="18631" y="800"/>
                  <a:pt x="18553" y="614"/>
                  <a:pt x="18382" y="465"/>
                </a:cubicBezTo>
                <a:cubicBezTo>
                  <a:pt x="18282" y="379"/>
                  <a:pt x="18151" y="335"/>
                  <a:pt x="18020" y="335"/>
                </a:cubicBezTo>
                <a:cubicBezTo>
                  <a:pt x="17928" y="335"/>
                  <a:pt x="17837" y="356"/>
                  <a:pt x="17754" y="398"/>
                </a:cubicBezTo>
                <a:cubicBezTo>
                  <a:pt x="16848" y="856"/>
                  <a:pt x="16172" y="1054"/>
                  <a:pt x="15873" y="1113"/>
                </a:cubicBezTo>
                <a:cubicBezTo>
                  <a:pt x="15090" y="395"/>
                  <a:pt x="14251" y="0"/>
                  <a:pt x="129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 name="Imagen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7236" y="-245600"/>
            <a:ext cx="1800788" cy="180078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Shape 665"/>
        <p:cNvGrpSpPr/>
        <p:nvPr/>
      </p:nvGrpSpPr>
      <p:grpSpPr>
        <a:xfrm>
          <a:off x="0" y="0"/>
          <a:ext cx="0" cy="0"/>
          <a:chOff x="0" y="0"/>
          <a:chExt cx="0" cy="0"/>
        </a:xfrm>
      </p:grpSpPr>
      <p:sp>
        <p:nvSpPr>
          <p:cNvPr id="666" name="Google Shape;666;p71"/>
          <p:cNvSpPr txBox="1">
            <a:spLocks noGrp="1"/>
          </p:cNvSpPr>
          <p:nvPr>
            <p:ph type="title"/>
          </p:nvPr>
        </p:nvSpPr>
        <p:spPr>
          <a:xfrm>
            <a:off x="715100" y="535000"/>
            <a:ext cx="7713900" cy="5487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t>Resources</a:t>
            </a:r>
            <a:endParaRPr/>
          </a:p>
        </p:txBody>
      </p:sp>
      <p:sp>
        <p:nvSpPr>
          <p:cNvPr id="667" name="Google Shape;667;p71"/>
          <p:cNvSpPr txBox="1">
            <a:spLocks noGrp="1"/>
          </p:cNvSpPr>
          <p:nvPr>
            <p:ph type="body" idx="4294967295"/>
          </p:nvPr>
        </p:nvSpPr>
        <p:spPr>
          <a:xfrm>
            <a:off x="715100" y="1083700"/>
            <a:ext cx="7713900" cy="35247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Did you like the resources </a:t>
            </a:r>
            <a:r>
              <a:rPr lang="en"/>
              <a:t>i</a:t>
            </a:r>
            <a:r>
              <a:rPr lang="en">
                <a:solidFill>
                  <a:schemeClr val="dk1"/>
                </a:solidFill>
              </a:rPr>
              <a:t>n this template? Get them for free at our other websites:</a:t>
            </a:r>
            <a:endParaRPr>
              <a:solidFill>
                <a:schemeClr val="dk1"/>
              </a:solidFill>
            </a:endParaRPr>
          </a:p>
          <a:p>
            <a:pPr marL="0" lvl="0" indent="0" algn="l" rtl="0">
              <a:spcBef>
                <a:spcPts val="1000"/>
              </a:spcBef>
              <a:spcAft>
                <a:spcPts val="0"/>
              </a:spcAft>
              <a:buNone/>
            </a:pPr>
            <a:r>
              <a:rPr lang="en" sz="1800">
                <a:solidFill>
                  <a:schemeClr val="dk1"/>
                </a:solidFill>
                <a:latin typeface="Alexandria Medium"/>
                <a:ea typeface="Alexandria Medium"/>
                <a:cs typeface="Alexandria Medium"/>
                <a:sym typeface="Alexandria Medium"/>
              </a:rPr>
              <a:t>P</a:t>
            </a:r>
            <a:r>
              <a:rPr lang="en" sz="1800">
                <a:latin typeface="Alexandria Medium"/>
                <a:ea typeface="Alexandria Medium"/>
                <a:cs typeface="Alexandria Medium"/>
                <a:sym typeface="Alexandria Medium"/>
              </a:rPr>
              <a:t>hotos</a:t>
            </a:r>
            <a:endParaRPr sz="1800">
              <a:solidFill>
                <a:schemeClr val="dk1"/>
              </a:solidFill>
              <a:latin typeface="Alexandria Medium"/>
              <a:ea typeface="Alexandria Medium"/>
              <a:cs typeface="Alexandria Medium"/>
              <a:sym typeface="Alexandria Medium"/>
            </a:endParaRPr>
          </a:p>
          <a:p>
            <a:pPr marL="274320" lvl="0" indent="-213360" algn="l" rtl="0">
              <a:spcBef>
                <a:spcPts val="1000"/>
              </a:spcBef>
              <a:spcAft>
                <a:spcPts val="0"/>
              </a:spcAft>
              <a:buClr>
                <a:schemeClr val="lt2"/>
              </a:buClr>
              <a:buSzPts val="1200"/>
              <a:buChar char="■"/>
            </a:pPr>
            <a:r>
              <a:rPr lang="en" u="sng">
                <a:solidFill>
                  <a:schemeClr val="hlink"/>
                </a:solidFill>
                <a:hlinkClick r:id="rId3"/>
              </a:rPr>
              <a:t>Medium shot woman with earphones</a:t>
            </a:r>
            <a:endParaRPr>
              <a:solidFill>
                <a:schemeClr val="dk1"/>
              </a:solidFill>
            </a:endParaRPr>
          </a:p>
          <a:p>
            <a:pPr marL="274320" lvl="0" indent="-213360" algn="l" rtl="0">
              <a:spcBef>
                <a:spcPts val="0"/>
              </a:spcBef>
              <a:spcAft>
                <a:spcPts val="0"/>
              </a:spcAft>
              <a:buClr>
                <a:schemeClr val="lt2"/>
              </a:buClr>
              <a:buSzPts val="1200"/>
              <a:buChar char="■"/>
            </a:pPr>
            <a:r>
              <a:rPr lang="en" u="sng">
                <a:solidFill>
                  <a:schemeClr val="hlink"/>
                </a:solidFill>
                <a:hlinkClick r:id="rId4"/>
              </a:rPr>
              <a:t>Working from home in ergonomic workstation</a:t>
            </a:r>
            <a:endParaRPr>
              <a:solidFill>
                <a:schemeClr val="dk1"/>
              </a:solidFill>
            </a:endParaRPr>
          </a:p>
          <a:p>
            <a:pPr marL="274320" lvl="0" indent="-213360" algn="l" rtl="0">
              <a:spcBef>
                <a:spcPts val="0"/>
              </a:spcBef>
              <a:spcAft>
                <a:spcPts val="0"/>
              </a:spcAft>
              <a:buClr>
                <a:schemeClr val="lt2"/>
              </a:buClr>
              <a:buSzPts val="1200"/>
              <a:buChar char="■"/>
            </a:pPr>
            <a:r>
              <a:rPr lang="en" u="sng">
                <a:solidFill>
                  <a:schemeClr val="hlink"/>
                </a:solidFill>
                <a:hlinkClick r:id="rId5"/>
              </a:rPr>
              <a:t>Home workspace minimalistic design</a:t>
            </a:r>
            <a:endParaRPr>
              <a:solidFill>
                <a:schemeClr val="dk1"/>
              </a:solidFill>
            </a:endParaRPr>
          </a:p>
          <a:p>
            <a:pPr marL="274320" lvl="0" indent="-213360" algn="l" rtl="0">
              <a:spcBef>
                <a:spcPts val="0"/>
              </a:spcBef>
              <a:spcAft>
                <a:spcPts val="0"/>
              </a:spcAft>
              <a:buClr>
                <a:schemeClr val="lt2"/>
              </a:buClr>
              <a:buSzPts val="1200"/>
              <a:buChar char="■"/>
            </a:pPr>
            <a:r>
              <a:rPr lang="en" u="sng">
                <a:solidFill>
                  <a:schemeClr val="hlink"/>
                </a:solidFill>
                <a:hlinkClick r:id="rId6"/>
              </a:rPr>
              <a:t>Front view female economist holding laptop</a:t>
            </a:r>
            <a:endParaRPr/>
          </a:p>
          <a:p>
            <a:pPr marL="274320" lvl="0" indent="-213360" algn="l" rtl="0">
              <a:spcBef>
                <a:spcPts val="0"/>
              </a:spcBef>
              <a:spcAft>
                <a:spcPts val="0"/>
              </a:spcAft>
              <a:buClr>
                <a:schemeClr val="lt2"/>
              </a:buClr>
              <a:buSzPts val="1200"/>
              <a:buChar char="■"/>
            </a:pPr>
            <a:r>
              <a:rPr lang="en" u="sng">
                <a:solidFill>
                  <a:schemeClr val="hlink"/>
                </a:solidFill>
                <a:hlinkClick r:id="rId7"/>
              </a:rPr>
              <a:t>African american man remote working from home</a:t>
            </a:r>
            <a:endParaRPr/>
          </a:p>
          <a:p>
            <a:pPr marL="274320" lvl="0" indent="-213360" algn="l" rtl="0">
              <a:spcBef>
                <a:spcPts val="0"/>
              </a:spcBef>
              <a:spcAft>
                <a:spcPts val="0"/>
              </a:spcAft>
              <a:buClr>
                <a:schemeClr val="lt2"/>
              </a:buClr>
              <a:buSzPts val="1200"/>
              <a:buChar char="■"/>
            </a:pPr>
            <a:r>
              <a:rPr lang="en" u="sng">
                <a:solidFill>
                  <a:schemeClr val="hlink"/>
                </a:solidFill>
                <a:hlinkClick r:id="rId8"/>
              </a:rPr>
              <a:t>Front view of elegant businesswoman with agenda</a:t>
            </a:r>
            <a:endParaRPr/>
          </a:p>
          <a:p>
            <a:pPr marL="0" lvl="0" indent="0" algn="l" rtl="0">
              <a:spcBef>
                <a:spcPts val="1000"/>
              </a:spcBef>
              <a:spcAft>
                <a:spcPts val="0"/>
              </a:spcAft>
              <a:buNone/>
            </a:pPr>
            <a:endParaRPr/>
          </a:p>
          <a:p>
            <a:pPr marL="0" lvl="0" indent="0" algn="l" rtl="0">
              <a:spcBef>
                <a:spcPts val="1000"/>
              </a:spcBef>
              <a:spcAft>
                <a:spcPts val="0"/>
              </a:spcAft>
              <a:buNone/>
            </a:pPr>
            <a:r>
              <a:rPr lang="en" sz="1800">
                <a:latin typeface="Alexandria Medium"/>
                <a:ea typeface="Alexandria Medium"/>
                <a:cs typeface="Alexandria Medium"/>
                <a:sym typeface="Alexandria Medium"/>
              </a:rPr>
              <a:t>Vectors</a:t>
            </a:r>
            <a:endParaRPr sz="1800">
              <a:latin typeface="Alexandria Medium"/>
              <a:ea typeface="Alexandria Medium"/>
              <a:cs typeface="Alexandria Medium"/>
              <a:sym typeface="Alexandria Medium"/>
            </a:endParaRPr>
          </a:p>
          <a:p>
            <a:pPr marL="274320" lvl="0" indent="-213360" algn="l" rtl="0">
              <a:spcBef>
                <a:spcPts val="1000"/>
              </a:spcBef>
              <a:spcAft>
                <a:spcPts val="0"/>
              </a:spcAft>
              <a:buClr>
                <a:schemeClr val="lt2"/>
              </a:buClr>
              <a:buSzPts val="1200"/>
              <a:buChar char="■"/>
            </a:pPr>
            <a:r>
              <a:rPr lang="en" u="sng">
                <a:solidFill>
                  <a:schemeClr val="hlink"/>
                </a:solidFill>
                <a:hlinkClick r:id="rId9"/>
              </a:rPr>
              <a:t>Free PSD dynamic graphics design instagram posts</a:t>
            </a:r>
            <a:endParaRPr/>
          </a:p>
          <a:p>
            <a:pPr marL="0" lvl="0" indent="0" algn="l" rtl="0">
              <a:spcBef>
                <a:spcPts val="1000"/>
              </a:spcBef>
              <a:spcAft>
                <a:spcPts val="1000"/>
              </a:spcAft>
              <a:buNone/>
            </a:pPr>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671"/>
        <p:cNvGrpSpPr/>
        <p:nvPr/>
      </p:nvGrpSpPr>
      <p:grpSpPr>
        <a:xfrm>
          <a:off x="0" y="0"/>
          <a:ext cx="0" cy="0"/>
          <a:chOff x="0" y="0"/>
          <a:chExt cx="0" cy="0"/>
        </a:xfrm>
      </p:grpSpPr>
      <p:sp>
        <p:nvSpPr>
          <p:cNvPr id="672" name="Google Shape;672;p72"/>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a:t>
            </a:r>
            <a:endParaRPr/>
          </a:p>
        </p:txBody>
      </p:sp>
      <p:sp>
        <p:nvSpPr>
          <p:cNvPr id="673" name="Google Shape;673;p72"/>
          <p:cNvSpPr txBox="1"/>
          <p:nvPr/>
        </p:nvSpPr>
        <p:spPr>
          <a:xfrm>
            <a:off x="723400" y="1187975"/>
            <a:ext cx="7697100" cy="3444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rgbClr val="000000"/>
              </a:buClr>
              <a:buSzPts val="1100"/>
              <a:buFont typeface="Arial"/>
              <a:buNone/>
            </a:pPr>
            <a:r>
              <a:rPr lang="en" sz="1100">
                <a:solidFill>
                  <a:schemeClr val="lt1"/>
                </a:solidFill>
              </a:rPr>
              <a:t>If you have a free account, in order to use this template, you must credit </a:t>
            </a:r>
            <a:r>
              <a:rPr lang="en" sz="1100" b="1" u="sng">
                <a:solidFill>
                  <a:schemeClr val="dk2"/>
                </a:solidFill>
                <a:hlinkClick r:id="rId3">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Slidesgo</a:t>
            </a:r>
            <a:r>
              <a:rPr lang="en" sz="1100" b="1">
                <a:solidFill>
                  <a:schemeClr val="dk2"/>
                </a:solidFill>
              </a:rPr>
              <a:t> </a:t>
            </a:r>
            <a:r>
              <a:rPr lang="en" sz="1100">
                <a:solidFill>
                  <a:schemeClr val="lt1"/>
                </a:solidFill>
              </a:rPr>
              <a:t>by keeping the </a:t>
            </a:r>
            <a:r>
              <a:rPr lang="en" sz="1100" b="1" u="sng">
                <a:solidFill>
                  <a:schemeClr val="hlink"/>
                </a:solidFill>
                <a:hlinkClick r:id="rId4" action="ppaction://hlinksldjump"/>
              </a:rPr>
              <a:t>Thanks</a:t>
            </a:r>
            <a:r>
              <a:rPr lang="en" sz="1100" b="1">
                <a:solidFill>
                  <a:schemeClr val="dk2"/>
                </a:solidFill>
              </a:rPr>
              <a:t> </a:t>
            </a:r>
            <a:r>
              <a:rPr lang="en" sz="1100">
                <a:solidFill>
                  <a:schemeClr val="lt1"/>
                </a:solidFill>
              </a:rPr>
              <a:t>slide. Please refer to the next slide to read the instructions for premium users.</a:t>
            </a:r>
            <a:endParaRPr sz="1100">
              <a:solidFill>
                <a:schemeClr val="lt1"/>
              </a:solidFill>
            </a:endParaRPr>
          </a:p>
          <a:p>
            <a:pPr marL="0" lvl="0" indent="0" algn="l" rtl="0">
              <a:lnSpc>
                <a:spcPct val="100000"/>
              </a:lnSpc>
              <a:spcBef>
                <a:spcPts val="1000"/>
              </a:spcBef>
              <a:spcAft>
                <a:spcPts val="0"/>
              </a:spcAft>
              <a:buClr>
                <a:srgbClr val="000000"/>
              </a:buClr>
              <a:buSzPts val="1100"/>
              <a:buFont typeface="Arial"/>
              <a:buNone/>
            </a:pPr>
            <a:r>
              <a:rPr lang="en" sz="1100" b="1">
                <a:solidFill>
                  <a:schemeClr val="dk2"/>
                </a:solidFill>
              </a:rPr>
              <a:t>As a Free user, you are allowed to:</a:t>
            </a:r>
            <a:endParaRPr sz="1100" b="1">
              <a:solidFill>
                <a:schemeClr val="dk2"/>
              </a:solidFill>
            </a:endParaRPr>
          </a:p>
          <a:p>
            <a:pPr marL="457200" lvl="0" indent="-298450" algn="l" rtl="0">
              <a:lnSpc>
                <a:spcPct val="100000"/>
              </a:lnSpc>
              <a:spcBef>
                <a:spcPts val="400"/>
              </a:spcBef>
              <a:spcAft>
                <a:spcPts val="0"/>
              </a:spcAft>
              <a:buClr>
                <a:schemeClr val="lt1"/>
              </a:buClr>
              <a:buSzPts val="1100"/>
              <a:buChar char="●"/>
            </a:pPr>
            <a:r>
              <a:rPr lang="en" sz="1100">
                <a:solidFill>
                  <a:schemeClr val="lt1"/>
                </a:solidFill>
              </a:rPr>
              <a:t>Modify this template.</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en" sz="1100">
                <a:solidFill>
                  <a:schemeClr val="lt1"/>
                </a:solidFill>
              </a:rPr>
              <a:t>Use it for both personal and commercial projects.</a:t>
            </a:r>
            <a:endParaRPr sz="1100">
              <a:solidFill>
                <a:schemeClr val="lt1"/>
              </a:solidFill>
            </a:endParaRPr>
          </a:p>
          <a:p>
            <a:pPr marL="0" lvl="0" indent="0" algn="l" rtl="0">
              <a:lnSpc>
                <a:spcPct val="100000"/>
              </a:lnSpc>
              <a:spcBef>
                <a:spcPts val="1400"/>
              </a:spcBef>
              <a:spcAft>
                <a:spcPts val="0"/>
              </a:spcAft>
              <a:buClr>
                <a:srgbClr val="000000"/>
              </a:buClr>
              <a:buSzPts val="1100"/>
              <a:buFont typeface="Arial"/>
              <a:buNone/>
            </a:pPr>
            <a:r>
              <a:rPr lang="en" sz="1100" b="1">
                <a:solidFill>
                  <a:schemeClr val="dk2"/>
                </a:solidFill>
              </a:rPr>
              <a:t>You are not allowed to:</a:t>
            </a:r>
            <a:endParaRPr sz="1100" b="1">
              <a:solidFill>
                <a:schemeClr val="dk2"/>
              </a:solidFill>
            </a:endParaRPr>
          </a:p>
          <a:p>
            <a:pPr marL="457200" lvl="0" indent="-298450" algn="l" rtl="0">
              <a:lnSpc>
                <a:spcPct val="100000"/>
              </a:lnSpc>
              <a:spcBef>
                <a:spcPts val="0"/>
              </a:spcBef>
              <a:spcAft>
                <a:spcPts val="0"/>
              </a:spcAft>
              <a:buClr>
                <a:schemeClr val="lt1"/>
              </a:buClr>
              <a:buSzPts val="1100"/>
              <a:buChar char="●"/>
            </a:pPr>
            <a:r>
              <a:rPr lang="en" sz="1100">
                <a:solidFill>
                  <a:schemeClr val="lt1"/>
                </a:solidFill>
              </a:rPr>
              <a:t>Sublicense, sell or rent any of Slidesgo Content (or a modified version of Slidesgo Content).</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en" sz="1100">
                <a:solidFill>
                  <a:schemeClr val="lt1"/>
                </a:solidFill>
              </a:rPr>
              <a:t>Distribute Slidesgo Content unless it has been expressly authorized by Slidesgo.</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en" sz="1100">
                <a:solidFill>
                  <a:schemeClr val="lt1"/>
                </a:solidFill>
              </a:rPr>
              <a:t>Include Slidesgo Content in an online or offline database or file.</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en" sz="1100">
                <a:solidFill>
                  <a:schemeClr val="lt1"/>
                </a:solidFill>
              </a:rPr>
              <a:t>Offer Slidesgo templates (or modified versions of Slidesgo templates) for download.</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en" sz="1100">
                <a:solidFill>
                  <a:schemeClr val="lt1"/>
                </a:solidFill>
              </a:rPr>
              <a:t>Acquire the copyright of Slidesgo Content.</a:t>
            </a:r>
            <a:endParaRPr sz="110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sz="110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sz="110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sz="110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sz="1100">
              <a:solidFill>
                <a:schemeClr val="lt1"/>
              </a:solidFill>
            </a:endParaRPr>
          </a:p>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lnSpc>
                <a:spcPct val="100000"/>
              </a:lnSpc>
              <a:spcBef>
                <a:spcPts val="0"/>
              </a:spcBef>
              <a:spcAft>
                <a:spcPts val="0"/>
              </a:spcAft>
              <a:buClr>
                <a:schemeClr val="dk1"/>
              </a:buClr>
              <a:buSzPts val="1100"/>
              <a:buFont typeface="Arial"/>
              <a:buNone/>
            </a:pPr>
            <a:r>
              <a:rPr lang="en" sz="1100" b="1" u="sng">
                <a:solidFill>
                  <a:schemeClr val="dk2"/>
                </a:solidFill>
                <a:hlinkClick r:id="rId5">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https://slidesgo.com/faqs</a:t>
            </a:r>
            <a:r>
              <a:rPr lang="en" sz="1100">
                <a:solidFill>
                  <a:schemeClr val="lt1"/>
                </a:solidFill>
              </a:rPr>
              <a:t> and </a:t>
            </a:r>
            <a:r>
              <a:rPr lang="en" sz="1100" b="1" u="sng">
                <a:solidFill>
                  <a:schemeClr val="dk2"/>
                </a:solidFill>
                <a:hlinkClick r:id="rId6">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https://slidesgo.com/slidesgo-school</a:t>
            </a:r>
            <a:endParaRPr sz="1100" b="1">
              <a:solidFill>
                <a:schemeClr val="dk2"/>
              </a:solidFill>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677"/>
        <p:cNvGrpSpPr/>
        <p:nvPr/>
      </p:nvGrpSpPr>
      <p:grpSpPr>
        <a:xfrm>
          <a:off x="0" y="0"/>
          <a:ext cx="0" cy="0"/>
          <a:chOff x="0" y="0"/>
          <a:chExt cx="0" cy="0"/>
        </a:xfrm>
      </p:grpSpPr>
      <p:sp>
        <p:nvSpPr>
          <p:cNvPr id="678" name="Google Shape;678;p73"/>
          <p:cNvSpPr txBox="1"/>
          <p:nvPr/>
        </p:nvSpPr>
        <p:spPr>
          <a:xfrm>
            <a:off x="723450" y="1187975"/>
            <a:ext cx="7697100" cy="3444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 sz="1100">
                <a:solidFill>
                  <a:schemeClr val="lt1"/>
                </a:solidFill>
              </a:rPr>
              <a:t>As a Premium user, you can use this template without attributing </a:t>
            </a:r>
            <a:r>
              <a:rPr lang="en" sz="1100" b="1" u="sng">
                <a:solidFill>
                  <a:schemeClr val="dk2"/>
                </a:solidFill>
                <a:hlinkClick r:id="rId3">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Slidesgo</a:t>
            </a:r>
            <a:r>
              <a:rPr lang="en" sz="1100" b="1">
                <a:solidFill>
                  <a:schemeClr val="dk2"/>
                </a:solidFill>
              </a:rPr>
              <a:t> </a:t>
            </a:r>
            <a:r>
              <a:rPr lang="en" sz="1100">
                <a:solidFill>
                  <a:schemeClr val="lt1"/>
                </a:solidFill>
              </a:rPr>
              <a:t>or keeping the </a:t>
            </a:r>
            <a:r>
              <a:rPr lang="en" sz="1100" b="1" u="sng">
                <a:solidFill>
                  <a:schemeClr val="hlink"/>
                </a:solidFill>
                <a:hlinkClick r:id="rId4" action="ppaction://hlinksldjump"/>
              </a:rPr>
              <a:t>Thanks</a:t>
            </a:r>
            <a:r>
              <a:rPr lang="en" sz="1100">
                <a:solidFill>
                  <a:schemeClr val="lt1"/>
                </a:solidFill>
              </a:rPr>
              <a:t> slide.</a:t>
            </a:r>
            <a:endParaRPr sz="1100">
              <a:solidFill>
                <a:schemeClr val="lt1"/>
              </a:solidFill>
            </a:endParaRPr>
          </a:p>
          <a:p>
            <a:pPr marL="0" lvl="0" indent="0" algn="l" rtl="0">
              <a:lnSpc>
                <a:spcPct val="100000"/>
              </a:lnSpc>
              <a:spcBef>
                <a:spcPts val="1000"/>
              </a:spcBef>
              <a:spcAft>
                <a:spcPts val="0"/>
              </a:spcAft>
              <a:buNone/>
            </a:pPr>
            <a:r>
              <a:rPr lang="en" sz="1100" b="1">
                <a:solidFill>
                  <a:schemeClr val="dk2"/>
                </a:solidFill>
              </a:rPr>
              <a:t>You are allowed to:</a:t>
            </a:r>
            <a:endParaRPr sz="1100" b="1">
              <a:solidFill>
                <a:schemeClr val="dk2"/>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Modify this template.</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Use it for both personal and commercial purposes.</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Hide or delete the “Thanks” slide and the mention to Slidesgo in the credits.</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Share this template in an editable format with people who are not part of your team.</a:t>
            </a:r>
            <a:endParaRPr sz="1100">
              <a:solidFill>
                <a:schemeClr val="lt1"/>
              </a:solidFill>
            </a:endParaRPr>
          </a:p>
          <a:p>
            <a:pPr marL="0" lvl="0" indent="0" algn="l" rtl="0">
              <a:lnSpc>
                <a:spcPct val="100000"/>
              </a:lnSpc>
              <a:spcBef>
                <a:spcPts val="1000"/>
              </a:spcBef>
              <a:spcAft>
                <a:spcPts val="0"/>
              </a:spcAft>
              <a:buNone/>
            </a:pPr>
            <a:r>
              <a:rPr lang="en" sz="1100" b="1">
                <a:solidFill>
                  <a:schemeClr val="dk2"/>
                </a:solidFill>
              </a:rPr>
              <a:t>You are not allowed to:</a:t>
            </a:r>
            <a:endParaRPr sz="1100" b="1">
              <a:solidFill>
                <a:schemeClr val="dk2"/>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Sublicense, sell or rent this Slidesgo Template (or a modified version of this Slidesgo Template).</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Use any of the elements that are part of this Slidesgo Template in an isolated and separated way from this Template.</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Register any of the elements that are part of this template as a trademark or logo, or register it as a work in an intellectual property registry or similar.</a:t>
            </a:r>
            <a:endParaRPr sz="1100">
              <a:solidFill>
                <a:schemeClr val="lt1"/>
              </a:solidFill>
            </a:endParaRPr>
          </a:p>
          <a:p>
            <a:pPr marL="0" lvl="0" indent="0" algn="l" rtl="0">
              <a:lnSpc>
                <a:spcPct val="100000"/>
              </a:lnSpc>
              <a:spcBef>
                <a:spcPts val="0"/>
              </a:spcBef>
              <a:spcAft>
                <a:spcPts val="0"/>
              </a:spcAft>
              <a:buNone/>
            </a:pPr>
            <a:endParaRPr sz="1100">
              <a:solidFill>
                <a:schemeClr val="lt1"/>
              </a:solidFill>
            </a:endParaRPr>
          </a:p>
          <a:p>
            <a:pPr marL="0" lvl="0" indent="0" algn="ctr" rtl="0">
              <a:lnSpc>
                <a:spcPct val="100000"/>
              </a:lnSpc>
              <a:spcBef>
                <a:spcPts val="0"/>
              </a:spcBef>
              <a:spcAft>
                <a:spcPts val="0"/>
              </a:spcAft>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lnSpc>
                <a:spcPct val="100000"/>
              </a:lnSpc>
              <a:spcBef>
                <a:spcPts val="0"/>
              </a:spcBef>
              <a:spcAft>
                <a:spcPts val="0"/>
              </a:spcAft>
              <a:buNone/>
            </a:pPr>
            <a:r>
              <a:rPr lang="en" sz="1100" b="1" u="sng">
                <a:solidFill>
                  <a:schemeClr val="dk2"/>
                </a:solidFill>
                <a:hlinkClick r:id="rId5">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https://slidesgo.com/faqs</a:t>
            </a:r>
            <a:r>
              <a:rPr lang="en" sz="1100">
                <a:solidFill>
                  <a:schemeClr val="lt1"/>
                </a:solidFill>
              </a:rPr>
              <a:t> and </a:t>
            </a:r>
            <a:r>
              <a:rPr lang="en" sz="1100" b="1" u="sng">
                <a:solidFill>
                  <a:schemeClr val="dk2"/>
                </a:solidFill>
                <a:hlinkClick r:id="rId6">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https://slidesgo.com/slidesgo-school</a:t>
            </a:r>
            <a:endParaRPr sz="1100" b="1">
              <a:solidFill>
                <a:schemeClr val="dk2"/>
              </a:solidFill>
            </a:endParaRPr>
          </a:p>
        </p:txBody>
      </p:sp>
      <p:sp>
        <p:nvSpPr>
          <p:cNvPr id="679" name="Google Shape;679;p73"/>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 (premium users)</a:t>
            </a:r>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683"/>
        <p:cNvGrpSpPr/>
        <p:nvPr/>
      </p:nvGrpSpPr>
      <p:grpSpPr>
        <a:xfrm>
          <a:off x="0" y="0"/>
          <a:ext cx="0" cy="0"/>
          <a:chOff x="0" y="0"/>
          <a:chExt cx="0" cy="0"/>
        </a:xfrm>
      </p:grpSpPr>
      <p:sp>
        <p:nvSpPr>
          <p:cNvPr id="684" name="Google Shape;684;p74"/>
          <p:cNvSpPr txBox="1"/>
          <p:nvPr/>
        </p:nvSpPr>
        <p:spPr>
          <a:xfrm>
            <a:off x="723400" y="1187975"/>
            <a:ext cx="7697100" cy="1466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00">
                <a:solidFill>
                  <a:srgbClr val="FFFFFF"/>
                </a:solidFill>
              </a:rPr>
              <a:t>This presentation has been made using the following fonts:</a:t>
            </a:r>
            <a:endParaRPr sz="1100">
              <a:solidFill>
                <a:srgbClr val="FFFFFF"/>
              </a:solidFill>
            </a:endParaRPr>
          </a:p>
          <a:p>
            <a:pPr marL="0" lvl="0" indent="0" algn="ctr" rtl="0">
              <a:lnSpc>
                <a:spcPct val="100000"/>
              </a:lnSpc>
              <a:spcBef>
                <a:spcPts val="1000"/>
              </a:spcBef>
              <a:spcAft>
                <a:spcPts val="0"/>
              </a:spcAft>
              <a:buNone/>
            </a:pPr>
            <a:r>
              <a:rPr lang="en" sz="1100" b="1">
                <a:solidFill>
                  <a:srgbClr val="FFFFFF"/>
                </a:solidFill>
              </a:rPr>
              <a:t>Alexandria</a:t>
            </a:r>
            <a:endParaRPr sz="1100" b="1">
              <a:solidFill>
                <a:srgbClr val="FFFFFF"/>
              </a:solidFill>
            </a:endParaRPr>
          </a:p>
          <a:p>
            <a:pPr marL="0" lvl="0" indent="0" algn="ctr" rtl="0">
              <a:lnSpc>
                <a:spcPct val="100000"/>
              </a:lnSpc>
              <a:spcBef>
                <a:spcPts val="0"/>
              </a:spcBef>
              <a:spcAft>
                <a:spcPts val="0"/>
              </a:spcAft>
              <a:buNone/>
            </a:pPr>
            <a:r>
              <a:rPr lang="en" sz="1100">
                <a:solidFill>
                  <a:srgbClr val="FFFFFF"/>
                </a:solidFill>
              </a:rPr>
              <a:t>(</a:t>
            </a:r>
            <a:r>
              <a:rPr lang="en" sz="1100" u="sng">
                <a:solidFill>
                  <a:srgbClr val="FFFFFF"/>
                </a:solidFill>
                <a:hlinkClick r:id="rId3">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https://fonts.google.com/specimen/Alexandria</a:t>
            </a:r>
            <a:r>
              <a:rPr lang="en" sz="1100">
                <a:solidFill>
                  <a:srgbClr val="FFFFFF"/>
                </a:solidFill>
              </a:rPr>
              <a:t>)</a:t>
            </a:r>
            <a:endParaRPr sz="1100">
              <a:solidFill>
                <a:srgbClr val="FFFFFF"/>
              </a:solidFill>
            </a:endParaRPr>
          </a:p>
          <a:p>
            <a:pPr marL="0" lvl="0" indent="0" algn="ctr" rtl="0">
              <a:lnSpc>
                <a:spcPct val="100000"/>
              </a:lnSpc>
              <a:spcBef>
                <a:spcPts val="0"/>
              </a:spcBef>
              <a:spcAft>
                <a:spcPts val="0"/>
              </a:spcAft>
              <a:buNone/>
            </a:pPr>
            <a:endParaRPr sz="1100">
              <a:solidFill>
                <a:srgbClr val="FFFFFF"/>
              </a:solidFill>
            </a:endParaRPr>
          </a:p>
          <a:p>
            <a:pPr marL="0" lvl="0" indent="0" algn="ctr" rtl="0">
              <a:lnSpc>
                <a:spcPct val="100000"/>
              </a:lnSpc>
              <a:spcBef>
                <a:spcPts val="0"/>
              </a:spcBef>
              <a:spcAft>
                <a:spcPts val="0"/>
              </a:spcAft>
              <a:buNone/>
            </a:pPr>
            <a:r>
              <a:rPr lang="en" sz="1100" b="1">
                <a:solidFill>
                  <a:srgbClr val="FFFFFF"/>
                </a:solidFill>
              </a:rPr>
              <a:t>Albert Sans</a:t>
            </a:r>
            <a:endParaRPr sz="1100" b="1">
              <a:solidFill>
                <a:srgbClr val="FFFFFF"/>
              </a:solidFill>
            </a:endParaRPr>
          </a:p>
          <a:p>
            <a:pPr marL="0" lvl="0" indent="0" algn="ctr" rtl="0">
              <a:lnSpc>
                <a:spcPct val="100000"/>
              </a:lnSpc>
              <a:spcBef>
                <a:spcPts val="0"/>
              </a:spcBef>
              <a:spcAft>
                <a:spcPts val="0"/>
              </a:spcAft>
              <a:buNone/>
            </a:pPr>
            <a:r>
              <a:rPr lang="en" sz="1100">
                <a:solidFill>
                  <a:srgbClr val="FFFFFF"/>
                </a:solidFill>
              </a:rPr>
              <a:t>(</a:t>
            </a:r>
            <a:r>
              <a:rPr lang="en" sz="1100" u="sng">
                <a:solidFill>
                  <a:srgbClr val="FFFFFF"/>
                </a:solidFill>
                <a:hlinkClick r:id="rId4">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https://fonts.google.com/specimen/Albert+Sans</a:t>
            </a:r>
            <a:r>
              <a:rPr lang="en" sz="1100">
                <a:solidFill>
                  <a:srgbClr val="FFFFFF"/>
                </a:solidFill>
              </a:rPr>
              <a:t>)</a:t>
            </a:r>
            <a:endParaRPr sz="1100">
              <a:solidFill>
                <a:srgbClr val="FFFFFF"/>
              </a:solidFill>
            </a:endParaRPr>
          </a:p>
          <a:p>
            <a:pPr marL="0" lvl="0" indent="0" algn="l" rtl="0">
              <a:lnSpc>
                <a:spcPct val="100000"/>
              </a:lnSpc>
              <a:spcBef>
                <a:spcPts val="0"/>
              </a:spcBef>
              <a:spcAft>
                <a:spcPts val="0"/>
              </a:spcAft>
              <a:buNone/>
            </a:pPr>
            <a:endParaRPr sz="1100">
              <a:solidFill>
                <a:srgbClr val="FFFFFF"/>
              </a:solidFill>
            </a:endParaRPr>
          </a:p>
        </p:txBody>
      </p:sp>
      <p:sp>
        <p:nvSpPr>
          <p:cNvPr id="685" name="Google Shape;685;p74"/>
          <p:cNvSpPr/>
          <p:nvPr/>
        </p:nvSpPr>
        <p:spPr>
          <a:xfrm>
            <a:off x="3114475" y="2947175"/>
            <a:ext cx="791400" cy="754200"/>
          </a:xfrm>
          <a:prstGeom prst="roundRect">
            <a:avLst>
              <a:gd name="adj" fmla="val 16667"/>
            </a:avLst>
          </a:prstGeom>
          <a:solidFill>
            <a:srgbClr val="15110E"/>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74"/>
          <p:cNvSpPr/>
          <p:nvPr/>
        </p:nvSpPr>
        <p:spPr>
          <a:xfrm>
            <a:off x="4176295" y="2947175"/>
            <a:ext cx="791400" cy="754200"/>
          </a:xfrm>
          <a:prstGeom prst="roundRect">
            <a:avLst>
              <a:gd name="adj" fmla="val 16667"/>
            </a:avLst>
          </a:prstGeom>
          <a:solidFill>
            <a:srgbClr val="FFFDF6"/>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74"/>
          <p:cNvSpPr/>
          <p:nvPr/>
        </p:nvSpPr>
        <p:spPr>
          <a:xfrm>
            <a:off x="5238114" y="2947175"/>
            <a:ext cx="791400" cy="754200"/>
          </a:xfrm>
          <a:prstGeom prst="roundRect">
            <a:avLst>
              <a:gd name="adj" fmla="val 16667"/>
            </a:avLst>
          </a:prstGeom>
          <a:solidFill>
            <a:srgbClr val="F5F0C2"/>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74"/>
          <p:cNvSpPr txBox="1"/>
          <p:nvPr/>
        </p:nvSpPr>
        <p:spPr>
          <a:xfrm>
            <a:off x="311447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#15110e</a:t>
            </a:r>
            <a:endParaRPr sz="1000">
              <a:solidFill>
                <a:srgbClr val="FFFFFF"/>
              </a:solidFill>
            </a:endParaRPr>
          </a:p>
        </p:txBody>
      </p:sp>
      <p:sp>
        <p:nvSpPr>
          <p:cNvPr id="689" name="Google Shape;689;p74"/>
          <p:cNvSpPr txBox="1"/>
          <p:nvPr/>
        </p:nvSpPr>
        <p:spPr>
          <a:xfrm>
            <a:off x="417630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#fffdf6</a:t>
            </a:r>
            <a:endParaRPr sz="1000"/>
          </a:p>
        </p:txBody>
      </p:sp>
      <p:sp>
        <p:nvSpPr>
          <p:cNvPr id="690" name="Google Shape;690;p74"/>
          <p:cNvSpPr txBox="1"/>
          <p:nvPr/>
        </p:nvSpPr>
        <p:spPr>
          <a:xfrm>
            <a:off x="523812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#f5f0c2</a:t>
            </a:r>
            <a:endParaRPr sz="1000"/>
          </a:p>
        </p:txBody>
      </p:sp>
      <p:sp>
        <p:nvSpPr>
          <p:cNvPr id="691" name="Google Shape;691;p74"/>
          <p:cNvSpPr/>
          <p:nvPr/>
        </p:nvSpPr>
        <p:spPr>
          <a:xfrm>
            <a:off x="3114475" y="3878275"/>
            <a:ext cx="791400" cy="754200"/>
          </a:xfrm>
          <a:prstGeom prst="roundRect">
            <a:avLst>
              <a:gd name="adj" fmla="val 16667"/>
            </a:avLst>
          </a:prstGeom>
          <a:solidFill>
            <a:srgbClr val="B8B652"/>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74"/>
          <p:cNvSpPr/>
          <p:nvPr/>
        </p:nvSpPr>
        <p:spPr>
          <a:xfrm>
            <a:off x="4176295" y="3878275"/>
            <a:ext cx="791400" cy="754200"/>
          </a:xfrm>
          <a:prstGeom prst="roundRect">
            <a:avLst>
              <a:gd name="adj" fmla="val 16667"/>
            </a:avLst>
          </a:prstGeom>
          <a:solidFill>
            <a:srgbClr val="69641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74"/>
          <p:cNvSpPr/>
          <p:nvPr/>
        </p:nvSpPr>
        <p:spPr>
          <a:xfrm>
            <a:off x="5238114" y="3878275"/>
            <a:ext cx="791400" cy="754200"/>
          </a:xfrm>
          <a:prstGeom prst="roundRect">
            <a:avLst>
              <a:gd name="adj" fmla="val 16667"/>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74"/>
          <p:cNvSpPr txBox="1"/>
          <p:nvPr/>
        </p:nvSpPr>
        <p:spPr>
          <a:xfrm>
            <a:off x="3114475"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#b8b652</a:t>
            </a:r>
            <a:endParaRPr sz="1000">
              <a:solidFill>
                <a:srgbClr val="FFFFFF"/>
              </a:solidFill>
            </a:endParaRPr>
          </a:p>
        </p:txBody>
      </p:sp>
      <p:sp>
        <p:nvSpPr>
          <p:cNvPr id="695" name="Google Shape;695;p74"/>
          <p:cNvSpPr txBox="1"/>
          <p:nvPr/>
        </p:nvSpPr>
        <p:spPr>
          <a:xfrm>
            <a:off x="4176300"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#696413</a:t>
            </a:r>
            <a:endParaRPr sz="1000">
              <a:solidFill>
                <a:srgbClr val="FFFFFF"/>
              </a:solidFill>
            </a:endParaRPr>
          </a:p>
        </p:txBody>
      </p:sp>
      <p:sp>
        <p:nvSpPr>
          <p:cNvPr id="696" name="Google Shape;696;p74"/>
          <p:cNvSpPr txBox="1"/>
          <p:nvPr/>
        </p:nvSpPr>
        <p:spPr>
          <a:xfrm>
            <a:off x="5238125"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#ffffff</a:t>
            </a:r>
            <a:endParaRPr sz="1000"/>
          </a:p>
        </p:txBody>
      </p:sp>
      <p:sp>
        <p:nvSpPr>
          <p:cNvPr id="697" name="Google Shape;697;p74"/>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Fonts &amp; colors used</a:t>
            </a:r>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01"/>
        <p:cNvGrpSpPr/>
        <p:nvPr/>
      </p:nvGrpSpPr>
      <p:grpSpPr>
        <a:xfrm>
          <a:off x="0" y="0"/>
          <a:ext cx="0" cy="0"/>
          <a:chOff x="0" y="0"/>
          <a:chExt cx="0" cy="0"/>
        </a:xfrm>
      </p:grpSpPr>
      <p:sp>
        <p:nvSpPr>
          <p:cNvPr id="702" name="Google Shape;702;p75"/>
          <p:cNvSpPr txBox="1"/>
          <p:nvPr/>
        </p:nvSpPr>
        <p:spPr>
          <a:xfrm>
            <a:off x="1307550" y="1187975"/>
            <a:ext cx="6520500" cy="8526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00">
                <a:solidFill>
                  <a:schemeClr val="lt1"/>
                </a:solidFill>
              </a:rPr>
              <a:t>Create your Story with our illustrated concepts. Choose the style you like the most, edit its colors, pick the background and layers you want to show and bring them to life with the animator panel! It will boost your presentation. Check out </a:t>
            </a:r>
            <a:r>
              <a:rPr lang="en" sz="1100" b="1">
                <a:solidFill>
                  <a:schemeClr val="dk2"/>
                </a:solidFill>
              </a:rPr>
              <a:t>h</a:t>
            </a:r>
            <a:r>
              <a:rPr lang="en" sz="1100" b="1">
                <a:solidFill>
                  <a:schemeClr val="dk2"/>
                </a:solidFill>
                <a:uFill>
                  <a:noFill/>
                </a:uFill>
                <a:hlinkClick r:id="rId3">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ow it works</a:t>
            </a:r>
            <a:r>
              <a:rPr lang="en" sz="1100">
                <a:solidFill>
                  <a:schemeClr val="lt1"/>
                </a:solidFill>
                <a:uFill>
                  <a:noFill/>
                </a:uFill>
                <a:hlinkClick r:id="rId3">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a:t>
            </a:r>
            <a:endParaRPr sz="1100">
              <a:solidFill>
                <a:schemeClr val="lt1"/>
              </a:solidFill>
            </a:endParaRPr>
          </a:p>
        </p:txBody>
      </p:sp>
      <p:sp>
        <p:nvSpPr>
          <p:cNvPr id="703" name="Google Shape;703;p75"/>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Storyset</a:t>
            </a:r>
            <a:endParaRPr/>
          </a:p>
        </p:txBody>
      </p:sp>
      <p:pic>
        <p:nvPicPr>
          <p:cNvPr id="704" name="Google Shape;704;p75"/>
          <p:cNvPicPr preferRelativeResize="0"/>
          <p:nvPr/>
        </p:nvPicPr>
        <p:blipFill rotWithShape="1">
          <a:blip r:embed="rId4">
            <a:alphaModFix/>
          </a:blip>
          <a:srcRect t="16547" b="16541"/>
          <a:stretch/>
        </p:blipFill>
        <p:spPr>
          <a:xfrm>
            <a:off x="723400" y="2607125"/>
            <a:ext cx="1522615" cy="1018800"/>
          </a:xfrm>
          <a:prstGeom prst="rect">
            <a:avLst/>
          </a:prstGeom>
          <a:noFill/>
          <a:ln>
            <a:noFill/>
          </a:ln>
        </p:spPr>
      </p:pic>
      <p:sp>
        <p:nvSpPr>
          <p:cNvPr id="705" name="Google Shape;705;p75">
            <a:hlinkClick r:id="rId5"/>
          </p:cNvPr>
          <p:cNvSpPr txBox="1"/>
          <p:nvPr/>
        </p:nvSpPr>
        <p:spPr>
          <a:xfrm>
            <a:off x="881858"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chemeClr val="dk2"/>
                </a:solidFill>
                <a:uFill>
                  <a:noFill/>
                </a:uFill>
                <a:hlinkClick r:id="rId5">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Pana</a:t>
            </a:r>
            <a:endParaRPr b="1">
              <a:solidFill>
                <a:schemeClr val="dk2"/>
              </a:solidFill>
            </a:endParaRPr>
          </a:p>
        </p:txBody>
      </p:sp>
      <p:sp>
        <p:nvSpPr>
          <p:cNvPr id="706" name="Google Shape;706;p75">
            <a:hlinkClick r:id="rId6"/>
          </p:cNvPr>
          <p:cNvSpPr txBox="1"/>
          <p:nvPr/>
        </p:nvSpPr>
        <p:spPr>
          <a:xfrm>
            <a:off x="240297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chemeClr val="dk2"/>
                </a:solidFill>
                <a:uFill>
                  <a:noFill/>
                </a:uFill>
                <a:hlinkClick r:id="rId6">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Amico</a:t>
            </a:r>
            <a:endParaRPr b="1">
              <a:solidFill>
                <a:schemeClr val="dk2"/>
              </a:solidFill>
            </a:endParaRPr>
          </a:p>
        </p:txBody>
      </p:sp>
      <p:sp>
        <p:nvSpPr>
          <p:cNvPr id="707" name="Google Shape;707;p75">
            <a:hlinkClick r:id="rId7"/>
          </p:cNvPr>
          <p:cNvSpPr txBox="1"/>
          <p:nvPr/>
        </p:nvSpPr>
        <p:spPr>
          <a:xfrm>
            <a:off x="392408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chemeClr val="dk2"/>
                </a:solidFill>
                <a:uFill>
                  <a:noFill/>
                </a:uFill>
                <a:hlinkClick r:id="rId7">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Bro</a:t>
            </a:r>
            <a:endParaRPr b="1">
              <a:solidFill>
                <a:schemeClr val="dk2"/>
              </a:solidFill>
            </a:endParaRPr>
          </a:p>
        </p:txBody>
      </p:sp>
      <p:sp>
        <p:nvSpPr>
          <p:cNvPr id="708" name="Google Shape;708;p75">
            <a:hlinkClick r:id="rId8"/>
          </p:cNvPr>
          <p:cNvSpPr txBox="1"/>
          <p:nvPr/>
        </p:nvSpPr>
        <p:spPr>
          <a:xfrm>
            <a:off x="544520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chemeClr val="dk2"/>
                </a:solidFill>
                <a:uFill>
                  <a:noFill/>
                </a:uFill>
                <a:hlinkClick r:id="rId8">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Rafiki</a:t>
            </a:r>
            <a:endParaRPr b="1">
              <a:solidFill>
                <a:schemeClr val="dk2"/>
              </a:solidFill>
            </a:endParaRPr>
          </a:p>
        </p:txBody>
      </p:sp>
      <p:pic>
        <p:nvPicPr>
          <p:cNvPr id="709" name="Google Shape;709;p75"/>
          <p:cNvPicPr preferRelativeResize="0"/>
          <p:nvPr/>
        </p:nvPicPr>
        <p:blipFill rotWithShape="1">
          <a:blip r:embed="rId9">
            <a:alphaModFix/>
          </a:blip>
          <a:srcRect/>
          <a:stretch/>
        </p:blipFill>
        <p:spPr>
          <a:xfrm>
            <a:off x="2376355" y="2481308"/>
            <a:ext cx="1270420" cy="1270435"/>
          </a:xfrm>
          <a:prstGeom prst="rect">
            <a:avLst/>
          </a:prstGeom>
          <a:noFill/>
          <a:ln>
            <a:noFill/>
          </a:ln>
        </p:spPr>
      </p:pic>
      <p:pic>
        <p:nvPicPr>
          <p:cNvPr id="710" name="Google Shape;710;p75"/>
          <p:cNvPicPr preferRelativeResize="0"/>
          <p:nvPr/>
        </p:nvPicPr>
        <p:blipFill rotWithShape="1">
          <a:blip r:embed="rId10">
            <a:alphaModFix/>
          </a:blip>
          <a:srcRect t="6378" b="6378"/>
          <a:stretch/>
        </p:blipFill>
        <p:spPr>
          <a:xfrm>
            <a:off x="3816030" y="2517800"/>
            <a:ext cx="1372495" cy="1197450"/>
          </a:xfrm>
          <a:prstGeom prst="rect">
            <a:avLst/>
          </a:prstGeom>
          <a:noFill/>
          <a:ln>
            <a:noFill/>
          </a:ln>
        </p:spPr>
      </p:pic>
      <p:pic>
        <p:nvPicPr>
          <p:cNvPr id="711" name="Google Shape;711;p75"/>
          <p:cNvPicPr preferRelativeResize="0"/>
          <p:nvPr/>
        </p:nvPicPr>
        <p:blipFill rotWithShape="1">
          <a:blip r:embed="rId11">
            <a:alphaModFix/>
          </a:blip>
          <a:srcRect t="9257" b="9257"/>
          <a:stretch/>
        </p:blipFill>
        <p:spPr>
          <a:xfrm>
            <a:off x="5306751" y="2557330"/>
            <a:ext cx="1372475" cy="1118390"/>
          </a:xfrm>
          <a:prstGeom prst="rect">
            <a:avLst/>
          </a:prstGeom>
          <a:noFill/>
          <a:ln>
            <a:noFill/>
          </a:ln>
        </p:spPr>
      </p:pic>
      <p:pic>
        <p:nvPicPr>
          <p:cNvPr id="712" name="Google Shape;712;p75"/>
          <p:cNvPicPr preferRelativeResize="0"/>
          <p:nvPr/>
        </p:nvPicPr>
        <p:blipFill rotWithShape="1">
          <a:blip r:embed="rId12">
            <a:alphaModFix/>
          </a:blip>
          <a:srcRect t="14837" b="14844"/>
          <a:stretch/>
        </p:blipFill>
        <p:spPr>
          <a:xfrm>
            <a:off x="6717734" y="2517795"/>
            <a:ext cx="1702865" cy="1197460"/>
          </a:xfrm>
          <a:prstGeom prst="rect">
            <a:avLst/>
          </a:prstGeom>
          <a:noFill/>
          <a:ln>
            <a:noFill/>
          </a:ln>
        </p:spPr>
      </p:pic>
      <p:sp>
        <p:nvSpPr>
          <p:cNvPr id="713" name="Google Shape;713;p75">
            <a:hlinkClick r:id="rId13"/>
          </p:cNvPr>
          <p:cNvSpPr txBox="1"/>
          <p:nvPr/>
        </p:nvSpPr>
        <p:spPr>
          <a:xfrm>
            <a:off x="696631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chemeClr val="dk2"/>
                </a:solidFill>
                <a:uFill>
                  <a:noFill/>
                </a:uFill>
                <a:hlinkClick r:id="rId13">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Cuate</a:t>
            </a:r>
            <a:endParaRPr b="1">
              <a:solidFill>
                <a:schemeClr val="dk2"/>
              </a:solidFill>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24.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17"/>
        <p:cNvGrpSpPr/>
        <p:nvPr/>
      </p:nvGrpSpPr>
      <p:grpSpPr>
        <a:xfrm>
          <a:off x="0" y="0"/>
          <a:ext cx="0" cy="0"/>
          <a:chOff x="0" y="0"/>
          <a:chExt cx="0" cy="0"/>
        </a:xfrm>
      </p:grpSpPr>
      <p:grpSp>
        <p:nvGrpSpPr>
          <p:cNvPr id="718" name="Google Shape;718;p76"/>
          <p:cNvGrpSpPr/>
          <p:nvPr/>
        </p:nvGrpSpPr>
        <p:grpSpPr>
          <a:xfrm>
            <a:off x="5048544" y="3019584"/>
            <a:ext cx="442841" cy="514271"/>
            <a:chOff x="4727025" y="1332775"/>
            <a:chExt cx="59900" cy="69625"/>
          </a:xfrm>
        </p:grpSpPr>
        <p:sp>
          <p:nvSpPr>
            <p:cNvPr id="719" name="Google Shape;719;p76"/>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76"/>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 name="Google Shape;721;p76"/>
          <p:cNvGrpSpPr/>
          <p:nvPr/>
        </p:nvGrpSpPr>
        <p:grpSpPr>
          <a:xfrm>
            <a:off x="5723860" y="2267072"/>
            <a:ext cx="500909" cy="500899"/>
            <a:chOff x="4820425" y="1329900"/>
            <a:chExt cx="70175" cy="70350"/>
          </a:xfrm>
        </p:grpSpPr>
        <p:sp>
          <p:nvSpPr>
            <p:cNvPr id="722" name="Google Shape;722;p76"/>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76"/>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76"/>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76"/>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 name="Google Shape;726;p76"/>
          <p:cNvGrpSpPr/>
          <p:nvPr/>
        </p:nvGrpSpPr>
        <p:grpSpPr>
          <a:xfrm>
            <a:off x="6376484" y="2278862"/>
            <a:ext cx="538135" cy="493119"/>
            <a:chOff x="4903200" y="1331525"/>
            <a:chExt cx="73575" cy="67425"/>
          </a:xfrm>
        </p:grpSpPr>
        <p:sp>
          <p:nvSpPr>
            <p:cNvPr id="727" name="Google Shape;727;p76"/>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28" name="Google Shape;728;p76"/>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 name="Google Shape;729;p76"/>
          <p:cNvGrpSpPr/>
          <p:nvPr/>
        </p:nvGrpSpPr>
        <p:grpSpPr>
          <a:xfrm>
            <a:off x="5636435" y="3020840"/>
            <a:ext cx="544563" cy="511895"/>
            <a:chOff x="4815575" y="1416800"/>
            <a:chExt cx="73750" cy="71400"/>
          </a:xfrm>
        </p:grpSpPr>
        <p:sp>
          <p:nvSpPr>
            <p:cNvPr id="730" name="Google Shape;730;p76"/>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76"/>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76"/>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 name="Google Shape;733;p76"/>
          <p:cNvGrpSpPr/>
          <p:nvPr/>
        </p:nvGrpSpPr>
        <p:grpSpPr>
          <a:xfrm>
            <a:off x="6333060" y="3020546"/>
            <a:ext cx="602914" cy="512477"/>
            <a:chOff x="4902475" y="1418875"/>
            <a:chExt cx="74500" cy="63775"/>
          </a:xfrm>
        </p:grpSpPr>
        <p:sp>
          <p:nvSpPr>
            <p:cNvPr id="734" name="Google Shape;734;p76"/>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76"/>
            <p:cNvSpPr/>
            <p:nvPr/>
          </p:nvSpPr>
          <p:spPr>
            <a:xfrm>
              <a:off x="4916811"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 name="Google Shape;736;p76"/>
          <p:cNvGrpSpPr/>
          <p:nvPr/>
        </p:nvGrpSpPr>
        <p:grpSpPr>
          <a:xfrm>
            <a:off x="5748932" y="3759785"/>
            <a:ext cx="515391" cy="525699"/>
            <a:chOff x="4818100" y="1507675"/>
            <a:chExt cx="71225" cy="71625"/>
          </a:xfrm>
        </p:grpSpPr>
        <p:sp>
          <p:nvSpPr>
            <p:cNvPr id="737" name="Google Shape;737;p76"/>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76"/>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76"/>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76"/>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 name="Google Shape;741;p76"/>
          <p:cNvGrpSpPr/>
          <p:nvPr/>
        </p:nvGrpSpPr>
        <p:grpSpPr>
          <a:xfrm>
            <a:off x="5087034" y="3781317"/>
            <a:ext cx="522956" cy="489869"/>
            <a:chOff x="4721450" y="1509475"/>
            <a:chExt cx="79350" cy="74325"/>
          </a:xfrm>
        </p:grpSpPr>
        <p:sp>
          <p:nvSpPr>
            <p:cNvPr id="742" name="Google Shape;742;p76"/>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76"/>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76"/>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76"/>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 name="Google Shape;746;p76"/>
          <p:cNvGrpSpPr/>
          <p:nvPr/>
        </p:nvGrpSpPr>
        <p:grpSpPr>
          <a:xfrm>
            <a:off x="6410277" y="3761069"/>
            <a:ext cx="525704" cy="535436"/>
            <a:chOff x="4906800" y="1507500"/>
            <a:chExt cx="70350" cy="71075"/>
          </a:xfrm>
        </p:grpSpPr>
        <p:sp>
          <p:nvSpPr>
            <p:cNvPr id="747" name="Google Shape;747;p76"/>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76"/>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76"/>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76"/>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76"/>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 name="Google Shape;752;p76"/>
          <p:cNvGrpSpPr/>
          <p:nvPr/>
        </p:nvGrpSpPr>
        <p:grpSpPr>
          <a:xfrm>
            <a:off x="4443099" y="2267050"/>
            <a:ext cx="508054" cy="508095"/>
            <a:chOff x="3736598" y="2170606"/>
            <a:chExt cx="404889" cy="404889"/>
          </a:xfrm>
        </p:grpSpPr>
        <p:sp>
          <p:nvSpPr>
            <p:cNvPr id="753" name="Google Shape;753;p76"/>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76"/>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76"/>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76"/>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 name="Google Shape;757;p76"/>
          <p:cNvGrpSpPr/>
          <p:nvPr/>
        </p:nvGrpSpPr>
        <p:grpSpPr>
          <a:xfrm>
            <a:off x="3731139" y="2267145"/>
            <a:ext cx="575790" cy="507904"/>
            <a:chOff x="3161917" y="2170682"/>
            <a:chExt cx="458870" cy="404737"/>
          </a:xfrm>
        </p:grpSpPr>
        <p:sp>
          <p:nvSpPr>
            <p:cNvPr id="758" name="Google Shape;758;p76"/>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59" name="Google Shape;759;p76"/>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76"/>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 name="Google Shape;761;p76"/>
          <p:cNvGrpSpPr/>
          <p:nvPr/>
        </p:nvGrpSpPr>
        <p:grpSpPr>
          <a:xfrm>
            <a:off x="3758669" y="3027517"/>
            <a:ext cx="520730" cy="498567"/>
            <a:chOff x="3179914" y="2889488"/>
            <a:chExt cx="422876" cy="404911"/>
          </a:xfrm>
        </p:grpSpPr>
        <p:sp>
          <p:nvSpPr>
            <p:cNvPr id="762" name="Google Shape;762;p76"/>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76"/>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76"/>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76"/>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76"/>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76"/>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 name="Google Shape;768;p76"/>
          <p:cNvGrpSpPr/>
          <p:nvPr/>
        </p:nvGrpSpPr>
        <p:grpSpPr>
          <a:xfrm>
            <a:off x="4387349" y="3027477"/>
            <a:ext cx="516145" cy="498648"/>
            <a:chOff x="3729467" y="2889422"/>
            <a:chExt cx="419153" cy="404977"/>
          </a:xfrm>
        </p:grpSpPr>
        <p:sp>
          <p:nvSpPr>
            <p:cNvPr id="769" name="Google Shape;769;p76"/>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76"/>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76"/>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76"/>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76"/>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76"/>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76"/>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6" name="Google Shape;776;p76"/>
          <p:cNvSpPr/>
          <p:nvPr/>
        </p:nvSpPr>
        <p:spPr>
          <a:xfrm>
            <a:off x="7405574" y="22744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76"/>
          <p:cNvSpPr/>
          <p:nvPr/>
        </p:nvSpPr>
        <p:spPr>
          <a:xfrm>
            <a:off x="7105028" y="22568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76"/>
          <p:cNvSpPr/>
          <p:nvPr/>
        </p:nvSpPr>
        <p:spPr>
          <a:xfrm>
            <a:off x="7727317" y="22633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76"/>
          <p:cNvSpPr/>
          <p:nvPr/>
        </p:nvSpPr>
        <p:spPr>
          <a:xfrm>
            <a:off x="8022022" y="22568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0" name="Google Shape;780;p76"/>
          <p:cNvGrpSpPr/>
          <p:nvPr/>
        </p:nvGrpSpPr>
        <p:grpSpPr>
          <a:xfrm>
            <a:off x="7107677" y="2474362"/>
            <a:ext cx="166473" cy="141497"/>
            <a:chOff x="4660325" y="1866850"/>
            <a:chExt cx="68350" cy="58100"/>
          </a:xfrm>
        </p:grpSpPr>
        <p:sp>
          <p:nvSpPr>
            <p:cNvPr id="781" name="Google Shape;781;p76"/>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76"/>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 name="Google Shape;783;p76"/>
          <p:cNvGrpSpPr/>
          <p:nvPr/>
        </p:nvGrpSpPr>
        <p:grpSpPr>
          <a:xfrm>
            <a:off x="7417022" y="2500086"/>
            <a:ext cx="162515" cy="90049"/>
            <a:chOff x="4791775" y="1877500"/>
            <a:chExt cx="66725" cy="36975"/>
          </a:xfrm>
        </p:grpSpPr>
        <p:sp>
          <p:nvSpPr>
            <p:cNvPr id="784" name="Google Shape;784;p76"/>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76"/>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 name="Google Shape;786;p76"/>
          <p:cNvGrpSpPr/>
          <p:nvPr/>
        </p:nvGrpSpPr>
        <p:grpSpPr>
          <a:xfrm>
            <a:off x="7738734" y="2500086"/>
            <a:ext cx="144979" cy="90049"/>
            <a:chOff x="4923925" y="1877500"/>
            <a:chExt cx="59525" cy="36975"/>
          </a:xfrm>
        </p:grpSpPr>
        <p:sp>
          <p:nvSpPr>
            <p:cNvPr id="787" name="Google Shape;787;p76"/>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76"/>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 name="Google Shape;789;p76"/>
          <p:cNvGrpSpPr/>
          <p:nvPr/>
        </p:nvGrpSpPr>
        <p:grpSpPr>
          <a:xfrm>
            <a:off x="8033226" y="2482277"/>
            <a:ext cx="141447" cy="125667"/>
            <a:chOff x="5058450" y="1870100"/>
            <a:chExt cx="58075" cy="51600"/>
          </a:xfrm>
        </p:grpSpPr>
        <p:sp>
          <p:nvSpPr>
            <p:cNvPr id="790" name="Google Shape;790;p76"/>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76"/>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 name="Google Shape;792;p76"/>
          <p:cNvGrpSpPr/>
          <p:nvPr/>
        </p:nvGrpSpPr>
        <p:grpSpPr>
          <a:xfrm>
            <a:off x="7447741" y="2904685"/>
            <a:ext cx="101077" cy="107645"/>
            <a:chOff x="4811425" y="2065025"/>
            <a:chExt cx="41500" cy="44200"/>
          </a:xfrm>
        </p:grpSpPr>
        <p:sp>
          <p:nvSpPr>
            <p:cNvPr id="793" name="Google Shape;793;p76"/>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76"/>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 name="Google Shape;795;p76"/>
          <p:cNvGrpSpPr/>
          <p:nvPr/>
        </p:nvGrpSpPr>
        <p:grpSpPr>
          <a:xfrm>
            <a:off x="7740178" y="2904898"/>
            <a:ext cx="120867" cy="107218"/>
            <a:chOff x="4929875" y="2065025"/>
            <a:chExt cx="49625" cy="44025"/>
          </a:xfrm>
        </p:grpSpPr>
        <p:sp>
          <p:nvSpPr>
            <p:cNvPr id="796" name="Google Shape;796;p76"/>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76"/>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 name="Google Shape;798;p76"/>
          <p:cNvGrpSpPr/>
          <p:nvPr/>
        </p:nvGrpSpPr>
        <p:grpSpPr>
          <a:xfrm>
            <a:off x="8068847" y="2907912"/>
            <a:ext cx="70206" cy="101191"/>
            <a:chOff x="5083925" y="2066350"/>
            <a:chExt cx="28825" cy="41550"/>
          </a:xfrm>
        </p:grpSpPr>
        <p:sp>
          <p:nvSpPr>
            <p:cNvPr id="799" name="Google Shape;799;p76"/>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76"/>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 name="Google Shape;801;p76"/>
          <p:cNvGrpSpPr/>
          <p:nvPr/>
        </p:nvGrpSpPr>
        <p:grpSpPr>
          <a:xfrm>
            <a:off x="7100401" y="2923559"/>
            <a:ext cx="181026" cy="69896"/>
            <a:chOff x="4659775" y="2072775"/>
            <a:chExt cx="74325" cy="28700"/>
          </a:xfrm>
        </p:grpSpPr>
        <p:sp>
          <p:nvSpPr>
            <p:cNvPr id="802" name="Google Shape;802;p76"/>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76"/>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76"/>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 name="Google Shape;805;p76"/>
          <p:cNvGrpSpPr/>
          <p:nvPr/>
        </p:nvGrpSpPr>
        <p:grpSpPr>
          <a:xfrm>
            <a:off x="8020257" y="2714124"/>
            <a:ext cx="167387" cy="89197"/>
            <a:chOff x="4662475" y="1976500"/>
            <a:chExt cx="68725" cy="36625"/>
          </a:xfrm>
        </p:grpSpPr>
        <p:sp>
          <p:nvSpPr>
            <p:cNvPr id="806" name="Google Shape;806;p76"/>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76"/>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76"/>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 name="Google Shape;809;p76"/>
          <p:cNvGrpSpPr/>
          <p:nvPr/>
        </p:nvGrpSpPr>
        <p:grpSpPr>
          <a:xfrm>
            <a:off x="7717162" y="2717564"/>
            <a:ext cx="166899" cy="82317"/>
            <a:chOff x="4920150" y="1977875"/>
            <a:chExt cx="68525" cy="33800"/>
          </a:xfrm>
        </p:grpSpPr>
        <p:sp>
          <p:nvSpPr>
            <p:cNvPr id="810" name="Google Shape;810;p76"/>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76"/>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76"/>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 name="Google Shape;813;p76"/>
          <p:cNvGrpSpPr/>
          <p:nvPr/>
        </p:nvGrpSpPr>
        <p:grpSpPr>
          <a:xfrm>
            <a:off x="7128319" y="3121482"/>
            <a:ext cx="125190" cy="127858"/>
            <a:chOff x="4676550" y="2160575"/>
            <a:chExt cx="51400" cy="52500"/>
          </a:xfrm>
        </p:grpSpPr>
        <p:sp>
          <p:nvSpPr>
            <p:cNvPr id="814" name="Google Shape;814;p76"/>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76"/>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76"/>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 name="Google Shape;817;p76"/>
          <p:cNvGrpSpPr/>
          <p:nvPr/>
        </p:nvGrpSpPr>
        <p:grpSpPr>
          <a:xfrm>
            <a:off x="7425577" y="3128514"/>
            <a:ext cx="145405" cy="113794"/>
            <a:chOff x="4768325" y="2163475"/>
            <a:chExt cx="59700" cy="46725"/>
          </a:xfrm>
        </p:grpSpPr>
        <p:sp>
          <p:nvSpPr>
            <p:cNvPr id="818" name="Google Shape;818;p76"/>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76"/>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0" name="Google Shape;820;p76"/>
          <p:cNvSpPr/>
          <p:nvPr/>
        </p:nvSpPr>
        <p:spPr>
          <a:xfrm>
            <a:off x="7757532" y="31200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76"/>
          <p:cNvSpPr/>
          <p:nvPr/>
        </p:nvSpPr>
        <p:spPr>
          <a:xfrm>
            <a:off x="8029908" y="41271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76"/>
          <p:cNvSpPr/>
          <p:nvPr/>
        </p:nvSpPr>
        <p:spPr>
          <a:xfrm>
            <a:off x="7131363" y="33553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76"/>
          <p:cNvSpPr/>
          <p:nvPr/>
        </p:nvSpPr>
        <p:spPr>
          <a:xfrm>
            <a:off x="7099335" y="41429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76"/>
          <p:cNvSpPr/>
          <p:nvPr/>
        </p:nvSpPr>
        <p:spPr>
          <a:xfrm>
            <a:off x="7116658" y="36245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76"/>
          <p:cNvSpPr/>
          <p:nvPr/>
        </p:nvSpPr>
        <p:spPr>
          <a:xfrm>
            <a:off x="7750408" y="36064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6" name="Google Shape;826;p76"/>
          <p:cNvGrpSpPr/>
          <p:nvPr/>
        </p:nvGrpSpPr>
        <p:grpSpPr>
          <a:xfrm>
            <a:off x="7441895" y="3383608"/>
            <a:ext cx="112768" cy="106853"/>
            <a:chOff x="4768575" y="2253950"/>
            <a:chExt cx="46300" cy="43875"/>
          </a:xfrm>
        </p:grpSpPr>
        <p:sp>
          <p:nvSpPr>
            <p:cNvPr id="827" name="Google Shape;827;p76"/>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76"/>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 name="Google Shape;829;p76"/>
          <p:cNvGrpSpPr/>
          <p:nvPr/>
        </p:nvGrpSpPr>
        <p:grpSpPr>
          <a:xfrm>
            <a:off x="7741518" y="3872634"/>
            <a:ext cx="118187" cy="146246"/>
            <a:chOff x="4960900" y="2433225"/>
            <a:chExt cx="48525" cy="60050"/>
          </a:xfrm>
        </p:grpSpPr>
        <p:sp>
          <p:nvSpPr>
            <p:cNvPr id="830" name="Google Shape;830;p76"/>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76"/>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 name="Google Shape;832;p76"/>
          <p:cNvGrpSpPr/>
          <p:nvPr/>
        </p:nvGrpSpPr>
        <p:grpSpPr>
          <a:xfrm>
            <a:off x="7430083" y="4136695"/>
            <a:ext cx="136394" cy="143810"/>
            <a:chOff x="4854075" y="2527625"/>
            <a:chExt cx="56000" cy="59050"/>
          </a:xfrm>
        </p:grpSpPr>
        <p:sp>
          <p:nvSpPr>
            <p:cNvPr id="833" name="Google Shape;833;p76"/>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76"/>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5" name="Google Shape;835;p76"/>
          <p:cNvSpPr/>
          <p:nvPr/>
        </p:nvSpPr>
        <p:spPr>
          <a:xfrm>
            <a:off x="7445335" y="38794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76"/>
          <p:cNvSpPr/>
          <p:nvPr/>
        </p:nvSpPr>
        <p:spPr>
          <a:xfrm>
            <a:off x="8024001" y="31190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76"/>
          <p:cNvSpPr/>
          <p:nvPr/>
        </p:nvSpPr>
        <p:spPr>
          <a:xfrm>
            <a:off x="7123265" y="38794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8" name="Google Shape;838;p76"/>
          <p:cNvGrpSpPr/>
          <p:nvPr/>
        </p:nvGrpSpPr>
        <p:grpSpPr>
          <a:xfrm>
            <a:off x="8054294" y="3600439"/>
            <a:ext cx="99312" cy="160797"/>
            <a:chOff x="5059700" y="2334775"/>
            <a:chExt cx="40775" cy="66025"/>
          </a:xfrm>
        </p:grpSpPr>
        <p:sp>
          <p:nvSpPr>
            <p:cNvPr id="839" name="Google Shape;839;p76"/>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76"/>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76"/>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76"/>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76"/>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76"/>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76"/>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76"/>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76"/>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 name="Google Shape;848;p76"/>
          <p:cNvGrpSpPr/>
          <p:nvPr/>
        </p:nvGrpSpPr>
        <p:grpSpPr>
          <a:xfrm>
            <a:off x="8011458" y="3865571"/>
            <a:ext cx="184984" cy="160371"/>
            <a:chOff x="5037700" y="2430325"/>
            <a:chExt cx="75950" cy="65850"/>
          </a:xfrm>
        </p:grpSpPr>
        <p:sp>
          <p:nvSpPr>
            <p:cNvPr id="849" name="Google Shape;849;p76"/>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76"/>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 name="Google Shape;851;p76"/>
          <p:cNvGrpSpPr/>
          <p:nvPr/>
        </p:nvGrpSpPr>
        <p:grpSpPr>
          <a:xfrm>
            <a:off x="7430964" y="3632023"/>
            <a:ext cx="173014" cy="97629"/>
            <a:chOff x="4756975" y="2341800"/>
            <a:chExt cx="91975" cy="51925"/>
          </a:xfrm>
        </p:grpSpPr>
        <p:sp>
          <p:nvSpPr>
            <p:cNvPr id="852" name="Google Shape;852;p76"/>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76"/>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76"/>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76"/>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76"/>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76"/>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76"/>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76"/>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76"/>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76"/>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 name="Google Shape;862;p76"/>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76"/>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76"/>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76"/>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76"/>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76"/>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76"/>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76"/>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76"/>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76"/>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 name="Google Shape;872;p76"/>
          <p:cNvGrpSpPr/>
          <p:nvPr/>
        </p:nvGrpSpPr>
        <p:grpSpPr>
          <a:xfrm>
            <a:off x="7697901" y="4120720"/>
            <a:ext cx="212497" cy="175761"/>
            <a:chOff x="4943575" y="2516350"/>
            <a:chExt cx="98675" cy="81700"/>
          </a:xfrm>
        </p:grpSpPr>
        <p:sp>
          <p:nvSpPr>
            <p:cNvPr id="873" name="Google Shape;873;p76"/>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76"/>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76"/>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76"/>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76"/>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76"/>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76"/>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76"/>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76"/>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 name="Google Shape;882;p76"/>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76"/>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76"/>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76"/>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76"/>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76"/>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76"/>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76"/>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 name="Google Shape;890;p76"/>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 name="Google Shape;891;p76"/>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76"/>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76"/>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 name="Google Shape;894;p76"/>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 name="Google Shape;895;p76"/>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76"/>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76"/>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76"/>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76"/>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 name="Google Shape;900;p76"/>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 name="Google Shape;901;p76"/>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76"/>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76"/>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76"/>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76"/>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76"/>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76"/>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76"/>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76"/>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76"/>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76"/>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76"/>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76"/>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76"/>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 name="Google Shape;915;p76"/>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 name="Google Shape;916;p76"/>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 name="Google Shape;917;p76"/>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 name="Google Shape;918;p76"/>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 name="Google Shape;919;p76"/>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 name="Google Shape;920;p76"/>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76"/>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76"/>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76"/>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76"/>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76"/>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76"/>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 name="Google Shape;927;p76"/>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76"/>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76"/>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76"/>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76"/>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76"/>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76"/>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76"/>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76"/>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76"/>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76"/>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76"/>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76"/>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76"/>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76"/>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76"/>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76"/>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 name="Google Shape;944;p76"/>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76"/>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76"/>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76"/>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76"/>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 name="Google Shape;949;p76"/>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 name="Google Shape;950;p76"/>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 name="Google Shape;951;p76"/>
          <p:cNvGrpSpPr/>
          <p:nvPr/>
        </p:nvGrpSpPr>
        <p:grpSpPr>
          <a:xfrm>
            <a:off x="1955962" y="3346963"/>
            <a:ext cx="965351" cy="134611"/>
            <a:chOff x="4411970" y="2962952"/>
            <a:chExt cx="706544" cy="104212"/>
          </a:xfrm>
        </p:grpSpPr>
        <p:sp>
          <p:nvSpPr>
            <p:cNvPr id="952" name="Google Shape;952;p76"/>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76"/>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solidFill>
              <a:srgbClr val="CC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 name="Google Shape;954;p76"/>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76"/>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 name="Google Shape;956;p76"/>
          <p:cNvGrpSpPr/>
          <p:nvPr/>
        </p:nvGrpSpPr>
        <p:grpSpPr>
          <a:xfrm>
            <a:off x="1955962" y="2935877"/>
            <a:ext cx="960158" cy="289172"/>
            <a:chOff x="4411970" y="2726085"/>
            <a:chExt cx="643107" cy="193659"/>
          </a:xfrm>
        </p:grpSpPr>
        <p:sp>
          <p:nvSpPr>
            <p:cNvPr id="957" name="Google Shape;957;p76"/>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76"/>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76"/>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 name="Google Shape;960;p76"/>
          <p:cNvGrpSpPr/>
          <p:nvPr/>
        </p:nvGrpSpPr>
        <p:grpSpPr>
          <a:xfrm>
            <a:off x="958854" y="3201987"/>
            <a:ext cx="833173" cy="259209"/>
            <a:chOff x="4411970" y="4340222"/>
            <a:chExt cx="779467" cy="242683"/>
          </a:xfrm>
        </p:grpSpPr>
        <p:sp>
          <p:nvSpPr>
            <p:cNvPr id="961" name="Google Shape;961;p76"/>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76"/>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76"/>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 name="Google Shape;964;p76"/>
          <p:cNvGrpSpPr/>
          <p:nvPr/>
        </p:nvGrpSpPr>
        <p:grpSpPr>
          <a:xfrm>
            <a:off x="1955962" y="2597733"/>
            <a:ext cx="965160" cy="216230"/>
            <a:chOff x="4411970" y="2468674"/>
            <a:chExt cx="747317" cy="167425"/>
          </a:xfrm>
        </p:grpSpPr>
        <p:sp>
          <p:nvSpPr>
            <p:cNvPr id="965" name="Google Shape;965;p76"/>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76"/>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 name="Google Shape;967;p76"/>
          <p:cNvGrpSpPr/>
          <p:nvPr/>
        </p:nvGrpSpPr>
        <p:grpSpPr>
          <a:xfrm>
            <a:off x="954709" y="2502450"/>
            <a:ext cx="810451" cy="319148"/>
            <a:chOff x="4411970" y="3686602"/>
            <a:chExt cx="797845" cy="314215"/>
          </a:xfrm>
        </p:grpSpPr>
        <p:sp>
          <p:nvSpPr>
            <p:cNvPr id="968" name="Google Shape;968;p76"/>
            <p:cNvSpPr/>
            <p:nvPr/>
          </p:nvSpPr>
          <p:spPr>
            <a:xfrm>
              <a:off x="4411970" y="3780383"/>
              <a:ext cx="797845" cy="220435"/>
            </a:xfrm>
            <a:custGeom>
              <a:avLst/>
              <a:gdLst/>
              <a:ahLst/>
              <a:cxnLst/>
              <a:rect l="l" t="t" r="r" b="b"/>
              <a:pathLst>
                <a:path w="17670" h="4882" extrusionOk="0">
                  <a:moveTo>
                    <a:pt x="356" y="1"/>
                  </a:moveTo>
                  <a:cubicBezTo>
                    <a:pt x="159" y="1"/>
                    <a:pt x="1" y="161"/>
                    <a:pt x="1" y="356"/>
                  </a:cubicBezTo>
                  <a:lnTo>
                    <a:pt x="1" y="4881"/>
                  </a:lnTo>
                  <a:lnTo>
                    <a:pt x="17316" y="4881"/>
                  </a:lnTo>
                  <a:cubicBezTo>
                    <a:pt x="17511" y="4881"/>
                    <a:pt x="17670" y="4723"/>
                    <a:pt x="17670" y="4528"/>
                  </a:cubicBezTo>
                  <a:lnTo>
                    <a:pt x="1767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76"/>
            <p:cNvSpPr/>
            <p:nvPr/>
          </p:nvSpPr>
          <p:spPr>
            <a:xfrm>
              <a:off x="4411970" y="3940447"/>
              <a:ext cx="60414" cy="60369"/>
            </a:xfrm>
            <a:custGeom>
              <a:avLst/>
              <a:gdLst/>
              <a:ahLst/>
              <a:cxnLst/>
              <a:rect l="l" t="t" r="r" b="b"/>
              <a:pathLst>
                <a:path w="1338" h="1337" extrusionOk="0">
                  <a:moveTo>
                    <a:pt x="1" y="1"/>
                  </a:moveTo>
                  <a:lnTo>
                    <a:pt x="1" y="1336"/>
                  </a:lnTo>
                  <a:lnTo>
                    <a:pt x="1338" y="1336"/>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76"/>
            <p:cNvSpPr/>
            <p:nvPr/>
          </p:nvSpPr>
          <p:spPr>
            <a:xfrm>
              <a:off x="4411970" y="3686602"/>
              <a:ext cx="228743" cy="228743"/>
            </a:xfrm>
            <a:custGeom>
              <a:avLst/>
              <a:gdLst/>
              <a:ahLst/>
              <a:cxnLst/>
              <a:rect l="l" t="t" r="r" b="b"/>
              <a:pathLst>
                <a:path w="5066" h="5066" extrusionOk="0">
                  <a:moveTo>
                    <a:pt x="2534" y="1"/>
                  </a:moveTo>
                  <a:cubicBezTo>
                    <a:pt x="1134" y="1"/>
                    <a:pt x="1" y="1134"/>
                    <a:pt x="1" y="2534"/>
                  </a:cubicBezTo>
                  <a:cubicBezTo>
                    <a:pt x="1" y="3932"/>
                    <a:pt x="1134" y="5066"/>
                    <a:pt x="2534" y="5066"/>
                  </a:cubicBezTo>
                  <a:cubicBezTo>
                    <a:pt x="3932" y="5066"/>
                    <a:pt x="5066" y="3932"/>
                    <a:pt x="5066" y="2534"/>
                  </a:cubicBezTo>
                  <a:cubicBezTo>
                    <a:pt x="5066" y="1134"/>
                    <a:pt x="3932" y="1"/>
                    <a:pt x="253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76"/>
            <p:cNvSpPr/>
            <p:nvPr/>
          </p:nvSpPr>
          <p:spPr>
            <a:xfrm>
              <a:off x="4442628" y="3717261"/>
              <a:ext cx="167425" cy="167425"/>
            </a:xfrm>
            <a:custGeom>
              <a:avLst/>
              <a:gdLst/>
              <a:ahLst/>
              <a:cxnLst/>
              <a:rect l="l" t="t" r="r" b="b"/>
              <a:pathLst>
                <a:path w="3708" h="3708" extrusionOk="0">
                  <a:moveTo>
                    <a:pt x="3708" y="1855"/>
                  </a:moveTo>
                  <a:cubicBezTo>
                    <a:pt x="3708" y="2878"/>
                    <a:pt x="2878" y="3708"/>
                    <a:pt x="1855" y="3708"/>
                  </a:cubicBezTo>
                  <a:cubicBezTo>
                    <a:pt x="832" y="3708"/>
                    <a:pt x="1" y="2878"/>
                    <a:pt x="1" y="1855"/>
                  </a:cubicBezTo>
                  <a:cubicBezTo>
                    <a:pt x="1" y="830"/>
                    <a:pt x="832" y="1"/>
                    <a:pt x="1855" y="1"/>
                  </a:cubicBezTo>
                  <a:cubicBezTo>
                    <a:pt x="2878" y="1"/>
                    <a:pt x="3708" y="830"/>
                    <a:pt x="3708" y="1855"/>
                  </a:cubicBezTo>
                  <a:close/>
                </a:path>
              </a:pathLst>
            </a:custGeom>
            <a:solidFill>
              <a:srgbClr val="222D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76"/>
            <p:cNvSpPr/>
            <p:nvPr/>
          </p:nvSpPr>
          <p:spPr>
            <a:xfrm>
              <a:off x="4455090" y="3729723"/>
              <a:ext cx="142546" cy="142546"/>
            </a:xfrm>
            <a:custGeom>
              <a:avLst/>
              <a:gdLst/>
              <a:ahLst/>
              <a:cxnLst/>
              <a:rect l="l" t="t" r="r" b="b"/>
              <a:pathLst>
                <a:path w="3157" h="3157" extrusionOk="0">
                  <a:moveTo>
                    <a:pt x="1579" y="0"/>
                  </a:moveTo>
                  <a:cubicBezTo>
                    <a:pt x="706" y="0"/>
                    <a:pt x="0" y="706"/>
                    <a:pt x="0" y="1579"/>
                  </a:cubicBezTo>
                  <a:cubicBezTo>
                    <a:pt x="0" y="2450"/>
                    <a:pt x="706" y="3156"/>
                    <a:pt x="1579" y="3156"/>
                  </a:cubicBezTo>
                  <a:cubicBezTo>
                    <a:pt x="2450" y="3156"/>
                    <a:pt x="3156" y="2450"/>
                    <a:pt x="3156" y="1579"/>
                  </a:cubicBezTo>
                  <a:cubicBezTo>
                    <a:pt x="3156" y="706"/>
                    <a:pt x="2450" y="0"/>
                    <a:pt x="157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3" name="Google Shape;973;p76"/>
          <p:cNvSpPr/>
          <p:nvPr/>
        </p:nvSpPr>
        <p:spPr>
          <a:xfrm>
            <a:off x="947558" y="2911037"/>
            <a:ext cx="822545" cy="19583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4" name="Google Shape;974;p76"/>
          <p:cNvGrpSpPr/>
          <p:nvPr/>
        </p:nvGrpSpPr>
        <p:grpSpPr>
          <a:xfrm>
            <a:off x="954806" y="2256974"/>
            <a:ext cx="1970333" cy="208784"/>
            <a:chOff x="6336019" y="3733725"/>
            <a:chExt cx="2566206" cy="351310"/>
          </a:xfrm>
        </p:grpSpPr>
        <p:sp>
          <p:nvSpPr>
            <p:cNvPr id="975" name="Google Shape;975;p76"/>
            <p:cNvSpPr/>
            <p:nvPr/>
          </p:nvSpPr>
          <p:spPr>
            <a:xfrm>
              <a:off x="6336019" y="3733735"/>
              <a:ext cx="1881300" cy="351300"/>
            </a:xfrm>
            <a:prstGeom prst="homePlate">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76"/>
            <p:cNvSpPr/>
            <p:nvPr/>
          </p:nvSpPr>
          <p:spPr>
            <a:xfrm>
              <a:off x="80985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76"/>
            <p:cNvSpPr/>
            <p:nvPr/>
          </p:nvSpPr>
          <p:spPr>
            <a:xfrm>
              <a:off x="83271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76"/>
            <p:cNvSpPr/>
            <p:nvPr/>
          </p:nvSpPr>
          <p:spPr>
            <a:xfrm>
              <a:off x="85557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9" name="Google Shape;979;p76"/>
          <p:cNvGrpSpPr/>
          <p:nvPr/>
        </p:nvGrpSpPr>
        <p:grpSpPr>
          <a:xfrm>
            <a:off x="1955962" y="3864529"/>
            <a:ext cx="946551" cy="153200"/>
            <a:chOff x="4404545" y="3301592"/>
            <a:chExt cx="782403" cy="129272"/>
          </a:xfrm>
        </p:grpSpPr>
        <p:sp>
          <p:nvSpPr>
            <p:cNvPr id="980" name="Google Shape;980;p76"/>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76"/>
            <p:cNvSpPr/>
            <p:nvPr/>
          </p:nvSpPr>
          <p:spPr>
            <a:xfrm>
              <a:off x="4416034" y="3308320"/>
              <a:ext cx="120286" cy="11572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 name="Google Shape;982;p76"/>
          <p:cNvGrpSpPr/>
          <p:nvPr/>
        </p:nvGrpSpPr>
        <p:grpSpPr>
          <a:xfrm>
            <a:off x="1955962" y="3603488"/>
            <a:ext cx="962257" cy="139127"/>
            <a:chOff x="4411970" y="3131459"/>
            <a:chExt cx="710520" cy="117397"/>
          </a:xfrm>
        </p:grpSpPr>
        <p:sp>
          <p:nvSpPr>
            <p:cNvPr id="983" name="Google Shape;983;p76"/>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76"/>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5" name="Google Shape;985;p76" descr="Timeline background shape"/>
          <p:cNvSpPr/>
          <p:nvPr/>
        </p:nvSpPr>
        <p:spPr>
          <a:xfrm>
            <a:off x="1955962" y="4139643"/>
            <a:ext cx="960300" cy="153000"/>
          </a:xfrm>
          <a:prstGeom prst="homePlate">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6" name="Google Shape;986;p76"/>
          <p:cNvGrpSpPr/>
          <p:nvPr/>
        </p:nvGrpSpPr>
        <p:grpSpPr>
          <a:xfrm>
            <a:off x="956107" y="3538282"/>
            <a:ext cx="823838" cy="458988"/>
            <a:chOff x="4411970" y="1801825"/>
            <a:chExt cx="734586" cy="409262"/>
          </a:xfrm>
        </p:grpSpPr>
        <p:sp>
          <p:nvSpPr>
            <p:cNvPr id="987" name="Google Shape;987;p76"/>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76"/>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 name="Google Shape;989;p76"/>
          <p:cNvGrpSpPr/>
          <p:nvPr/>
        </p:nvGrpSpPr>
        <p:grpSpPr>
          <a:xfrm>
            <a:off x="956107" y="4086708"/>
            <a:ext cx="856348" cy="212039"/>
            <a:chOff x="4411970" y="2233974"/>
            <a:chExt cx="763574" cy="189068"/>
          </a:xfrm>
        </p:grpSpPr>
        <p:sp>
          <p:nvSpPr>
            <p:cNvPr id="990" name="Google Shape;990;p76"/>
            <p:cNvSpPr/>
            <p:nvPr/>
          </p:nvSpPr>
          <p:spPr>
            <a:xfrm>
              <a:off x="4411970" y="2278599"/>
              <a:ext cx="763574" cy="144443"/>
            </a:xfrm>
            <a:custGeom>
              <a:avLst/>
              <a:gdLst/>
              <a:ahLst/>
              <a:cxnLst/>
              <a:rect l="l" t="t" r="r" b="b"/>
              <a:pathLst>
                <a:path w="16911" h="3199" extrusionOk="0">
                  <a:moveTo>
                    <a:pt x="1" y="1"/>
                  </a:moveTo>
                  <a:lnTo>
                    <a:pt x="1" y="3198"/>
                  </a:lnTo>
                  <a:lnTo>
                    <a:pt x="16911" y="3198"/>
                  </a:lnTo>
                  <a:lnTo>
                    <a:pt x="1691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 name="Google Shape;991;p76"/>
            <p:cNvSpPr/>
            <p:nvPr/>
          </p:nvSpPr>
          <p:spPr>
            <a:xfrm>
              <a:off x="4411970" y="2233974"/>
              <a:ext cx="262291" cy="144443"/>
            </a:xfrm>
            <a:custGeom>
              <a:avLst/>
              <a:gdLst/>
              <a:ahLst/>
              <a:cxnLst/>
              <a:rect l="l" t="t" r="r" b="b"/>
              <a:pathLst>
                <a:path w="5809" h="3199" extrusionOk="0">
                  <a:moveTo>
                    <a:pt x="1" y="1"/>
                  </a:moveTo>
                  <a:lnTo>
                    <a:pt x="1" y="3198"/>
                  </a:lnTo>
                  <a:lnTo>
                    <a:pt x="5809" y="3198"/>
                  </a:lnTo>
                  <a:lnTo>
                    <a:pt x="419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 name="Google Shape;992;p76"/>
          <p:cNvGrpSpPr/>
          <p:nvPr/>
        </p:nvGrpSpPr>
        <p:grpSpPr>
          <a:xfrm>
            <a:off x="3066303" y="2262044"/>
            <a:ext cx="511602" cy="511602"/>
            <a:chOff x="5681300" y="2527788"/>
            <a:chExt cx="805800" cy="805800"/>
          </a:xfrm>
        </p:grpSpPr>
        <p:sp>
          <p:nvSpPr>
            <p:cNvPr id="993" name="Google Shape;993;p76"/>
            <p:cNvSpPr/>
            <p:nvPr/>
          </p:nvSpPr>
          <p:spPr>
            <a:xfrm>
              <a:off x="5681300" y="2527788"/>
              <a:ext cx="805800" cy="8058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76"/>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 name="Google Shape;995;p76"/>
          <p:cNvGrpSpPr/>
          <p:nvPr/>
        </p:nvGrpSpPr>
        <p:grpSpPr>
          <a:xfrm>
            <a:off x="3063497" y="3028627"/>
            <a:ext cx="513021" cy="512935"/>
            <a:chOff x="4049800" y="640400"/>
            <a:chExt cx="858900" cy="858900"/>
          </a:xfrm>
        </p:grpSpPr>
        <p:sp>
          <p:nvSpPr>
            <p:cNvPr id="996" name="Google Shape;996;p76"/>
            <p:cNvSpPr/>
            <p:nvPr/>
          </p:nvSpPr>
          <p:spPr>
            <a:xfrm>
              <a:off x="4049800" y="640400"/>
              <a:ext cx="858900" cy="858900"/>
            </a:xfrm>
            <a:prstGeom prst="donut">
              <a:avLst>
                <a:gd name="adj" fmla="val 25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76"/>
            <p:cNvSpPr/>
            <p:nvPr/>
          </p:nvSpPr>
          <p:spPr>
            <a:xfrm>
              <a:off x="4049800" y="640400"/>
              <a:ext cx="858900" cy="858900"/>
            </a:xfrm>
            <a:prstGeom prst="blockArc">
              <a:avLst>
                <a:gd name="adj1" fmla="val 7914150"/>
                <a:gd name="adj2" fmla="val 0"/>
                <a:gd name="adj3" fmla="val 25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 name="Google Shape;998;p76"/>
          <p:cNvGrpSpPr/>
          <p:nvPr/>
        </p:nvGrpSpPr>
        <p:grpSpPr>
          <a:xfrm>
            <a:off x="2980696" y="3680519"/>
            <a:ext cx="686489" cy="686585"/>
            <a:chOff x="5080188" y="927900"/>
            <a:chExt cx="961200" cy="961200"/>
          </a:xfrm>
        </p:grpSpPr>
        <p:sp>
          <p:nvSpPr>
            <p:cNvPr id="999" name="Google Shape;999;p76"/>
            <p:cNvSpPr/>
            <p:nvPr/>
          </p:nvSpPr>
          <p:spPr>
            <a:xfrm>
              <a:off x="5201900" y="1050116"/>
              <a:ext cx="716700" cy="716700"/>
            </a:xfrm>
            <a:prstGeom prst="donut">
              <a:avLst>
                <a:gd name="adj" fmla="val 4716"/>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76"/>
            <p:cNvSpPr/>
            <p:nvPr/>
          </p:nvSpPr>
          <p:spPr>
            <a:xfrm>
              <a:off x="5269594" y="1117818"/>
              <a:ext cx="581100" cy="581100"/>
            </a:xfrm>
            <a:prstGeom prst="donut">
              <a:avLst>
                <a:gd name="adj" fmla="val 5814"/>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76"/>
            <p:cNvSpPr/>
            <p:nvPr/>
          </p:nvSpPr>
          <p:spPr>
            <a:xfrm>
              <a:off x="5339279" y="1187526"/>
              <a:ext cx="441900" cy="441600"/>
            </a:xfrm>
            <a:prstGeom prst="donut">
              <a:avLst>
                <a:gd name="adj" fmla="val 7648"/>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76"/>
            <p:cNvSpPr/>
            <p:nvPr/>
          </p:nvSpPr>
          <p:spPr>
            <a:xfrm>
              <a:off x="5414892" y="1263155"/>
              <a:ext cx="290700" cy="290700"/>
            </a:xfrm>
            <a:prstGeom prst="donut">
              <a:avLst>
                <a:gd name="adj" fmla="val 10182"/>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76"/>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76"/>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76"/>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76"/>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 name="Google Shape;1007;p76"/>
          <p:cNvGrpSpPr/>
          <p:nvPr/>
        </p:nvGrpSpPr>
        <p:grpSpPr>
          <a:xfrm>
            <a:off x="3763848" y="3773248"/>
            <a:ext cx="510373" cy="510937"/>
            <a:chOff x="7508249" y="1522825"/>
            <a:chExt cx="1326332" cy="1322987"/>
          </a:xfrm>
        </p:grpSpPr>
        <p:sp>
          <p:nvSpPr>
            <p:cNvPr id="1008" name="Google Shape;1008;p76"/>
            <p:cNvSpPr/>
            <p:nvPr/>
          </p:nvSpPr>
          <p:spPr>
            <a:xfrm>
              <a:off x="8036275" y="1522825"/>
              <a:ext cx="568251" cy="419545"/>
            </a:xfrm>
            <a:custGeom>
              <a:avLst/>
              <a:gdLst/>
              <a:ahLst/>
              <a:cxnLst/>
              <a:rect l="l" t="t" r="r" b="b"/>
              <a:pathLst>
                <a:path w="77683" h="57354" extrusionOk="0">
                  <a:moveTo>
                    <a:pt x="18272" y="0"/>
                  </a:moveTo>
                  <a:cubicBezTo>
                    <a:pt x="17902" y="0"/>
                    <a:pt x="17532" y="2"/>
                    <a:pt x="17161" y="7"/>
                  </a:cubicBezTo>
                  <a:cubicBezTo>
                    <a:pt x="11496" y="71"/>
                    <a:pt x="5756" y="673"/>
                    <a:pt x="1" y="1850"/>
                  </a:cubicBezTo>
                  <a:lnTo>
                    <a:pt x="9295" y="47323"/>
                  </a:lnTo>
                  <a:lnTo>
                    <a:pt x="9299" y="47323"/>
                  </a:lnTo>
                  <a:cubicBezTo>
                    <a:pt x="12272" y="46715"/>
                    <a:pt x="13499" y="46536"/>
                    <a:pt x="16407" y="46536"/>
                  </a:cubicBezTo>
                  <a:cubicBezTo>
                    <a:pt x="16418" y="46536"/>
                    <a:pt x="16429" y="46536"/>
                    <a:pt x="16440" y="46536"/>
                  </a:cubicBezTo>
                  <a:lnTo>
                    <a:pt x="18189" y="46511"/>
                  </a:lnTo>
                  <a:lnTo>
                    <a:pt x="18193" y="46511"/>
                  </a:lnTo>
                  <a:cubicBezTo>
                    <a:pt x="27852" y="46511"/>
                    <a:pt x="36781" y="49623"/>
                    <a:pt x="44036" y="54905"/>
                  </a:cubicBezTo>
                  <a:lnTo>
                    <a:pt x="44057" y="54878"/>
                  </a:lnTo>
                  <a:cubicBezTo>
                    <a:pt x="45130" y="55658"/>
                    <a:pt x="46165" y="56484"/>
                    <a:pt x="47159" y="57353"/>
                  </a:cubicBezTo>
                  <a:lnTo>
                    <a:pt x="77683" y="22389"/>
                  </a:lnTo>
                  <a:cubicBezTo>
                    <a:pt x="73099" y="18379"/>
                    <a:pt x="68099" y="14821"/>
                    <a:pt x="62744" y="11787"/>
                  </a:cubicBezTo>
                  <a:lnTo>
                    <a:pt x="62752" y="11772"/>
                  </a:lnTo>
                  <a:cubicBezTo>
                    <a:pt x="49514" y="4246"/>
                    <a:pt x="34283" y="0"/>
                    <a:pt x="18272"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76"/>
            <p:cNvSpPr/>
            <p:nvPr/>
          </p:nvSpPr>
          <p:spPr>
            <a:xfrm>
              <a:off x="8358375" y="1649762"/>
              <a:ext cx="456039" cy="463215"/>
            </a:xfrm>
            <a:custGeom>
              <a:avLst/>
              <a:gdLst/>
              <a:ahLst/>
              <a:cxnLst/>
              <a:rect l="l" t="t" r="r" b="b"/>
              <a:pathLst>
                <a:path w="62343" h="63324" extrusionOk="0">
                  <a:moveTo>
                    <a:pt x="27281" y="1"/>
                  </a:moveTo>
                  <a:lnTo>
                    <a:pt x="0" y="37551"/>
                  </a:lnTo>
                  <a:cubicBezTo>
                    <a:pt x="7426" y="42952"/>
                    <a:pt x="13092" y="50620"/>
                    <a:pt x="15988" y="59535"/>
                  </a:cubicBezTo>
                  <a:lnTo>
                    <a:pt x="16033" y="59519"/>
                  </a:lnTo>
                  <a:cubicBezTo>
                    <a:pt x="16439" y="60766"/>
                    <a:pt x="16790" y="62034"/>
                    <a:pt x="17084" y="63324"/>
                  </a:cubicBezTo>
                  <a:lnTo>
                    <a:pt x="62342" y="52975"/>
                  </a:lnTo>
                  <a:cubicBezTo>
                    <a:pt x="58048" y="34190"/>
                    <a:pt x="47853" y="17453"/>
                    <a:pt x="33650" y="5035"/>
                  </a:cubicBezTo>
                  <a:lnTo>
                    <a:pt x="33624" y="5063"/>
                  </a:lnTo>
                  <a:cubicBezTo>
                    <a:pt x="31588" y="3283"/>
                    <a:pt x="29473" y="1593"/>
                    <a:pt x="2728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76"/>
            <p:cNvSpPr/>
            <p:nvPr/>
          </p:nvSpPr>
          <p:spPr>
            <a:xfrm>
              <a:off x="8465584" y="1980292"/>
              <a:ext cx="368998" cy="464042"/>
            </a:xfrm>
            <a:custGeom>
              <a:avLst/>
              <a:gdLst/>
              <a:ahLst/>
              <a:cxnLst/>
              <a:rect l="l" t="t" r="r" b="b"/>
              <a:pathLst>
                <a:path w="50444" h="63437" extrusionOk="0">
                  <a:moveTo>
                    <a:pt x="45483" y="0"/>
                  </a:moveTo>
                  <a:lnTo>
                    <a:pt x="1331" y="14347"/>
                  </a:lnTo>
                  <a:cubicBezTo>
                    <a:pt x="2720" y="18628"/>
                    <a:pt x="3473" y="23193"/>
                    <a:pt x="3473" y="27937"/>
                  </a:cubicBezTo>
                  <a:cubicBezTo>
                    <a:pt x="3473" y="32680"/>
                    <a:pt x="2721" y="37247"/>
                    <a:pt x="1331" y="41526"/>
                  </a:cubicBezTo>
                  <a:lnTo>
                    <a:pt x="1331" y="41531"/>
                  </a:lnTo>
                  <a:lnTo>
                    <a:pt x="1373" y="41544"/>
                  </a:lnTo>
                  <a:cubicBezTo>
                    <a:pt x="968" y="42791"/>
                    <a:pt x="509" y="44013"/>
                    <a:pt x="1" y="45206"/>
                  </a:cubicBezTo>
                  <a:lnTo>
                    <a:pt x="1" y="45210"/>
                  </a:lnTo>
                  <a:lnTo>
                    <a:pt x="42698" y="63436"/>
                  </a:lnTo>
                  <a:cubicBezTo>
                    <a:pt x="46328" y="54928"/>
                    <a:pt x="48703" y="45713"/>
                    <a:pt x="49573" y="36003"/>
                  </a:cubicBezTo>
                  <a:cubicBezTo>
                    <a:pt x="50444" y="26293"/>
                    <a:pt x="49743" y="16805"/>
                    <a:pt x="47685" y="7787"/>
                  </a:cubicBezTo>
                  <a:lnTo>
                    <a:pt x="47630" y="7800"/>
                  </a:lnTo>
                  <a:cubicBezTo>
                    <a:pt x="47029" y="5154"/>
                    <a:pt x="46310" y="2552"/>
                    <a:pt x="4548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76"/>
            <p:cNvSpPr/>
            <p:nvPr/>
          </p:nvSpPr>
          <p:spPr>
            <a:xfrm>
              <a:off x="8334786" y="2284073"/>
              <a:ext cx="463522" cy="468043"/>
            </a:xfrm>
            <a:custGeom>
              <a:avLst/>
              <a:gdLst/>
              <a:ahLst/>
              <a:cxnLst/>
              <a:rect l="l" t="t" r="r" b="b"/>
              <a:pathLst>
                <a:path w="63366" h="63984" extrusionOk="0">
                  <a:moveTo>
                    <a:pt x="19213" y="1"/>
                  </a:moveTo>
                  <a:cubicBezTo>
                    <a:pt x="16318" y="8917"/>
                    <a:pt x="10652" y="16583"/>
                    <a:pt x="3228" y="21984"/>
                  </a:cubicBezTo>
                  <a:lnTo>
                    <a:pt x="3243" y="22007"/>
                  </a:lnTo>
                  <a:cubicBezTo>
                    <a:pt x="2194" y="22766"/>
                    <a:pt x="1113" y="23483"/>
                    <a:pt x="0" y="24149"/>
                  </a:cubicBezTo>
                  <a:lnTo>
                    <a:pt x="23817" y="63984"/>
                  </a:lnTo>
                  <a:cubicBezTo>
                    <a:pt x="40003" y="54290"/>
                    <a:pt x="53013" y="39632"/>
                    <a:pt x="60578" y="21909"/>
                  </a:cubicBezTo>
                  <a:lnTo>
                    <a:pt x="60578" y="21907"/>
                  </a:lnTo>
                  <a:lnTo>
                    <a:pt x="60533" y="21888"/>
                  </a:lnTo>
                  <a:cubicBezTo>
                    <a:pt x="61585" y="19427"/>
                    <a:pt x="62530" y="16912"/>
                    <a:pt x="63363" y="14345"/>
                  </a:cubicBezTo>
                  <a:lnTo>
                    <a:pt x="63363" y="14344"/>
                  </a:lnTo>
                  <a:lnTo>
                    <a:pt x="63365" y="14344"/>
                  </a:lnTo>
                  <a:lnTo>
                    <a:pt x="1921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76"/>
            <p:cNvSpPr/>
            <p:nvPr/>
          </p:nvSpPr>
          <p:spPr>
            <a:xfrm>
              <a:off x="8110685" y="2444876"/>
              <a:ext cx="447276" cy="400935"/>
            </a:xfrm>
            <a:custGeom>
              <a:avLst/>
              <a:gdLst/>
              <a:ahLst/>
              <a:cxnLst/>
              <a:rect l="l" t="t" r="r" b="b"/>
              <a:pathLst>
                <a:path w="61145" h="54810" extrusionOk="0">
                  <a:moveTo>
                    <a:pt x="33866" y="0"/>
                  </a:moveTo>
                  <a:cubicBezTo>
                    <a:pt x="26611" y="5284"/>
                    <a:pt x="17677" y="8398"/>
                    <a:pt x="8020" y="8398"/>
                  </a:cubicBezTo>
                  <a:lnTo>
                    <a:pt x="8016" y="8398"/>
                  </a:lnTo>
                  <a:lnTo>
                    <a:pt x="8016" y="8399"/>
                  </a:lnTo>
                  <a:cubicBezTo>
                    <a:pt x="6736" y="8396"/>
                    <a:pt x="5444" y="8338"/>
                    <a:pt x="4145" y="8221"/>
                  </a:cubicBezTo>
                  <a:lnTo>
                    <a:pt x="4142" y="8221"/>
                  </a:lnTo>
                  <a:lnTo>
                    <a:pt x="1" y="54444"/>
                  </a:lnTo>
                  <a:lnTo>
                    <a:pt x="3" y="54444"/>
                  </a:lnTo>
                  <a:cubicBezTo>
                    <a:pt x="2745" y="54689"/>
                    <a:pt x="5470" y="54810"/>
                    <a:pt x="8171" y="54810"/>
                  </a:cubicBezTo>
                  <a:cubicBezTo>
                    <a:pt x="24948" y="54810"/>
                    <a:pt x="40828" y="50164"/>
                    <a:pt x="54456" y="42000"/>
                  </a:cubicBezTo>
                  <a:lnTo>
                    <a:pt x="54445" y="41982"/>
                  </a:lnTo>
                  <a:cubicBezTo>
                    <a:pt x="56748" y="40604"/>
                    <a:pt x="58982" y="39124"/>
                    <a:pt x="61144" y="37550"/>
                  </a:cubicBezTo>
                  <a:lnTo>
                    <a:pt x="3386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76"/>
            <p:cNvSpPr/>
            <p:nvPr/>
          </p:nvSpPr>
          <p:spPr>
            <a:xfrm>
              <a:off x="7734911" y="2426963"/>
              <a:ext cx="434445" cy="418813"/>
            </a:xfrm>
            <a:custGeom>
              <a:avLst/>
              <a:gdLst/>
              <a:ahLst/>
              <a:cxnLst/>
              <a:rect l="l" t="t" r="r" b="b"/>
              <a:pathLst>
                <a:path w="59391" h="57254" extrusionOk="0">
                  <a:moveTo>
                    <a:pt x="30519" y="1"/>
                  </a:moveTo>
                  <a:lnTo>
                    <a:pt x="1" y="34961"/>
                  </a:lnTo>
                  <a:cubicBezTo>
                    <a:pt x="2014" y="36723"/>
                    <a:pt x="4109" y="38397"/>
                    <a:pt x="6278" y="39979"/>
                  </a:cubicBezTo>
                  <a:lnTo>
                    <a:pt x="6266" y="39995"/>
                  </a:lnTo>
                  <a:cubicBezTo>
                    <a:pt x="21176" y="50851"/>
                    <a:pt x="39536" y="57253"/>
                    <a:pt x="59390" y="57253"/>
                  </a:cubicBezTo>
                  <a:lnTo>
                    <a:pt x="59390" y="10847"/>
                  </a:lnTo>
                  <a:cubicBezTo>
                    <a:pt x="58084" y="10847"/>
                    <a:pt x="56791" y="10791"/>
                    <a:pt x="55514" y="10678"/>
                  </a:cubicBezTo>
                  <a:lnTo>
                    <a:pt x="55514" y="10671"/>
                  </a:lnTo>
                  <a:cubicBezTo>
                    <a:pt x="45890" y="9810"/>
                    <a:pt x="37274" y="5908"/>
                    <a:pt x="3051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76"/>
            <p:cNvSpPr/>
            <p:nvPr/>
          </p:nvSpPr>
          <p:spPr>
            <a:xfrm>
              <a:off x="7525051" y="2256329"/>
              <a:ext cx="455242" cy="463215"/>
            </a:xfrm>
            <a:custGeom>
              <a:avLst/>
              <a:gdLst/>
              <a:ahLst/>
              <a:cxnLst/>
              <a:rect l="l" t="t" r="r" b="b"/>
              <a:pathLst>
                <a:path w="62234" h="63324" extrusionOk="0">
                  <a:moveTo>
                    <a:pt x="45259" y="0"/>
                  </a:moveTo>
                  <a:lnTo>
                    <a:pt x="0" y="10349"/>
                  </a:lnTo>
                  <a:cubicBezTo>
                    <a:pt x="602" y="12981"/>
                    <a:pt x="1320" y="15573"/>
                    <a:pt x="2148" y="18119"/>
                  </a:cubicBezTo>
                  <a:lnTo>
                    <a:pt x="2101" y="18136"/>
                  </a:lnTo>
                  <a:cubicBezTo>
                    <a:pt x="8054" y="36464"/>
                    <a:pt x="19701" y="52224"/>
                    <a:pt x="34955" y="63323"/>
                  </a:cubicBezTo>
                  <a:lnTo>
                    <a:pt x="62234" y="25777"/>
                  </a:lnTo>
                  <a:cubicBezTo>
                    <a:pt x="61184" y="25014"/>
                    <a:pt x="60169" y="24203"/>
                    <a:pt x="59191" y="23352"/>
                  </a:cubicBezTo>
                  <a:lnTo>
                    <a:pt x="59211" y="23327"/>
                  </a:lnTo>
                  <a:cubicBezTo>
                    <a:pt x="52302" y="17286"/>
                    <a:pt x="47344" y="9145"/>
                    <a:pt x="45259"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76"/>
            <p:cNvSpPr/>
            <p:nvPr/>
          </p:nvSpPr>
          <p:spPr>
            <a:xfrm>
              <a:off x="7508249" y="1924972"/>
              <a:ext cx="365633" cy="464042"/>
            </a:xfrm>
            <a:custGeom>
              <a:avLst/>
              <a:gdLst/>
              <a:ahLst/>
              <a:cxnLst/>
              <a:rect l="l" t="t" r="r" b="b"/>
              <a:pathLst>
                <a:path w="49984" h="63437" extrusionOk="0">
                  <a:moveTo>
                    <a:pt x="7285" y="1"/>
                  </a:moveTo>
                  <a:cubicBezTo>
                    <a:pt x="6231" y="2469"/>
                    <a:pt x="5284" y="4998"/>
                    <a:pt x="4449" y="7580"/>
                  </a:cubicBezTo>
                  <a:lnTo>
                    <a:pt x="4399" y="7563"/>
                  </a:lnTo>
                  <a:cubicBezTo>
                    <a:pt x="1543" y="16362"/>
                    <a:pt x="0" y="25750"/>
                    <a:pt x="0" y="35500"/>
                  </a:cubicBezTo>
                  <a:cubicBezTo>
                    <a:pt x="0" y="45248"/>
                    <a:pt x="1544" y="54639"/>
                    <a:pt x="4399" y="63437"/>
                  </a:cubicBezTo>
                  <a:lnTo>
                    <a:pt x="48589" y="49094"/>
                  </a:lnTo>
                  <a:cubicBezTo>
                    <a:pt x="48188" y="47857"/>
                    <a:pt x="47557" y="45303"/>
                    <a:pt x="47557" y="45303"/>
                  </a:cubicBezTo>
                  <a:cubicBezTo>
                    <a:pt x="46556" y="40915"/>
                    <a:pt x="46213" y="36301"/>
                    <a:pt x="46638" y="31576"/>
                  </a:cubicBezTo>
                  <a:cubicBezTo>
                    <a:pt x="47061" y="26851"/>
                    <a:pt x="48217" y="22370"/>
                    <a:pt x="49984" y="18231"/>
                  </a:cubicBezTo>
                  <a:lnTo>
                    <a:pt x="728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76"/>
            <p:cNvSpPr/>
            <p:nvPr/>
          </p:nvSpPr>
          <p:spPr>
            <a:xfrm>
              <a:off x="7540418" y="1617212"/>
              <a:ext cx="464261" cy="468058"/>
            </a:xfrm>
            <a:custGeom>
              <a:avLst/>
              <a:gdLst/>
              <a:ahLst/>
              <a:cxnLst/>
              <a:rect l="l" t="t" r="r" b="b"/>
              <a:pathLst>
                <a:path w="63467" h="63986" extrusionOk="0">
                  <a:moveTo>
                    <a:pt x="39644" y="0"/>
                  </a:moveTo>
                  <a:cubicBezTo>
                    <a:pt x="37320" y="1393"/>
                    <a:pt x="35061" y="2888"/>
                    <a:pt x="32875" y="4480"/>
                  </a:cubicBezTo>
                  <a:lnTo>
                    <a:pt x="32854" y="4452"/>
                  </a:lnTo>
                  <a:cubicBezTo>
                    <a:pt x="17600" y="15554"/>
                    <a:pt x="5953" y="31315"/>
                    <a:pt x="1" y="49638"/>
                  </a:cubicBezTo>
                  <a:lnTo>
                    <a:pt x="44153" y="63985"/>
                  </a:lnTo>
                  <a:cubicBezTo>
                    <a:pt x="44561" y="62727"/>
                    <a:pt x="45025" y="61492"/>
                    <a:pt x="45542" y="60287"/>
                  </a:cubicBezTo>
                  <a:lnTo>
                    <a:pt x="45586" y="60306"/>
                  </a:lnTo>
                  <a:cubicBezTo>
                    <a:pt x="49265" y="51684"/>
                    <a:pt x="55592" y="44553"/>
                    <a:pt x="63466" y="39836"/>
                  </a:cubicBezTo>
                  <a:lnTo>
                    <a:pt x="3964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76"/>
            <p:cNvSpPr/>
            <p:nvPr/>
          </p:nvSpPr>
          <p:spPr>
            <a:xfrm>
              <a:off x="7780728" y="1524076"/>
              <a:ext cx="374828" cy="400379"/>
            </a:xfrm>
            <a:custGeom>
              <a:avLst/>
              <a:gdLst/>
              <a:ahLst/>
              <a:cxnLst/>
              <a:rect l="l" t="t" r="r" b="b"/>
              <a:pathLst>
                <a:path w="51241" h="54734" extrusionOk="0">
                  <a:moveTo>
                    <a:pt x="49286" y="0"/>
                  </a:moveTo>
                  <a:cubicBezTo>
                    <a:pt x="45747" y="149"/>
                    <a:pt x="42254" y="504"/>
                    <a:pt x="38820" y="1053"/>
                  </a:cubicBezTo>
                  <a:cubicBezTo>
                    <a:pt x="24474" y="3334"/>
                    <a:pt x="11256" y="8993"/>
                    <a:pt x="0" y="17185"/>
                  </a:cubicBezTo>
                  <a:lnTo>
                    <a:pt x="27281" y="54734"/>
                  </a:lnTo>
                  <a:cubicBezTo>
                    <a:pt x="27368" y="54663"/>
                    <a:pt x="27661" y="54495"/>
                    <a:pt x="28118" y="54252"/>
                  </a:cubicBezTo>
                  <a:cubicBezTo>
                    <a:pt x="33472" y="50543"/>
                    <a:pt x="39690" y="47993"/>
                    <a:pt x="46407" y="46962"/>
                  </a:cubicBezTo>
                  <a:cubicBezTo>
                    <a:pt x="47232" y="46770"/>
                    <a:pt x="47997" y="46633"/>
                    <a:pt x="48677" y="46563"/>
                  </a:cubicBezTo>
                  <a:lnTo>
                    <a:pt x="51241" y="46382"/>
                  </a:lnTo>
                  <a:lnTo>
                    <a:pt x="492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8" name="Google Shape;1018;p76"/>
          <p:cNvGrpSpPr/>
          <p:nvPr/>
        </p:nvGrpSpPr>
        <p:grpSpPr>
          <a:xfrm>
            <a:off x="4455441" y="3774653"/>
            <a:ext cx="492652" cy="503348"/>
            <a:chOff x="6039282" y="1042577"/>
            <a:chExt cx="734315" cy="731929"/>
          </a:xfrm>
        </p:grpSpPr>
        <p:sp>
          <p:nvSpPr>
            <p:cNvPr id="1019" name="Google Shape;1019;p76"/>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76"/>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76"/>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76"/>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76"/>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76"/>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76"/>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76"/>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76"/>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76"/>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76"/>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76"/>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1031;p76"/>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76"/>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76"/>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76"/>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76"/>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76"/>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76"/>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76"/>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76"/>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 name="Google Shape;1040;p76"/>
          <p:cNvGrpSpPr/>
          <p:nvPr/>
        </p:nvGrpSpPr>
        <p:grpSpPr>
          <a:xfrm>
            <a:off x="5095855" y="2270694"/>
            <a:ext cx="483304" cy="504902"/>
            <a:chOff x="1825800" y="1651625"/>
            <a:chExt cx="568125" cy="591775"/>
          </a:xfrm>
        </p:grpSpPr>
        <p:sp>
          <p:nvSpPr>
            <p:cNvPr id="1041" name="Google Shape;1041;p76"/>
            <p:cNvSpPr/>
            <p:nvPr/>
          </p:nvSpPr>
          <p:spPr>
            <a:xfrm>
              <a:off x="1898925" y="1777225"/>
              <a:ext cx="370875" cy="370500"/>
            </a:xfrm>
            <a:custGeom>
              <a:avLst/>
              <a:gdLst/>
              <a:ahLst/>
              <a:cxnLst/>
              <a:rect l="l" t="t" r="r" b="b"/>
              <a:pathLst>
                <a:path w="14835" h="14820" extrusionOk="0">
                  <a:moveTo>
                    <a:pt x="7417" y="0"/>
                  </a:moveTo>
                  <a:cubicBezTo>
                    <a:pt x="3338" y="0"/>
                    <a:pt x="23" y="3300"/>
                    <a:pt x="9" y="7382"/>
                  </a:cubicBezTo>
                  <a:cubicBezTo>
                    <a:pt x="1" y="9347"/>
                    <a:pt x="774" y="11235"/>
                    <a:pt x="2160" y="12630"/>
                  </a:cubicBezTo>
                  <a:cubicBezTo>
                    <a:pt x="3543" y="14025"/>
                    <a:pt x="5425" y="14811"/>
                    <a:pt x="7391" y="14819"/>
                  </a:cubicBezTo>
                  <a:cubicBezTo>
                    <a:pt x="7399" y="14819"/>
                    <a:pt x="7407" y="14819"/>
                    <a:pt x="7415" y="14819"/>
                  </a:cubicBezTo>
                  <a:cubicBezTo>
                    <a:pt x="9371" y="14819"/>
                    <a:pt x="11248" y="14046"/>
                    <a:pt x="12637" y="12668"/>
                  </a:cubicBezTo>
                  <a:cubicBezTo>
                    <a:pt x="14032" y="11283"/>
                    <a:pt x="14820" y="9402"/>
                    <a:pt x="14826" y="7437"/>
                  </a:cubicBezTo>
                  <a:cubicBezTo>
                    <a:pt x="14834" y="5472"/>
                    <a:pt x="14061" y="3584"/>
                    <a:pt x="12675" y="2189"/>
                  </a:cubicBezTo>
                  <a:cubicBezTo>
                    <a:pt x="11292" y="795"/>
                    <a:pt x="9410" y="8"/>
                    <a:pt x="7444" y="0"/>
                  </a:cubicBezTo>
                  <a:cubicBezTo>
                    <a:pt x="7435" y="0"/>
                    <a:pt x="7426" y="0"/>
                    <a:pt x="741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76"/>
            <p:cNvSpPr/>
            <p:nvPr/>
          </p:nvSpPr>
          <p:spPr>
            <a:xfrm>
              <a:off x="2121325"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76"/>
            <p:cNvSpPr/>
            <p:nvPr/>
          </p:nvSpPr>
          <p:spPr>
            <a:xfrm>
              <a:off x="1825800" y="198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1044;p76"/>
            <p:cNvSpPr/>
            <p:nvPr/>
          </p:nvSpPr>
          <p:spPr>
            <a:xfrm>
              <a:off x="2121325" y="198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76"/>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76"/>
            <p:cNvSpPr/>
            <p:nvPr/>
          </p:nvSpPr>
          <p:spPr>
            <a:xfrm>
              <a:off x="1956875" y="1835225"/>
              <a:ext cx="254975" cy="254475"/>
            </a:xfrm>
            <a:custGeom>
              <a:avLst/>
              <a:gdLst/>
              <a:ahLst/>
              <a:cxnLst/>
              <a:rect l="l" t="t" r="r" b="b"/>
              <a:pathLst>
                <a:path w="10199" h="10179" extrusionOk="0">
                  <a:moveTo>
                    <a:pt x="5097" y="1"/>
                  </a:moveTo>
                  <a:cubicBezTo>
                    <a:pt x="2296" y="1"/>
                    <a:pt x="21" y="2267"/>
                    <a:pt x="10" y="5070"/>
                  </a:cubicBezTo>
                  <a:cubicBezTo>
                    <a:pt x="0" y="7882"/>
                    <a:pt x="2271" y="10169"/>
                    <a:pt x="5081" y="10179"/>
                  </a:cubicBezTo>
                  <a:cubicBezTo>
                    <a:pt x="5088" y="10179"/>
                    <a:pt x="5095" y="10179"/>
                    <a:pt x="5102" y="10179"/>
                  </a:cubicBezTo>
                  <a:cubicBezTo>
                    <a:pt x="7903" y="10179"/>
                    <a:pt x="10178" y="7912"/>
                    <a:pt x="10189" y="5109"/>
                  </a:cubicBezTo>
                  <a:cubicBezTo>
                    <a:pt x="10199" y="2297"/>
                    <a:pt x="7928" y="10"/>
                    <a:pt x="5118" y="1"/>
                  </a:cubicBezTo>
                  <a:cubicBezTo>
                    <a:pt x="5111" y="1"/>
                    <a:pt x="5104" y="1"/>
                    <a:pt x="50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7" name="Google Shape;1047;p76"/>
          <p:cNvSpPr/>
          <p:nvPr/>
        </p:nvSpPr>
        <p:spPr>
          <a:xfrm>
            <a:off x="7713443" y="33498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76"/>
          <p:cNvSpPr/>
          <p:nvPr/>
        </p:nvSpPr>
        <p:spPr>
          <a:xfrm>
            <a:off x="8029700" y="33786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76"/>
          <p:cNvSpPr/>
          <p:nvPr/>
        </p:nvSpPr>
        <p:spPr>
          <a:xfrm>
            <a:off x="7131814"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76"/>
          <p:cNvSpPr/>
          <p:nvPr/>
        </p:nvSpPr>
        <p:spPr>
          <a:xfrm flipH="1">
            <a:off x="7439179"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1051;p76"/>
          <p:cNvSpPr txBox="1"/>
          <p:nvPr/>
        </p:nvSpPr>
        <p:spPr>
          <a:xfrm>
            <a:off x="723350" y="1187975"/>
            <a:ext cx="7697100" cy="8142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00">
                <a:solidFill>
                  <a:schemeClr val="lt1"/>
                </a:solidFill>
              </a:rPr>
              <a:t>You can easily </a:t>
            </a:r>
            <a:r>
              <a:rPr lang="en" sz="1100" b="1">
                <a:solidFill>
                  <a:schemeClr val="dk2"/>
                </a:solidFill>
              </a:rPr>
              <a:t>resize </a:t>
            </a:r>
            <a:r>
              <a:rPr lang="en" sz="1100">
                <a:solidFill>
                  <a:schemeClr val="lt1"/>
                </a:solidFill>
              </a:rPr>
              <a:t>these resources without losing quality. To </a:t>
            </a:r>
            <a:r>
              <a:rPr lang="en" sz="1100" b="1">
                <a:solidFill>
                  <a:schemeClr val="dk2"/>
                </a:solidFill>
              </a:rPr>
              <a:t>change the color</a:t>
            </a:r>
            <a:r>
              <a:rPr lang="en" sz="1100">
                <a:solidFill>
                  <a:schemeClr val="lt1"/>
                </a:solidFill>
              </a:rPr>
              <a:t>, just ungroup the resource and click on the object you want to change. Then, click on the paint bucket and select the color you want. Group the resource again when you’re done. You can also look for more </a:t>
            </a:r>
            <a:r>
              <a:rPr lang="en" sz="1100" b="1">
                <a:solidFill>
                  <a:schemeClr val="dk2"/>
                </a:solidFill>
                <a:uFill>
                  <a:noFill/>
                </a:uFill>
                <a:hlinkClick r:id="rId3">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infographics</a:t>
            </a:r>
            <a:r>
              <a:rPr lang="en" sz="1100" b="1">
                <a:solidFill>
                  <a:schemeClr val="dk2"/>
                </a:solidFill>
              </a:rPr>
              <a:t> </a:t>
            </a:r>
            <a:r>
              <a:rPr lang="en" sz="1100">
                <a:solidFill>
                  <a:schemeClr val="lt1"/>
                </a:solidFill>
              </a:rPr>
              <a:t>on Slidesgo.</a:t>
            </a:r>
            <a:endParaRPr sz="1100">
              <a:solidFill>
                <a:schemeClr val="lt1"/>
              </a:solidFill>
            </a:endParaRPr>
          </a:p>
        </p:txBody>
      </p:sp>
      <p:sp>
        <p:nvSpPr>
          <p:cNvPr id="1052" name="Google Shape;1052;p76"/>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Use our editable graphic resources...</a:t>
            </a:r>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Shape 1056"/>
        <p:cNvGrpSpPr/>
        <p:nvPr/>
      </p:nvGrpSpPr>
      <p:grpSpPr>
        <a:xfrm>
          <a:off x="0" y="0"/>
          <a:ext cx="0" cy="0"/>
          <a:chOff x="0" y="0"/>
          <a:chExt cx="0" cy="0"/>
        </a:xfrm>
      </p:grpSpPr>
      <p:grpSp>
        <p:nvGrpSpPr>
          <p:cNvPr id="1057" name="Google Shape;1057;p77"/>
          <p:cNvGrpSpPr/>
          <p:nvPr/>
        </p:nvGrpSpPr>
        <p:grpSpPr>
          <a:xfrm>
            <a:off x="722059" y="955168"/>
            <a:ext cx="2492868" cy="1379876"/>
            <a:chOff x="2654821" y="2311071"/>
            <a:chExt cx="2279715" cy="1262120"/>
          </a:xfrm>
        </p:grpSpPr>
        <p:grpSp>
          <p:nvGrpSpPr>
            <p:cNvPr id="1058" name="Google Shape;1058;p77"/>
            <p:cNvGrpSpPr/>
            <p:nvPr/>
          </p:nvGrpSpPr>
          <p:grpSpPr>
            <a:xfrm>
              <a:off x="4034269" y="2840745"/>
              <a:ext cx="40212" cy="36437"/>
              <a:chOff x="4293400" y="2574725"/>
              <a:chExt cx="84425" cy="80100"/>
            </a:xfrm>
          </p:grpSpPr>
          <p:sp>
            <p:nvSpPr>
              <p:cNvPr id="1059" name="Google Shape;1059;p77"/>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sp>
          <p:sp>
            <p:nvSpPr>
              <p:cNvPr id="1060" name="Google Shape;1060;p77"/>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 name="Google Shape;1061;p77"/>
            <p:cNvGrpSpPr/>
            <p:nvPr/>
          </p:nvGrpSpPr>
          <p:grpSpPr>
            <a:xfrm>
              <a:off x="3894606" y="2334874"/>
              <a:ext cx="913198" cy="518984"/>
              <a:chOff x="4000175" y="1462675"/>
              <a:chExt cx="1917275" cy="1140875"/>
            </a:xfrm>
          </p:grpSpPr>
          <p:sp>
            <p:nvSpPr>
              <p:cNvPr id="1062" name="Google Shape;1062;p77"/>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sp>
          <p:grpSp>
            <p:nvGrpSpPr>
              <p:cNvPr id="1063" name="Google Shape;1063;p77"/>
              <p:cNvGrpSpPr/>
              <p:nvPr/>
            </p:nvGrpSpPr>
            <p:grpSpPr>
              <a:xfrm>
                <a:off x="4000175" y="1462675"/>
                <a:ext cx="1917275" cy="1140875"/>
                <a:chOff x="4000175" y="1462675"/>
                <a:chExt cx="1917275" cy="1140875"/>
              </a:xfrm>
            </p:grpSpPr>
            <p:sp>
              <p:nvSpPr>
                <p:cNvPr id="1064" name="Google Shape;1064;p77"/>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sp>
            <p:sp>
              <p:nvSpPr>
                <p:cNvPr id="1065" name="Google Shape;1065;p77"/>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1066;p77"/>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77"/>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77"/>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1069" name="Google Shape;1069;p77"/>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70" name="Google Shape;1070;p77"/>
            <p:cNvGrpSpPr/>
            <p:nvPr/>
          </p:nvGrpSpPr>
          <p:grpSpPr>
            <a:xfrm>
              <a:off x="3875768" y="2846704"/>
              <a:ext cx="44796" cy="47366"/>
              <a:chOff x="3960625" y="2587825"/>
              <a:chExt cx="94050" cy="104125"/>
            </a:xfrm>
          </p:grpSpPr>
          <p:sp>
            <p:nvSpPr>
              <p:cNvPr id="1071" name="Google Shape;1071;p77"/>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sp>
          <p:sp>
            <p:nvSpPr>
              <p:cNvPr id="1072" name="Google Shape;1072;p77"/>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 name="Google Shape;1073;p77"/>
            <p:cNvGrpSpPr/>
            <p:nvPr/>
          </p:nvGrpSpPr>
          <p:grpSpPr>
            <a:xfrm>
              <a:off x="3782759" y="2807162"/>
              <a:ext cx="82686" cy="85487"/>
              <a:chOff x="3765350" y="2500900"/>
              <a:chExt cx="173600" cy="187925"/>
            </a:xfrm>
          </p:grpSpPr>
          <p:sp>
            <p:nvSpPr>
              <p:cNvPr id="1074" name="Google Shape;1074;p77"/>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sp>
          <p:sp>
            <p:nvSpPr>
              <p:cNvPr id="1075" name="Google Shape;1075;p77"/>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77"/>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77"/>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77"/>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77"/>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 name="Google Shape;1080;p77"/>
            <p:cNvGrpSpPr/>
            <p:nvPr/>
          </p:nvGrpSpPr>
          <p:grpSpPr>
            <a:xfrm>
              <a:off x="3775674" y="2798496"/>
              <a:ext cx="40545" cy="23564"/>
              <a:chOff x="3750475" y="2481850"/>
              <a:chExt cx="85125" cy="51800"/>
            </a:xfrm>
          </p:grpSpPr>
          <p:sp>
            <p:nvSpPr>
              <p:cNvPr id="1081" name="Google Shape;1081;p77"/>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77"/>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sp>
        </p:grpSp>
        <p:grpSp>
          <p:nvGrpSpPr>
            <p:cNvPr id="1083" name="Google Shape;1083;p77"/>
            <p:cNvGrpSpPr/>
            <p:nvPr/>
          </p:nvGrpSpPr>
          <p:grpSpPr>
            <a:xfrm>
              <a:off x="3716946" y="2776024"/>
              <a:ext cx="81971" cy="76912"/>
              <a:chOff x="3627175" y="2432450"/>
              <a:chExt cx="172100" cy="169075"/>
            </a:xfrm>
          </p:grpSpPr>
          <p:sp>
            <p:nvSpPr>
              <p:cNvPr id="1084" name="Google Shape;1084;p77"/>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77"/>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sp>
          <p:sp>
            <p:nvSpPr>
              <p:cNvPr id="1086" name="Google Shape;1086;p77"/>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sp>
        </p:grpSp>
        <p:grpSp>
          <p:nvGrpSpPr>
            <p:cNvPr id="1087" name="Google Shape;1087;p77"/>
            <p:cNvGrpSpPr/>
            <p:nvPr/>
          </p:nvGrpSpPr>
          <p:grpSpPr>
            <a:xfrm>
              <a:off x="3685682" y="2845624"/>
              <a:ext cx="29311" cy="45055"/>
              <a:chOff x="3561536" y="2585450"/>
              <a:chExt cx="61539" cy="99045"/>
            </a:xfrm>
          </p:grpSpPr>
          <p:sp>
            <p:nvSpPr>
              <p:cNvPr id="1088" name="Google Shape;1088;p77"/>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77"/>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sp>
        </p:grpSp>
        <p:grpSp>
          <p:nvGrpSpPr>
            <p:cNvPr id="1090" name="Google Shape;1090;p77"/>
            <p:cNvGrpSpPr/>
            <p:nvPr/>
          </p:nvGrpSpPr>
          <p:grpSpPr>
            <a:xfrm>
              <a:off x="3849905" y="2572252"/>
              <a:ext cx="74339" cy="119559"/>
              <a:chOff x="3906325" y="1984500"/>
              <a:chExt cx="156075" cy="262825"/>
            </a:xfrm>
          </p:grpSpPr>
          <p:sp>
            <p:nvSpPr>
              <p:cNvPr id="1091" name="Google Shape;1091;p77"/>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sp>
          <p:sp>
            <p:nvSpPr>
              <p:cNvPr id="1092" name="Google Shape;1092;p77"/>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3" name="Google Shape;1093;p77"/>
            <p:cNvGrpSpPr/>
            <p:nvPr/>
          </p:nvGrpSpPr>
          <p:grpSpPr>
            <a:xfrm>
              <a:off x="2654821" y="2414345"/>
              <a:ext cx="667570" cy="558731"/>
              <a:chOff x="1397225" y="1637375"/>
              <a:chExt cx="1401575" cy="1228250"/>
            </a:xfrm>
          </p:grpSpPr>
          <p:sp>
            <p:nvSpPr>
              <p:cNvPr id="1094" name="Google Shape;1094;p77"/>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sp>
          <p:grpSp>
            <p:nvGrpSpPr>
              <p:cNvPr id="1095" name="Google Shape;1095;p77"/>
              <p:cNvGrpSpPr/>
              <p:nvPr/>
            </p:nvGrpSpPr>
            <p:grpSpPr>
              <a:xfrm>
                <a:off x="1397225" y="1637375"/>
                <a:ext cx="1398775" cy="1228250"/>
                <a:chOff x="1397225" y="1637375"/>
                <a:chExt cx="1398775" cy="1228250"/>
              </a:xfrm>
            </p:grpSpPr>
            <p:sp>
              <p:nvSpPr>
                <p:cNvPr id="1096" name="Google Shape;1096;p77"/>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77"/>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98" name="Google Shape;1098;p77"/>
            <p:cNvGrpSpPr/>
            <p:nvPr/>
          </p:nvGrpSpPr>
          <p:grpSpPr>
            <a:xfrm>
              <a:off x="3230417" y="3103734"/>
              <a:ext cx="282982" cy="280332"/>
              <a:chOff x="2605700" y="3152850"/>
              <a:chExt cx="594125" cy="616250"/>
            </a:xfrm>
          </p:grpSpPr>
          <p:sp>
            <p:nvSpPr>
              <p:cNvPr id="1099" name="Google Shape;1099;p77"/>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sp>
          <p:sp>
            <p:nvSpPr>
              <p:cNvPr id="1100" name="Google Shape;1100;p77"/>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grpSp>
          <p:nvGrpSpPr>
            <p:cNvPr id="1101" name="Google Shape;1101;p77"/>
            <p:cNvGrpSpPr/>
            <p:nvPr/>
          </p:nvGrpSpPr>
          <p:grpSpPr>
            <a:xfrm>
              <a:off x="3265985" y="3226989"/>
              <a:ext cx="87151" cy="346202"/>
              <a:chOff x="2680375" y="3423800"/>
              <a:chExt cx="182975" cy="761050"/>
            </a:xfrm>
          </p:grpSpPr>
          <p:sp>
            <p:nvSpPr>
              <p:cNvPr id="1102" name="Google Shape;1102;p77"/>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sp>
          <p:sp>
            <p:nvSpPr>
              <p:cNvPr id="1103" name="Google Shape;1103;p77"/>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 name="Google Shape;1104;p77"/>
            <p:cNvGrpSpPr/>
            <p:nvPr/>
          </p:nvGrpSpPr>
          <p:grpSpPr>
            <a:xfrm>
              <a:off x="3855466" y="3289811"/>
              <a:ext cx="112514" cy="94210"/>
              <a:chOff x="3918000" y="3561900"/>
              <a:chExt cx="236225" cy="207100"/>
            </a:xfrm>
          </p:grpSpPr>
          <p:sp>
            <p:nvSpPr>
              <p:cNvPr id="1105" name="Google Shape;1105;p77"/>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sp>
          <p:sp>
            <p:nvSpPr>
              <p:cNvPr id="1106" name="Google Shape;1106;p77"/>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7" name="Google Shape;1107;p77"/>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77"/>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1109;p77"/>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nvGrpSpPr>
            <p:cNvPr id="1110" name="Google Shape;1110;p77"/>
            <p:cNvGrpSpPr/>
            <p:nvPr/>
          </p:nvGrpSpPr>
          <p:grpSpPr>
            <a:xfrm>
              <a:off x="2905224" y="2311071"/>
              <a:ext cx="596721" cy="528992"/>
              <a:chOff x="1922950" y="1410350"/>
              <a:chExt cx="1252825" cy="1162875"/>
            </a:xfrm>
          </p:grpSpPr>
          <p:sp>
            <p:nvSpPr>
              <p:cNvPr id="1111" name="Google Shape;1111;p77"/>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77"/>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77"/>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77"/>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1115;p77"/>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1116;p77"/>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77"/>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77"/>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77"/>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1120;p77"/>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1121;p77"/>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77"/>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77"/>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77"/>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77"/>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77"/>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grpSp>
        <p:sp>
          <p:nvSpPr>
            <p:cNvPr id="1127" name="Google Shape;1127;p77"/>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77"/>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77"/>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77"/>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77"/>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77"/>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77"/>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77"/>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77"/>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77"/>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77"/>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77"/>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77"/>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77"/>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77"/>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77"/>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77"/>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77"/>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77"/>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77"/>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1147" name="Google Shape;1147;p77"/>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1148" name="Google Shape;1148;p77"/>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9" name="Google Shape;1149;p77"/>
            <p:cNvGrpSpPr/>
            <p:nvPr/>
          </p:nvGrpSpPr>
          <p:grpSpPr>
            <a:xfrm>
              <a:off x="3280929" y="3294542"/>
              <a:ext cx="109894" cy="272224"/>
              <a:chOff x="2711750" y="3572300"/>
              <a:chExt cx="230725" cy="598425"/>
            </a:xfrm>
          </p:grpSpPr>
          <p:sp>
            <p:nvSpPr>
              <p:cNvPr id="1150" name="Google Shape;1150;p77"/>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77"/>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2" name="Google Shape;1152;p77"/>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3" name="Google Shape;1153;p77"/>
            <p:cNvGrpSpPr/>
            <p:nvPr/>
          </p:nvGrpSpPr>
          <p:grpSpPr>
            <a:xfrm>
              <a:off x="3790439" y="2408636"/>
              <a:ext cx="73017" cy="75684"/>
              <a:chOff x="3781475" y="1624825"/>
              <a:chExt cx="153300" cy="166375"/>
            </a:xfrm>
          </p:grpSpPr>
          <p:sp>
            <p:nvSpPr>
              <p:cNvPr id="1154" name="Google Shape;1154;p77"/>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77"/>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1156;p77"/>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77"/>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8" name="Google Shape;1158;p77"/>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 name="Google Shape;1159;p77"/>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1160;p77"/>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77"/>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77"/>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77"/>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77"/>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5" name="Google Shape;1165;p77"/>
            <p:cNvGrpSpPr/>
            <p:nvPr/>
          </p:nvGrpSpPr>
          <p:grpSpPr>
            <a:xfrm>
              <a:off x="4403342" y="3107749"/>
              <a:ext cx="316680" cy="101374"/>
              <a:chOff x="5068275" y="3161675"/>
              <a:chExt cx="664875" cy="222850"/>
            </a:xfrm>
          </p:grpSpPr>
          <p:sp>
            <p:nvSpPr>
              <p:cNvPr id="1166" name="Google Shape;1166;p77"/>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77"/>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77"/>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77"/>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0" name="Google Shape;1170;p77"/>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1171;p77"/>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77"/>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77"/>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1174;p77"/>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 name="Google Shape;1175;p77"/>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1176;p77"/>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77"/>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77"/>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77"/>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 name="Google Shape;1180;p77"/>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77"/>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77"/>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 name="Google Shape;1183;p77"/>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 name="Google Shape;1184;p77"/>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1185;p77"/>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 name="Google Shape;1186;p77"/>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1187;p77"/>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1188;p77"/>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77"/>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77"/>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77"/>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1192;p77"/>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1193;p77"/>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77"/>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77"/>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77"/>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77"/>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77"/>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9" name="Google Shape;1199;p77"/>
            <p:cNvGrpSpPr/>
            <p:nvPr/>
          </p:nvGrpSpPr>
          <p:grpSpPr>
            <a:xfrm>
              <a:off x="3697513" y="2707266"/>
              <a:ext cx="59549" cy="79733"/>
              <a:chOff x="3586375" y="2281300"/>
              <a:chExt cx="125025" cy="175275"/>
            </a:xfrm>
          </p:grpSpPr>
          <p:sp>
            <p:nvSpPr>
              <p:cNvPr id="1200" name="Google Shape;1200;p77"/>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 name="Google Shape;1201;p77"/>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2" name="Google Shape;1202;p77"/>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3" name="Google Shape;1203;p77"/>
            <p:cNvGrpSpPr/>
            <p:nvPr/>
          </p:nvGrpSpPr>
          <p:grpSpPr>
            <a:xfrm>
              <a:off x="4513224" y="3221724"/>
              <a:ext cx="274563" cy="280321"/>
              <a:chOff x="5298975" y="3412225"/>
              <a:chExt cx="576450" cy="616225"/>
            </a:xfrm>
          </p:grpSpPr>
          <p:sp>
            <p:nvSpPr>
              <p:cNvPr id="1204" name="Google Shape;1204;p77"/>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1205" name="Google Shape;1205;p77"/>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 name="Google Shape;1206;p77"/>
            <p:cNvGrpSpPr/>
            <p:nvPr/>
          </p:nvGrpSpPr>
          <p:grpSpPr>
            <a:xfrm>
              <a:off x="4824403" y="3421846"/>
              <a:ext cx="110132" cy="130647"/>
              <a:chOff x="5952300" y="3852150"/>
              <a:chExt cx="231225" cy="287200"/>
            </a:xfrm>
          </p:grpSpPr>
          <p:sp>
            <p:nvSpPr>
              <p:cNvPr id="1207" name="Google Shape;1207;p77"/>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 name="Google Shape;1208;p77"/>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9" name="Google Shape;1209;p77"/>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77"/>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 name="Google Shape;1211;p77"/>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 name="Google Shape;1212;p77"/>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 name="Google Shape;1213;p77"/>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 name="Google Shape;1214;p77"/>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 name="Google Shape;1215;p77"/>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 name="Google Shape;1216;p77"/>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7" name="Google Shape;1217;p77"/>
            <p:cNvGrpSpPr/>
            <p:nvPr/>
          </p:nvGrpSpPr>
          <p:grpSpPr>
            <a:xfrm>
              <a:off x="4295710" y="3079670"/>
              <a:ext cx="14968" cy="27135"/>
              <a:chOff x="4842300" y="3099950"/>
              <a:chExt cx="31425" cy="59650"/>
            </a:xfrm>
          </p:grpSpPr>
          <p:sp>
            <p:nvSpPr>
              <p:cNvPr id="1218" name="Google Shape;1218;p77"/>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 name="Google Shape;1219;p77"/>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 name="Google Shape;1220;p77"/>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 name="Google Shape;1221;p77"/>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2" name="Google Shape;1222;p77"/>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 name="Google Shape;1223;p77"/>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 name="Google Shape;1224;p77"/>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77"/>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 name="Google Shape;1226;p77"/>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 name="Google Shape;1227;p77"/>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 name="Google Shape;1228;p77"/>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 name="Google Shape;1229;p77"/>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0" name="Google Shape;1230;p77"/>
            <p:cNvGrpSpPr/>
            <p:nvPr/>
          </p:nvGrpSpPr>
          <p:grpSpPr>
            <a:xfrm>
              <a:off x="3831056" y="2816010"/>
              <a:ext cx="37378" cy="27612"/>
              <a:chOff x="3866750" y="2520350"/>
              <a:chExt cx="78475" cy="60700"/>
            </a:xfrm>
          </p:grpSpPr>
          <p:sp>
            <p:nvSpPr>
              <p:cNvPr id="1231" name="Google Shape;1231;p77"/>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 name="Google Shape;1232;p77"/>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 name="Google Shape;1233;p77"/>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77"/>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5" name="Google Shape;1235;p77"/>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77"/>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77"/>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 name="Google Shape;1238;p77"/>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 name="Google Shape;1239;p77"/>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77"/>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77"/>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77"/>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77"/>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77"/>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77"/>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77"/>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77"/>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77"/>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 name="Google Shape;1249;p77"/>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77"/>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77"/>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1252" name="Google Shape;1252;p77"/>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 name="Google Shape;1253;p77"/>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77"/>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77"/>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77"/>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77"/>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77"/>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77"/>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77"/>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77"/>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77"/>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77"/>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1264" name="Google Shape;1264;p77"/>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77"/>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77"/>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77"/>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77"/>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77"/>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77"/>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77"/>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77"/>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77"/>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77"/>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77"/>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77"/>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77" name="Google Shape;1277;p77"/>
            <p:cNvGrpSpPr/>
            <p:nvPr/>
          </p:nvGrpSpPr>
          <p:grpSpPr>
            <a:xfrm>
              <a:off x="3632736" y="3051591"/>
              <a:ext cx="63288" cy="45217"/>
              <a:chOff x="3450375" y="3038225"/>
              <a:chExt cx="132875" cy="99400"/>
            </a:xfrm>
          </p:grpSpPr>
          <p:sp>
            <p:nvSpPr>
              <p:cNvPr id="1278" name="Google Shape;1278;p77"/>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77"/>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0" name="Google Shape;1280;p77"/>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77"/>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77"/>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77"/>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77"/>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77"/>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77"/>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77"/>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77"/>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1289" name="Google Shape;1289;p77"/>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77"/>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77"/>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 name="Google Shape;1292;p77"/>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77"/>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77"/>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77"/>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77"/>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77"/>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77"/>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1299" name="Google Shape;1299;p77"/>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77"/>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77"/>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77"/>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77"/>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77"/>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1305" name="Google Shape;1305;p77"/>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77"/>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77"/>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77"/>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77"/>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77"/>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77"/>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77"/>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77"/>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77"/>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5" name="Google Shape;1315;p77"/>
          <p:cNvGrpSpPr/>
          <p:nvPr/>
        </p:nvGrpSpPr>
        <p:grpSpPr>
          <a:xfrm>
            <a:off x="719116" y="2850945"/>
            <a:ext cx="2622876" cy="1333540"/>
            <a:chOff x="238125" y="1038125"/>
            <a:chExt cx="7146800" cy="3633625"/>
          </a:xfrm>
        </p:grpSpPr>
        <p:sp>
          <p:nvSpPr>
            <p:cNvPr id="1316" name="Google Shape;1316;p77"/>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 name="Google Shape;1317;p77"/>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 name="Google Shape;1318;p77"/>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77"/>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77"/>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77"/>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 name="Google Shape;1322;p77"/>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77"/>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77"/>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77"/>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 name="Google Shape;1326;p77"/>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 name="Google Shape;1327;p77"/>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 name="Google Shape;1328;p77"/>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 name="Google Shape;1329;p77"/>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 name="Google Shape;1330;p77"/>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77"/>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77"/>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77"/>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77"/>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77"/>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77"/>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77"/>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77"/>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77"/>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77"/>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77"/>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77"/>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 name="Google Shape;1343;p77"/>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77"/>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77"/>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77"/>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77"/>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77"/>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 name="Google Shape;1349;p77"/>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77"/>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77"/>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77"/>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77"/>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77"/>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77"/>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77"/>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77"/>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77"/>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 name="Google Shape;1359;p77"/>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77"/>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77"/>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 name="Google Shape;1362;p77"/>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77"/>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77"/>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77"/>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77"/>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77"/>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77"/>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 name="Google Shape;1369;p77"/>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 name="Google Shape;1370;p77"/>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77"/>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77"/>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77"/>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 name="Google Shape;1374;p77"/>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 name="Google Shape;1375;p77"/>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77"/>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77"/>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77"/>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77"/>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77"/>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77"/>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77"/>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77"/>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77"/>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 name="Google Shape;1385;p77"/>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77"/>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77"/>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77"/>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77"/>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77"/>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77"/>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77"/>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 name="Google Shape;1393;p77"/>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 name="Google Shape;1394;p77"/>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77"/>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77"/>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77"/>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77"/>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 name="Google Shape;1399;p77"/>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 name="Google Shape;1400;p77"/>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 name="Google Shape;1401;p77"/>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77"/>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77"/>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77"/>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77"/>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77"/>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77"/>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77"/>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77"/>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77"/>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 name="Google Shape;1411;p77"/>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 name="Google Shape;1412;p77"/>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77"/>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77"/>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77"/>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77"/>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77"/>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 name="Google Shape;1418;p77"/>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 name="Google Shape;1419;p77"/>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 name="Google Shape;1420;p77"/>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 name="Google Shape;1421;p77"/>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 name="Google Shape;1422;p77"/>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77"/>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77"/>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 name="Google Shape;1425;p77"/>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77"/>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77"/>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 name="Google Shape;1428;p77"/>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 name="Google Shape;1429;p77"/>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77"/>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77"/>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77"/>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 name="Google Shape;1433;p77"/>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 name="Google Shape;1434;p77"/>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77"/>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77"/>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77"/>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77"/>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 name="Google Shape;1439;p77"/>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77"/>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77"/>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77"/>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77"/>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77"/>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77"/>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 name="Google Shape;1446;p77"/>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 name="Google Shape;1447;p77"/>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77"/>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77"/>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77"/>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77"/>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77"/>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77"/>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77"/>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77"/>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77"/>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77"/>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77"/>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77"/>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77"/>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77"/>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77"/>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77"/>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77"/>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77"/>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77"/>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77"/>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77"/>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77"/>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77"/>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77"/>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77"/>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77"/>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 name="Google Shape;1474;p77"/>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77"/>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77"/>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77"/>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77"/>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77"/>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77"/>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77"/>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 name="Google Shape;1482;p77"/>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 name="Google Shape;1483;p77"/>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77"/>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77"/>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77"/>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77"/>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77"/>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77"/>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77"/>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77"/>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77"/>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77"/>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77"/>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77"/>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77"/>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 name="Google Shape;1497;p77"/>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77"/>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77"/>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77"/>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77"/>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77"/>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77"/>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77"/>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77"/>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77"/>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77"/>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 name="Google Shape;1508;p77"/>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 name="Google Shape;1509;p77"/>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77"/>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77"/>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 name="Google Shape;1512;p77"/>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 name="Google Shape;1513;p77"/>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 name="Google Shape;1514;p77"/>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1515;p77"/>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77"/>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77"/>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77"/>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77"/>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77"/>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77"/>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 name="Google Shape;1522;p77"/>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 name="Google Shape;1523;p77"/>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77"/>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77"/>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77"/>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 name="Google Shape;1527;p77"/>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1528;p77"/>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77"/>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77"/>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77"/>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 name="Google Shape;1532;p77"/>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77"/>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77"/>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77"/>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77"/>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77"/>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 name="Google Shape;1538;p77"/>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 name="Google Shape;1539;p77"/>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77"/>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77"/>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 name="Google Shape;1542;p77"/>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 name="Google Shape;1543;p77"/>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77"/>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77"/>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 name="Google Shape;1546;p77"/>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 name="Google Shape;1547;p77"/>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 name="Google Shape;1548;p77"/>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77"/>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 name="Google Shape;1550;p77"/>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 name="Google Shape;1551;p77"/>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77"/>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1553;p77"/>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1554;p77"/>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1555;p77"/>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 name="Google Shape;1556;p77"/>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 name="Google Shape;1557;p77"/>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77"/>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77"/>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 name="Google Shape;1560;p77"/>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77"/>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77"/>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77"/>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1564;p77"/>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77"/>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77"/>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77"/>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77"/>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77"/>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77"/>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77"/>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77"/>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77"/>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77"/>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77"/>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77"/>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77"/>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77"/>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77"/>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 name="Google Shape;1580;p77"/>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 name="Google Shape;1581;p77"/>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77"/>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77"/>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 name="Google Shape;1584;p77"/>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77"/>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77"/>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 name="Google Shape;1587;p77"/>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77"/>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77"/>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77"/>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77"/>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77"/>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77"/>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 name="Google Shape;1594;p77"/>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 name="Google Shape;1595;p77"/>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77"/>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77"/>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77"/>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77"/>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 name="Google Shape;1600;p77"/>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77"/>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77"/>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77"/>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 name="Google Shape;1604;p77"/>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77"/>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77"/>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77"/>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77"/>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77"/>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 name="Google Shape;1610;p77"/>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 name="Google Shape;1611;p77"/>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77"/>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77"/>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 name="Google Shape;1614;p77"/>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 name="Google Shape;1615;p77"/>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77"/>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77"/>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 name="Google Shape;1618;p77"/>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 name="Google Shape;1619;p77"/>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 name="Google Shape;1620;p77"/>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 name="Google Shape;1621;p77"/>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 name="Google Shape;1622;p77"/>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 name="Google Shape;1623;p77"/>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 name="Google Shape;1624;p77"/>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 name="Google Shape;1625;p77"/>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 name="Google Shape;1626;p77"/>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77"/>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77"/>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 name="Google Shape;1629;p77"/>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77"/>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 name="Google Shape;1631;p77"/>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 name="Google Shape;1632;p77"/>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 name="Google Shape;1633;p77"/>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 name="Google Shape;1634;p77"/>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77"/>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77"/>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 name="Google Shape;1637;p77"/>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 name="Google Shape;1638;p77"/>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77"/>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77"/>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 name="Google Shape;1641;p77"/>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 name="Google Shape;1642;p77"/>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 name="Google Shape;1643;p77"/>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 name="Google Shape;1644;p77"/>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77"/>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77"/>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77"/>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 name="Google Shape;1648;p77"/>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 name="Google Shape;1649;p77"/>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77"/>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77"/>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77"/>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77"/>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77"/>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77"/>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77"/>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77"/>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77"/>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77"/>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77"/>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77"/>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77"/>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77"/>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77"/>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77"/>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77"/>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77"/>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77"/>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77"/>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77"/>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77"/>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77"/>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77"/>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77"/>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77"/>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77"/>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77"/>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77"/>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77"/>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77"/>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77"/>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 name="Google Shape;1682;p77"/>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 name="Google Shape;1683;p77"/>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 name="Google Shape;1684;p77"/>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 name="Google Shape;1685;p77"/>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 name="Google Shape;1686;p77"/>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77"/>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 name="Google Shape;1688;p77"/>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 name="Google Shape;1689;p77"/>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77"/>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 name="Google Shape;1691;p77"/>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77"/>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77"/>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77"/>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77"/>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77"/>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77"/>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77"/>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77"/>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77"/>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77"/>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77"/>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77"/>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77"/>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77"/>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77"/>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77"/>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77"/>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77"/>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77"/>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77"/>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77"/>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77"/>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77"/>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77"/>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77"/>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77"/>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77"/>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77"/>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77"/>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77"/>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77"/>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77"/>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77"/>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77"/>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77"/>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77"/>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77"/>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77"/>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77"/>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77"/>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77"/>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77"/>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77"/>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77"/>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77"/>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77"/>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77"/>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77"/>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77"/>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77"/>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77"/>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77"/>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77"/>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77"/>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77"/>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77"/>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77"/>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77"/>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77"/>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77"/>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77"/>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77"/>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77"/>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77"/>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77"/>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77"/>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77"/>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77"/>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77"/>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77"/>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77"/>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77"/>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77"/>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77"/>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77"/>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77"/>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77"/>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77"/>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77"/>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77"/>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77"/>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77"/>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77"/>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77"/>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77"/>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77"/>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77"/>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77"/>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77"/>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77"/>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77"/>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77"/>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77"/>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77"/>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77"/>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77"/>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77"/>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77"/>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77"/>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77"/>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77"/>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77"/>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77"/>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77"/>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77"/>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77"/>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77"/>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77"/>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77"/>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77"/>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77"/>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77"/>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77"/>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77"/>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77"/>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77"/>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77"/>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77"/>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77"/>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77"/>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77"/>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77"/>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77"/>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77"/>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77"/>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77"/>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77"/>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77"/>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77"/>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77"/>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77"/>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77"/>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77"/>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77"/>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77"/>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77"/>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77"/>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77"/>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77"/>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77"/>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77"/>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77"/>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77"/>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77"/>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77"/>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77"/>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77"/>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77"/>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77"/>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77"/>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77"/>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77"/>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77"/>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77"/>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77"/>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77"/>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77"/>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77"/>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77"/>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77"/>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77"/>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77"/>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77"/>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77"/>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77"/>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77"/>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77"/>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77"/>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77"/>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77"/>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77"/>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77"/>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77"/>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77"/>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77"/>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77"/>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77"/>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77"/>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77"/>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77"/>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77"/>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77"/>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77"/>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77"/>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77"/>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77"/>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77"/>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77"/>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77"/>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77"/>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77"/>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77"/>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77"/>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77"/>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77"/>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 name="Google Shape;1887;p77"/>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 name="Google Shape;1888;p77"/>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77"/>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 name="Google Shape;1890;p77"/>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 name="Google Shape;1891;p77"/>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77"/>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 name="Google Shape;1893;p77"/>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 name="Google Shape;1894;p77"/>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77"/>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 name="Google Shape;1896;p77"/>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 name="Google Shape;1897;p77"/>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77"/>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77"/>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77"/>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77"/>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77"/>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77"/>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77"/>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77"/>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77"/>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77"/>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77"/>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77"/>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77"/>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77"/>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77"/>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77"/>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77"/>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77"/>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77"/>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77"/>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77"/>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77"/>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77"/>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77"/>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77"/>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77"/>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77"/>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77"/>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77"/>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77"/>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77"/>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77"/>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77"/>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77"/>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77"/>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77"/>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77"/>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77"/>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77"/>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77"/>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77"/>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77"/>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77"/>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77"/>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77"/>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77"/>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77"/>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77"/>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77"/>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77"/>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77"/>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77"/>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77"/>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77"/>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77"/>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77"/>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77"/>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77"/>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77"/>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77"/>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77"/>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77"/>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77"/>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77"/>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77"/>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77"/>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77"/>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77"/>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77"/>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77"/>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77"/>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77"/>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77"/>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77"/>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77"/>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77"/>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77"/>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77"/>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77"/>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77"/>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77"/>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77"/>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77"/>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77"/>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77"/>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77"/>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77"/>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77"/>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77"/>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77"/>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77"/>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77"/>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77"/>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77"/>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77"/>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77"/>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77"/>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77"/>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77"/>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77"/>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77"/>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77"/>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77"/>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77"/>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77"/>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77"/>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77"/>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77"/>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77"/>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77"/>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77"/>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77"/>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77"/>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77"/>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77"/>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77"/>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77"/>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77"/>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77"/>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77"/>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77"/>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77"/>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77"/>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77"/>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77"/>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77"/>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77"/>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77"/>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77"/>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77"/>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77"/>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77"/>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77"/>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77"/>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77"/>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77"/>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77"/>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77"/>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77"/>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77"/>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77"/>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77"/>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77"/>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77"/>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77"/>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77"/>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77"/>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77"/>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77"/>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77"/>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77"/>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77"/>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77"/>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77"/>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77"/>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77"/>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77"/>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77"/>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77"/>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77"/>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77"/>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77"/>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77"/>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77"/>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77"/>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77"/>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77"/>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77"/>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77"/>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77"/>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77"/>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77"/>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77"/>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77"/>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77"/>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77"/>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77"/>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77"/>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77"/>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77"/>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77"/>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77"/>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77"/>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77"/>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77"/>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77"/>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77"/>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77"/>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77"/>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77"/>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77"/>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77"/>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77"/>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77"/>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77"/>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77"/>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77"/>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77"/>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77"/>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77"/>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77"/>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77"/>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77"/>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77"/>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77"/>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77"/>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77"/>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77"/>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77"/>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77"/>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77"/>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77"/>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2110;p77"/>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2111;p77"/>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77"/>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77"/>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77"/>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77"/>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77"/>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77"/>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77"/>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77"/>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77"/>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77"/>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77"/>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77"/>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77"/>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77"/>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77"/>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77"/>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77"/>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2129;p77"/>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77"/>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77"/>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77"/>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77"/>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77"/>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77"/>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77"/>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77"/>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77"/>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77"/>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77"/>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2141;p77"/>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2142;p77"/>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77"/>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77"/>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77"/>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77"/>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77"/>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77"/>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77"/>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77"/>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77"/>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77"/>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77"/>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77"/>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77"/>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77"/>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77"/>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77"/>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77"/>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77"/>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77"/>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77"/>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77"/>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77"/>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77"/>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77"/>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77"/>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77"/>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77"/>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77"/>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77"/>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77"/>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77"/>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77"/>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77"/>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77"/>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77"/>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77"/>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77"/>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77"/>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77"/>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77"/>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77"/>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77"/>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 name="Google Shape;2185;p77"/>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2186;p77"/>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77"/>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77"/>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77"/>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77"/>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77"/>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77"/>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77"/>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77"/>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77"/>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77"/>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77"/>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77"/>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77"/>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77"/>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77"/>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77"/>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77"/>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77"/>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77"/>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77"/>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2207;p77"/>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2208;p77"/>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77"/>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77"/>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77"/>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77"/>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77"/>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77"/>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77"/>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77"/>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77"/>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77"/>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2219;p77"/>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2220;p77"/>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77"/>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77"/>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77"/>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77"/>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77"/>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77"/>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77"/>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77"/>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77"/>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77"/>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77"/>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77"/>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77"/>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77"/>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77"/>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77"/>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77"/>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77"/>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77"/>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77"/>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77"/>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77"/>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77"/>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77"/>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77"/>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77"/>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77"/>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77"/>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77"/>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77"/>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77"/>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77"/>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77"/>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77"/>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77"/>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77"/>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77"/>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77"/>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77"/>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77"/>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77"/>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77"/>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77"/>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77"/>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77"/>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77"/>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77"/>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77"/>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77"/>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77"/>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77"/>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77"/>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77"/>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77"/>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77"/>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77"/>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77"/>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77"/>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77"/>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77"/>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77"/>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77"/>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77"/>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77"/>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77"/>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77"/>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77"/>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77"/>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77"/>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2290;p77"/>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77"/>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77"/>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77"/>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77"/>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77"/>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77"/>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77"/>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77"/>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77"/>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77"/>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77"/>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77"/>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77"/>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77"/>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77"/>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77"/>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77"/>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77"/>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77"/>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77"/>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311;p77"/>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312;p77"/>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77"/>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77"/>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77"/>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77"/>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77"/>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77"/>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77"/>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77"/>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77"/>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77"/>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77"/>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77"/>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77"/>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77"/>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77"/>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77"/>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77"/>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77"/>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77"/>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77"/>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77"/>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77"/>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77"/>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77"/>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77"/>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77"/>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77"/>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77"/>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77"/>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77"/>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77"/>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77"/>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77"/>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77"/>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77"/>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77"/>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77"/>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77"/>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77"/>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77"/>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77"/>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77"/>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77"/>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77"/>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77"/>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77"/>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77"/>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77"/>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77"/>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77"/>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77"/>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77"/>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77"/>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77"/>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77"/>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77"/>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77"/>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77"/>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77"/>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77"/>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77"/>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77"/>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2375;p77"/>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2376;p77"/>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77"/>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77"/>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77"/>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77"/>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77"/>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77"/>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77"/>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77"/>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77"/>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77"/>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77"/>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77"/>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77"/>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2390;p77"/>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2391;p77"/>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77"/>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77"/>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77"/>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77"/>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77"/>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77"/>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77"/>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77"/>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77"/>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77"/>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77"/>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77"/>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77"/>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77"/>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77"/>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77"/>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77"/>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77"/>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77"/>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77"/>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77"/>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77"/>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77"/>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77"/>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77"/>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77"/>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77"/>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77"/>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77"/>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77"/>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2422;p77"/>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77"/>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77"/>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77"/>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77"/>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77"/>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77"/>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77"/>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77"/>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77"/>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77"/>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77"/>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77"/>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77"/>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77"/>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77"/>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77"/>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77"/>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77"/>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77"/>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77"/>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77"/>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77"/>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77"/>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77"/>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77"/>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77"/>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77"/>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77"/>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77"/>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77"/>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77"/>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77"/>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77"/>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77"/>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77"/>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77"/>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77"/>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77"/>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77"/>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77"/>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77"/>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77"/>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77"/>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77"/>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77"/>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77"/>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77"/>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77"/>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77"/>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77"/>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77"/>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77"/>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77"/>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77"/>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77"/>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77"/>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77"/>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77"/>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77"/>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77"/>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77"/>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77"/>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77"/>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77"/>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77"/>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77"/>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77"/>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77"/>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77"/>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77"/>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77"/>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77"/>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77"/>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77"/>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77"/>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77"/>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77"/>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77"/>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77"/>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77"/>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77"/>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77"/>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77"/>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77"/>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77"/>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77"/>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77"/>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77"/>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77"/>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77"/>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77"/>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77"/>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77"/>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77"/>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77"/>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77"/>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77"/>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77"/>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77"/>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77"/>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77"/>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77"/>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77"/>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77"/>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77"/>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77"/>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77"/>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77"/>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77"/>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77"/>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77"/>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77"/>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77"/>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77"/>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77"/>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77"/>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77"/>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77"/>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77"/>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77"/>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77"/>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77"/>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77"/>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77"/>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77"/>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77"/>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77"/>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77"/>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77"/>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77"/>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77"/>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77"/>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77"/>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77"/>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77"/>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77"/>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77"/>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77"/>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77"/>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77"/>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77"/>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77"/>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77"/>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77"/>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77"/>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77"/>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77"/>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77"/>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77"/>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77"/>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77"/>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77"/>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77"/>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77"/>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77"/>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77"/>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77"/>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77"/>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77"/>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77"/>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77"/>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77"/>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77"/>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77"/>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77"/>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77"/>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77"/>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77"/>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77"/>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77"/>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77"/>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77"/>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77"/>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77"/>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77"/>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77"/>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77"/>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77"/>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77"/>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77"/>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77"/>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77"/>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77"/>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77"/>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77"/>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77"/>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77"/>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77"/>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77"/>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77"/>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77"/>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77"/>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77"/>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77"/>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77"/>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77"/>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77"/>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77"/>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77"/>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77"/>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77"/>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77"/>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77"/>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77"/>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77"/>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77"/>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77"/>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77"/>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77"/>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77"/>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77"/>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77"/>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77"/>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77"/>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77"/>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77"/>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77"/>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77"/>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77"/>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77"/>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77"/>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77"/>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77"/>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77"/>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77"/>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77"/>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77"/>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77"/>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77"/>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77"/>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77"/>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77"/>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77"/>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77"/>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77"/>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77"/>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77"/>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77"/>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77"/>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77"/>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77"/>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77"/>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77"/>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77"/>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77"/>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77"/>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77"/>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77"/>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77"/>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77"/>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77"/>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77"/>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77"/>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77"/>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77"/>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77"/>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77"/>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77"/>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77"/>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77"/>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77"/>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77"/>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77"/>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77"/>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77"/>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77"/>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77"/>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77"/>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77"/>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77"/>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77"/>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77"/>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77"/>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77"/>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77"/>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77"/>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77"/>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77"/>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77"/>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77"/>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77"/>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77"/>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77"/>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77"/>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77"/>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77"/>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77"/>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77"/>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77"/>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77"/>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77"/>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77"/>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77"/>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77"/>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77"/>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77"/>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77"/>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77"/>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77"/>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77"/>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77"/>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77"/>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77"/>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77"/>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77"/>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77"/>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77"/>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77"/>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77"/>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77"/>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77"/>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77"/>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77"/>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77"/>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77"/>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77"/>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77"/>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77"/>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77"/>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77"/>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77"/>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77"/>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77"/>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77"/>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77"/>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77"/>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77"/>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77"/>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77"/>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77"/>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77"/>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77"/>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77"/>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77"/>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77"/>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77"/>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77"/>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77"/>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77"/>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77"/>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77"/>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77"/>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77"/>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77"/>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77"/>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77"/>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77"/>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77"/>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77"/>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77"/>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77"/>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77"/>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77"/>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77"/>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77"/>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77"/>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77"/>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77"/>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77"/>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77"/>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77"/>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77"/>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77"/>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77"/>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77"/>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77"/>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77"/>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77"/>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77"/>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77"/>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77"/>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77"/>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77"/>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77"/>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77"/>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77"/>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77"/>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77"/>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77"/>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77"/>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77"/>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77"/>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77"/>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77"/>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77"/>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77"/>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77"/>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77"/>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77"/>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77"/>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77"/>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77"/>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77"/>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77"/>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77"/>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77"/>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77"/>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77"/>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77"/>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77"/>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77"/>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77"/>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77"/>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77"/>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77"/>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77"/>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77"/>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77"/>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77"/>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77"/>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77"/>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77"/>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77"/>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77"/>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77"/>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77"/>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77"/>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77"/>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77"/>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77"/>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77"/>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77"/>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77"/>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77"/>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77"/>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77"/>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77"/>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77"/>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77"/>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77"/>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77"/>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77"/>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77"/>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77"/>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77"/>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77"/>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77"/>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77"/>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77"/>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77"/>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77"/>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77"/>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77"/>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77"/>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77"/>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77"/>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77"/>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77"/>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77"/>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77"/>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77"/>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77"/>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77"/>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77"/>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77"/>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77"/>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77"/>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77"/>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77"/>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77"/>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77"/>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77"/>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77"/>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77"/>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77"/>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88" name="Google Shape;2888;p77"/>
          <p:cNvGrpSpPr/>
          <p:nvPr/>
        </p:nvGrpSpPr>
        <p:grpSpPr>
          <a:xfrm>
            <a:off x="5834044" y="993055"/>
            <a:ext cx="2590840" cy="1380235"/>
            <a:chOff x="233350" y="949250"/>
            <a:chExt cx="7137300" cy="3802300"/>
          </a:xfrm>
        </p:grpSpPr>
        <p:sp>
          <p:nvSpPr>
            <p:cNvPr id="2889" name="Google Shape;2889;p77"/>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77"/>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77"/>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77"/>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77"/>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77"/>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77"/>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77"/>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77"/>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77"/>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77"/>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77"/>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77"/>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77"/>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77"/>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77"/>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77"/>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77"/>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77"/>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77"/>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77"/>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77"/>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77"/>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77"/>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77"/>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77"/>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77"/>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77"/>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77"/>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77"/>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77"/>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77"/>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77"/>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77"/>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77"/>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77"/>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77"/>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77"/>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77"/>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77"/>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77"/>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77"/>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77"/>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77"/>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77"/>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77"/>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77"/>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77"/>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77"/>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77"/>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77"/>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0" name="Google Shape;2940;p77"/>
          <p:cNvGrpSpPr/>
          <p:nvPr/>
        </p:nvGrpSpPr>
        <p:grpSpPr>
          <a:xfrm>
            <a:off x="7648473" y="3037828"/>
            <a:ext cx="104231" cy="320340"/>
            <a:chOff x="7564426" y="3224343"/>
            <a:chExt cx="119985" cy="368801"/>
          </a:xfrm>
        </p:grpSpPr>
        <p:sp>
          <p:nvSpPr>
            <p:cNvPr id="2941" name="Google Shape;2941;p77"/>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77"/>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3" name="Google Shape;2943;p77"/>
          <p:cNvGrpSpPr/>
          <p:nvPr/>
        </p:nvGrpSpPr>
        <p:grpSpPr>
          <a:xfrm>
            <a:off x="7347962" y="3031929"/>
            <a:ext cx="189489" cy="332132"/>
            <a:chOff x="8370831" y="3202002"/>
            <a:chExt cx="218129" cy="382376"/>
          </a:xfrm>
        </p:grpSpPr>
        <p:sp>
          <p:nvSpPr>
            <p:cNvPr id="2944" name="Google Shape;2944;p77"/>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77"/>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6" name="Google Shape;2946;p77"/>
          <p:cNvGrpSpPr/>
          <p:nvPr/>
        </p:nvGrpSpPr>
        <p:grpSpPr>
          <a:xfrm>
            <a:off x="8071351" y="3443061"/>
            <a:ext cx="309429" cy="267000"/>
            <a:chOff x="6742064" y="3750480"/>
            <a:chExt cx="399315" cy="344560"/>
          </a:xfrm>
        </p:grpSpPr>
        <p:sp>
          <p:nvSpPr>
            <p:cNvPr id="2947" name="Google Shape;2947;p77"/>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77"/>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9" name="Google Shape;2949;p77"/>
          <p:cNvGrpSpPr/>
          <p:nvPr/>
        </p:nvGrpSpPr>
        <p:grpSpPr>
          <a:xfrm>
            <a:off x="7610370" y="3794109"/>
            <a:ext cx="180437" cy="281608"/>
            <a:chOff x="7248525" y="3739696"/>
            <a:chExt cx="230531" cy="359790"/>
          </a:xfrm>
        </p:grpSpPr>
        <p:sp>
          <p:nvSpPr>
            <p:cNvPr id="2950" name="Google Shape;2950;p77"/>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77"/>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52" name="Google Shape;2952;p77"/>
          <p:cNvGrpSpPr/>
          <p:nvPr/>
        </p:nvGrpSpPr>
        <p:grpSpPr>
          <a:xfrm>
            <a:off x="7856289" y="3437333"/>
            <a:ext cx="162896" cy="278710"/>
            <a:chOff x="7601242" y="3729267"/>
            <a:chExt cx="222566" cy="380803"/>
          </a:xfrm>
        </p:grpSpPr>
        <p:sp>
          <p:nvSpPr>
            <p:cNvPr id="2953" name="Google Shape;2953;p77"/>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77"/>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955" name="Google Shape;2955;p77"/>
          <p:cNvSpPr/>
          <p:nvPr/>
        </p:nvSpPr>
        <p:spPr>
          <a:xfrm>
            <a:off x="7822315" y="3049690"/>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956" name="Google Shape;2956;p77"/>
          <p:cNvGrpSpPr/>
          <p:nvPr/>
        </p:nvGrpSpPr>
        <p:grpSpPr>
          <a:xfrm>
            <a:off x="7345935" y="3438473"/>
            <a:ext cx="193543" cy="275990"/>
            <a:chOff x="8304647" y="3738687"/>
            <a:chExt cx="225076" cy="320956"/>
          </a:xfrm>
        </p:grpSpPr>
        <p:sp>
          <p:nvSpPr>
            <p:cNvPr id="2957" name="Google Shape;2957;p77"/>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77"/>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77"/>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60" name="Google Shape;2960;p77"/>
          <p:cNvGrpSpPr/>
          <p:nvPr/>
        </p:nvGrpSpPr>
        <p:grpSpPr>
          <a:xfrm>
            <a:off x="7618427" y="3438473"/>
            <a:ext cx="178492" cy="275990"/>
            <a:chOff x="8615101" y="3738687"/>
            <a:chExt cx="207573" cy="320956"/>
          </a:xfrm>
        </p:grpSpPr>
        <p:sp>
          <p:nvSpPr>
            <p:cNvPr id="2961" name="Google Shape;2961;p77"/>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77"/>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77"/>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964" name="Google Shape;2964;p77"/>
          <p:cNvSpPr/>
          <p:nvPr/>
        </p:nvSpPr>
        <p:spPr>
          <a:xfrm>
            <a:off x="8114867" y="3028356"/>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965" name="Google Shape;2965;p77"/>
          <p:cNvGrpSpPr/>
          <p:nvPr/>
        </p:nvGrpSpPr>
        <p:grpSpPr>
          <a:xfrm>
            <a:off x="6013132" y="3559961"/>
            <a:ext cx="557671" cy="511283"/>
            <a:chOff x="6015419" y="3716859"/>
            <a:chExt cx="557671" cy="511283"/>
          </a:xfrm>
        </p:grpSpPr>
        <p:sp>
          <p:nvSpPr>
            <p:cNvPr id="2966" name="Google Shape;2966;p77"/>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967" name="Google Shape;2967;p77"/>
            <p:cNvGrpSpPr/>
            <p:nvPr/>
          </p:nvGrpSpPr>
          <p:grpSpPr>
            <a:xfrm>
              <a:off x="6036094" y="3716980"/>
              <a:ext cx="529860" cy="510468"/>
              <a:chOff x="6036094" y="3716980"/>
              <a:chExt cx="529860" cy="510468"/>
            </a:xfrm>
          </p:grpSpPr>
          <p:sp>
            <p:nvSpPr>
              <p:cNvPr id="2968" name="Google Shape;2968;p77"/>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77"/>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77"/>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77"/>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77"/>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77"/>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77"/>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77"/>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77"/>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77"/>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978" name="Google Shape;2978;p77"/>
          <p:cNvGrpSpPr/>
          <p:nvPr/>
        </p:nvGrpSpPr>
        <p:grpSpPr>
          <a:xfrm>
            <a:off x="6642017" y="2916730"/>
            <a:ext cx="576302" cy="511871"/>
            <a:chOff x="6644304" y="3073628"/>
            <a:chExt cx="576302" cy="511871"/>
          </a:xfrm>
        </p:grpSpPr>
        <p:sp>
          <p:nvSpPr>
            <p:cNvPr id="2979" name="Google Shape;2979;p77"/>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980" name="Google Shape;2980;p77"/>
            <p:cNvGrpSpPr/>
            <p:nvPr/>
          </p:nvGrpSpPr>
          <p:grpSpPr>
            <a:xfrm>
              <a:off x="6712169" y="3085440"/>
              <a:ext cx="481622" cy="494913"/>
              <a:chOff x="6712169" y="3085440"/>
              <a:chExt cx="481622" cy="494913"/>
            </a:xfrm>
          </p:grpSpPr>
          <p:sp>
            <p:nvSpPr>
              <p:cNvPr id="2981" name="Google Shape;2981;p77"/>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77"/>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77"/>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77"/>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77"/>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986" name="Google Shape;2986;p77"/>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77"/>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77"/>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989" name="Google Shape;2989;p77"/>
          <p:cNvSpPr/>
          <p:nvPr/>
        </p:nvSpPr>
        <p:spPr>
          <a:xfrm>
            <a:off x="6986052" y="2933359"/>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990" name="Google Shape;2990;p77"/>
          <p:cNvGrpSpPr/>
          <p:nvPr/>
        </p:nvGrpSpPr>
        <p:grpSpPr>
          <a:xfrm>
            <a:off x="6649868" y="3559725"/>
            <a:ext cx="560631" cy="511352"/>
            <a:chOff x="6652154" y="3716623"/>
            <a:chExt cx="560631" cy="511352"/>
          </a:xfrm>
        </p:grpSpPr>
        <p:sp>
          <p:nvSpPr>
            <p:cNvPr id="2991" name="Google Shape;2991;p77"/>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992" name="Google Shape;2992;p77"/>
            <p:cNvGrpSpPr/>
            <p:nvPr/>
          </p:nvGrpSpPr>
          <p:grpSpPr>
            <a:xfrm>
              <a:off x="6669657" y="3716715"/>
              <a:ext cx="466779" cy="464290"/>
              <a:chOff x="6669657" y="3716715"/>
              <a:chExt cx="466779" cy="464290"/>
            </a:xfrm>
          </p:grpSpPr>
          <p:sp>
            <p:nvSpPr>
              <p:cNvPr id="2993" name="Google Shape;2993;p77"/>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77"/>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77"/>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77"/>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77"/>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77"/>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77"/>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77"/>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77"/>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77"/>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77"/>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77"/>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77"/>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006" name="Google Shape;3006;p77"/>
          <p:cNvGrpSpPr/>
          <p:nvPr/>
        </p:nvGrpSpPr>
        <p:grpSpPr>
          <a:xfrm>
            <a:off x="7843959" y="3841134"/>
            <a:ext cx="187557" cy="187557"/>
            <a:chOff x="8565775" y="671075"/>
            <a:chExt cx="441000" cy="441000"/>
          </a:xfrm>
        </p:grpSpPr>
        <p:sp>
          <p:nvSpPr>
            <p:cNvPr id="3007" name="Google Shape;3007;p77"/>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77"/>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009" name="Google Shape;3009;p77"/>
          <p:cNvSpPr/>
          <p:nvPr/>
        </p:nvSpPr>
        <p:spPr>
          <a:xfrm>
            <a:off x="8145173" y="3837054"/>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77"/>
          <p:cNvSpPr/>
          <p:nvPr/>
        </p:nvSpPr>
        <p:spPr>
          <a:xfrm flipH="1">
            <a:off x="7353412" y="3803510"/>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11" name="Google Shape;3011;p77"/>
          <p:cNvGrpSpPr/>
          <p:nvPr/>
        </p:nvGrpSpPr>
        <p:grpSpPr>
          <a:xfrm>
            <a:off x="5997814" y="2919352"/>
            <a:ext cx="587871" cy="512373"/>
            <a:chOff x="6000100" y="3076250"/>
            <a:chExt cx="587871" cy="512373"/>
          </a:xfrm>
        </p:grpSpPr>
        <p:sp>
          <p:nvSpPr>
            <p:cNvPr id="3012" name="Google Shape;3012;p77"/>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13" name="Google Shape;3013;p77"/>
            <p:cNvGrpSpPr/>
            <p:nvPr/>
          </p:nvGrpSpPr>
          <p:grpSpPr>
            <a:xfrm>
              <a:off x="6031360" y="3076713"/>
              <a:ext cx="539107" cy="480965"/>
              <a:chOff x="6031360" y="3076713"/>
              <a:chExt cx="539107" cy="480965"/>
            </a:xfrm>
          </p:grpSpPr>
          <p:sp>
            <p:nvSpPr>
              <p:cNvPr id="3014" name="Google Shape;3014;p77"/>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77"/>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77"/>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77"/>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77"/>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77"/>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77"/>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021" name="Google Shape;3021;p77"/>
          <p:cNvGrpSpPr/>
          <p:nvPr/>
        </p:nvGrpSpPr>
        <p:grpSpPr>
          <a:xfrm>
            <a:off x="3369305" y="938716"/>
            <a:ext cx="2310381" cy="1488888"/>
            <a:chOff x="229225" y="549050"/>
            <a:chExt cx="7161750" cy="4615275"/>
          </a:xfrm>
        </p:grpSpPr>
        <p:sp>
          <p:nvSpPr>
            <p:cNvPr id="3022" name="Google Shape;3022;p77"/>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77"/>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77"/>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77"/>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77"/>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77"/>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77"/>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77"/>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77"/>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77"/>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77"/>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77"/>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77"/>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77"/>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77"/>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77"/>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77"/>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77"/>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77"/>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77"/>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77"/>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77"/>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77"/>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77"/>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77"/>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77"/>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77"/>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77"/>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77"/>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77"/>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77"/>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77"/>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77"/>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77"/>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77"/>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77"/>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77"/>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77"/>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77"/>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77"/>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77"/>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77"/>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77"/>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77"/>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77"/>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77"/>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77"/>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77"/>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77"/>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77"/>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77"/>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77"/>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77"/>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77"/>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77"/>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77"/>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77"/>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77"/>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77"/>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77"/>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77"/>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77"/>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77"/>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77"/>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77"/>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77"/>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77"/>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77"/>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77"/>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77"/>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77"/>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77"/>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77"/>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77"/>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77"/>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77"/>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77"/>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77"/>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77"/>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77"/>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77"/>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77"/>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77"/>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77"/>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77"/>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77"/>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77"/>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77"/>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77"/>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77"/>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77"/>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77"/>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77"/>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77"/>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77"/>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77"/>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77"/>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77"/>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77"/>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77"/>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77"/>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77"/>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77"/>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77"/>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77"/>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77"/>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77"/>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77"/>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77"/>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77"/>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77"/>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77"/>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77"/>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77"/>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77"/>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77"/>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77"/>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39" name="Google Shape;3139;p77"/>
          <p:cNvGrpSpPr/>
          <p:nvPr/>
        </p:nvGrpSpPr>
        <p:grpSpPr>
          <a:xfrm>
            <a:off x="3514723" y="2830563"/>
            <a:ext cx="2310282" cy="1374222"/>
            <a:chOff x="238125" y="732525"/>
            <a:chExt cx="7130500" cy="4241425"/>
          </a:xfrm>
        </p:grpSpPr>
        <p:sp>
          <p:nvSpPr>
            <p:cNvPr id="3140" name="Google Shape;3140;p77"/>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77"/>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77"/>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77"/>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77"/>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77"/>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77"/>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77"/>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77"/>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77"/>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77"/>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77"/>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77"/>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77"/>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77"/>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77"/>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77"/>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77"/>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77"/>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77"/>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77"/>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77"/>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77"/>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77"/>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77"/>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77"/>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77"/>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77"/>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77"/>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77"/>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77"/>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77"/>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77"/>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77"/>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77"/>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77"/>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77"/>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77"/>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77"/>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77"/>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77"/>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77"/>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77"/>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77"/>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77"/>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77"/>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77"/>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77"/>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77"/>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77"/>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77"/>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77"/>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77"/>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77"/>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77"/>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77"/>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77"/>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77"/>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77"/>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77"/>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77"/>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77"/>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77"/>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77"/>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77"/>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77"/>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77"/>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77"/>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77"/>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77"/>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77"/>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77"/>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77"/>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77"/>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77"/>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77"/>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77"/>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77"/>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77"/>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77"/>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77"/>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77"/>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77"/>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77"/>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77"/>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77"/>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77"/>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77"/>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77"/>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77"/>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77"/>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77"/>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77"/>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77"/>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77"/>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77"/>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77"/>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77"/>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77"/>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77"/>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77"/>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77"/>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77"/>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77"/>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77"/>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77"/>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77"/>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77"/>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77"/>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77"/>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77"/>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77"/>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77"/>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77"/>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Shape 3257"/>
        <p:cNvGrpSpPr/>
        <p:nvPr/>
      </p:nvGrpSpPr>
      <p:grpSpPr>
        <a:xfrm>
          <a:off x="0" y="0"/>
          <a:ext cx="0" cy="0"/>
          <a:chOff x="0" y="0"/>
          <a:chExt cx="0" cy="0"/>
        </a:xfrm>
      </p:grpSpPr>
      <p:grpSp>
        <p:nvGrpSpPr>
          <p:cNvPr id="3258" name="Google Shape;3258;p78"/>
          <p:cNvGrpSpPr/>
          <p:nvPr/>
        </p:nvGrpSpPr>
        <p:grpSpPr>
          <a:xfrm>
            <a:off x="725414" y="969763"/>
            <a:ext cx="2507799" cy="206239"/>
            <a:chOff x="106648" y="895722"/>
            <a:chExt cx="4481413" cy="374300"/>
          </a:xfrm>
        </p:grpSpPr>
        <p:grpSp>
          <p:nvGrpSpPr>
            <p:cNvPr id="3259" name="Google Shape;3259;p78"/>
            <p:cNvGrpSpPr/>
            <p:nvPr/>
          </p:nvGrpSpPr>
          <p:grpSpPr>
            <a:xfrm>
              <a:off x="2233276" y="895722"/>
              <a:ext cx="1082667" cy="223591"/>
              <a:chOff x="4808316" y="2800065"/>
              <a:chExt cx="1999386" cy="412910"/>
            </a:xfrm>
          </p:grpSpPr>
          <p:sp>
            <p:nvSpPr>
              <p:cNvPr id="3260" name="Google Shape;3260;p78"/>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61" name="Google Shape;3261;p78"/>
              <p:cNvGrpSpPr/>
              <p:nvPr/>
            </p:nvGrpSpPr>
            <p:grpSpPr>
              <a:xfrm>
                <a:off x="4808316" y="2800065"/>
                <a:ext cx="92400" cy="411825"/>
                <a:chOff x="845575" y="2563700"/>
                <a:chExt cx="92400" cy="411825"/>
              </a:xfrm>
            </p:grpSpPr>
            <p:cxnSp>
              <p:nvCxnSpPr>
                <p:cNvPr id="3262" name="Google Shape;3262;p78"/>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3263" name="Google Shape;3263;p78"/>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264" name="Google Shape;3264;p78"/>
            <p:cNvGrpSpPr/>
            <p:nvPr/>
          </p:nvGrpSpPr>
          <p:grpSpPr>
            <a:xfrm>
              <a:off x="106648" y="895722"/>
              <a:ext cx="1088401" cy="223591"/>
              <a:chOff x="881025" y="2800065"/>
              <a:chExt cx="2009975" cy="412910"/>
            </a:xfrm>
          </p:grpSpPr>
          <p:sp>
            <p:nvSpPr>
              <p:cNvPr id="3265" name="Google Shape;3265;p78"/>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66" name="Google Shape;3266;p78"/>
              <p:cNvGrpSpPr/>
              <p:nvPr/>
            </p:nvGrpSpPr>
            <p:grpSpPr>
              <a:xfrm>
                <a:off x="881025" y="2800065"/>
                <a:ext cx="92400" cy="411825"/>
                <a:chOff x="845575" y="2563700"/>
                <a:chExt cx="92400" cy="411825"/>
              </a:xfrm>
            </p:grpSpPr>
            <p:cxnSp>
              <p:nvCxnSpPr>
                <p:cNvPr id="3267" name="Google Shape;3267;p78"/>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3268" name="Google Shape;3268;p78"/>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269" name="Google Shape;3269;p78"/>
            <p:cNvGrpSpPr/>
            <p:nvPr/>
          </p:nvGrpSpPr>
          <p:grpSpPr>
            <a:xfrm>
              <a:off x="1172346" y="1047018"/>
              <a:ext cx="1083151" cy="223003"/>
              <a:chOff x="2849073" y="3079467"/>
              <a:chExt cx="2000279" cy="411825"/>
            </a:xfrm>
          </p:grpSpPr>
          <p:sp>
            <p:nvSpPr>
              <p:cNvPr id="3270" name="Google Shape;3270;p78"/>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71" name="Google Shape;3271;p78"/>
              <p:cNvGrpSpPr/>
              <p:nvPr/>
            </p:nvGrpSpPr>
            <p:grpSpPr>
              <a:xfrm rot="10800000">
                <a:off x="2849073" y="3079467"/>
                <a:ext cx="92400" cy="411825"/>
                <a:chOff x="2070100" y="2563700"/>
                <a:chExt cx="92400" cy="411825"/>
              </a:xfrm>
            </p:grpSpPr>
            <p:cxnSp>
              <p:nvCxnSpPr>
                <p:cNvPr id="3272" name="Google Shape;3272;p78"/>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3273" name="Google Shape;3273;p78"/>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274" name="Google Shape;3274;p78"/>
            <p:cNvGrpSpPr/>
            <p:nvPr/>
          </p:nvGrpSpPr>
          <p:grpSpPr>
            <a:xfrm>
              <a:off x="3290132" y="1047018"/>
              <a:ext cx="1297929" cy="223003"/>
              <a:chOff x="6760035" y="3079467"/>
              <a:chExt cx="2396914" cy="411825"/>
            </a:xfrm>
          </p:grpSpPr>
          <p:sp>
            <p:nvSpPr>
              <p:cNvPr id="3275" name="Google Shape;3275;p78"/>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76" name="Google Shape;3276;p78"/>
              <p:cNvGrpSpPr/>
              <p:nvPr/>
            </p:nvGrpSpPr>
            <p:grpSpPr>
              <a:xfrm rot="10800000">
                <a:off x="6760035" y="3079467"/>
                <a:ext cx="92400" cy="411825"/>
                <a:chOff x="2070100" y="2563700"/>
                <a:chExt cx="92400" cy="411825"/>
              </a:xfrm>
            </p:grpSpPr>
            <p:cxnSp>
              <p:nvCxnSpPr>
                <p:cNvPr id="3277" name="Google Shape;3277;p78"/>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3278" name="Google Shape;3278;p78"/>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3279" name="Google Shape;3279;p78"/>
          <p:cNvGrpSpPr/>
          <p:nvPr/>
        </p:nvGrpSpPr>
        <p:grpSpPr>
          <a:xfrm>
            <a:off x="2143176" y="3369134"/>
            <a:ext cx="1086701" cy="799429"/>
            <a:chOff x="2183288" y="3555572"/>
            <a:chExt cx="1136241" cy="835873"/>
          </a:xfrm>
        </p:grpSpPr>
        <p:sp>
          <p:nvSpPr>
            <p:cNvPr id="3280" name="Google Shape;3280;p78"/>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81" name="Google Shape;3281;p78"/>
            <p:cNvGrpSpPr/>
            <p:nvPr/>
          </p:nvGrpSpPr>
          <p:grpSpPr>
            <a:xfrm>
              <a:off x="2205895" y="3637269"/>
              <a:ext cx="1089848" cy="724993"/>
              <a:chOff x="2205895" y="3637269"/>
              <a:chExt cx="1089848" cy="724993"/>
            </a:xfrm>
          </p:grpSpPr>
          <p:sp>
            <p:nvSpPr>
              <p:cNvPr id="3282" name="Google Shape;3282;p78"/>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78"/>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78"/>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78"/>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78"/>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78"/>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88" name="Google Shape;3288;p78"/>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289" name="Google Shape;3289;p78"/>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3290" name="Google Shape;3290;p78"/>
            <p:cNvGrpSpPr/>
            <p:nvPr/>
          </p:nvGrpSpPr>
          <p:grpSpPr>
            <a:xfrm>
              <a:off x="3173850" y="3779426"/>
              <a:ext cx="145679" cy="70048"/>
              <a:chOff x="3173850" y="3779426"/>
              <a:chExt cx="145679" cy="70048"/>
            </a:xfrm>
          </p:grpSpPr>
          <p:cxnSp>
            <p:nvCxnSpPr>
              <p:cNvPr id="3291" name="Google Shape;3291;p78"/>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3292" name="Google Shape;3292;p78"/>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93" name="Google Shape;3293;p78"/>
            <p:cNvGrpSpPr/>
            <p:nvPr/>
          </p:nvGrpSpPr>
          <p:grpSpPr>
            <a:xfrm>
              <a:off x="2183288" y="4139483"/>
              <a:ext cx="145133" cy="70048"/>
              <a:chOff x="2183288" y="4139483"/>
              <a:chExt cx="145133" cy="70048"/>
            </a:xfrm>
          </p:grpSpPr>
          <p:cxnSp>
            <p:nvCxnSpPr>
              <p:cNvPr id="3294" name="Google Shape;3294;p78"/>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3295" name="Google Shape;3295;p78"/>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96" name="Google Shape;3296;p78"/>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297" name="Google Shape;3297;p78"/>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3298" name="Google Shape;3298;p78"/>
            <p:cNvGrpSpPr/>
            <p:nvPr/>
          </p:nvGrpSpPr>
          <p:grpSpPr>
            <a:xfrm>
              <a:off x="2943836" y="4268886"/>
              <a:ext cx="60717" cy="122559"/>
              <a:chOff x="2943836" y="4268886"/>
              <a:chExt cx="60717" cy="122559"/>
            </a:xfrm>
          </p:grpSpPr>
          <p:sp>
            <p:nvSpPr>
              <p:cNvPr id="3299" name="Google Shape;3299;p78"/>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300" name="Google Shape;3300;p78"/>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3301" name="Google Shape;3301;p78"/>
          <p:cNvGrpSpPr/>
          <p:nvPr/>
        </p:nvGrpSpPr>
        <p:grpSpPr>
          <a:xfrm>
            <a:off x="3406121" y="1290134"/>
            <a:ext cx="1675870" cy="758251"/>
            <a:chOff x="3530532" y="1496185"/>
            <a:chExt cx="1562000" cy="706730"/>
          </a:xfrm>
        </p:grpSpPr>
        <p:cxnSp>
          <p:nvCxnSpPr>
            <p:cNvPr id="3302" name="Google Shape;3302;p78"/>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3303" name="Google Shape;3303;p78"/>
            <p:cNvGrpSpPr/>
            <p:nvPr/>
          </p:nvGrpSpPr>
          <p:grpSpPr>
            <a:xfrm>
              <a:off x="3530532" y="1496185"/>
              <a:ext cx="323430" cy="463587"/>
              <a:chOff x="3530532" y="1496185"/>
              <a:chExt cx="323430" cy="463587"/>
            </a:xfrm>
          </p:grpSpPr>
          <p:grpSp>
            <p:nvGrpSpPr>
              <p:cNvPr id="3304" name="Google Shape;3304;p78"/>
              <p:cNvGrpSpPr/>
              <p:nvPr/>
            </p:nvGrpSpPr>
            <p:grpSpPr>
              <a:xfrm>
                <a:off x="3567462" y="1496185"/>
                <a:ext cx="286500" cy="361376"/>
                <a:chOff x="3567462" y="1496185"/>
                <a:chExt cx="286500" cy="361376"/>
              </a:xfrm>
            </p:grpSpPr>
            <p:cxnSp>
              <p:nvCxnSpPr>
                <p:cNvPr id="3305" name="Google Shape;3305;p78"/>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3306" name="Google Shape;3306;p78"/>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07" name="Google Shape;3307;p78"/>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08" name="Google Shape;3308;p78"/>
            <p:cNvGrpSpPr/>
            <p:nvPr/>
          </p:nvGrpSpPr>
          <p:grpSpPr>
            <a:xfrm>
              <a:off x="3891569" y="1779209"/>
              <a:ext cx="323945" cy="423706"/>
              <a:chOff x="3891569" y="1779209"/>
              <a:chExt cx="323945" cy="423706"/>
            </a:xfrm>
          </p:grpSpPr>
          <p:grpSp>
            <p:nvGrpSpPr>
              <p:cNvPr id="3309" name="Google Shape;3309;p78"/>
              <p:cNvGrpSpPr/>
              <p:nvPr/>
            </p:nvGrpSpPr>
            <p:grpSpPr>
              <a:xfrm>
                <a:off x="3929014" y="1881638"/>
                <a:ext cx="286500" cy="321278"/>
                <a:chOff x="3929014" y="1881638"/>
                <a:chExt cx="286500" cy="321278"/>
              </a:xfrm>
            </p:grpSpPr>
            <p:cxnSp>
              <p:nvCxnSpPr>
                <p:cNvPr id="3310" name="Google Shape;3310;p78"/>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3311" name="Google Shape;3311;p78"/>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12" name="Google Shape;3312;p78"/>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3" name="Google Shape;3313;p78"/>
            <p:cNvGrpSpPr/>
            <p:nvPr/>
          </p:nvGrpSpPr>
          <p:grpSpPr>
            <a:xfrm>
              <a:off x="4252606" y="1496185"/>
              <a:ext cx="324721" cy="463587"/>
              <a:chOff x="4252606" y="1496185"/>
              <a:chExt cx="324721" cy="463587"/>
            </a:xfrm>
          </p:grpSpPr>
          <p:grpSp>
            <p:nvGrpSpPr>
              <p:cNvPr id="3314" name="Google Shape;3314;p78"/>
              <p:cNvGrpSpPr/>
              <p:nvPr/>
            </p:nvGrpSpPr>
            <p:grpSpPr>
              <a:xfrm>
                <a:off x="4290828" y="1496185"/>
                <a:ext cx="286500" cy="361376"/>
                <a:chOff x="4290828" y="1496185"/>
                <a:chExt cx="286500" cy="361376"/>
              </a:xfrm>
            </p:grpSpPr>
            <p:cxnSp>
              <p:nvCxnSpPr>
                <p:cNvPr id="3315" name="Google Shape;3315;p78"/>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3316" name="Google Shape;3316;p78"/>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17" name="Google Shape;3317;p78"/>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8" name="Google Shape;3318;p78"/>
            <p:cNvGrpSpPr/>
            <p:nvPr/>
          </p:nvGrpSpPr>
          <p:grpSpPr>
            <a:xfrm>
              <a:off x="4613643" y="1763716"/>
              <a:ext cx="325308" cy="439200"/>
              <a:chOff x="4613643" y="1763716"/>
              <a:chExt cx="325308" cy="439200"/>
            </a:xfrm>
          </p:grpSpPr>
          <p:grpSp>
            <p:nvGrpSpPr>
              <p:cNvPr id="3319" name="Google Shape;3319;p78"/>
              <p:cNvGrpSpPr/>
              <p:nvPr/>
            </p:nvGrpSpPr>
            <p:grpSpPr>
              <a:xfrm>
                <a:off x="4652451" y="1879538"/>
                <a:ext cx="286500" cy="323378"/>
                <a:chOff x="4652451" y="1879538"/>
                <a:chExt cx="286500" cy="323378"/>
              </a:xfrm>
            </p:grpSpPr>
            <p:cxnSp>
              <p:nvCxnSpPr>
                <p:cNvPr id="3320" name="Google Shape;3320;p78"/>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3321" name="Google Shape;3321;p78"/>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22" name="Google Shape;3322;p78"/>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323" name="Google Shape;3323;p78"/>
          <p:cNvGrpSpPr/>
          <p:nvPr/>
        </p:nvGrpSpPr>
        <p:grpSpPr>
          <a:xfrm>
            <a:off x="3417981" y="2143759"/>
            <a:ext cx="1652173" cy="391517"/>
            <a:chOff x="3512551" y="2358270"/>
            <a:chExt cx="1597383" cy="378533"/>
          </a:xfrm>
        </p:grpSpPr>
        <p:cxnSp>
          <p:nvCxnSpPr>
            <p:cNvPr id="3324" name="Google Shape;3324;p78"/>
            <p:cNvCxnSpPr>
              <a:stCxn id="3325" idx="6"/>
              <a:endCxn id="3326"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3327" name="Google Shape;3327;p78"/>
            <p:cNvGrpSpPr/>
            <p:nvPr/>
          </p:nvGrpSpPr>
          <p:grpSpPr>
            <a:xfrm>
              <a:off x="3512551" y="2358270"/>
              <a:ext cx="225647" cy="307714"/>
              <a:chOff x="2182679" y="2004714"/>
              <a:chExt cx="792300" cy="1080458"/>
            </a:xfrm>
          </p:grpSpPr>
          <p:cxnSp>
            <p:nvCxnSpPr>
              <p:cNvPr id="3328" name="Google Shape;3328;p78"/>
              <p:cNvCxnSpPr>
                <a:stCxn id="3329"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3325" name="Google Shape;3325;p78"/>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78"/>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30" name="Google Shape;3330;p78"/>
            <p:cNvGrpSpPr/>
            <p:nvPr/>
          </p:nvGrpSpPr>
          <p:grpSpPr>
            <a:xfrm>
              <a:off x="3969644" y="2440153"/>
              <a:ext cx="225853" cy="296651"/>
              <a:chOff x="3775710" y="1729289"/>
              <a:chExt cx="136500" cy="179289"/>
            </a:xfrm>
          </p:grpSpPr>
          <p:cxnSp>
            <p:nvCxnSpPr>
              <p:cNvPr id="3331" name="Google Shape;3331;p78"/>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3332" name="Google Shape;3332;p78"/>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78"/>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34" name="Google Shape;3334;p78"/>
            <p:cNvGrpSpPr/>
            <p:nvPr/>
          </p:nvGrpSpPr>
          <p:grpSpPr>
            <a:xfrm>
              <a:off x="4427051" y="2358270"/>
              <a:ext cx="225647" cy="307714"/>
              <a:chOff x="5393704" y="2004714"/>
              <a:chExt cx="792300" cy="1080458"/>
            </a:xfrm>
          </p:grpSpPr>
          <p:cxnSp>
            <p:nvCxnSpPr>
              <p:cNvPr id="3335" name="Google Shape;3335;p78"/>
              <p:cNvCxnSpPr>
                <a:stCxn id="3336"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3337" name="Google Shape;3337;p78"/>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78"/>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38" name="Google Shape;3338;p78"/>
            <p:cNvGrpSpPr/>
            <p:nvPr/>
          </p:nvGrpSpPr>
          <p:grpSpPr>
            <a:xfrm>
              <a:off x="4884287" y="2440252"/>
              <a:ext cx="225647" cy="296532"/>
              <a:chOff x="6999166" y="2292572"/>
              <a:chExt cx="792300" cy="1041192"/>
            </a:xfrm>
          </p:grpSpPr>
          <p:cxnSp>
            <p:nvCxnSpPr>
              <p:cNvPr id="3339" name="Google Shape;3339;p78"/>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3326" name="Google Shape;3326;p78"/>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78"/>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341" name="Google Shape;3341;p78"/>
          <p:cNvGrpSpPr/>
          <p:nvPr/>
        </p:nvGrpSpPr>
        <p:grpSpPr>
          <a:xfrm>
            <a:off x="6838789" y="979959"/>
            <a:ext cx="1581844" cy="732818"/>
            <a:chOff x="634175" y="2986275"/>
            <a:chExt cx="3147949" cy="1458344"/>
          </a:xfrm>
        </p:grpSpPr>
        <p:cxnSp>
          <p:nvCxnSpPr>
            <p:cNvPr id="3342" name="Google Shape;3342;p78"/>
            <p:cNvCxnSpPr>
              <a:stCxn id="3343" idx="4"/>
              <a:endCxn id="3344"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3345" name="Google Shape;3345;p78"/>
            <p:cNvCxnSpPr>
              <a:stCxn id="3344" idx="0"/>
              <a:endCxn id="3346"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3347" name="Google Shape;3347;p78"/>
            <p:cNvCxnSpPr>
              <a:stCxn id="3346" idx="4"/>
              <a:endCxn id="3348"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3349" name="Google Shape;3349;p78"/>
            <p:cNvCxnSpPr>
              <a:stCxn id="3348" idx="0"/>
              <a:endCxn id="3350"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3350" name="Google Shape;3350;p78"/>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3346" name="Google Shape;3346;p78"/>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3343" name="Google Shape;3343;p78"/>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3348" name="Google Shape;3348;p78"/>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3344" name="Google Shape;3344;p78"/>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3351" name="Google Shape;3351;p78"/>
          <p:cNvGrpSpPr/>
          <p:nvPr/>
        </p:nvGrpSpPr>
        <p:grpSpPr>
          <a:xfrm>
            <a:off x="3406504" y="2674269"/>
            <a:ext cx="1675128" cy="313674"/>
            <a:chOff x="998425" y="1182125"/>
            <a:chExt cx="1065400" cy="199500"/>
          </a:xfrm>
        </p:grpSpPr>
        <p:sp>
          <p:nvSpPr>
            <p:cNvPr id="3352" name="Google Shape;3352;p78"/>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78"/>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78"/>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78"/>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78"/>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7" name="Google Shape;3357;p78"/>
          <p:cNvGrpSpPr/>
          <p:nvPr/>
        </p:nvGrpSpPr>
        <p:grpSpPr>
          <a:xfrm>
            <a:off x="3406503" y="3630235"/>
            <a:ext cx="1675129" cy="525345"/>
            <a:chOff x="5194708" y="3484366"/>
            <a:chExt cx="3148148" cy="987304"/>
          </a:xfrm>
        </p:grpSpPr>
        <p:grpSp>
          <p:nvGrpSpPr>
            <p:cNvPr id="3358" name="Google Shape;3358;p78"/>
            <p:cNvGrpSpPr/>
            <p:nvPr/>
          </p:nvGrpSpPr>
          <p:grpSpPr>
            <a:xfrm>
              <a:off x="7531521" y="3484366"/>
              <a:ext cx="811335" cy="987304"/>
              <a:chOff x="3379425" y="1617275"/>
              <a:chExt cx="1090650" cy="1327200"/>
            </a:xfrm>
          </p:grpSpPr>
          <p:sp>
            <p:nvSpPr>
              <p:cNvPr id="3359" name="Google Shape;3359;p78"/>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78"/>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78"/>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62" name="Google Shape;3362;p78"/>
            <p:cNvGrpSpPr/>
            <p:nvPr/>
          </p:nvGrpSpPr>
          <p:grpSpPr>
            <a:xfrm>
              <a:off x="6752546" y="3484366"/>
              <a:ext cx="811428" cy="987304"/>
              <a:chOff x="2332275" y="1617275"/>
              <a:chExt cx="1090775" cy="1327200"/>
            </a:xfrm>
          </p:grpSpPr>
          <p:sp>
            <p:nvSpPr>
              <p:cNvPr id="3363" name="Google Shape;3363;p78"/>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78"/>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78"/>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66" name="Google Shape;3366;p78"/>
            <p:cNvGrpSpPr/>
            <p:nvPr/>
          </p:nvGrpSpPr>
          <p:grpSpPr>
            <a:xfrm>
              <a:off x="5973664" y="3484366"/>
              <a:ext cx="811335" cy="987304"/>
              <a:chOff x="1285250" y="1617275"/>
              <a:chExt cx="1090650" cy="1327200"/>
            </a:xfrm>
          </p:grpSpPr>
          <p:sp>
            <p:nvSpPr>
              <p:cNvPr id="3367" name="Google Shape;3367;p78"/>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78"/>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78"/>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70" name="Google Shape;3370;p78"/>
            <p:cNvGrpSpPr/>
            <p:nvPr/>
          </p:nvGrpSpPr>
          <p:grpSpPr>
            <a:xfrm>
              <a:off x="5194708" y="3484366"/>
              <a:ext cx="811409" cy="987304"/>
              <a:chOff x="238125" y="1617275"/>
              <a:chExt cx="1090750" cy="1327200"/>
            </a:xfrm>
          </p:grpSpPr>
          <p:sp>
            <p:nvSpPr>
              <p:cNvPr id="3371" name="Google Shape;3371;p78"/>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78"/>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78"/>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374" name="Google Shape;3374;p78"/>
          <p:cNvGrpSpPr/>
          <p:nvPr/>
        </p:nvGrpSpPr>
        <p:grpSpPr>
          <a:xfrm>
            <a:off x="6840188" y="2276124"/>
            <a:ext cx="1579046" cy="522230"/>
            <a:chOff x="6853641" y="2534077"/>
            <a:chExt cx="1515545" cy="501229"/>
          </a:xfrm>
        </p:grpSpPr>
        <p:grpSp>
          <p:nvGrpSpPr>
            <p:cNvPr id="3375" name="Google Shape;3375;p78"/>
            <p:cNvGrpSpPr/>
            <p:nvPr/>
          </p:nvGrpSpPr>
          <p:grpSpPr>
            <a:xfrm>
              <a:off x="6853641" y="2618923"/>
              <a:ext cx="1515545" cy="324556"/>
              <a:chOff x="6853641" y="2618923"/>
              <a:chExt cx="1515545" cy="324556"/>
            </a:xfrm>
          </p:grpSpPr>
          <p:sp>
            <p:nvSpPr>
              <p:cNvPr id="3376" name="Google Shape;3376;p78"/>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78"/>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78"/>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78"/>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78"/>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81" name="Google Shape;3381;p78"/>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78"/>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78"/>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78"/>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78"/>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86" name="Google Shape;3386;p78"/>
          <p:cNvGrpSpPr/>
          <p:nvPr/>
        </p:nvGrpSpPr>
        <p:grpSpPr>
          <a:xfrm>
            <a:off x="3435080" y="3151165"/>
            <a:ext cx="1617976" cy="346616"/>
            <a:chOff x="1808063" y="4294338"/>
            <a:chExt cx="3370782" cy="721817"/>
          </a:xfrm>
        </p:grpSpPr>
        <p:sp>
          <p:nvSpPr>
            <p:cNvPr id="3387" name="Google Shape;3387;p78"/>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78"/>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78"/>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78"/>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78"/>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78"/>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78"/>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78"/>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78"/>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78"/>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97" name="Google Shape;3397;p78"/>
          <p:cNvGrpSpPr/>
          <p:nvPr/>
        </p:nvGrpSpPr>
        <p:grpSpPr>
          <a:xfrm>
            <a:off x="5261076" y="3817915"/>
            <a:ext cx="1417067" cy="350605"/>
            <a:chOff x="4234950" y="2101012"/>
            <a:chExt cx="4219974" cy="1044090"/>
          </a:xfrm>
        </p:grpSpPr>
        <p:sp>
          <p:nvSpPr>
            <p:cNvPr id="3398" name="Google Shape;3398;p78"/>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78"/>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78"/>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78"/>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78"/>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78"/>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78"/>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78"/>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78"/>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78"/>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78"/>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78"/>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78"/>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78"/>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78"/>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78"/>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14" name="Google Shape;3414;p78"/>
          <p:cNvGrpSpPr/>
          <p:nvPr/>
        </p:nvGrpSpPr>
        <p:grpSpPr>
          <a:xfrm>
            <a:off x="6836548" y="1808672"/>
            <a:ext cx="1586327" cy="371557"/>
            <a:chOff x="1247650" y="2075423"/>
            <a:chExt cx="6648477" cy="1557238"/>
          </a:xfrm>
        </p:grpSpPr>
        <p:sp>
          <p:nvSpPr>
            <p:cNvPr id="3415" name="Google Shape;3415;p78"/>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78"/>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78"/>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78"/>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78"/>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78"/>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21" name="Google Shape;3421;p78"/>
          <p:cNvGrpSpPr/>
          <p:nvPr/>
        </p:nvGrpSpPr>
        <p:grpSpPr>
          <a:xfrm>
            <a:off x="5267818" y="961862"/>
            <a:ext cx="1415601" cy="1648533"/>
            <a:chOff x="1839112" y="2209163"/>
            <a:chExt cx="1918159" cy="2233784"/>
          </a:xfrm>
        </p:grpSpPr>
        <p:sp>
          <p:nvSpPr>
            <p:cNvPr id="3422" name="Google Shape;3422;p78"/>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78"/>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78"/>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425" name="Google Shape;3425;p78"/>
            <p:cNvCxnSpPr>
              <a:stCxn id="3422" idx="6"/>
              <a:endCxn id="3423"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3426" name="Google Shape;3426;p78"/>
            <p:cNvCxnSpPr>
              <a:stCxn id="3423" idx="4"/>
              <a:endCxn id="3427"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3428" name="Google Shape;3428;p78"/>
            <p:cNvCxnSpPr>
              <a:stCxn id="3427" idx="6"/>
              <a:endCxn id="3424"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3429" name="Google Shape;3429;p78"/>
            <p:cNvCxnSpPr>
              <a:stCxn id="3424" idx="4"/>
              <a:endCxn id="3430"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3427" name="Google Shape;3427;p78"/>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78"/>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78"/>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432" name="Google Shape;3432;p78"/>
            <p:cNvCxnSpPr>
              <a:endCxn id="3431"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3433" name="Google Shape;3433;p78"/>
          <p:cNvGrpSpPr/>
          <p:nvPr/>
        </p:nvGrpSpPr>
        <p:grpSpPr>
          <a:xfrm>
            <a:off x="3425084" y="979946"/>
            <a:ext cx="1637968" cy="154942"/>
            <a:chOff x="238125" y="2506075"/>
            <a:chExt cx="7115411" cy="673075"/>
          </a:xfrm>
        </p:grpSpPr>
        <p:sp>
          <p:nvSpPr>
            <p:cNvPr id="3434" name="Google Shape;3434;p78"/>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78"/>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78"/>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78"/>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78"/>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39" name="Google Shape;3439;p78"/>
          <p:cNvGrpSpPr/>
          <p:nvPr/>
        </p:nvGrpSpPr>
        <p:grpSpPr>
          <a:xfrm>
            <a:off x="1965820" y="1294664"/>
            <a:ext cx="1262932" cy="785408"/>
            <a:chOff x="548861" y="389676"/>
            <a:chExt cx="3843371" cy="2390163"/>
          </a:xfrm>
        </p:grpSpPr>
        <p:cxnSp>
          <p:nvCxnSpPr>
            <p:cNvPr id="3440" name="Google Shape;3440;p78"/>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3441" name="Google Shape;3441;p78"/>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3442" name="Google Shape;3442;p78"/>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3443" name="Google Shape;3443;p78"/>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3444" name="Google Shape;3444;p78"/>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3445" name="Google Shape;3445;p78"/>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446" name="Google Shape;3446;p78"/>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3447" name="Google Shape;3447;p78"/>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78"/>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78"/>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78"/>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78"/>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78"/>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53" name="Google Shape;3453;p78"/>
          <p:cNvGrpSpPr/>
          <p:nvPr/>
        </p:nvGrpSpPr>
        <p:grpSpPr>
          <a:xfrm>
            <a:off x="753952" y="2401541"/>
            <a:ext cx="1412054" cy="633562"/>
            <a:chOff x="1187400" y="2529299"/>
            <a:chExt cx="6769193" cy="2241903"/>
          </a:xfrm>
        </p:grpSpPr>
        <p:sp>
          <p:nvSpPr>
            <p:cNvPr id="3454" name="Google Shape;3454;p78"/>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sp>
          <p:nvSpPr>
            <p:cNvPr id="3455" name="Google Shape;3455;p78"/>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3456" name="Google Shape;3456;p78"/>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3457" name="Google Shape;3457;p78"/>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3458" name="Google Shape;3458;p78"/>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3459" name="Google Shape;3459;p78"/>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3460" name="Google Shape;3460;p78"/>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cxnSp>
          <p:nvCxnSpPr>
            <p:cNvPr id="3461" name="Google Shape;3461;p78"/>
            <p:cNvCxnSpPr>
              <a:stCxn id="3454" idx="2"/>
              <a:endCxn id="3455"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3462" name="Google Shape;3462;p78"/>
            <p:cNvCxnSpPr>
              <a:stCxn id="3456" idx="0"/>
              <a:endCxn id="3454"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3463" name="Google Shape;3463;p78"/>
            <p:cNvCxnSpPr>
              <a:stCxn id="3456" idx="2"/>
              <a:endCxn id="3458"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3464" name="Google Shape;3464;p78"/>
            <p:cNvCxnSpPr>
              <a:stCxn id="3457" idx="0"/>
              <a:endCxn id="3456"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3465" name="Google Shape;3465;p78"/>
            <p:cNvCxnSpPr>
              <a:stCxn id="3455" idx="2"/>
              <a:endCxn id="3460"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3466" name="Google Shape;3466;p78"/>
            <p:cNvCxnSpPr>
              <a:stCxn id="3459" idx="0"/>
              <a:endCxn id="3455"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3467" name="Google Shape;3467;p78"/>
          <p:cNvGrpSpPr/>
          <p:nvPr/>
        </p:nvGrpSpPr>
        <p:grpSpPr>
          <a:xfrm>
            <a:off x="6840198" y="2894250"/>
            <a:ext cx="1579035" cy="540873"/>
            <a:chOff x="6895650" y="3126697"/>
            <a:chExt cx="1436662" cy="492105"/>
          </a:xfrm>
        </p:grpSpPr>
        <p:sp>
          <p:nvSpPr>
            <p:cNvPr id="3468" name="Google Shape;3468;p78"/>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78"/>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78"/>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78"/>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78"/>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473" name="Google Shape;3473;p78"/>
            <p:cNvGrpSpPr/>
            <p:nvPr/>
          </p:nvGrpSpPr>
          <p:grpSpPr>
            <a:xfrm>
              <a:off x="6995957" y="3335810"/>
              <a:ext cx="1230393" cy="71754"/>
              <a:chOff x="6995957" y="3287964"/>
              <a:chExt cx="1230393" cy="71754"/>
            </a:xfrm>
          </p:grpSpPr>
          <p:sp>
            <p:nvSpPr>
              <p:cNvPr id="3474" name="Google Shape;3474;p78"/>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78"/>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78"/>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78"/>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78"/>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479" name="Google Shape;3479;p78"/>
          <p:cNvGrpSpPr/>
          <p:nvPr/>
        </p:nvGrpSpPr>
        <p:grpSpPr>
          <a:xfrm>
            <a:off x="6838780" y="3531013"/>
            <a:ext cx="1581862" cy="650625"/>
            <a:chOff x="6777990" y="3710194"/>
            <a:chExt cx="1646915" cy="677382"/>
          </a:xfrm>
        </p:grpSpPr>
        <p:grpSp>
          <p:nvGrpSpPr>
            <p:cNvPr id="3480" name="Google Shape;3480;p78"/>
            <p:cNvGrpSpPr/>
            <p:nvPr/>
          </p:nvGrpSpPr>
          <p:grpSpPr>
            <a:xfrm>
              <a:off x="6777990" y="3874492"/>
              <a:ext cx="411129" cy="513083"/>
              <a:chOff x="6777990" y="3874492"/>
              <a:chExt cx="411129" cy="513083"/>
            </a:xfrm>
          </p:grpSpPr>
          <p:cxnSp>
            <p:nvCxnSpPr>
              <p:cNvPr id="3481" name="Google Shape;3481;p78"/>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3482" name="Google Shape;3482;p78"/>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83" name="Google Shape;3483;p78"/>
            <p:cNvGrpSpPr/>
            <p:nvPr/>
          </p:nvGrpSpPr>
          <p:grpSpPr>
            <a:xfrm>
              <a:off x="7188425" y="3710194"/>
              <a:ext cx="411123" cy="520535"/>
              <a:chOff x="7188425" y="3710194"/>
              <a:chExt cx="411123" cy="520535"/>
            </a:xfrm>
          </p:grpSpPr>
          <p:cxnSp>
            <p:nvCxnSpPr>
              <p:cNvPr id="3484" name="Google Shape;3484;p78"/>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3485" name="Google Shape;3485;p78"/>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86" name="Google Shape;3486;p78"/>
            <p:cNvGrpSpPr/>
            <p:nvPr/>
          </p:nvGrpSpPr>
          <p:grpSpPr>
            <a:xfrm>
              <a:off x="7603341" y="3874492"/>
              <a:ext cx="411474" cy="513083"/>
              <a:chOff x="7603341" y="3874492"/>
              <a:chExt cx="411474" cy="513083"/>
            </a:xfrm>
          </p:grpSpPr>
          <p:cxnSp>
            <p:nvCxnSpPr>
              <p:cNvPr id="3487" name="Google Shape;3487;p78"/>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3488" name="Google Shape;3488;p78"/>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89" name="Google Shape;3489;p78"/>
            <p:cNvGrpSpPr/>
            <p:nvPr/>
          </p:nvGrpSpPr>
          <p:grpSpPr>
            <a:xfrm>
              <a:off x="8013776" y="3722847"/>
              <a:ext cx="411129" cy="507881"/>
              <a:chOff x="8013776" y="3722847"/>
              <a:chExt cx="411129" cy="507881"/>
            </a:xfrm>
          </p:grpSpPr>
          <p:cxnSp>
            <p:nvCxnSpPr>
              <p:cNvPr id="3490" name="Google Shape;3490;p78"/>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3491" name="Google Shape;3491;p78"/>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492" name="Google Shape;3492;p78"/>
          <p:cNvGrpSpPr/>
          <p:nvPr/>
        </p:nvGrpSpPr>
        <p:grpSpPr>
          <a:xfrm>
            <a:off x="5258295" y="2703853"/>
            <a:ext cx="1421889" cy="1020603"/>
            <a:chOff x="5190863" y="2824811"/>
            <a:chExt cx="1544860" cy="1108869"/>
          </a:xfrm>
        </p:grpSpPr>
        <p:grpSp>
          <p:nvGrpSpPr>
            <p:cNvPr id="3493" name="Google Shape;3493;p78"/>
            <p:cNvGrpSpPr/>
            <p:nvPr/>
          </p:nvGrpSpPr>
          <p:grpSpPr>
            <a:xfrm>
              <a:off x="5938695" y="3176919"/>
              <a:ext cx="685761" cy="404739"/>
              <a:chOff x="5938695" y="3176919"/>
              <a:chExt cx="685761" cy="404739"/>
            </a:xfrm>
          </p:grpSpPr>
          <p:grpSp>
            <p:nvGrpSpPr>
              <p:cNvPr id="3494" name="Google Shape;3494;p78"/>
              <p:cNvGrpSpPr/>
              <p:nvPr/>
            </p:nvGrpSpPr>
            <p:grpSpPr>
              <a:xfrm>
                <a:off x="5938695" y="3176919"/>
                <a:ext cx="685761" cy="404739"/>
                <a:chOff x="5938695" y="3176919"/>
                <a:chExt cx="685761" cy="404739"/>
              </a:xfrm>
            </p:grpSpPr>
            <p:sp>
              <p:nvSpPr>
                <p:cNvPr id="3495" name="Google Shape;3495;p78"/>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78"/>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97" name="Google Shape;3497;p78"/>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98" name="Google Shape;3498;p78"/>
            <p:cNvGrpSpPr/>
            <p:nvPr/>
          </p:nvGrpSpPr>
          <p:grpSpPr>
            <a:xfrm>
              <a:off x="5305233" y="3176835"/>
              <a:ext cx="685971" cy="404655"/>
              <a:chOff x="5305233" y="3176835"/>
              <a:chExt cx="685971" cy="404655"/>
            </a:xfrm>
          </p:grpSpPr>
          <p:grpSp>
            <p:nvGrpSpPr>
              <p:cNvPr id="3499" name="Google Shape;3499;p78"/>
              <p:cNvGrpSpPr/>
              <p:nvPr/>
            </p:nvGrpSpPr>
            <p:grpSpPr>
              <a:xfrm>
                <a:off x="5305233" y="3176835"/>
                <a:ext cx="685971" cy="404655"/>
                <a:chOff x="5305233" y="3176835"/>
                <a:chExt cx="685971" cy="404655"/>
              </a:xfrm>
            </p:grpSpPr>
            <p:sp>
              <p:nvSpPr>
                <p:cNvPr id="3500" name="Google Shape;3500;p78"/>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78"/>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02" name="Google Shape;3502;p78"/>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03" name="Google Shape;3503;p78"/>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04" name="Google Shape;3504;p78"/>
            <p:cNvGrpSpPr/>
            <p:nvPr/>
          </p:nvGrpSpPr>
          <p:grpSpPr>
            <a:xfrm>
              <a:off x="5657361" y="2824811"/>
              <a:ext cx="1078361" cy="404655"/>
              <a:chOff x="5657361" y="2824811"/>
              <a:chExt cx="1078361" cy="404655"/>
            </a:xfrm>
          </p:grpSpPr>
          <p:grpSp>
            <p:nvGrpSpPr>
              <p:cNvPr id="3505" name="Google Shape;3505;p78"/>
              <p:cNvGrpSpPr/>
              <p:nvPr/>
            </p:nvGrpSpPr>
            <p:grpSpPr>
              <a:xfrm>
                <a:off x="5657361" y="2824811"/>
                <a:ext cx="1078361" cy="404655"/>
                <a:chOff x="5657361" y="2824811"/>
                <a:chExt cx="1078361" cy="404655"/>
              </a:xfrm>
            </p:grpSpPr>
            <p:grpSp>
              <p:nvGrpSpPr>
                <p:cNvPr id="3506" name="Google Shape;3506;p78"/>
                <p:cNvGrpSpPr/>
                <p:nvPr/>
              </p:nvGrpSpPr>
              <p:grpSpPr>
                <a:xfrm>
                  <a:off x="5938485" y="2824811"/>
                  <a:ext cx="797237" cy="404655"/>
                  <a:chOff x="5938485" y="2824811"/>
                  <a:chExt cx="797237" cy="404655"/>
                </a:xfrm>
              </p:grpSpPr>
              <p:sp>
                <p:nvSpPr>
                  <p:cNvPr id="3507" name="Google Shape;3507;p78"/>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78"/>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09" name="Google Shape;3509;p78"/>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10" name="Google Shape;3510;p78"/>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11" name="Google Shape;3511;p78"/>
            <p:cNvGrpSpPr/>
            <p:nvPr/>
          </p:nvGrpSpPr>
          <p:grpSpPr>
            <a:xfrm>
              <a:off x="5190863" y="3528942"/>
              <a:ext cx="1078026" cy="404739"/>
              <a:chOff x="5190863" y="3528942"/>
              <a:chExt cx="1078026" cy="404739"/>
            </a:xfrm>
          </p:grpSpPr>
          <p:sp>
            <p:nvSpPr>
              <p:cNvPr id="3512" name="Google Shape;3512;p78"/>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13" name="Google Shape;3513;p78"/>
              <p:cNvGrpSpPr/>
              <p:nvPr/>
            </p:nvGrpSpPr>
            <p:grpSpPr>
              <a:xfrm>
                <a:off x="5190863" y="3528942"/>
                <a:ext cx="1078026" cy="404739"/>
                <a:chOff x="5190863" y="3528942"/>
                <a:chExt cx="1078026" cy="404739"/>
              </a:xfrm>
            </p:grpSpPr>
            <p:sp>
              <p:nvSpPr>
                <p:cNvPr id="3514" name="Google Shape;3514;p78"/>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78"/>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3516" name="Google Shape;3516;p78"/>
          <p:cNvGrpSpPr/>
          <p:nvPr/>
        </p:nvGrpSpPr>
        <p:grpSpPr>
          <a:xfrm>
            <a:off x="724302" y="1268321"/>
            <a:ext cx="1086719" cy="879487"/>
            <a:chOff x="803162" y="1474292"/>
            <a:chExt cx="1086719" cy="879487"/>
          </a:xfrm>
        </p:grpSpPr>
        <p:grpSp>
          <p:nvGrpSpPr>
            <p:cNvPr id="3517" name="Google Shape;3517;p78"/>
            <p:cNvGrpSpPr/>
            <p:nvPr/>
          </p:nvGrpSpPr>
          <p:grpSpPr>
            <a:xfrm>
              <a:off x="803162" y="1625948"/>
              <a:ext cx="445856" cy="576579"/>
              <a:chOff x="803162" y="1625948"/>
              <a:chExt cx="445856" cy="576579"/>
            </a:xfrm>
          </p:grpSpPr>
          <p:sp>
            <p:nvSpPr>
              <p:cNvPr id="3518" name="Google Shape;3518;p78"/>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19" name="Google Shape;3519;p78"/>
              <p:cNvGrpSpPr/>
              <p:nvPr/>
            </p:nvGrpSpPr>
            <p:grpSpPr>
              <a:xfrm>
                <a:off x="1056023" y="1625948"/>
                <a:ext cx="192995" cy="576579"/>
                <a:chOff x="1056023" y="1625948"/>
                <a:chExt cx="192995" cy="576579"/>
              </a:xfrm>
            </p:grpSpPr>
            <p:sp>
              <p:nvSpPr>
                <p:cNvPr id="3520" name="Google Shape;3520;p78"/>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78"/>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78"/>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78"/>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78"/>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525" name="Google Shape;3525;p78"/>
            <p:cNvGrpSpPr/>
            <p:nvPr/>
          </p:nvGrpSpPr>
          <p:grpSpPr>
            <a:xfrm>
              <a:off x="1371406" y="1474292"/>
              <a:ext cx="518475" cy="879487"/>
              <a:chOff x="1398231" y="1474292"/>
              <a:chExt cx="518475" cy="879487"/>
            </a:xfrm>
          </p:grpSpPr>
          <p:grpSp>
            <p:nvGrpSpPr>
              <p:cNvPr id="3526" name="Google Shape;3526;p78"/>
              <p:cNvGrpSpPr/>
              <p:nvPr/>
            </p:nvGrpSpPr>
            <p:grpSpPr>
              <a:xfrm>
                <a:off x="1398231" y="1474292"/>
                <a:ext cx="518475" cy="341643"/>
                <a:chOff x="1398231" y="1474292"/>
                <a:chExt cx="518475" cy="341643"/>
              </a:xfrm>
            </p:grpSpPr>
            <p:sp>
              <p:nvSpPr>
                <p:cNvPr id="3527" name="Google Shape;3527;p78"/>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28" name="Google Shape;3528;p78"/>
                <p:cNvGrpSpPr/>
                <p:nvPr/>
              </p:nvGrpSpPr>
              <p:grpSpPr>
                <a:xfrm>
                  <a:off x="1616453" y="1474292"/>
                  <a:ext cx="300253" cy="341643"/>
                  <a:chOff x="1616453" y="1475379"/>
                  <a:chExt cx="300253" cy="341643"/>
                </a:xfrm>
              </p:grpSpPr>
              <p:sp>
                <p:nvSpPr>
                  <p:cNvPr id="3529" name="Google Shape;3529;p78"/>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78"/>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78"/>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78"/>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78"/>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78"/>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78"/>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36" name="Google Shape;3536;p78"/>
                  <p:cNvGrpSpPr/>
                  <p:nvPr/>
                </p:nvGrpSpPr>
                <p:grpSpPr>
                  <a:xfrm>
                    <a:off x="1839639" y="1475379"/>
                    <a:ext cx="77067" cy="341643"/>
                    <a:chOff x="1839639" y="1475379"/>
                    <a:chExt cx="77067" cy="341643"/>
                  </a:xfrm>
                </p:grpSpPr>
                <p:sp>
                  <p:nvSpPr>
                    <p:cNvPr id="3537" name="Google Shape;3537;p78"/>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78"/>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3539" name="Google Shape;3539;p78"/>
              <p:cNvGrpSpPr/>
              <p:nvPr/>
            </p:nvGrpSpPr>
            <p:grpSpPr>
              <a:xfrm>
                <a:off x="1398451" y="2012951"/>
                <a:ext cx="518255" cy="340828"/>
                <a:chOff x="1398451" y="2012951"/>
                <a:chExt cx="518255" cy="340828"/>
              </a:xfrm>
            </p:grpSpPr>
            <p:sp>
              <p:nvSpPr>
                <p:cNvPr id="3540" name="Google Shape;3540;p78"/>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41" name="Google Shape;3541;p78"/>
                <p:cNvGrpSpPr/>
                <p:nvPr/>
              </p:nvGrpSpPr>
              <p:grpSpPr>
                <a:xfrm>
                  <a:off x="1616453" y="2012951"/>
                  <a:ext cx="300253" cy="340828"/>
                  <a:chOff x="1616453" y="2013538"/>
                  <a:chExt cx="300253" cy="340828"/>
                </a:xfrm>
              </p:grpSpPr>
              <p:sp>
                <p:nvSpPr>
                  <p:cNvPr id="3542" name="Google Shape;3542;p78"/>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78"/>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78"/>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78"/>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78"/>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78"/>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78"/>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49" name="Google Shape;3549;p78"/>
                  <p:cNvGrpSpPr/>
                  <p:nvPr/>
                </p:nvGrpSpPr>
                <p:grpSpPr>
                  <a:xfrm>
                    <a:off x="1839639" y="2013538"/>
                    <a:ext cx="77067" cy="340828"/>
                    <a:chOff x="1839639" y="2013538"/>
                    <a:chExt cx="77067" cy="340828"/>
                  </a:xfrm>
                </p:grpSpPr>
                <p:sp>
                  <p:nvSpPr>
                    <p:cNvPr id="3550" name="Google Shape;3550;p78"/>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78"/>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3552" name="Google Shape;3552;p78"/>
          <p:cNvGrpSpPr/>
          <p:nvPr/>
        </p:nvGrpSpPr>
        <p:grpSpPr>
          <a:xfrm>
            <a:off x="721126" y="3399508"/>
            <a:ext cx="1368681" cy="682918"/>
            <a:chOff x="724986" y="3605478"/>
            <a:chExt cx="1368681" cy="682918"/>
          </a:xfrm>
        </p:grpSpPr>
        <p:grpSp>
          <p:nvGrpSpPr>
            <p:cNvPr id="3553" name="Google Shape;3553;p78"/>
            <p:cNvGrpSpPr/>
            <p:nvPr/>
          </p:nvGrpSpPr>
          <p:grpSpPr>
            <a:xfrm>
              <a:off x="1289102" y="3823629"/>
              <a:ext cx="240442" cy="250435"/>
              <a:chOff x="-165066" y="3843615"/>
              <a:chExt cx="221259" cy="230455"/>
            </a:xfrm>
          </p:grpSpPr>
          <p:sp>
            <p:nvSpPr>
              <p:cNvPr id="3554" name="Google Shape;3554;p78"/>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78"/>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78"/>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78"/>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78"/>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78"/>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78"/>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78"/>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78"/>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78"/>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78"/>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78"/>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78"/>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78"/>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78"/>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78"/>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78"/>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78"/>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78"/>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78"/>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74" name="Google Shape;3574;p78"/>
            <p:cNvGrpSpPr/>
            <p:nvPr/>
          </p:nvGrpSpPr>
          <p:grpSpPr>
            <a:xfrm>
              <a:off x="724986" y="3605478"/>
              <a:ext cx="1368681" cy="682918"/>
              <a:chOff x="724986" y="3605478"/>
              <a:chExt cx="1368681" cy="682918"/>
            </a:xfrm>
          </p:grpSpPr>
          <p:grpSp>
            <p:nvGrpSpPr>
              <p:cNvPr id="3575" name="Google Shape;3575;p78"/>
              <p:cNvGrpSpPr/>
              <p:nvPr/>
            </p:nvGrpSpPr>
            <p:grpSpPr>
              <a:xfrm>
                <a:off x="1498221" y="4047614"/>
                <a:ext cx="529172" cy="240783"/>
                <a:chOff x="1498221" y="4047614"/>
                <a:chExt cx="529172" cy="240783"/>
              </a:xfrm>
            </p:grpSpPr>
            <p:grpSp>
              <p:nvGrpSpPr>
                <p:cNvPr id="3576" name="Google Shape;3576;p78"/>
                <p:cNvGrpSpPr/>
                <p:nvPr/>
              </p:nvGrpSpPr>
              <p:grpSpPr>
                <a:xfrm>
                  <a:off x="1826655" y="4224370"/>
                  <a:ext cx="200738" cy="25631"/>
                  <a:chOff x="1826655" y="4224370"/>
                  <a:chExt cx="200738" cy="25631"/>
                </a:xfrm>
              </p:grpSpPr>
              <p:sp>
                <p:nvSpPr>
                  <p:cNvPr id="3577" name="Google Shape;3577;p78"/>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78"/>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79" name="Google Shape;3579;p78"/>
                <p:cNvGrpSpPr/>
                <p:nvPr/>
              </p:nvGrpSpPr>
              <p:grpSpPr>
                <a:xfrm>
                  <a:off x="1498221" y="4047614"/>
                  <a:ext cx="328444" cy="240783"/>
                  <a:chOff x="1498221" y="4047614"/>
                  <a:chExt cx="328444" cy="240783"/>
                </a:xfrm>
              </p:grpSpPr>
              <p:sp>
                <p:nvSpPr>
                  <p:cNvPr id="3580" name="Google Shape;3580;p78"/>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81" name="Google Shape;3581;p78"/>
                  <p:cNvGrpSpPr/>
                  <p:nvPr/>
                </p:nvGrpSpPr>
                <p:grpSpPr>
                  <a:xfrm>
                    <a:off x="1498221" y="4047614"/>
                    <a:ext cx="150566" cy="190416"/>
                    <a:chOff x="1498221" y="4047614"/>
                    <a:chExt cx="150566" cy="190416"/>
                  </a:xfrm>
                </p:grpSpPr>
                <p:sp>
                  <p:nvSpPr>
                    <p:cNvPr id="3582" name="Google Shape;3582;p78"/>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78"/>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3584" name="Google Shape;3584;p78"/>
              <p:cNvGrpSpPr/>
              <p:nvPr/>
            </p:nvGrpSpPr>
            <p:grpSpPr>
              <a:xfrm>
                <a:off x="1560718" y="3800594"/>
                <a:ext cx="532948" cy="302090"/>
                <a:chOff x="1560718" y="3800594"/>
                <a:chExt cx="532948" cy="302090"/>
              </a:xfrm>
            </p:grpSpPr>
            <p:grpSp>
              <p:nvGrpSpPr>
                <p:cNvPr id="3585" name="Google Shape;3585;p78"/>
                <p:cNvGrpSpPr/>
                <p:nvPr/>
              </p:nvGrpSpPr>
              <p:grpSpPr>
                <a:xfrm>
                  <a:off x="1912179" y="3827344"/>
                  <a:ext cx="181487" cy="25631"/>
                  <a:chOff x="1912179" y="3827344"/>
                  <a:chExt cx="181487" cy="25631"/>
                </a:xfrm>
              </p:grpSpPr>
              <p:sp>
                <p:nvSpPr>
                  <p:cNvPr id="3586" name="Google Shape;3586;p78"/>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78"/>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8" name="Google Shape;3588;p78"/>
                <p:cNvGrpSpPr/>
                <p:nvPr/>
              </p:nvGrpSpPr>
              <p:grpSpPr>
                <a:xfrm>
                  <a:off x="1912179" y="4044505"/>
                  <a:ext cx="181487" cy="25622"/>
                  <a:chOff x="1912179" y="4044506"/>
                  <a:chExt cx="181487" cy="25622"/>
                </a:xfrm>
              </p:grpSpPr>
              <p:sp>
                <p:nvSpPr>
                  <p:cNvPr id="3589" name="Google Shape;3589;p78"/>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78"/>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91" name="Google Shape;3591;p78"/>
                <p:cNvGrpSpPr/>
                <p:nvPr/>
              </p:nvGrpSpPr>
              <p:grpSpPr>
                <a:xfrm>
                  <a:off x="1560718" y="3800594"/>
                  <a:ext cx="351472" cy="302090"/>
                  <a:chOff x="1560718" y="3800594"/>
                  <a:chExt cx="351472" cy="302090"/>
                </a:xfrm>
              </p:grpSpPr>
              <p:grpSp>
                <p:nvGrpSpPr>
                  <p:cNvPr id="3592" name="Google Shape;3592;p78"/>
                  <p:cNvGrpSpPr/>
                  <p:nvPr/>
                </p:nvGrpSpPr>
                <p:grpSpPr>
                  <a:xfrm>
                    <a:off x="1560718" y="3842857"/>
                    <a:ext cx="173586" cy="217131"/>
                    <a:chOff x="1560718" y="3842857"/>
                    <a:chExt cx="173586" cy="217131"/>
                  </a:xfrm>
                </p:grpSpPr>
                <p:sp>
                  <p:nvSpPr>
                    <p:cNvPr id="3593" name="Google Shape;3593;p78"/>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78"/>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78"/>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96" name="Google Shape;3596;p78"/>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78"/>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598" name="Google Shape;3598;p78"/>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99" name="Google Shape;3599;p78"/>
              <p:cNvGrpSpPr/>
              <p:nvPr/>
            </p:nvGrpSpPr>
            <p:grpSpPr>
              <a:xfrm>
                <a:off x="785350" y="3605478"/>
                <a:ext cx="535311" cy="249245"/>
                <a:chOff x="785350" y="3605478"/>
                <a:chExt cx="535311" cy="249245"/>
              </a:xfrm>
            </p:grpSpPr>
            <p:grpSp>
              <p:nvGrpSpPr>
                <p:cNvPr id="3600" name="Google Shape;3600;p78"/>
                <p:cNvGrpSpPr/>
                <p:nvPr/>
              </p:nvGrpSpPr>
              <p:grpSpPr>
                <a:xfrm>
                  <a:off x="785350" y="3605478"/>
                  <a:ext cx="376191" cy="102736"/>
                  <a:chOff x="785350" y="3605478"/>
                  <a:chExt cx="376191" cy="102736"/>
                </a:xfrm>
              </p:grpSpPr>
              <p:sp>
                <p:nvSpPr>
                  <p:cNvPr id="3601" name="Google Shape;3601;p78"/>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78"/>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78"/>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04" name="Google Shape;3604;p78"/>
                <p:cNvGrpSpPr/>
                <p:nvPr/>
              </p:nvGrpSpPr>
              <p:grpSpPr>
                <a:xfrm>
                  <a:off x="1161530" y="3655851"/>
                  <a:ext cx="159131" cy="198872"/>
                  <a:chOff x="1161530" y="3655851"/>
                  <a:chExt cx="159131" cy="198872"/>
                </a:xfrm>
              </p:grpSpPr>
              <p:sp>
                <p:nvSpPr>
                  <p:cNvPr id="3605" name="Google Shape;3605;p78"/>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78"/>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607" name="Google Shape;3607;p78"/>
              <p:cNvGrpSpPr/>
              <p:nvPr/>
            </p:nvGrpSpPr>
            <p:grpSpPr>
              <a:xfrm>
                <a:off x="785350" y="4047614"/>
                <a:ext cx="535311" cy="240783"/>
                <a:chOff x="785350" y="4047614"/>
                <a:chExt cx="535311" cy="240783"/>
              </a:xfrm>
            </p:grpSpPr>
            <p:grpSp>
              <p:nvGrpSpPr>
                <p:cNvPr id="3608" name="Google Shape;3608;p78"/>
                <p:cNvGrpSpPr/>
                <p:nvPr/>
              </p:nvGrpSpPr>
              <p:grpSpPr>
                <a:xfrm>
                  <a:off x="1161636" y="4047614"/>
                  <a:ext cx="159025" cy="190415"/>
                  <a:chOff x="1161636" y="4047614"/>
                  <a:chExt cx="159025" cy="190415"/>
                </a:xfrm>
              </p:grpSpPr>
              <p:sp>
                <p:nvSpPr>
                  <p:cNvPr id="3609" name="Google Shape;3609;p78"/>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78"/>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11" name="Google Shape;3611;p78"/>
                <p:cNvGrpSpPr/>
                <p:nvPr/>
              </p:nvGrpSpPr>
              <p:grpSpPr>
                <a:xfrm>
                  <a:off x="785350" y="4185661"/>
                  <a:ext cx="376191" cy="102736"/>
                  <a:chOff x="785350" y="4185661"/>
                  <a:chExt cx="376191" cy="102736"/>
                </a:xfrm>
              </p:grpSpPr>
              <p:sp>
                <p:nvSpPr>
                  <p:cNvPr id="3612" name="Google Shape;3612;p78"/>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78"/>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78"/>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615" name="Google Shape;3615;p78"/>
              <p:cNvGrpSpPr/>
              <p:nvPr/>
            </p:nvGrpSpPr>
            <p:grpSpPr>
              <a:xfrm>
                <a:off x="1501054" y="3605478"/>
                <a:ext cx="526340" cy="249240"/>
                <a:chOff x="1501054" y="3605478"/>
                <a:chExt cx="526340" cy="249240"/>
              </a:xfrm>
            </p:grpSpPr>
            <p:grpSp>
              <p:nvGrpSpPr>
                <p:cNvPr id="3616" name="Google Shape;3616;p78"/>
                <p:cNvGrpSpPr/>
                <p:nvPr/>
              </p:nvGrpSpPr>
              <p:grpSpPr>
                <a:xfrm>
                  <a:off x="1834208" y="3643867"/>
                  <a:ext cx="193185" cy="25622"/>
                  <a:chOff x="1834208" y="3643867"/>
                  <a:chExt cx="193185" cy="25622"/>
                </a:xfrm>
              </p:grpSpPr>
              <p:sp>
                <p:nvSpPr>
                  <p:cNvPr id="3617" name="Google Shape;3617;p78"/>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78"/>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19" name="Google Shape;3619;p78"/>
                <p:cNvGrpSpPr/>
                <p:nvPr/>
              </p:nvGrpSpPr>
              <p:grpSpPr>
                <a:xfrm>
                  <a:off x="1501054" y="3605478"/>
                  <a:ext cx="333165" cy="249240"/>
                  <a:chOff x="1501054" y="3605478"/>
                  <a:chExt cx="333165" cy="249240"/>
                </a:xfrm>
              </p:grpSpPr>
              <p:sp>
                <p:nvSpPr>
                  <p:cNvPr id="3620" name="Google Shape;3620;p78"/>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21" name="Google Shape;3621;p78"/>
                  <p:cNvGrpSpPr/>
                  <p:nvPr/>
                </p:nvGrpSpPr>
                <p:grpSpPr>
                  <a:xfrm>
                    <a:off x="1501054" y="3655851"/>
                    <a:ext cx="155286" cy="198867"/>
                    <a:chOff x="1501054" y="3655851"/>
                    <a:chExt cx="155286" cy="198867"/>
                  </a:xfrm>
                </p:grpSpPr>
                <p:sp>
                  <p:nvSpPr>
                    <p:cNvPr id="3622" name="Google Shape;3622;p78"/>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78"/>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3624" name="Google Shape;3624;p78"/>
              <p:cNvGrpSpPr/>
              <p:nvPr/>
            </p:nvGrpSpPr>
            <p:grpSpPr>
              <a:xfrm>
                <a:off x="724986" y="3800594"/>
                <a:ext cx="532950" cy="302090"/>
                <a:chOff x="724986" y="3800594"/>
                <a:chExt cx="532950" cy="302090"/>
              </a:xfrm>
            </p:grpSpPr>
            <p:grpSp>
              <p:nvGrpSpPr>
                <p:cNvPr id="3625" name="Google Shape;3625;p78"/>
                <p:cNvGrpSpPr/>
                <p:nvPr/>
              </p:nvGrpSpPr>
              <p:grpSpPr>
                <a:xfrm>
                  <a:off x="724986" y="4044367"/>
                  <a:ext cx="181314" cy="25626"/>
                  <a:chOff x="724986" y="4044367"/>
                  <a:chExt cx="181314" cy="25626"/>
                </a:xfrm>
              </p:grpSpPr>
              <p:sp>
                <p:nvSpPr>
                  <p:cNvPr id="3626" name="Google Shape;3626;p78"/>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78"/>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8" name="Google Shape;3628;p78"/>
                <p:cNvGrpSpPr/>
                <p:nvPr/>
              </p:nvGrpSpPr>
              <p:grpSpPr>
                <a:xfrm>
                  <a:off x="906290" y="3800594"/>
                  <a:ext cx="351646" cy="302090"/>
                  <a:chOff x="906290" y="3800594"/>
                  <a:chExt cx="351646" cy="302090"/>
                </a:xfrm>
              </p:grpSpPr>
              <p:grpSp>
                <p:nvGrpSpPr>
                  <p:cNvPr id="3629" name="Google Shape;3629;p78"/>
                  <p:cNvGrpSpPr/>
                  <p:nvPr/>
                </p:nvGrpSpPr>
                <p:grpSpPr>
                  <a:xfrm>
                    <a:off x="1084172" y="3842857"/>
                    <a:ext cx="173764" cy="217131"/>
                    <a:chOff x="1084172" y="3842857"/>
                    <a:chExt cx="173764" cy="217131"/>
                  </a:xfrm>
                </p:grpSpPr>
                <p:grpSp>
                  <p:nvGrpSpPr>
                    <p:cNvPr id="3630" name="Google Shape;3630;p78"/>
                    <p:cNvGrpSpPr/>
                    <p:nvPr/>
                  </p:nvGrpSpPr>
                  <p:grpSpPr>
                    <a:xfrm>
                      <a:off x="1156862" y="3936509"/>
                      <a:ext cx="101073" cy="25622"/>
                      <a:chOff x="1156862" y="3936509"/>
                      <a:chExt cx="101073" cy="25622"/>
                    </a:xfrm>
                  </p:grpSpPr>
                  <p:sp>
                    <p:nvSpPr>
                      <p:cNvPr id="3631" name="Google Shape;3631;p78"/>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78"/>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33" name="Google Shape;3633;p78"/>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34" name="Google Shape;3634;p78"/>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78"/>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36" name="Google Shape;3636;p78"/>
                <p:cNvGrpSpPr/>
                <p:nvPr/>
              </p:nvGrpSpPr>
              <p:grpSpPr>
                <a:xfrm>
                  <a:off x="724986" y="3830189"/>
                  <a:ext cx="189533" cy="25626"/>
                  <a:chOff x="724986" y="3830189"/>
                  <a:chExt cx="189533" cy="25626"/>
                </a:xfrm>
              </p:grpSpPr>
              <p:sp>
                <p:nvSpPr>
                  <p:cNvPr id="3637" name="Google Shape;3637;p78"/>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78"/>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3639" name="Google Shape;3639;p78"/>
          <p:cNvGrpSpPr/>
          <p:nvPr/>
        </p:nvGrpSpPr>
        <p:grpSpPr>
          <a:xfrm>
            <a:off x="2249438" y="2249669"/>
            <a:ext cx="948701" cy="935378"/>
            <a:chOff x="2253298" y="2428317"/>
            <a:chExt cx="948701" cy="935378"/>
          </a:xfrm>
        </p:grpSpPr>
        <p:sp>
          <p:nvSpPr>
            <p:cNvPr id="3640" name="Google Shape;3640;p78"/>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78"/>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78"/>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78"/>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78"/>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78"/>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78"/>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78"/>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78"/>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78"/>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78"/>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78"/>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78"/>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78"/>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78"/>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78"/>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78"/>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78"/>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78"/>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78"/>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78"/>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78"/>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78"/>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78"/>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78"/>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78"/>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78"/>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78"/>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78"/>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78"/>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78"/>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78"/>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78"/>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Shape 3676"/>
        <p:cNvGrpSpPr/>
        <p:nvPr/>
      </p:nvGrpSpPr>
      <p:grpSpPr>
        <a:xfrm>
          <a:off x="0" y="0"/>
          <a:ext cx="0" cy="0"/>
          <a:chOff x="0" y="0"/>
          <a:chExt cx="0" cy="0"/>
        </a:xfrm>
      </p:grpSpPr>
      <p:grpSp>
        <p:nvGrpSpPr>
          <p:cNvPr id="3677" name="Google Shape;3677;p79"/>
          <p:cNvGrpSpPr/>
          <p:nvPr/>
        </p:nvGrpSpPr>
        <p:grpSpPr>
          <a:xfrm>
            <a:off x="3339745" y="952988"/>
            <a:ext cx="2363393" cy="1017867"/>
            <a:chOff x="3292400" y="1219146"/>
            <a:chExt cx="2615240" cy="1110239"/>
          </a:xfrm>
        </p:grpSpPr>
        <p:sp>
          <p:nvSpPr>
            <p:cNvPr id="3678" name="Google Shape;3678;p79"/>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sz="400">
                <a:solidFill>
                  <a:srgbClr val="FFFFFF"/>
                </a:solidFill>
              </a:endParaRPr>
            </a:p>
          </p:txBody>
        </p:sp>
        <p:sp>
          <p:nvSpPr>
            <p:cNvPr id="3679" name="Google Shape;3679;p79"/>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3680" name="Google Shape;3680;p79"/>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JANUARY</a:t>
              </a:r>
              <a:endParaRPr sz="400">
                <a:solidFill>
                  <a:srgbClr val="FFFFFF"/>
                </a:solidFill>
              </a:endParaRPr>
            </a:p>
          </p:txBody>
        </p:sp>
        <p:sp>
          <p:nvSpPr>
            <p:cNvPr id="3681" name="Google Shape;3681;p79"/>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FEBRUARY</a:t>
              </a:r>
              <a:endParaRPr sz="400">
                <a:solidFill>
                  <a:srgbClr val="FFFFFF"/>
                </a:solidFill>
              </a:endParaRPr>
            </a:p>
          </p:txBody>
        </p:sp>
        <p:sp>
          <p:nvSpPr>
            <p:cNvPr id="3682" name="Google Shape;3682;p79"/>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MARCH</a:t>
              </a:r>
              <a:endParaRPr sz="400">
                <a:solidFill>
                  <a:srgbClr val="FFFFFF"/>
                </a:solidFill>
              </a:endParaRPr>
            </a:p>
          </p:txBody>
        </p:sp>
        <p:sp>
          <p:nvSpPr>
            <p:cNvPr id="3683" name="Google Shape;3683;p79"/>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APRIL</a:t>
              </a:r>
              <a:endParaRPr sz="400">
                <a:solidFill>
                  <a:srgbClr val="FFFFFF"/>
                </a:solidFill>
              </a:endParaRPr>
            </a:p>
          </p:txBody>
        </p:sp>
        <p:sp>
          <p:nvSpPr>
            <p:cNvPr id="3684" name="Google Shape;3684;p79"/>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MAY</a:t>
              </a:r>
              <a:endParaRPr sz="400">
                <a:solidFill>
                  <a:srgbClr val="FFFFFF"/>
                </a:solidFill>
              </a:endParaRPr>
            </a:p>
          </p:txBody>
        </p:sp>
        <p:sp>
          <p:nvSpPr>
            <p:cNvPr id="3685" name="Google Shape;3685;p79"/>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JUNE</a:t>
              </a:r>
              <a:endParaRPr sz="400">
                <a:solidFill>
                  <a:srgbClr val="FFFFFF"/>
                </a:solidFill>
              </a:endParaRPr>
            </a:p>
          </p:txBody>
        </p:sp>
        <p:sp>
          <p:nvSpPr>
            <p:cNvPr id="3686" name="Google Shape;3686;p79"/>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1</a:t>
              </a:r>
              <a:endParaRPr sz="400">
                <a:solidFill>
                  <a:srgbClr val="FFFFFF"/>
                </a:solidFill>
              </a:endParaRPr>
            </a:p>
          </p:txBody>
        </p:sp>
        <p:sp>
          <p:nvSpPr>
            <p:cNvPr id="3687" name="Google Shape;3687;p79"/>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2</a:t>
              </a:r>
              <a:endParaRPr sz="400">
                <a:solidFill>
                  <a:srgbClr val="FFFFFF"/>
                </a:solidFill>
              </a:endParaRPr>
            </a:p>
          </p:txBody>
        </p:sp>
        <p:sp>
          <p:nvSpPr>
            <p:cNvPr id="3688" name="Google Shape;3688;p79"/>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3689" name="Google Shape;3689;p79"/>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sp>
          <p:nvSpPr>
            <p:cNvPr id="3690" name="Google Shape;3690;p79"/>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3691" name="Google Shape;3691;p79"/>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grpSp>
          <p:nvGrpSpPr>
            <p:cNvPr id="3692" name="Google Shape;3692;p79"/>
            <p:cNvGrpSpPr/>
            <p:nvPr/>
          </p:nvGrpSpPr>
          <p:grpSpPr>
            <a:xfrm>
              <a:off x="3748438" y="1378608"/>
              <a:ext cx="2159202" cy="903971"/>
              <a:chOff x="1683525" y="2179850"/>
              <a:chExt cx="4519050" cy="2134525"/>
            </a:xfrm>
          </p:grpSpPr>
          <p:sp>
            <p:nvSpPr>
              <p:cNvPr id="3693" name="Google Shape;3693;p79"/>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3694" name="Google Shape;3694;p79"/>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3695" name="Google Shape;3695;p79"/>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3696" name="Google Shape;3696;p79"/>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3697" name="Google Shape;3697;p79"/>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3698" name="Google Shape;3698;p79"/>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3699" name="Google Shape;3699;p79"/>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3700" name="Google Shape;3700;p79"/>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3701" name="Google Shape;3701;p79"/>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3702" name="Google Shape;3702;p79"/>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3703" name="Google Shape;3703;p79"/>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3704" name="Google Shape;3704;p79"/>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grpSp>
      </p:grpSp>
      <p:graphicFrame>
        <p:nvGraphicFramePr>
          <p:cNvPr id="3705" name="Google Shape;3705;p79"/>
          <p:cNvGraphicFramePr/>
          <p:nvPr/>
        </p:nvGraphicFramePr>
        <p:xfrm>
          <a:off x="5935838" y="2130461"/>
          <a:ext cx="3000000" cy="3000000"/>
        </p:xfrm>
        <a:graphic>
          <a:graphicData uri="http://schemas.openxmlformats.org/drawingml/2006/table">
            <a:tbl>
              <a:tblPr>
                <a:noFill/>
                <a:tableStyleId>{D216DDEF-FD99-4A65-A519-67CAF86B8E61}</a:tableStyleId>
              </a:tblPr>
              <a:tblGrid>
                <a:gridCol w="622825"/>
                <a:gridCol w="622825"/>
                <a:gridCol w="622825"/>
                <a:gridCol w="622825"/>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tr>
            </a:tbl>
          </a:graphicData>
        </a:graphic>
      </p:graphicFrame>
      <p:grpSp>
        <p:nvGrpSpPr>
          <p:cNvPr id="3706" name="Google Shape;3706;p79"/>
          <p:cNvGrpSpPr/>
          <p:nvPr/>
        </p:nvGrpSpPr>
        <p:grpSpPr>
          <a:xfrm>
            <a:off x="5935948" y="3189058"/>
            <a:ext cx="2496964" cy="1001454"/>
            <a:chOff x="1919611" y="789980"/>
            <a:chExt cx="1474179" cy="606868"/>
          </a:xfrm>
        </p:grpSpPr>
        <p:cxnSp>
          <p:nvCxnSpPr>
            <p:cNvPr id="3707" name="Google Shape;3707;p79"/>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3708" name="Google Shape;3708;p79"/>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3709" name="Google Shape;3709;p79"/>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3710" name="Google Shape;3710;p79"/>
            <p:cNvSpPr txBox="1"/>
            <p:nvPr/>
          </p:nvSpPr>
          <p:spPr>
            <a:xfrm flipH="1">
              <a:off x="210971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JANUARY</a:t>
              </a:r>
              <a:endParaRPr sz="400">
                <a:solidFill>
                  <a:srgbClr val="E3E9ED"/>
                </a:solidFill>
              </a:endParaRPr>
            </a:p>
          </p:txBody>
        </p:sp>
        <p:sp>
          <p:nvSpPr>
            <p:cNvPr id="3711" name="Google Shape;3711;p79"/>
            <p:cNvSpPr txBox="1"/>
            <p:nvPr/>
          </p:nvSpPr>
          <p:spPr>
            <a:xfrm flipH="1">
              <a:off x="2434275" y="789980"/>
              <a:ext cx="2892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FEBRUARY</a:t>
              </a:r>
              <a:endParaRPr sz="400">
                <a:solidFill>
                  <a:srgbClr val="E3E9ED"/>
                </a:solidFill>
              </a:endParaRPr>
            </a:p>
          </p:txBody>
        </p:sp>
        <p:sp>
          <p:nvSpPr>
            <p:cNvPr id="3712" name="Google Shape;3712;p79"/>
            <p:cNvSpPr txBox="1"/>
            <p:nvPr/>
          </p:nvSpPr>
          <p:spPr>
            <a:xfrm flipH="1">
              <a:off x="2781049"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MARCH</a:t>
              </a:r>
              <a:endParaRPr sz="400">
                <a:solidFill>
                  <a:srgbClr val="E3E9ED"/>
                </a:solidFill>
              </a:endParaRPr>
            </a:p>
          </p:txBody>
        </p:sp>
        <p:sp>
          <p:nvSpPr>
            <p:cNvPr id="3713" name="Google Shape;3713;p79"/>
            <p:cNvSpPr txBox="1"/>
            <p:nvPr/>
          </p:nvSpPr>
          <p:spPr>
            <a:xfrm flipH="1">
              <a:off x="311269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APRIL</a:t>
              </a:r>
              <a:endParaRPr sz="400">
                <a:solidFill>
                  <a:srgbClr val="E3E9ED"/>
                </a:solidFill>
              </a:endParaRPr>
            </a:p>
          </p:txBody>
        </p:sp>
        <p:sp>
          <p:nvSpPr>
            <p:cNvPr id="3714" name="Google Shape;3714;p79"/>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79"/>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79"/>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79"/>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79"/>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79"/>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79"/>
            <p:cNvSpPr txBox="1"/>
            <p:nvPr/>
          </p:nvSpPr>
          <p:spPr>
            <a:xfrm flipH="1">
              <a:off x="1921107" y="918157"/>
              <a:ext cx="188400" cy="1065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1600"/>
                </a:spcAft>
                <a:buNone/>
              </a:pPr>
              <a:r>
                <a:rPr lang="en" sz="400">
                  <a:solidFill>
                    <a:srgbClr val="E3E9ED"/>
                  </a:solidFill>
                </a:rPr>
                <a:t>PHASE 1</a:t>
              </a:r>
              <a:endParaRPr sz="400">
                <a:solidFill>
                  <a:srgbClr val="E3E9ED"/>
                </a:solidFill>
              </a:endParaRPr>
            </a:p>
          </p:txBody>
        </p:sp>
        <p:sp>
          <p:nvSpPr>
            <p:cNvPr id="3721" name="Google Shape;3721;p79"/>
            <p:cNvSpPr txBox="1"/>
            <p:nvPr/>
          </p:nvSpPr>
          <p:spPr>
            <a:xfrm flipH="1">
              <a:off x="1919611" y="1113383"/>
              <a:ext cx="1899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1</a:t>
              </a:r>
              <a:endParaRPr sz="400">
                <a:solidFill>
                  <a:srgbClr val="E3E9ED"/>
                </a:solidFill>
              </a:endParaRPr>
            </a:p>
          </p:txBody>
        </p:sp>
        <p:sp>
          <p:nvSpPr>
            <p:cNvPr id="3722" name="Google Shape;3722;p79"/>
            <p:cNvSpPr txBox="1"/>
            <p:nvPr/>
          </p:nvSpPr>
          <p:spPr>
            <a:xfrm flipH="1">
              <a:off x="1921111" y="1304520"/>
              <a:ext cx="1884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2</a:t>
              </a:r>
              <a:endParaRPr sz="400">
                <a:solidFill>
                  <a:srgbClr val="E3E9ED"/>
                </a:solidFill>
              </a:endParaRPr>
            </a:p>
          </p:txBody>
        </p:sp>
        <p:sp>
          <p:nvSpPr>
            <p:cNvPr id="3723" name="Google Shape;3723;p79"/>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24" name="Google Shape;3724;p79"/>
          <p:cNvGrpSpPr/>
          <p:nvPr/>
        </p:nvGrpSpPr>
        <p:grpSpPr>
          <a:xfrm>
            <a:off x="712562" y="998017"/>
            <a:ext cx="2394370" cy="976502"/>
            <a:chOff x="749309" y="1112739"/>
            <a:chExt cx="2371603" cy="976502"/>
          </a:xfrm>
        </p:grpSpPr>
        <p:sp>
          <p:nvSpPr>
            <p:cNvPr id="3725" name="Google Shape;3725;p79"/>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79"/>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79"/>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79"/>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79"/>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79"/>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79"/>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79"/>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79"/>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79"/>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79"/>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79"/>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79"/>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79"/>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79"/>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79"/>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79"/>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79"/>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79"/>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79"/>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79"/>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79"/>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79"/>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79"/>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79"/>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79"/>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79"/>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79"/>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79"/>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79"/>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79"/>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79"/>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3757" name="Google Shape;3757;p79"/>
          <p:cNvGraphicFramePr/>
          <p:nvPr/>
        </p:nvGraphicFramePr>
        <p:xfrm>
          <a:off x="5935863" y="996311"/>
          <a:ext cx="3000000" cy="3000000"/>
        </p:xfrm>
        <a:graphic>
          <a:graphicData uri="http://schemas.openxmlformats.org/drawingml/2006/table">
            <a:tbl>
              <a:tblPr>
                <a:noFill/>
                <a:tableStyleId>{D216DDEF-FD99-4A65-A519-67CAF86B8E61}</a:tableStyleId>
              </a:tblPr>
              <a:tblGrid>
                <a:gridCol w="622825"/>
                <a:gridCol w="622825"/>
                <a:gridCol w="622825"/>
                <a:gridCol w="622825"/>
              </a:tblGrid>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r>
            </a:tbl>
          </a:graphicData>
        </a:graphic>
      </p:graphicFrame>
      <p:graphicFrame>
        <p:nvGraphicFramePr>
          <p:cNvPr id="3758" name="Google Shape;3758;p79"/>
          <p:cNvGraphicFramePr/>
          <p:nvPr/>
        </p:nvGraphicFramePr>
        <p:xfrm>
          <a:off x="3342575" y="2130461"/>
          <a:ext cx="3000000" cy="3000000"/>
        </p:xfrm>
        <a:graphic>
          <a:graphicData uri="http://schemas.openxmlformats.org/drawingml/2006/table">
            <a:tbl>
              <a:tblPr>
                <a:noFill/>
                <a:tableStyleId>{D216DDEF-FD99-4A65-A519-67CAF86B8E61}</a:tableStyleId>
              </a:tblPr>
              <a:tblGrid>
                <a:gridCol w="590850"/>
                <a:gridCol w="590850"/>
                <a:gridCol w="590850"/>
                <a:gridCol w="590850"/>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r>
            </a:tbl>
          </a:graphicData>
        </a:graphic>
      </p:graphicFrame>
      <p:grpSp>
        <p:nvGrpSpPr>
          <p:cNvPr id="3759" name="Google Shape;3759;p79"/>
          <p:cNvGrpSpPr/>
          <p:nvPr/>
        </p:nvGrpSpPr>
        <p:grpSpPr>
          <a:xfrm>
            <a:off x="4086505" y="2517104"/>
            <a:ext cx="1517436" cy="74460"/>
            <a:chOff x="3980086" y="2804397"/>
            <a:chExt cx="1227600" cy="66900"/>
          </a:xfrm>
        </p:grpSpPr>
        <p:sp>
          <p:nvSpPr>
            <p:cNvPr id="3760" name="Google Shape;3760;p79"/>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79"/>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62" name="Google Shape;3762;p79"/>
          <p:cNvGrpSpPr/>
          <p:nvPr/>
        </p:nvGrpSpPr>
        <p:grpSpPr>
          <a:xfrm>
            <a:off x="4711569" y="2809692"/>
            <a:ext cx="892956" cy="74460"/>
            <a:chOff x="3980086" y="2804397"/>
            <a:chExt cx="1227600" cy="66900"/>
          </a:xfrm>
        </p:grpSpPr>
        <p:sp>
          <p:nvSpPr>
            <p:cNvPr id="3763" name="Google Shape;3763;p79"/>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79"/>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65" name="Google Shape;3765;p79"/>
          <p:cNvGrpSpPr/>
          <p:nvPr/>
        </p:nvGrpSpPr>
        <p:grpSpPr>
          <a:xfrm>
            <a:off x="3344661" y="3168575"/>
            <a:ext cx="2363244" cy="1005943"/>
            <a:chOff x="3358415" y="3361302"/>
            <a:chExt cx="2363244" cy="1024695"/>
          </a:xfrm>
        </p:grpSpPr>
        <p:grpSp>
          <p:nvGrpSpPr>
            <p:cNvPr id="3766" name="Google Shape;3766;p79"/>
            <p:cNvGrpSpPr/>
            <p:nvPr/>
          </p:nvGrpSpPr>
          <p:grpSpPr>
            <a:xfrm>
              <a:off x="3358415" y="3361302"/>
              <a:ext cx="441300" cy="1024695"/>
              <a:chOff x="3358415" y="3361302"/>
              <a:chExt cx="441300" cy="1024695"/>
            </a:xfrm>
          </p:grpSpPr>
          <p:sp>
            <p:nvSpPr>
              <p:cNvPr id="3767" name="Google Shape;3767;p79"/>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79"/>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79"/>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79"/>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79"/>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79"/>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73" name="Google Shape;3773;p79"/>
            <p:cNvGrpSpPr/>
            <p:nvPr/>
          </p:nvGrpSpPr>
          <p:grpSpPr>
            <a:xfrm>
              <a:off x="3838901" y="3361302"/>
              <a:ext cx="441300" cy="1024695"/>
              <a:chOff x="3838901" y="3361302"/>
              <a:chExt cx="441300" cy="1024695"/>
            </a:xfrm>
          </p:grpSpPr>
          <p:sp>
            <p:nvSpPr>
              <p:cNvPr id="3774" name="Google Shape;3774;p79"/>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79"/>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79"/>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79"/>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79"/>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79"/>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80" name="Google Shape;3780;p79"/>
            <p:cNvGrpSpPr/>
            <p:nvPr/>
          </p:nvGrpSpPr>
          <p:grpSpPr>
            <a:xfrm>
              <a:off x="4319387" y="3361302"/>
              <a:ext cx="441300" cy="1024695"/>
              <a:chOff x="4319387" y="3361302"/>
              <a:chExt cx="441300" cy="1024695"/>
            </a:xfrm>
          </p:grpSpPr>
          <p:sp>
            <p:nvSpPr>
              <p:cNvPr id="3781" name="Google Shape;3781;p79"/>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79"/>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79"/>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79"/>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79"/>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79"/>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87" name="Google Shape;3787;p79"/>
            <p:cNvGrpSpPr/>
            <p:nvPr/>
          </p:nvGrpSpPr>
          <p:grpSpPr>
            <a:xfrm>
              <a:off x="4799873" y="3361302"/>
              <a:ext cx="441300" cy="1024695"/>
              <a:chOff x="4799873" y="3361302"/>
              <a:chExt cx="441300" cy="1024695"/>
            </a:xfrm>
          </p:grpSpPr>
          <p:sp>
            <p:nvSpPr>
              <p:cNvPr id="3788" name="Google Shape;3788;p79"/>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79"/>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79"/>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79"/>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79"/>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79"/>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94" name="Google Shape;3794;p79"/>
            <p:cNvGrpSpPr/>
            <p:nvPr/>
          </p:nvGrpSpPr>
          <p:grpSpPr>
            <a:xfrm>
              <a:off x="5280360" y="3361302"/>
              <a:ext cx="441300" cy="1024695"/>
              <a:chOff x="5280360" y="3361302"/>
              <a:chExt cx="441300" cy="1024695"/>
            </a:xfrm>
          </p:grpSpPr>
          <p:sp>
            <p:nvSpPr>
              <p:cNvPr id="3795" name="Google Shape;3795;p79"/>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79"/>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79"/>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79"/>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79"/>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79"/>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3801" name="Google Shape;3801;p79"/>
          <p:cNvGraphicFramePr/>
          <p:nvPr/>
        </p:nvGraphicFramePr>
        <p:xfrm>
          <a:off x="711088" y="2130461"/>
          <a:ext cx="3000000" cy="3000000"/>
        </p:xfrm>
        <a:graphic>
          <a:graphicData uri="http://schemas.openxmlformats.org/drawingml/2006/table">
            <a:tbl>
              <a:tblPr>
                <a:noFill/>
                <a:tableStyleId>{D216DDEF-FD99-4A65-A519-67CAF86B8E61}</a:tableStyleId>
              </a:tblPr>
              <a:tblGrid>
                <a:gridCol w="600900"/>
                <a:gridCol w="600900"/>
                <a:gridCol w="600900"/>
                <a:gridCol w="600900"/>
              </a:tblGrid>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r>
            </a:tbl>
          </a:graphicData>
        </a:graphic>
      </p:graphicFrame>
      <p:grpSp>
        <p:nvGrpSpPr>
          <p:cNvPr id="3802" name="Google Shape;3802;p79"/>
          <p:cNvGrpSpPr/>
          <p:nvPr/>
        </p:nvGrpSpPr>
        <p:grpSpPr>
          <a:xfrm>
            <a:off x="712613" y="3180186"/>
            <a:ext cx="2403614" cy="1005900"/>
            <a:chOff x="726450" y="3372825"/>
            <a:chExt cx="2403614" cy="1005900"/>
          </a:xfrm>
        </p:grpSpPr>
        <p:grpSp>
          <p:nvGrpSpPr>
            <p:cNvPr id="3803" name="Google Shape;3803;p79"/>
            <p:cNvGrpSpPr/>
            <p:nvPr/>
          </p:nvGrpSpPr>
          <p:grpSpPr>
            <a:xfrm>
              <a:off x="726450" y="3696000"/>
              <a:ext cx="2403614" cy="500898"/>
              <a:chOff x="726450" y="3696000"/>
              <a:chExt cx="2403614" cy="500898"/>
            </a:xfrm>
          </p:grpSpPr>
          <p:sp>
            <p:nvSpPr>
              <p:cNvPr id="3804" name="Google Shape;3804;p79"/>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3805" name="Google Shape;3805;p79"/>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3806" name="Google Shape;3806;p79"/>
            <p:cNvGrpSpPr/>
            <p:nvPr/>
          </p:nvGrpSpPr>
          <p:grpSpPr>
            <a:xfrm>
              <a:off x="1348050" y="3372825"/>
              <a:ext cx="1720425" cy="1005900"/>
              <a:chOff x="1348050" y="3372825"/>
              <a:chExt cx="1720425" cy="1005900"/>
            </a:xfrm>
          </p:grpSpPr>
          <p:sp>
            <p:nvSpPr>
              <p:cNvPr id="3807" name="Google Shape;3807;p79"/>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3808" name="Google Shape;3808;p79"/>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3809" name="Google Shape;3809;p79"/>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3810" name="Google Shape;3810;p79"/>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3811" name="Google Shape;3811;p79"/>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3812" name="Google Shape;3812;p79"/>
            <p:cNvGrpSpPr/>
            <p:nvPr/>
          </p:nvGrpSpPr>
          <p:grpSpPr>
            <a:xfrm>
              <a:off x="1455707" y="3731058"/>
              <a:ext cx="1491150" cy="417657"/>
              <a:chOff x="1455707" y="3731058"/>
              <a:chExt cx="1491150" cy="417657"/>
            </a:xfrm>
          </p:grpSpPr>
          <p:grpSp>
            <p:nvGrpSpPr>
              <p:cNvPr id="3813" name="Google Shape;3813;p79"/>
              <p:cNvGrpSpPr/>
              <p:nvPr/>
            </p:nvGrpSpPr>
            <p:grpSpPr>
              <a:xfrm>
                <a:off x="1472938" y="3745828"/>
                <a:ext cx="72126" cy="53788"/>
                <a:chOff x="1472938" y="3745828"/>
                <a:chExt cx="72126" cy="53788"/>
              </a:xfrm>
            </p:grpSpPr>
            <p:sp>
              <p:nvSpPr>
                <p:cNvPr id="3814" name="Google Shape;3814;p79"/>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79"/>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16" name="Google Shape;3816;p79"/>
              <p:cNvGrpSpPr/>
              <p:nvPr/>
            </p:nvGrpSpPr>
            <p:grpSpPr>
              <a:xfrm>
                <a:off x="1819181" y="4089633"/>
                <a:ext cx="72126" cy="53788"/>
                <a:chOff x="1819181" y="4089633"/>
                <a:chExt cx="72126" cy="53788"/>
              </a:xfrm>
            </p:grpSpPr>
            <p:sp>
              <p:nvSpPr>
                <p:cNvPr id="3817" name="Google Shape;3817;p79"/>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79"/>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19" name="Google Shape;3819;p79"/>
              <p:cNvGrpSpPr/>
              <p:nvPr/>
            </p:nvGrpSpPr>
            <p:grpSpPr>
              <a:xfrm>
                <a:off x="1455707" y="4084171"/>
                <a:ext cx="64321" cy="64544"/>
                <a:chOff x="1455707" y="4084171"/>
                <a:chExt cx="64321" cy="64544"/>
              </a:xfrm>
            </p:grpSpPr>
            <p:sp>
              <p:nvSpPr>
                <p:cNvPr id="3820" name="Google Shape;3820;p79"/>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79"/>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22" name="Google Shape;3822;p79"/>
              <p:cNvGrpSpPr/>
              <p:nvPr/>
            </p:nvGrpSpPr>
            <p:grpSpPr>
              <a:xfrm>
                <a:off x="1818610" y="3731058"/>
                <a:ext cx="64321" cy="64544"/>
                <a:chOff x="1818610" y="3731058"/>
                <a:chExt cx="64321" cy="64544"/>
              </a:xfrm>
            </p:grpSpPr>
            <p:sp>
              <p:nvSpPr>
                <p:cNvPr id="3823" name="Google Shape;3823;p79"/>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79"/>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25" name="Google Shape;3825;p79"/>
              <p:cNvGrpSpPr/>
              <p:nvPr/>
            </p:nvGrpSpPr>
            <p:grpSpPr>
              <a:xfrm>
                <a:off x="2172491" y="4089633"/>
                <a:ext cx="72126" cy="53788"/>
                <a:chOff x="2172491" y="4089633"/>
                <a:chExt cx="72126" cy="53788"/>
              </a:xfrm>
            </p:grpSpPr>
            <p:sp>
              <p:nvSpPr>
                <p:cNvPr id="3826" name="Google Shape;3826;p79"/>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79"/>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28" name="Google Shape;3828;p79"/>
              <p:cNvGrpSpPr/>
              <p:nvPr/>
            </p:nvGrpSpPr>
            <p:grpSpPr>
              <a:xfrm>
                <a:off x="2171920" y="3731058"/>
                <a:ext cx="64321" cy="64544"/>
                <a:chOff x="2171920" y="3731058"/>
                <a:chExt cx="64321" cy="64544"/>
              </a:xfrm>
            </p:grpSpPr>
            <p:sp>
              <p:nvSpPr>
                <p:cNvPr id="3829" name="Google Shape;3829;p79"/>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79"/>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1" name="Google Shape;3831;p79"/>
              <p:cNvGrpSpPr/>
              <p:nvPr/>
            </p:nvGrpSpPr>
            <p:grpSpPr>
              <a:xfrm>
                <a:off x="2874730" y="3745828"/>
                <a:ext cx="72126" cy="53788"/>
                <a:chOff x="2874730" y="3745828"/>
                <a:chExt cx="72126" cy="53788"/>
              </a:xfrm>
            </p:grpSpPr>
            <p:sp>
              <p:nvSpPr>
                <p:cNvPr id="3832" name="Google Shape;3832;p79"/>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79"/>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4" name="Google Shape;3834;p79"/>
              <p:cNvGrpSpPr/>
              <p:nvPr/>
            </p:nvGrpSpPr>
            <p:grpSpPr>
              <a:xfrm>
                <a:off x="2878589" y="4081481"/>
                <a:ext cx="64321" cy="64544"/>
                <a:chOff x="2878589" y="4081481"/>
                <a:chExt cx="64321" cy="64544"/>
              </a:xfrm>
            </p:grpSpPr>
            <p:sp>
              <p:nvSpPr>
                <p:cNvPr id="3835" name="Google Shape;3835;p79"/>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79"/>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7" name="Google Shape;3837;p79"/>
              <p:cNvGrpSpPr/>
              <p:nvPr/>
            </p:nvGrpSpPr>
            <p:grpSpPr>
              <a:xfrm>
                <a:off x="2525796" y="4089633"/>
                <a:ext cx="72126" cy="53788"/>
                <a:chOff x="2525796" y="4089633"/>
                <a:chExt cx="72126" cy="53788"/>
              </a:xfrm>
            </p:grpSpPr>
            <p:sp>
              <p:nvSpPr>
                <p:cNvPr id="3838" name="Google Shape;3838;p79"/>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79"/>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40" name="Google Shape;3840;p79"/>
              <p:cNvGrpSpPr/>
              <p:nvPr/>
            </p:nvGrpSpPr>
            <p:grpSpPr>
              <a:xfrm>
                <a:off x="2525225" y="3731058"/>
                <a:ext cx="64321" cy="64544"/>
                <a:chOff x="2525225" y="3731058"/>
                <a:chExt cx="64321" cy="64544"/>
              </a:xfrm>
            </p:grpSpPr>
            <p:sp>
              <p:nvSpPr>
                <p:cNvPr id="3841" name="Google Shape;3841;p79"/>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79"/>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3846"/>
        <p:cNvGrpSpPr/>
        <p:nvPr/>
      </p:nvGrpSpPr>
      <p:grpSpPr>
        <a:xfrm>
          <a:off x="0" y="0"/>
          <a:ext cx="0" cy="0"/>
          <a:chOff x="0" y="0"/>
          <a:chExt cx="0" cy="0"/>
        </a:xfrm>
      </p:grpSpPr>
      <p:grpSp>
        <p:nvGrpSpPr>
          <p:cNvPr id="3847" name="Google Shape;3847;p80"/>
          <p:cNvGrpSpPr/>
          <p:nvPr/>
        </p:nvGrpSpPr>
        <p:grpSpPr>
          <a:xfrm>
            <a:off x="5780153" y="1859606"/>
            <a:ext cx="671400" cy="674856"/>
            <a:chOff x="5780148" y="1859605"/>
            <a:chExt cx="671400" cy="674856"/>
          </a:xfrm>
        </p:grpSpPr>
        <p:sp>
          <p:nvSpPr>
            <p:cNvPr id="3848" name="Google Shape;3848;p80"/>
            <p:cNvSpPr/>
            <p:nvPr/>
          </p:nvSpPr>
          <p:spPr>
            <a:xfrm>
              <a:off x="5780148" y="1859605"/>
              <a:ext cx="671400" cy="6714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80"/>
            <p:cNvSpPr/>
            <p:nvPr/>
          </p:nvSpPr>
          <p:spPr>
            <a:xfrm>
              <a:off x="5851927" y="2006476"/>
              <a:ext cx="527700" cy="5277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80"/>
            <p:cNvSpPr/>
            <p:nvPr/>
          </p:nvSpPr>
          <p:spPr>
            <a:xfrm>
              <a:off x="5899320" y="2101262"/>
              <a:ext cx="433200" cy="4332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80"/>
            <p:cNvSpPr/>
            <p:nvPr/>
          </p:nvSpPr>
          <p:spPr>
            <a:xfrm>
              <a:off x="5944113" y="2190849"/>
              <a:ext cx="343500" cy="3435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52" name="Google Shape;3852;p80"/>
          <p:cNvGrpSpPr/>
          <p:nvPr/>
        </p:nvGrpSpPr>
        <p:grpSpPr>
          <a:xfrm>
            <a:off x="716996" y="971307"/>
            <a:ext cx="845921" cy="690752"/>
            <a:chOff x="732428" y="1198513"/>
            <a:chExt cx="845921" cy="690752"/>
          </a:xfrm>
        </p:grpSpPr>
        <p:grpSp>
          <p:nvGrpSpPr>
            <p:cNvPr id="3853" name="Google Shape;3853;p80"/>
            <p:cNvGrpSpPr/>
            <p:nvPr/>
          </p:nvGrpSpPr>
          <p:grpSpPr>
            <a:xfrm>
              <a:off x="823030" y="1198513"/>
              <a:ext cx="755319" cy="690752"/>
              <a:chOff x="823030" y="1198513"/>
              <a:chExt cx="755319" cy="690752"/>
            </a:xfrm>
          </p:grpSpPr>
          <p:sp>
            <p:nvSpPr>
              <p:cNvPr id="3854" name="Google Shape;3854;p80"/>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80"/>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56" name="Google Shape;3856;p80"/>
            <p:cNvGrpSpPr/>
            <p:nvPr/>
          </p:nvGrpSpPr>
          <p:grpSpPr>
            <a:xfrm>
              <a:off x="732428" y="1239937"/>
              <a:ext cx="739912" cy="607886"/>
              <a:chOff x="732428" y="1239937"/>
              <a:chExt cx="739912" cy="607886"/>
            </a:xfrm>
          </p:grpSpPr>
          <p:sp>
            <p:nvSpPr>
              <p:cNvPr id="3857" name="Google Shape;3857;p80"/>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80"/>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59" name="Google Shape;3859;p80"/>
            <p:cNvGrpSpPr/>
            <p:nvPr/>
          </p:nvGrpSpPr>
          <p:grpSpPr>
            <a:xfrm>
              <a:off x="732428" y="1277018"/>
              <a:ext cx="702832" cy="533758"/>
              <a:chOff x="732428" y="1277018"/>
              <a:chExt cx="702832" cy="533758"/>
            </a:xfrm>
          </p:grpSpPr>
          <p:sp>
            <p:nvSpPr>
              <p:cNvPr id="3860" name="Google Shape;3860;p80"/>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80"/>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62" name="Google Shape;3862;p80"/>
            <p:cNvGrpSpPr/>
            <p:nvPr/>
          </p:nvGrpSpPr>
          <p:grpSpPr>
            <a:xfrm>
              <a:off x="931170" y="1306653"/>
              <a:ext cx="647179" cy="474455"/>
              <a:chOff x="931170" y="1306653"/>
              <a:chExt cx="647179" cy="474455"/>
            </a:xfrm>
          </p:grpSpPr>
          <p:sp>
            <p:nvSpPr>
              <p:cNvPr id="3863" name="Google Shape;3863;p80"/>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80"/>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65" name="Google Shape;3865;p80"/>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66" name="Google Shape;3866;p80"/>
          <p:cNvGrpSpPr/>
          <p:nvPr/>
        </p:nvGrpSpPr>
        <p:grpSpPr>
          <a:xfrm>
            <a:off x="3948605" y="971313"/>
            <a:ext cx="634656" cy="699982"/>
            <a:chOff x="5985650" y="2860025"/>
            <a:chExt cx="1396075" cy="1539775"/>
          </a:xfrm>
        </p:grpSpPr>
        <p:sp>
          <p:nvSpPr>
            <p:cNvPr id="3867" name="Google Shape;3867;p80"/>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80"/>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80"/>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80"/>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80"/>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80"/>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80"/>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80"/>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80"/>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80"/>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80"/>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80"/>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80"/>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80"/>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80"/>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80"/>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80"/>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80"/>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80"/>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80"/>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80"/>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80"/>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80"/>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80"/>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80"/>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80"/>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80"/>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80"/>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80"/>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80"/>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80"/>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80"/>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99" name="Google Shape;3899;p80"/>
          <p:cNvGrpSpPr/>
          <p:nvPr/>
        </p:nvGrpSpPr>
        <p:grpSpPr>
          <a:xfrm>
            <a:off x="4704254" y="971307"/>
            <a:ext cx="725845" cy="699975"/>
            <a:chOff x="4249973" y="1201875"/>
            <a:chExt cx="1958568" cy="1888762"/>
          </a:xfrm>
        </p:grpSpPr>
        <p:sp>
          <p:nvSpPr>
            <p:cNvPr id="3900" name="Google Shape;3900;p80"/>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901" name="Google Shape;3901;p80"/>
            <p:cNvGrpSpPr/>
            <p:nvPr/>
          </p:nvGrpSpPr>
          <p:grpSpPr>
            <a:xfrm>
              <a:off x="5853086" y="1789142"/>
              <a:ext cx="355454" cy="1048099"/>
              <a:chOff x="5576108" y="2016725"/>
              <a:chExt cx="565200" cy="1666560"/>
            </a:xfrm>
          </p:grpSpPr>
          <p:sp>
            <p:nvSpPr>
              <p:cNvPr id="3902" name="Google Shape;3902;p80"/>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3903" name="Google Shape;3903;p80"/>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04" name="Google Shape;3904;p80"/>
            <p:cNvGrpSpPr/>
            <p:nvPr/>
          </p:nvGrpSpPr>
          <p:grpSpPr>
            <a:xfrm>
              <a:off x="4869455" y="2691676"/>
              <a:ext cx="1013897" cy="398961"/>
              <a:chOff x="4012057" y="3451825"/>
              <a:chExt cx="1612175" cy="634379"/>
            </a:xfrm>
          </p:grpSpPr>
          <p:sp>
            <p:nvSpPr>
              <p:cNvPr id="3905" name="Google Shape;3905;p80"/>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3906" name="Google Shape;3906;p80"/>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07" name="Google Shape;3907;p80"/>
            <p:cNvGrpSpPr/>
            <p:nvPr/>
          </p:nvGrpSpPr>
          <p:grpSpPr>
            <a:xfrm>
              <a:off x="4276937" y="2155961"/>
              <a:ext cx="651965" cy="891358"/>
              <a:chOff x="3069908" y="2599997"/>
              <a:chExt cx="1036675" cy="1417328"/>
            </a:xfrm>
          </p:grpSpPr>
          <p:sp>
            <p:nvSpPr>
              <p:cNvPr id="3908" name="Google Shape;3908;p80"/>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3909" name="Google Shape;3909;p80"/>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10" name="Google Shape;3910;p80"/>
            <p:cNvGrpSpPr/>
            <p:nvPr/>
          </p:nvGrpSpPr>
          <p:grpSpPr>
            <a:xfrm>
              <a:off x="5054918" y="1201875"/>
              <a:ext cx="999548" cy="602711"/>
              <a:chOff x="4306958" y="1082925"/>
              <a:chExt cx="1589359" cy="958358"/>
            </a:xfrm>
          </p:grpSpPr>
          <p:sp>
            <p:nvSpPr>
              <p:cNvPr id="3911" name="Google Shape;3911;p80"/>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3912" name="Google Shape;3912;p80"/>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13" name="Google Shape;3913;p80"/>
            <p:cNvGrpSpPr/>
            <p:nvPr/>
          </p:nvGrpSpPr>
          <p:grpSpPr>
            <a:xfrm>
              <a:off x="4249973" y="1303451"/>
              <a:ext cx="799317" cy="841334"/>
              <a:chOff x="3027033" y="1244439"/>
              <a:chExt cx="1270977" cy="1337786"/>
            </a:xfrm>
          </p:grpSpPr>
          <p:sp>
            <p:nvSpPr>
              <p:cNvPr id="3914" name="Google Shape;3914;p80"/>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3915" name="Google Shape;3915;p80"/>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916" name="Google Shape;3916;p80"/>
          <p:cNvGrpSpPr/>
          <p:nvPr/>
        </p:nvGrpSpPr>
        <p:grpSpPr>
          <a:xfrm>
            <a:off x="4057119" y="1858087"/>
            <a:ext cx="750769" cy="683784"/>
            <a:chOff x="4204684" y="2104422"/>
            <a:chExt cx="699822" cy="637382"/>
          </a:xfrm>
        </p:grpSpPr>
        <p:grpSp>
          <p:nvGrpSpPr>
            <p:cNvPr id="3917" name="Google Shape;3917;p80"/>
            <p:cNvGrpSpPr/>
            <p:nvPr/>
          </p:nvGrpSpPr>
          <p:grpSpPr>
            <a:xfrm>
              <a:off x="4204684" y="2430067"/>
              <a:ext cx="342957" cy="311738"/>
              <a:chOff x="4204684" y="2430067"/>
              <a:chExt cx="342957" cy="311738"/>
            </a:xfrm>
          </p:grpSpPr>
          <p:sp>
            <p:nvSpPr>
              <p:cNvPr id="3918" name="Google Shape;3918;p80"/>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80"/>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20" name="Google Shape;3920;p80"/>
            <p:cNvGrpSpPr/>
            <p:nvPr/>
          </p:nvGrpSpPr>
          <p:grpSpPr>
            <a:xfrm>
              <a:off x="4561586" y="2430067"/>
              <a:ext cx="342920" cy="311738"/>
              <a:chOff x="4561586" y="2430067"/>
              <a:chExt cx="342920" cy="311738"/>
            </a:xfrm>
          </p:grpSpPr>
          <p:sp>
            <p:nvSpPr>
              <p:cNvPr id="3921" name="Google Shape;3921;p80"/>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80"/>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23" name="Google Shape;3923;p80"/>
            <p:cNvGrpSpPr/>
            <p:nvPr/>
          </p:nvGrpSpPr>
          <p:grpSpPr>
            <a:xfrm>
              <a:off x="4561586" y="2104422"/>
              <a:ext cx="342920" cy="311738"/>
              <a:chOff x="4561586" y="2104422"/>
              <a:chExt cx="342920" cy="311738"/>
            </a:xfrm>
          </p:grpSpPr>
          <p:sp>
            <p:nvSpPr>
              <p:cNvPr id="3924" name="Google Shape;3924;p80"/>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80"/>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26" name="Google Shape;3926;p80"/>
            <p:cNvGrpSpPr/>
            <p:nvPr/>
          </p:nvGrpSpPr>
          <p:grpSpPr>
            <a:xfrm>
              <a:off x="4204684" y="2104422"/>
              <a:ext cx="342957" cy="311664"/>
              <a:chOff x="4204684" y="2104422"/>
              <a:chExt cx="342957" cy="311664"/>
            </a:xfrm>
          </p:grpSpPr>
          <p:sp>
            <p:nvSpPr>
              <p:cNvPr id="3927" name="Google Shape;3927;p80"/>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80"/>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929" name="Google Shape;3929;p80"/>
          <p:cNvGrpSpPr/>
          <p:nvPr/>
        </p:nvGrpSpPr>
        <p:grpSpPr>
          <a:xfrm>
            <a:off x="5521552" y="971301"/>
            <a:ext cx="660591" cy="688867"/>
            <a:chOff x="5830645" y="1267368"/>
            <a:chExt cx="530340" cy="553040"/>
          </a:xfrm>
        </p:grpSpPr>
        <p:sp>
          <p:nvSpPr>
            <p:cNvPr id="3930" name="Google Shape;3930;p80"/>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931" name="Google Shape;3931;p80"/>
            <p:cNvGrpSpPr/>
            <p:nvPr/>
          </p:nvGrpSpPr>
          <p:grpSpPr>
            <a:xfrm>
              <a:off x="5830645" y="1267368"/>
              <a:ext cx="259743" cy="269909"/>
              <a:chOff x="5830645" y="1267368"/>
              <a:chExt cx="259743" cy="269909"/>
            </a:xfrm>
          </p:grpSpPr>
          <p:sp>
            <p:nvSpPr>
              <p:cNvPr id="3932" name="Google Shape;3932;p80"/>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80"/>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34" name="Google Shape;3934;p80"/>
            <p:cNvGrpSpPr/>
            <p:nvPr/>
          </p:nvGrpSpPr>
          <p:grpSpPr>
            <a:xfrm>
              <a:off x="6101293" y="1267368"/>
              <a:ext cx="259692" cy="269909"/>
              <a:chOff x="6101293" y="1267368"/>
              <a:chExt cx="259692" cy="269909"/>
            </a:xfrm>
          </p:grpSpPr>
          <p:sp>
            <p:nvSpPr>
              <p:cNvPr id="3935" name="Google Shape;3935;p80"/>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80"/>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37" name="Google Shape;3937;p80"/>
            <p:cNvGrpSpPr/>
            <p:nvPr/>
          </p:nvGrpSpPr>
          <p:grpSpPr>
            <a:xfrm>
              <a:off x="5830645" y="1550500"/>
              <a:ext cx="259692" cy="269909"/>
              <a:chOff x="5830645" y="1550500"/>
              <a:chExt cx="259692" cy="269909"/>
            </a:xfrm>
          </p:grpSpPr>
          <p:sp>
            <p:nvSpPr>
              <p:cNvPr id="3938" name="Google Shape;3938;p80"/>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80"/>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40" name="Google Shape;3940;p80"/>
            <p:cNvGrpSpPr/>
            <p:nvPr/>
          </p:nvGrpSpPr>
          <p:grpSpPr>
            <a:xfrm>
              <a:off x="6101293" y="1550500"/>
              <a:ext cx="259692" cy="269909"/>
              <a:chOff x="6101293" y="1550500"/>
              <a:chExt cx="259692" cy="269909"/>
            </a:xfrm>
          </p:grpSpPr>
          <p:sp>
            <p:nvSpPr>
              <p:cNvPr id="3941" name="Google Shape;3941;p80"/>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80"/>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943" name="Google Shape;3943;p80"/>
          <p:cNvGrpSpPr/>
          <p:nvPr/>
        </p:nvGrpSpPr>
        <p:grpSpPr>
          <a:xfrm>
            <a:off x="723705" y="1861761"/>
            <a:ext cx="697154" cy="679574"/>
            <a:chOff x="2679875" y="2361475"/>
            <a:chExt cx="780425" cy="760575"/>
          </a:xfrm>
        </p:grpSpPr>
        <p:sp>
          <p:nvSpPr>
            <p:cNvPr id="3944" name="Google Shape;3944;p80"/>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80"/>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80"/>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80"/>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80"/>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80"/>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50" name="Google Shape;3950;p80"/>
          <p:cNvGrpSpPr/>
          <p:nvPr/>
        </p:nvGrpSpPr>
        <p:grpSpPr>
          <a:xfrm>
            <a:off x="3122864" y="971353"/>
            <a:ext cx="735829" cy="684547"/>
            <a:chOff x="3351965" y="1148808"/>
            <a:chExt cx="750770" cy="698375"/>
          </a:xfrm>
        </p:grpSpPr>
        <p:grpSp>
          <p:nvGrpSpPr>
            <p:cNvPr id="3951" name="Google Shape;3951;p80"/>
            <p:cNvGrpSpPr/>
            <p:nvPr/>
          </p:nvGrpSpPr>
          <p:grpSpPr>
            <a:xfrm>
              <a:off x="3586796" y="1148808"/>
              <a:ext cx="294857" cy="286830"/>
              <a:chOff x="3750225" y="1774000"/>
              <a:chExt cx="149575" cy="145525"/>
            </a:xfrm>
          </p:grpSpPr>
          <p:sp>
            <p:nvSpPr>
              <p:cNvPr id="3952" name="Google Shape;3952;p80"/>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80"/>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54" name="Google Shape;3954;p80"/>
            <p:cNvGrpSpPr/>
            <p:nvPr/>
          </p:nvGrpSpPr>
          <p:grpSpPr>
            <a:xfrm>
              <a:off x="3779245" y="1375768"/>
              <a:ext cx="323490" cy="286978"/>
              <a:chOff x="3847850" y="1889150"/>
              <a:chExt cx="164100" cy="145600"/>
            </a:xfrm>
          </p:grpSpPr>
          <p:sp>
            <p:nvSpPr>
              <p:cNvPr id="3955" name="Google Shape;3955;p80"/>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80"/>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57" name="Google Shape;3957;p80"/>
            <p:cNvGrpSpPr/>
            <p:nvPr/>
          </p:nvGrpSpPr>
          <p:grpSpPr>
            <a:xfrm>
              <a:off x="3351965" y="1330435"/>
              <a:ext cx="295449" cy="285401"/>
              <a:chOff x="3631100" y="1866150"/>
              <a:chExt cx="149875" cy="144800"/>
            </a:xfrm>
          </p:grpSpPr>
          <p:sp>
            <p:nvSpPr>
              <p:cNvPr id="3958" name="Google Shape;3958;p80"/>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80"/>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60" name="Google Shape;3960;p80"/>
            <p:cNvGrpSpPr/>
            <p:nvPr/>
          </p:nvGrpSpPr>
          <p:grpSpPr>
            <a:xfrm>
              <a:off x="3548208" y="1560352"/>
              <a:ext cx="294808" cy="286830"/>
              <a:chOff x="3730650" y="1982800"/>
              <a:chExt cx="149550" cy="145525"/>
            </a:xfrm>
          </p:grpSpPr>
          <p:sp>
            <p:nvSpPr>
              <p:cNvPr id="3961" name="Google Shape;3961;p80"/>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80"/>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963" name="Google Shape;3963;p80"/>
          <p:cNvGrpSpPr/>
          <p:nvPr/>
        </p:nvGrpSpPr>
        <p:grpSpPr>
          <a:xfrm>
            <a:off x="7624517" y="971307"/>
            <a:ext cx="804565" cy="677795"/>
            <a:chOff x="7636443" y="1204988"/>
            <a:chExt cx="804565" cy="677795"/>
          </a:xfrm>
        </p:grpSpPr>
        <p:grpSp>
          <p:nvGrpSpPr>
            <p:cNvPr id="3964" name="Google Shape;3964;p80"/>
            <p:cNvGrpSpPr/>
            <p:nvPr/>
          </p:nvGrpSpPr>
          <p:grpSpPr>
            <a:xfrm>
              <a:off x="7636443" y="1509705"/>
              <a:ext cx="804565" cy="373078"/>
              <a:chOff x="7636443" y="1509705"/>
              <a:chExt cx="804565" cy="373078"/>
            </a:xfrm>
          </p:grpSpPr>
          <p:sp>
            <p:nvSpPr>
              <p:cNvPr id="3965" name="Google Shape;3965;p80"/>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80"/>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67" name="Google Shape;3967;p80"/>
            <p:cNvGrpSpPr/>
            <p:nvPr/>
          </p:nvGrpSpPr>
          <p:grpSpPr>
            <a:xfrm>
              <a:off x="7636443" y="1408133"/>
              <a:ext cx="804565" cy="373078"/>
              <a:chOff x="7636443" y="1408133"/>
              <a:chExt cx="804565" cy="373078"/>
            </a:xfrm>
          </p:grpSpPr>
          <p:sp>
            <p:nvSpPr>
              <p:cNvPr id="3968" name="Google Shape;3968;p80"/>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80"/>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70" name="Google Shape;3970;p80"/>
            <p:cNvGrpSpPr/>
            <p:nvPr/>
          </p:nvGrpSpPr>
          <p:grpSpPr>
            <a:xfrm>
              <a:off x="7636443" y="1306560"/>
              <a:ext cx="804565" cy="373078"/>
              <a:chOff x="7636443" y="1306560"/>
              <a:chExt cx="804565" cy="373078"/>
            </a:xfrm>
          </p:grpSpPr>
          <p:sp>
            <p:nvSpPr>
              <p:cNvPr id="3971" name="Google Shape;3971;p80"/>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80"/>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73" name="Google Shape;3973;p80"/>
            <p:cNvGrpSpPr/>
            <p:nvPr/>
          </p:nvGrpSpPr>
          <p:grpSpPr>
            <a:xfrm>
              <a:off x="7636443" y="1204988"/>
              <a:ext cx="804565" cy="373078"/>
              <a:chOff x="7636443" y="1204988"/>
              <a:chExt cx="804565" cy="373078"/>
            </a:xfrm>
          </p:grpSpPr>
          <p:sp>
            <p:nvSpPr>
              <p:cNvPr id="3974" name="Google Shape;3974;p80"/>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80"/>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976" name="Google Shape;3976;p80"/>
          <p:cNvGrpSpPr/>
          <p:nvPr/>
        </p:nvGrpSpPr>
        <p:grpSpPr>
          <a:xfrm>
            <a:off x="4963363" y="1878721"/>
            <a:ext cx="661339" cy="661188"/>
            <a:chOff x="3990000" y="975400"/>
            <a:chExt cx="3934200" cy="3933300"/>
          </a:xfrm>
        </p:grpSpPr>
        <p:sp>
          <p:nvSpPr>
            <p:cNvPr id="3977" name="Google Shape;3977;p80"/>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80"/>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80"/>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80"/>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81" name="Google Shape;3981;p80"/>
          <p:cNvGrpSpPr/>
          <p:nvPr/>
        </p:nvGrpSpPr>
        <p:grpSpPr>
          <a:xfrm>
            <a:off x="6607011" y="1857359"/>
            <a:ext cx="868881" cy="684241"/>
            <a:chOff x="6598259" y="2078634"/>
            <a:chExt cx="868881" cy="684241"/>
          </a:xfrm>
        </p:grpSpPr>
        <p:sp>
          <p:nvSpPr>
            <p:cNvPr id="3982" name="Google Shape;3982;p80"/>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80"/>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80"/>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80"/>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80"/>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80"/>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988" name="Google Shape;3988;p80"/>
            <p:cNvGrpSpPr/>
            <p:nvPr/>
          </p:nvGrpSpPr>
          <p:grpSpPr>
            <a:xfrm>
              <a:off x="6808175" y="2078634"/>
              <a:ext cx="452229" cy="684241"/>
              <a:chOff x="6808175" y="2078634"/>
              <a:chExt cx="452229" cy="684241"/>
            </a:xfrm>
          </p:grpSpPr>
          <p:sp>
            <p:nvSpPr>
              <p:cNvPr id="3989" name="Google Shape;3989;p80"/>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80"/>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80"/>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80"/>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80"/>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80"/>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995" name="Google Shape;3995;p80"/>
              <p:cNvGrpSpPr/>
              <p:nvPr/>
            </p:nvGrpSpPr>
            <p:grpSpPr>
              <a:xfrm>
                <a:off x="6821586" y="2078634"/>
                <a:ext cx="426871" cy="684241"/>
                <a:chOff x="6821586" y="2078634"/>
                <a:chExt cx="426871" cy="684241"/>
              </a:xfrm>
            </p:grpSpPr>
            <p:grpSp>
              <p:nvGrpSpPr>
                <p:cNvPr id="3996" name="Google Shape;3996;p80"/>
                <p:cNvGrpSpPr/>
                <p:nvPr/>
              </p:nvGrpSpPr>
              <p:grpSpPr>
                <a:xfrm>
                  <a:off x="6821586" y="2078634"/>
                  <a:ext cx="426871" cy="684241"/>
                  <a:chOff x="6821586" y="2078634"/>
                  <a:chExt cx="426871" cy="684241"/>
                </a:xfrm>
              </p:grpSpPr>
              <p:sp>
                <p:nvSpPr>
                  <p:cNvPr id="3997" name="Google Shape;3997;p80"/>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80"/>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80"/>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80"/>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80"/>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80"/>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80"/>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80"/>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80"/>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80"/>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80"/>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80"/>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80"/>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80"/>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80"/>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80"/>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80"/>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80"/>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80"/>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16" name="Google Shape;4016;p80"/>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80"/>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80"/>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80"/>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80"/>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80"/>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022" name="Google Shape;4022;p80"/>
          <p:cNvGrpSpPr/>
          <p:nvPr/>
        </p:nvGrpSpPr>
        <p:grpSpPr>
          <a:xfrm>
            <a:off x="716994" y="3531369"/>
            <a:ext cx="1340789" cy="640830"/>
            <a:chOff x="238125" y="1151100"/>
            <a:chExt cx="7139450" cy="3412300"/>
          </a:xfrm>
        </p:grpSpPr>
        <p:sp>
          <p:nvSpPr>
            <p:cNvPr id="4023" name="Google Shape;4023;p80"/>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80"/>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80"/>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80"/>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80"/>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80"/>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80"/>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80"/>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80"/>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80"/>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80"/>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80"/>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35" name="Google Shape;4035;p80"/>
          <p:cNvGrpSpPr/>
          <p:nvPr/>
        </p:nvGrpSpPr>
        <p:grpSpPr>
          <a:xfrm>
            <a:off x="5584217" y="2734650"/>
            <a:ext cx="985357" cy="585764"/>
            <a:chOff x="5145061" y="2881789"/>
            <a:chExt cx="1107641" cy="658458"/>
          </a:xfrm>
        </p:grpSpPr>
        <p:grpSp>
          <p:nvGrpSpPr>
            <p:cNvPr id="4036" name="Google Shape;4036;p80"/>
            <p:cNvGrpSpPr/>
            <p:nvPr/>
          </p:nvGrpSpPr>
          <p:grpSpPr>
            <a:xfrm>
              <a:off x="5722989" y="3244587"/>
              <a:ext cx="529713" cy="295659"/>
              <a:chOff x="5722989" y="3244587"/>
              <a:chExt cx="529713" cy="295659"/>
            </a:xfrm>
          </p:grpSpPr>
          <p:sp>
            <p:nvSpPr>
              <p:cNvPr id="4037" name="Google Shape;4037;p80"/>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4038" name="Google Shape;4038;p80"/>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4039" name="Google Shape;4039;p80"/>
            <p:cNvGrpSpPr/>
            <p:nvPr/>
          </p:nvGrpSpPr>
          <p:grpSpPr>
            <a:xfrm>
              <a:off x="5145061" y="3244587"/>
              <a:ext cx="536807" cy="295659"/>
              <a:chOff x="5145061" y="3244587"/>
              <a:chExt cx="536807" cy="295659"/>
            </a:xfrm>
          </p:grpSpPr>
          <p:sp>
            <p:nvSpPr>
              <p:cNvPr id="4040" name="Google Shape;4040;p80"/>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4041" name="Google Shape;4041;p80"/>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4042" name="Google Shape;4042;p80"/>
            <p:cNvGrpSpPr/>
            <p:nvPr/>
          </p:nvGrpSpPr>
          <p:grpSpPr>
            <a:xfrm>
              <a:off x="5341327" y="2898245"/>
              <a:ext cx="532309" cy="614891"/>
              <a:chOff x="5341327" y="2898245"/>
              <a:chExt cx="532309" cy="614891"/>
            </a:xfrm>
          </p:grpSpPr>
          <p:sp>
            <p:nvSpPr>
              <p:cNvPr id="4043" name="Google Shape;4043;p80"/>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4044" name="Google Shape;4044;p80"/>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4045" name="Google Shape;4045;p80"/>
            <p:cNvGrpSpPr/>
            <p:nvPr/>
          </p:nvGrpSpPr>
          <p:grpSpPr>
            <a:xfrm>
              <a:off x="5532290" y="2881789"/>
              <a:ext cx="620516" cy="305456"/>
              <a:chOff x="5532290" y="2881789"/>
              <a:chExt cx="620516" cy="305456"/>
            </a:xfrm>
          </p:grpSpPr>
          <p:sp>
            <p:nvSpPr>
              <p:cNvPr id="4046" name="Google Shape;4046;p80"/>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4047" name="Google Shape;4047;p80"/>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4048" name="Google Shape;4048;p80"/>
          <p:cNvGrpSpPr/>
          <p:nvPr/>
        </p:nvGrpSpPr>
        <p:grpSpPr>
          <a:xfrm>
            <a:off x="8163140" y="3526708"/>
            <a:ext cx="269068" cy="645491"/>
            <a:chOff x="7026852" y="3311869"/>
            <a:chExt cx="434331" cy="1041954"/>
          </a:xfrm>
        </p:grpSpPr>
        <p:sp>
          <p:nvSpPr>
            <p:cNvPr id="4049" name="Google Shape;4049;p80"/>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80"/>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80"/>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52" name="Google Shape;4052;p80"/>
          <p:cNvGrpSpPr/>
          <p:nvPr/>
        </p:nvGrpSpPr>
        <p:grpSpPr>
          <a:xfrm>
            <a:off x="6179721" y="3565945"/>
            <a:ext cx="293882" cy="293836"/>
            <a:chOff x="4873519" y="3311869"/>
            <a:chExt cx="499374" cy="499296"/>
          </a:xfrm>
        </p:grpSpPr>
        <p:sp>
          <p:nvSpPr>
            <p:cNvPr id="4053" name="Google Shape;4053;p80"/>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80"/>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55" name="Google Shape;4055;p80"/>
          <p:cNvGrpSpPr/>
          <p:nvPr/>
        </p:nvGrpSpPr>
        <p:grpSpPr>
          <a:xfrm>
            <a:off x="6179721" y="3878317"/>
            <a:ext cx="293882" cy="293882"/>
            <a:chOff x="4873519" y="3875839"/>
            <a:chExt cx="499374" cy="499374"/>
          </a:xfrm>
        </p:grpSpPr>
        <p:sp>
          <p:nvSpPr>
            <p:cNvPr id="4056" name="Google Shape;4056;p80"/>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80"/>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58" name="Google Shape;4058;p80"/>
          <p:cNvGrpSpPr/>
          <p:nvPr/>
        </p:nvGrpSpPr>
        <p:grpSpPr>
          <a:xfrm>
            <a:off x="2410248" y="1850269"/>
            <a:ext cx="698104" cy="698208"/>
            <a:chOff x="2565073" y="2075876"/>
            <a:chExt cx="672482" cy="672518"/>
          </a:xfrm>
        </p:grpSpPr>
        <p:sp>
          <p:nvSpPr>
            <p:cNvPr id="4059" name="Google Shape;4059;p80"/>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80"/>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80"/>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80"/>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80"/>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80"/>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65" name="Google Shape;4065;p80"/>
          <p:cNvGrpSpPr/>
          <p:nvPr/>
        </p:nvGrpSpPr>
        <p:grpSpPr>
          <a:xfrm>
            <a:off x="5633660" y="3534870"/>
            <a:ext cx="438354" cy="637329"/>
            <a:chOff x="1697726" y="3244179"/>
            <a:chExt cx="788124" cy="1146069"/>
          </a:xfrm>
        </p:grpSpPr>
        <p:sp>
          <p:nvSpPr>
            <p:cNvPr id="4066" name="Google Shape;4066;p80"/>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80"/>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68" name="Google Shape;4068;p80"/>
          <p:cNvSpPr/>
          <p:nvPr/>
        </p:nvSpPr>
        <p:spPr>
          <a:xfrm>
            <a:off x="8130919" y="342265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069" name="Google Shape;4069;p80"/>
          <p:cNvGrpSpPr/>
          <p:nvPr/>
        </p:nvGrpSpPr>
        <p:grpSpPr>
          <a:xfrm>
            <a:off x="7634874" y="1863232"/>
            <a:ext cx="799565" cy="670282"/>
            <a:chOff x="7617850" y="2063282"/>
            <a:chExt cx="799565" cy="670282"/>
          </a:xfrm>
        </p:grpSpPr>
        <p:cxnSp>
          <p:nvCxnSpPr>
            <p:cNvPr id="4070" name="Google Shape;4070;p80"/>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4071" name="Google Shape;4071;p80"/>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4072" name="Google Shape;4072;p80"/>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4073" name="Google Shape;4073;p80"/>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4074" name="Google Shape;4074;p80"/>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4075" name="Google Shape;4075;p80"/>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4076" name="Google Shape;4076;p80"/>
            <p:cNvGrpSpPr/>
            <p:nvPr/>
          </p:nvGrpSpPr>
          <p:grpSpPr>
            <a:xfrm>
              <a:off x="7734309" y="2063282"/>
              <a:ext cx="570957" cy="620095"/>
              <a:chOff x="7734309" y="2063282"/>
              <a:chExt cx="570957" cy="620095"/>
            </a:xfrm>
          </p:grpSpPr>
          <p:grpSp>
            <p:nvGrpSpPr>
              <p:cNvPr id="4077" name="Google Shape;4077;p80"/>
              <p:cNvGrpSpPr/>
              <p:nvPr/>
            </p:nvGrpSpPr>
            <p:grpSpPr>
              <a:xfrm>
                <a:off x="8031573" y="2063282"/>
                <a:ext cx="273693" cy="620095"/>
                <a:chOff x="8031573" y="2063282"/>
                <a:chExt cx="273693" cy="620095"/>
              </a:xfrm>
            </p:grpSpPr>
            <p:sp>
              <p:nvSpPr>
                <p:cNvPr id="4078" name="Google Shape;4078;p80"/>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80"/>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80"/>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80"/>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82" name="Google Shape;4082;p80"/>
              <p:cNvGrpSpPr/>
              <p:nvPr/>
            </p:nvGrpSpPr>
            <p:grpSpPr>
              <a:xfrm flipH="1">
                <a:off x="7734309" y="2063282"/>
                <a:ext cx="273693" cy="620095"/>
                <a:chOff x="8031573" y="2063282"/>
                <a:chExt cx="273693" cy="620095"/>
              </a:xfrm>
            </p:grpSpPr>
            <p:sp>
              <p:nvSpPr>
                <p:cNvPr id="4083" name="Google Shape;4083;p80"/>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80"/>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80"/>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80"/>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4087" name="Google Shape;4087;p80"/>
          <p:cNvSpPr/>
          <p:nvPr/>
        </p:nvSpPr>
        <p:spPr>
          <a:xfrm>
            <a:off x="7095128" y="355532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80"/>
          <p:cNvSpPr/>
          <p:nvPr/>
        </p:nvSpPr>
        <p:spPr>
          <a:xfrm rot="10800000">
            <a:off x="6581310" y="355273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089" name="Google Shape;4089;p80"/>
          <p:cNvGrpSpPr/>
          <p:nvPr/>
        </p:nvGrpSpPr>
        <p:grpSpPr>
          <a:xfrm>
            <a:off x="7821480" y="2716716"/>
            <a:ext cx="602567" cy="601884"/>
            <a:chOff x="1186975" y="238125"/>
            <a:chExt cx="5244275" cy="5238325"/>
          </a:xfrm>
        </p:grpSpPr>
        <p:sp>
          <p:nvSpPr>
            <p:cNvPr id="4090" name="Google Shape;4090;p80"/>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80"/>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80"/>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80"/>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94" name="Google Shape;4094;p80"/>
          <p:cNvGrpSpPr/>
          <p:nvPr/>
        </p:nvGrpSpPr>
        <p:grpSpPr>
          <a:xfrm>
            <a:off x="3264218" y="1856199"/>
            <a:ext cx="651848" cy="687338"/>
            <a:chOff x="3400515" y="2056248"/>
            <a:chExt cx="698134" cy="735987"/>
          </a:xfrm>
        </p:grpSpPr>
        <p:grpSp>
          <p:nvGrpSpPr>
            <p:cNvPr id="4095" name="Google Shape;4095;p80"/>
            <p:cNvGrpSpPr/>
            <p:nvPr/>
          </p:nvGrpSpPr>
          <p:grpSpPr>
            <a:xfrm>
              <a:off x="3400515" y="2283913"/>
              <a:ext cx="312919" cy="219900"/>
              <a:chOff x="3400515" y="2283913"/>
              <a:chExt cx="312919" cy="219900"/>
            </a:xfrm>
          </p:grpSpPr>
          <p:sp>
            <p:nvSpPr>
              <p:cNvPr id="4096" name="Google Shape;4096;p80"/>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4097" name="Google Shape;4097;p80"/>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4098" name="Google Shape;4098;p80"/>
            <p:cNvGrpSpPr/>
            <p:nvPr/>
          </p:nvGrpSpPr>
          <p:grpSpPr>
            <a:xfrm>
              <a:off x="3547823" y="2461089"/>
              <a:ext cx="219900" cy="331146"/>
              <a:chOff x="3547823" y="2461089"/>
              <a:chExt cx="219900" cy="331146"/>
            </a:xfrm>
          </p:grpSpPr>
          <p:sp>
            <p:nvSpPr>
              <p:cNvPr id="4099" name="Google Shape;4099;p80"/>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4100" name="Google Shape;4100;p80"/>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4101" name="Google Shape;4101;p80"/>
            <p:cNvGrpSpPr/>
            <p:nvPr/>
          </p:nvGrpSpPr>
          <p:grpSpPr>
            <a:xfrm>
              <a:off x="3734138" y="2461089"/>
              <a:ext cx="219900" cy="331146"/>
              <a:chOff x="3734138" y="2461089"/>
              <a:chExt cx="219900" cy="331146"/>
            </a:xfrm>
          </p:grpSpPr>
          <p:sp>
            <p:nvSpPr>
              <p:cNvPr id="4102" name="Google Shape;4102;p80"/>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4103" name="Google Shape;4103;p80"/>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4104" name="Google Shape;4104;p80"/>
            <p:cNvGrpSpPr/>
            <p:nvPr/>
          </p:nvGrpSpPr>
          <p:grpSpPr>
            <a:xfrm>
              <a:off x="3787560" y="2281742"/>
              <a:ext cx="311089" cy="219900"/>
              <a:chOff x="3787560" y="2281742"/>
              <a:chExt cx="311089" cy="219900"/>
            </a:xfrm>
          </p:grpSpPr>
          <p:sp>
            <p:nvSpPr>
              <p:cNvPr id="4105" name="Google Shape;4105;p80"/>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4106" name="Google Shape;4106;p80"/>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4107" name="Google Shape;4107;p80"/>
            <p:cNvGrpSpPr/>
            <p:nvPr/>
          </p:nvGrpSpPr>
          <p:grpSpPr>
            <a:xfrm>
              <a:off x="3637290" y="2056248"/>
              <a:ext cx="219900" cy="330736"/>
              <a:chOff x="3637290" y="2056248"/>
              <a:chExt cx="219900" cy="330736"/>
            </a:xfrm>
          </p:grpSpPr>
          <p:sp>
            <p:nvSpPr>
              <p:cNvPr id="4108" name="Google Shape;4108;p80"/>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4109" name="Google Shape;4109;p80"/>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4110" name="Google Shape;4110;p80"/>
          <p:cNvGrpSpPr/>
          <p:nvPr/>
        </p:nvGrpSpPr>
        <p:grpSpPr>
          <a:xfrm>
            <a:off x="2555923" y="2726206"/>
            <a:ext cx="1268144" cy="592394"/>
            <a:chOff x="238125" y="1188750"/>
            <a:chExt cx="7140450" cy="3335550"/>
          </a:xfrm>
        </p:grpSpPr>
        <p:sp>
          <p:nvSpPr>
            <p:cNvPr id="4111" name="Google Shape;4111;p80"/>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80"/>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80"/>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80"/>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80"/>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16" name="Google Shape;4116;p80"/>
          <p:cNvGrpSpPr/>
          <p:nvPr/>
        </p:nvGrpSpPr>
        <p:grpSpPr>
          <a:xfrm>
            <a:off x="6663824" y="2728360"/>
            <a:ext cx="1053944" cy="590147"/>
            <a:chOff x="238125" y="1335475"/>
            <a:chExt cx="5418735" cy="3034175"/>
          </a:xfrm>
        </p:grpSpPr>
        <p:sp>
          <p:nvSpPr>
            <p:cNvPr id="4117" name="Google Shape;4117;p80"/>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80"/>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80"/>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20" name="Google Shape;4120;p80"/>
          <p:cNvGrpSpPr/>
          <p:nvPr/>
        </p:nvGrpSpPr>
        <p:grpSpPr>
          <a:xfrm>
            <a:off x="4094633" y="3533260"/>
            <a:ext cx="1268207" cy="638939"/>
            <a:chOff x="3967651" y="3645904"/>
            <a:chExt cx="1479304" cy="745292"/>
          </a:xfrm>
        </p:grpSpPr>
        <p:grpSp>
          <p:nvGrpSpPr>
            <p:cNvPr id="4121" name="Google Shape;4121;p80"/>
            <p:cNvGrpSpPr/>
            <p:nvPr/>
          </p:nvGrpSpPr>
          <p:grpSpPr>
            <a:xfrm>
              <a:off x="3967651" y="4009026"/>
              <a:ext cx="1479304" cy="382170"/>
              <a:chOff x="3967651" y="4009026"/>
              <a:chExt cx="1479304" cy="382170"/>
            </a:xfrm>
          </p:grpSpPr>
          <p:grpSp>
            <p:nvGrpSpPr>
              <p:cNvPr id="4122" name="Google Shape;4122;p80"/>
              <p:cNvGrpSpPr/>
              <p:nvPr/>
            </p:nvGrpSpPr>
            <p:grpSpPr>
              <a:xfrm>
                <a:off x="4892216" y="4195630"/>
                <a:ext cx="554739" cy="195566"/>
                <a:chOff x="3604375" y="4892160"/>
                <a:chExt cx="1651500" cy="582215"/>
              </a:xfrm>
            </p:grpSpPr>
            <p:sp>
              <p:nvSpPr>
                <p:cNvPr id="4123" name="Google Shape;4123;p80"/>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80"/>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25" name="Google Shape;4125;p80"/>
              <p:cNvGrpSpPr/>
              <p:nvPr/>
            </p:nvGrpSpPr>
            <p:grpSpPr>
              <a:xfrm>
                <a:off x="3967651" y="4146303"/>
                <a:ext cx="579402" cy="244893"/>
                <a:chOff x="851875" y="4745310"/>
                <a:chExt cx="1724925" cy="729065"/>
              </a:xfrm>
            </p:grpSpPr>
            <p:sp>
              <p:nvSpPr>
                <p:cNvPr id="4126" name="Google Shape;4126;p80"/>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80"/>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28" name="Google Shape;4128;p80"/>
              <p:cNvGrpSpPr/>
              <p:nvPr/>
            </p:nvGrpSpPr>
            <p:grpSpPr>
              <a:xfrm>
                <a:off x="4460753" y="4009026"/>
                <a:ext cx="493110" cy="382170"/>
                <a:chOff x="2319875" y="4336625"/>
                <a:chExt cx="1468025" cy="1137750"/>
              </a:xfrm>
            </p:grpSpPr>
            <p:sp>
              <p:nvSpPr>
                <p:cNvPr id="4129" name="Google Shape;4129;p80"/>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80"/>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131" name="Google Shape;4131;p80"/>
            <p:cNvGrpSpPr/>
            <p:nvPr/>
          </p:nvGrpSpPr>
          <p:grpSpPr>
            <a:xfrm>
              <a:off x="4479443" y="3645904"/>
              <a:ext cx="455965" cy="388789"/>
              <a:chOff x="2957425" y="238100"/>
              <a:chExt cx="1910200" cy="1628775"/>
            </a:xfrm>
          </p:grpSpPr>
          <p:sp>
            <p:nvSpPr>
              <p:cNvPr id="4132" name="Google Shape;4132;p80"/>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80"/>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80"/>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80"/>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80"/>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80"/>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80"/>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80"/>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80"/>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80"/>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142" name="Google Shape;4142;p80"/>
          <p:cNvGrpSpPr/>
          <p:nvPr/>
        </p:nvGrpSpPr>
        <p:grpSpPr>
          <a:xfrm>
            <a:off x="2480746" y="3534460"/>
            <a:ext cx="1243128" cy="637739"/>
            <a:chOff x="2496310" y="3693351"/>
            <a:chExt cx="1342906" cy="688926"/>
          </a:xfrm>
        </p:grpSpPr>
        <p:grpSp>
          <p:nvGrpSpPr>
            <p:cNvPr id="4143" name="Google Shape;4143;p80"/>
            <p:cNvGrpSpPr/>
            <p:nvPr/>
          </p:nvGrpSpPr>
          <p:grpSpPr>
            <a:xfrm>
              <a:off x="2496310" y="3693351"/>
              <a:ext cx="1342906" cy="688875"/>
              <a:chOff x="2496310" y="3693351"/>
              <a:chExt cx="1342906" cy="688875"/>
            </a:xfrm>
          </p:grpSpPr>
          <p:sp>
            <p:nvSpPr>
              <p:cNvPr id="4144" name="Google Shape;4144;p80"/>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80"/>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80"/>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80"/>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80"/>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80"/>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150" name="Google Shape;4150;p80"/>
              <p:cNvCxnSpPr>
                <a:stCxn id="4148"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4151" name="Google Shape;4151;p80"/>
              <p:cNvCxnSpPr>
                <a:stCxn id="4145"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4152" name="Google Shape;4152;p80"/>
              <p:cNvCxnSpPr>
                <a:stCxn id="4146"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4153" name="Google Shape;4153;p80"/>
              <p:cNvCxnSpPr>
                <a:stCxn id="4149"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4154" name="Google Shape;4154;p80"/>
              <p:cNvCxnSpPr>
                <a:stCxn id="4147"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4155" name="Google Shape;4155;p80"/>
            <p:cNvGrpSpPr/>
            <p:nvPr/>
          </p:nvGrpSpPr>
          <p:grpSpPr>
            <a:xfrm>
              <a:off x="2675275" y="3930557"/>
              <a:ext cx="1003306" cy="451719"/>
              <a:chOff x="2675275" y="4174282"/>
              <a:chExt cx="1003306" cy="451719"/>
            </a:xfrm>
          </p:grpSpPr>
          <p:sp>
            <p:nvSpPr>
              <p:cNvPr id="4156" name="Google Shape;4156;p80"/>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80"/>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80"/>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159" name="Google Shape;4159;p80"/>
          <p:cNvGrpSpPr/>
          <p:nvPr/>
        </p:nvGrpSpPr>
        <p:grpSpPr>
          <a:xfrm>
            <a:off x="1654417" y="971307"/>
            <a:ext cx="574511" cy="874709"/>
            <a:chOff x="1715404" y="1112080"/>
            <a:chExt cx="642270" cy="977984"/>
          </a:xfrm>
        </p:grpSpPr>
        <p:grpSp>
          <p:nvGrpSpPr>
            <p:cNvPr id="4160" name="Google Shape;4160;p80"/>
            <p:cNvGrpSpPr/>
            <p:nvPr/>
          </p:nvGrpSpPr>
          <p:grpSpPr>
            <a:xfrm>
              <a:off x="1715404" y="1112080"/>
              <a:ext cx="642270" cy="977984"/>
              <a:chOff x="1715404" y="1112080"/>
              <a:chExt cx="642270" cy="977984"/>
            </a:xfrm>
          </p:grpSpPr>
          <p:sp>
            <p:nvSpPr>
              <p:cNvPr id="4161" name="Google Shape;4161;p80"/>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80"/>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63" name="Google Shape;4163;p80"/>
            <p:cNvGrpSpPr/>
            <p:nvPr/>
          </p:nvGrpSpPr>
          <p:grpSpPr>
            <a:xfrm>
              <a:off x="1768927" y="1165603"/>
              <a:ext cx="535225" cy="851367"/>
              <a:chOff x="1768927" y="1165603"/>
              <a:chExt cx="535225" cy="851367"/>
            </a:xfrm>
          </p:grpSpPr>
          <p:sp>
            <p:nvSpPr>
              <p:cNvPr id="4164" name="Google Shape;4164;p80"/>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80"/>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66" name="Google Shape;4166;p80"/>
            <p:cNvGrpSpPr/>
            <p:nvPr/>
          </p:nvGrpSpPr>
          <p:grpSpPr>
            <a:xfrm>
              <a:off x="1822449" y="1219125"/>
              <a:ext cx="428180" cy="718859"/>
              <a:chOff x="1822449" y="1219125"/>
              <a:chExt cx="428180" cy="718859"/>
            </a:xfrm>
          </p:grpSpPr>
          <p:sp>
            <p:nvSpPr>
              <p:cNvPr id="4167" name="Google Shape;4167;p80"/>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80"/>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69" name="Google Shape;4169;p80"/>
            <p:cNvGrpSpPr/>
            <p:nvPr/>
          </p:nvGrpSpPr>
          <p:grpSpPr>
            <a:xfrm>
              <a:off x="1875972" y="1272648"/>
              <a:ext cx="321135" cy="586939"/>
              <a:chOff x="1875972" y="1272648"/>
              <a:chExt cx="321135" cy="586939"/>
            </a:xfrm>
          </p:grpSpPr>
          <p:sp>
            <p:nvSpPr>
              <p:cNvPr id="4170" name="Google Shape;4170;p80"/>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80"/>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172" name="Google Shape;4172;p80"/>
          <p:cNvGrpSpPr/>
          <p:nvPr/>
        </p:nvGrpSpPr>
        <p:grpSpPr>
          <a:xfrm>
            <a:off x="7761578" y="3528028"/>
            <a:ext cx="293855" cy="644170"/>
            <a:chOff x="241025" y="3151575"/>
            <a:chExt cx="293855" cy="644170"/>
          </a:xfrm>
        </p:grpSpPr>
        <p:sp>
          <p:nvSpPr>
            <p:cNvPr id="4173" name="Google Shape;4173;p80"/>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80"/>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75" name="Google Shape;4175;p80"/>
          <p:cNvGrpSpPr/>
          <p:nvPr/>
        </p:nvGrpSpPr>
        <p:grpSpPr>
          <a:xfrm>
            <a:off x="709562" y="2728028"/>
            <a:ext cx="1779649" cy="591620"/>
            <a:chOff x="246070" y="1983375"/>
            <a:chExt cx="1855347" cy="616849"/>
          </a:xfrm>
        </p:grpSpPr>
        <p:sp>
          <p:nvSpPr>
            <p:cNvPr id="4176" name="Google Shape;4176;p80"/>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80"/>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80"/>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80"/>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80"/>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80"/>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80"/>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80"/>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80"/>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85" name="Google Shape;4185;p80"/>
          <p:cNvGrpSpPr/>
          <p:nvPr/>
        </p:nvGrpSpPr>
        <p:grpSpPr>
          <a:xfrm>
            <a:off x="2320428" y="971307"/>
            <a:ext cx="711055" cy="745993"/>
            <a:chOff x="2496269" y="1171698"/>
            <a:chExt cx="761953" cy="799392"/>
          </a:xfrm>
        </p:grpSpPr>
        <p:grpSp>
          <p:nvGrpSpPr>
            <p:cNvPr id="4186" name="Google Shape;4186;p80"/>
            <p:cNvGrpSpPr/>
            <p:nvPr/>
          </p:nvGrpSpPr>
          <p:grpSpPr>
            <a:xfrm>
              <a:off x="2496269" y="1171698"/>
              <a:ext cx="761953" cy="723022"/>
              <a:chOff x="2496269" y="1171698"/>
              <a:chExt cx="761953" cy="723022"/>
            </a:xfrm>
          </p:grpSpPr>
          <p:sp>
            <p:nvSpPr>
              <p:cNvPr id="4187" name="Google Shape;4187;p80"/>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80"/>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89" name="Google Shape;4189;p80"/>
              <p:cNvGrpSpPr/>
              <p:nvPr/>
            </p:nvGrpSpPr>
            <p:grpSpPr>
              <a:xfrm>
                <a:off x="2496269" y="1171698"/>
                <a:ext cx="761953" cy="723022"/>
                <a:chOff x="2496269" y="1120652"/>
                <a:chExt cx="761953" cy="723022"/>
              </a:xfrm>
            </p:grpSpPr>
            <p:grpSp>
              <p:nvGrpSpPr>
                <p:cNvPr id="4190" name="Google Shape;4190;p80"/>
                <p:cNvGrpSpPr/>
                <p:nvPr/>
              </p:nvGrpSpPr>
              <p:grpSpPr>
                <a:xfrm>
                  <a:off x="2496269" y="1120652"/>
                  <a:ext cx="761953" cy="723022"/>
                  <a:chOff x="2496269" y="1120652"/>
                  <a:chExt cx="761953" cy="723022"/>
                </a:xfrm>
              </p:grpSpPr>
              <p:grpSp>
                <p:nvGrpSpPr>
                  <p:cNvPr id="4191" name="Google Shape;4191;p80"/>
                  <p:cNvGrpSpPr/>
                  <p:nvPr/>
                </p:nvGrpSpPr>
                <p:grpSpPr>
                  <a:xfrm>
                    <a:off x="2496269" y="1304589"/>
                    <a:ext cx="407089" cy="305057"/>
                    <a:chOff x="2496269" y="1304589"/>
                    <a:chExt cx="407089" cy="305057"/>
                  </a:xfrm>
                </p:grpSpPr>
                <p:sp>
                  <p:nvSpPr>
                    <p:cNvPr id="4192" name="Google Shape;4192;p80"/>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80"/>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4" name="Google Shape;4194;p80"/>
                  <p:cNvGrpSpPr/>
                  <p:nvPr/>
                </p:nvGrpSpPr>
                <p:grpSpPr>
                  <a:xfrm>
                    <a:off x="2586468" y="1493376"/>
                    <a:ext cx="358850" cy="349656"/>
                    <a:chOff x="2586468" y="1493376"/>
                    <a:chExt cx="358850" cy="349656"/>
                  </a:xfrm>
                </p:grpSpPr>
                <p:sp>
                  <p:nvSpPr>
                    <p:cNvPr id="4195" name="Google Shape;4195;p80"/>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80"/>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7" name="Google Shape;4197;p80"/>
                  <p:cNvGrpSpPr/>
                  <p:nvPr/>
                </p:nvGrpSpPr>
                <p:grpSpPr>
                  <a:xfrm>
                    <a:off x="2807939" y="1494024"/>
                    <a:ext cx="358857" cy="349650"/>
                    <a:chOff x="2807939" y="1494024"/>
                    <a:chExt cx="358857" cy="349650"/>
                  </a:xfrm>
                </p:grpSpPr>
                <p:sp>
                  <p:nvSpPr>
                    <p:cNvPr id="4198" name="Google Shape;4198;p80"/>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80"/>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00" name="Google Shape;4200;p80"/>
                  <p:cNvGrpSpPr/>
                  <p:nvPr/>
                </p:nvGrpSpPr>
                <p:grpSpPr>
                  <a:xfrm>
                    <a:off x="2851133" y="1305635"/>
                    <a:ext cx="407089" cy="305057"/>
                    <a:chOff x="2851133" y="1305635"/>
                    <a:chExt cx="407089" cy="305057"/>
                  </a:xfrm>
                </p:grpSpPr>
                <p:sp>
                  <p:nvSpPr>
                    <p:cNvPr id="4201" name="Google Shape;4201;p80"/>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80"/>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03" name="Google Shape;4203;p80"/>
                  <p:cNvGrpSpPr/>
                  <p:nvPr/>
                </p:nvGrpSpPr>
                <p:grpSpPr>
                  <a:xfrm>
                    <a:off x="2727495" y="1120652"/>
                    <a:ext cx="300271" cy="396358"/>
                    <a:chOff x="2727495" y="1120652"/>
                    <a:chExt cx="300271" cy="396358"/>
                  </a:xfrm>
                </p:grpSpPr>
                <p:sp>
                  <p:nvSpPr>
                    <p:cNvPr id="4204" name="Google Shape;4204;p80"/>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80"/>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206" name="Google Shape;4206;p80"/>
                <p:cNvGrpSpPr/>
                <p:nvPr/>
              </p:nvGrpSpPr>
              <p:grpSpPr>
                <a:xfrm>
                  <a:off x="2722305" y="1350460"/>
                  <a:ext cx="308357" cy="308344"/>
                  <a:chOff x="2722305" y="1350460"/>
                  <a:chExt cx="308357" cy="308344"/>
                </a:xfrm>
              </p:grpSpPr>
              <p:sp>
                <p:nvSpPr>
                  <p:cNvPr id="4207" name="Google Shape;4207;p80"/>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08" name="Google Shape;4208;p80"/>
                  <p:cNvGrpSpPr/>
                  <p:nvPr/>
                </p:nvGrpSpPr>
                <p:grpSpPr>
                  <a:xfrm>
                    <a:off x="2725064" y="1364529"/>
                    <a:ext cx="297954" cy="280182"/>
                    <a:chOff x="2725064" y="1364529"/>
                    <a:chExt cx="297954" cy="280182"/>
                  </a:xfrm>
                </p:grpSpPr>
                <p:sp>
                  <p:nvSpPr>
                    <p:cNvPr id="4209" name="Google Shape;4209;p80"/>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80"/>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80"/>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80"/>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80"/>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4214" name="Google Shape;4214;p80"/>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80"/>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80"/>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80"/>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80"/>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19" name="Google Shape;4219;p80"/>
          <p:cNvGrpSpPr/>
          <p:nvPr/>
        </p:nvGrpSpPr>
        <p:grpSpPr>
          <a:xfrm>
            <a:off x="3909129" y="2727412"/>
            <a:ext cx="1569144" cy="591015"/>
            <a:chOff x="3820100" y="3023049"/>
            <a:chExt cx="1303926" cy="491162"/>
          </a:xfrm>
        </p:grpSpPr>
        <p:grpSp>
          <p:nvGrpSpPr>
            <p:cNvPr id="4220" name="Google Shape;4220;p80"/>
            <p:cNvGrpSpPr/>
            <p:nvPr/>
          </p:nvGrpSpPr>
          <p:grpSpPr>
            <a:xfrm>
              <a:off x="3820100" y="3023072"/>
              <a:ext cx="1303926" cy="491139"/>
              <a:chOff x="3820100" y="3023072"/>
              <a:chExt cx="1303926" cy="491139"/>
            </a:xfrm>
          </p:grpSpPr>
          <p:sp>
            <p:nvSpPr>
              <p:cNvPr id="4221" name="Google Shape;4221;p80"/>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80"/>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23" name="Google Shape;4223;p80"/>
            <p:cNvGrpSpPr/>
            <p:nvPr/>
          </p:nvGrpSpPr>
          <p:grpSpPr>
            <a:xfrm>
              <a:off x="4132439" y="3023645"/>
              <a:ext cx="393633" cy="177096"/>
              <a:chOff x="4132439" y="3023645"/>
              <a:chExt cx="393633" cy="177096"/>
            </a:xfrm>
          </p:grpSpPr>
          <p:sp>
            <p:nvSpPr>
              <p:cNvPr id="4224" name="Google Shape;4224;p80"/>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80"/>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26" name="Google Shape;4226;p80"/>
            <p:cNvGrpSpPr/>
            <p:nvPr/>
          </p:nvGrpSpPr>
          <p:grpSpPr>
            <a:xfrm>
              <a:off x="3921811" y="3023049"/>
              <a:ext cx="1002397" cy="388943"/>
              <a:chOff x="3921811" y="3023049"/>
              <a:chExt cx="1002397" cy="388943"/>
            </a:xfrm>
          </p:grpSpPr>
          <p:sp>
            <p:nvSpPr>
              <p:cNvPr id="4227" name="Google Shape;4227;p80"/>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80"/>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29" name="Google Shape;4229;p80"/>
            <p:cNvGrpSpPr/>
            <p:nvPr/>
          </p:nvGrpSpPr>
          <p:grpSpPr>
            <a:xfrm>
              <a:off x="4023645" y="3023049"/>
              <a:ext cx="683032" cy="286722"/>
              <a:chOff x="4023645" y="3023049"/>
              <a:chExt cx="683032" cy="286722"/>
            </a:xfrm>
          </p:grpSpPr>
          <p:sp>
            <p:nvSpPr>
              <p:cNvPr id="4230" name="Google Shape;4230;p80"/>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80"/>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232" name="Google Shape;4232;p80"/>
          <p:cNvGrpSpPr/>
          <p:nvPr/>
        </p:nvGrpSpPr>
        <p:grpSpPr>
          <a:xfrm>
            <a:off x="1541251" y="1854258"/>
            <a:ext cx="713522" cy="688025"/>
            <a:chOff x="1706078" y="2092648"/>
            <a:chExt cx="660913" cy="637296"/>
          </a:xfrm>
        </p:grpSpPr>
        <p:sp>
          <p:nvSpPr>
            <p:cNvPr id="4233" name="Google Shape;4233;p80"/>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34" name="Google Shape;4234;p80"/>
            <p:cNvGrpSpPr/>
            <p:nvPr/>
          </p:nvGrpSpPr>
          <p:grpSpPr>
            <a:xfrm>
              <a:off x="1706078" y="2092648"/>
              <a:ext cx="660913" cy="575241"/>
              <a:chOff x="1706078" y="2092648"/>
              <a:chExt cx="660913" cy="575241"/>
            </a:xfrm>
          </p:grpSpPr>
          <p:sp>
            <p:nvSpPr>
              <p:cNvPr id="4235" name="Google Shape;4235;p80"/>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80"/>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80"/>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238" name="Google Shape;4238;p80"/>
          <p:cNvGrpSpPr/>
          <p:nvPr/>
        </p:nvGrpSpPr>
        <p:grpSpPr>
          <a:xfrm>
            <a:off x="6303109" y="971806"/>
            <a:ext cx="1317459" cy="684168"/>
            <a:chOff x="238125" y="999450"/>
            <a:chExt cx="7140700" cy="3708225"/>
          </a:xfrm>
        </p:grpSpPr>
        <p:sp>
          <p:nvSpPr>
            <p:cNvPr id="4239" name="Google Shape;4239;p80"/>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80"/>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80"/>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80"/>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80"/>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80"/>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80"/>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80"/>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80"/>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Shape 4251"/>
        <p:cNvGrpSpPr/>
        <p:nvPr/>
      </p:nvGrpSpPr>
      <p:grpSpPr>
        <a:xfrm>
          <a:off x="0" y="0"/>
          <a:ext cx="0" cy="0"/>
          <a:chOff x="0" y="0"/>
          <a:chExt cx="0" cy="0"/>
        </a:xfrm>
      </p:grpSpPr>
      <p:grpSp>
        <p:nvGrpSpPr>
          <p:cNvPr id="4252" name="Google Shape;4252;p81"/>
          <p:cNvGrpSpPr/>
          <p:nvPr/>
        </p:nvGrpSpPr>
        <p:grpSpPr>
          <a:xfrm>
            <a:off x="717027" y="967622"/>
            <a:ext cx="1636117" cy="1526144"/>
            <a:chOff x="729238" y="1179665"/>
            <a:chExt cx="1636117" cy="1526144"/>
          </a:xfrm>
        </p:grpSpPr>
        <p:grpSp>
          <p:nvGrpSpPr>
            <p:cNvPr id="4253" name="Google Shape;4253;p81"/>
            <p:cNvGrpSpPr/>
            <p:nvPr/>
          </p:nvGrpSpPr>
          <p:grpSpPr>
            <a:xfrm>
              <a:off x="729238" y="1179665"/>
              <a:ext cx="80700" cy="1526144"/>
              <a:chOff x="729238" y="1179665"/>
              <a:chExt cx="80700" cy="1526144"/>
            </a:xfrm>
          </p:grpSpPr>
          <p:sp>
            <p:nvSpPr>
              <p:cNvPr id="4254" name="Google Shape;4254;p81"/>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81"/>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81"/>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81"/>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81"/>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81"/>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81"/>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81"/>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81"/>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81"/>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64" name="Google Shape;4264;p81"/>
            <p:cNvGrpSpPr/>
            <p:nvPr/>
          </p:nvGrpSpPr>
          <p:grpSpPr>
            <a:xfrm>
              <a:off x="903098" y="1179665"/>
              <a:ext cx="80700" cy="1526144"/>
              <a:chOff x="903098" y="1179665"/>
              <a:chExt cx="80700" cy="1526144"/>
            </a:xfrm>
          </p:grpSpPr>
          <p:sp>
            <p:nvSpPr>
              <p:cNvPr id="4265" name="Google Shape;4265;p81"/>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81"/>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81"/>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81"/>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81"/>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81"/>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81"/>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81"/>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81"/>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81"/>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75" name="Google Shape;4275;p81"/>
            <p:cNvGrpSpPr/>
            <p:nvPr/>
          </p:nvGrpSpPr>
          <p:grpSpPr>
            <a:xfrm>
              <a:off x="1076958" y="1179665"/>
              <a:ext cx="80700" cy="1526144"/>
              <a:chOff x="1076958" y="1179665"/>
              <a:chExt cx="80700" cy="1526144"/>
            </a:xfrm>
          </p:grpSpPr>
          <p:sp>
            <p:nvSpPr>
              <p:cNvPr id="4276" name="Google Shape;4276;p81"/>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81"/>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81"/>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81"/>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81"/>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81"/>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81"/>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81"/>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81"/>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81"/>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86" name="Google Shape;4286;p81"/>
            <p:cNvGrpSpPr/>
            <p:nvPr/>
          </p:nvGrpSpPr>
          <p:grpSpPr>
            <a:xfrm>
              <a:off x="1247707" y="1179665"/>
              <a:ext cx="80700" cy="1526144"/>
              <a:chOff x="1247707" y="1179665"/>
              <a:chExt cx="80700" cy="1526144"/>
            </a:xfrm>
          </p:grpSpPr>
          <p:sp>
            <p:nvSpPr>
              <p:cNvPr id="4287" name="Google Shape;4287;p81"/>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81"/>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81"/>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81"/>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81"/>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81"/>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81"/>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81"/>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81"/>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81"/>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97" name="Google Shape;4297;p81"/>
            <p:cNvGrpSpPr/>
            <p:nvPr/>
          </p:nvGrpSpPr>
          <p:grpSpPr>
            <a:xfrm>
              <a:off x="1421567" y="1179665"/>
              <a:ext cx="80700" cy="1526144"/>
              <a:chOff x="1421567" y="1179665"/>
              <a:chExt cx="80700" cy="1526144"/>
            </a:xfrm>
          </p:grpSpPr>
          <p:sp>
            <p:nvSpPr>
              <p:cNvPr id="4298" name="Google Shape;4298;p81"/>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81"/>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81"/>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81"/>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81"/>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81"/>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81"/>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81"/>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81"/>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81"/>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08" name="Google Shape;4308;p81"/>
            <p:cNvGrpSpPr/>
            <p:nvPr/>
          </p:nvGrpSpPr>
          <p:grpSpPr>
            <a:xfrm>
              <a:off x="1592327" y="1179665"/>
              <a:ext cx="80700" cy="1526144"/>
              <a:chOff x="1592327" y="1179665"/>
              <a:chExt cx="80700" cy="1526144"/>
            </a:xfrm>
          </p:grpSpPr>
          <p:sp>
            <p:nvSpPr>
              <p:cNvPr id="4309" name="Google Shape;4309;p81"/>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81"/>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81"/>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81"/>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81"/>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81"/>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81"/>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81"/>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81"/>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81"/>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19" name="Google Shape;4319;p81"/>
            <p:cNvGrpSpPr/>
            <p:nvPr/>
          </p:nvGrpSpPr>
          <p:grpSpPr>
            <a:xfrm>
              <a:off x="1766187" y="1179665"/>
              <a:ext cx="80700" cy="1526144"/>
              <a:chOff x="1766187" y="1179665"/>
              <a:chExt cx="80700" cy="1526144"/>
            </a:xfrm>
          </p:grpSpPr>
          <p:sp>
            <p:nvSpPr>
              <p:cNvPr id="4320" name="Google Shape;4320;p81"/>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81"/>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81"/>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81"/>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81"/>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81"/>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81"/>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81"/>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81"/>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81"/>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30" name="Google Shape;4330;p81"/>
            <p:cNvGrpSpPr/>
            <p:nvPr/>
          </p:nvGrpSpPr>
          <p:grpSpPr>
            <a:xfrm>
              <a:off x="1936935" y="1179665"/>
              <a:ext cx="80700" cy="1526144"/>
              <a:chOff x="1936935" y="1179665"/>
              <a:chExt cx="80700" cy="1526144"/>
            </a:xfrm>
          </p:grpSpPr>
          <p:sp>
            <p:nvSpPr>
              <p:cNvPr id="4331" name="Google Shape;4331;p81"/>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81"/>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81"/>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81"/>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81"/>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81"/>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81"/>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81"/>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81"/>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81"/>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41" name="Google Shape;4341;p81"/>
            <p:cNvGrpSpPr/>
            <p:nvPr/>
          </p:nvGrpSpPr>
          <p:grpSpPr>
            <a:xfrm>
              <a:off x="2110795" y="1179665"/>
              <a:ext cx="80700" cy="1526144"/>
              <a:chOff x="2110795" y="1179665"/>
              <a:chExt cx="80700" cy="1526144"/>
            </a:xfrm>
          </p:grpSpPr>
          <p:sp>
            <p:nvSpPr>
              <p:cNvPr id="4342" name="Google Shape;4342;p81"/>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81"/>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81"/>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81"/>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81"/>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81"/>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81"/>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81"/>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81"/>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81"/>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52" name="Google Shape;4352;p81"/>
            <p:cNvGrpSpPr/>
            <p:nvPr/>
          </p:nvGrpSpPr>
          <p:grpSpPr>
            <a:xfrm>
              <a:off x="2284655" y="1179665"/>
              <a:ext cx="80700" cy="1526144"/>
              <a:chOff x="2284655" y="1179665"/>
              <a:chExt cx="80700" cy="1526144"/>
            </a:xfrm>
          </p:grpSpPr>
          <p:sp>
            <p:nvSpPr>
              <p:cNvPr id="4353" name="Google Shape;4353;p81"/>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81"/>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81"/>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81"/>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81"/>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81"/>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81"/>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81"/>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81"/>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81"/>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363" name="Google Shape;4363;p81"/>
          <p:cNvGrpSpPr/>
          <p:nvPr/>
        </p:nvGrpSpPr>
        <p:grpSpPr>
          <a:xfrm>
            <a:off x="2611693" y="986760"/>
            <a:ext cx="1364248" cy="1102133"/>
            <a:chOff x="2623904" y="1198803"/>
            <a:chExt cx="1364248" cy="1102133"/>
          </a:xfrm>
        </p:grpSpPr>
        <p:grpSp>
          <p:nvGrpSpPr>
            <p:cNvPr id="4364" name="Google Shape;4364;p81"/>
            <p:cNvGrpSpPr/>
            <p:nvPr/>
          </p:nvGrpSpPr>
          <p:grpSpPr>
            <a:xfrm>
              <a:off x="2623907" y="1198803"/>
              <a:ext cx="1364245" cy="273000"/>
              <a:chOff x="2623907" y="1198803"/>
              <a:chExt cx="1364245" cy="273000"/>
            </a:xfrm>
          </p:grpSpPr>
          <p:sp>
            <p:nvSpPr>
              <p:cNvPr id="4365" name="Google Shape;4365;p81"/>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81"/>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81"/>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81"/>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81"/>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70" name="Google Shape;4370;p81"/>
            <p:cNvGrpSpPr/>
            <p:nvPr/>
          </p:nvGrpSpPr>
          <p:grpSpPr>
            <a:xfrm>
              <a:off x="2623904" y="1476964"/>
              <a:ext cx="1364245" cy="273000"/>
              <a:chOff x="2623904" y="1476964"/>
              <a:chExt cx="1364245" cy="273000"/>
            </a:xfrm>
          </p:grpSpPr>
          <p:sp>
            <p:nvSpPr>
              <p:cNvPr id="4371" name="Google Shape;4371;p81"/>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81"/>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81"/>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81"/>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81"/>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76" name="Google Shape;4376;p81"/>
            <p:cNvGrpSpPr/>
            <p:nvPr/>
          </p:nvGrpSpPr>
          <p:grpSpPr>
            <a:xfrm>
              <a:off x="2623907" y="1749775"/>
              <a:ext cx="1364245" cy="273000"/>
              <a:chOff x="2623907" y="1749775"/>
              <a:chExt cx="1364245" cy="273000"/>
            </a:xfrm>
          </p:grpSpPr>
          <p:sp>
            <p:nvSpPr>
              <p:cNvPr id="4377" name="Google Shape;4377;p81"/>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81"/>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81"/>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81"/>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81"/>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82" name="Google Shape;4382;p81"/>
            <p:cNvGrpSpPr/>
            <p:nvPr/>
          </p:nvGrpSpPr>
          <p:grpSpPr>
            <a:xfrm>
              <a:off x="2623904" y="2027936"/>
              <a:ext cx="1364245" cy="273000"/>
              <a:chOff x="2623904" y="2027936"/>
              <a:chExt cx="1364245" cy="273000"/>
            </a:xfrm>
          </p:grpSpPr>
          <p:sp>
            <p:nvSpPr>
              <p:cNvPr id="4383" name="Google Shape;4383;p81"/>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81"/>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81"/>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81"/>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81"/>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388" name="Google Shape;4388;p81"/>
          <p:cNvGrpSpPr/>
          <p:nvPr/>
        </p:nvGrpSpPr>
        <p:grpSpPr>
          <a:xfrm>
            <a:off x="2601154" y="2445833"/>
            <a:ext cx="1387541" cy="159124"/>
            <a:chOff x="3200660" y="2180272"/>
            <a:chExt cx="2563824" cy="378237"/>
          </a:xfrm>
        </p:grpSpPr>
        <p:sp>
          <p:nvSpPr>
            <p:cNvPr id="4389" name="Google Shape;4389;p81"/>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81"/>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81"/>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81"/>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81"/>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81"/>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81"/>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81"/>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81"/>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81"/>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81"/>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81"/>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81"/>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81"/>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81"/>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81"/>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81"/>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81"/>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07" name="Google Shape;4407;p81"/>
          <p:cNvGrpSpPr/>
          <p:nvPr/>
        </p:nvGrpSpPr>
        <p:grpSpPr>
          <a:xfrm>
            <a:off x="2597679" y="2723597"/>
            <a:ext cx="1390502" cy="159625"/>
            <a:chOff x="3530150" y="2790075"/>
            <a:chExt cx="1962600" cy="225300"/>
          </a:xfrm>
        </p:grpSpPr>
        <p:sp>
          <p:nvSpPr>
            <p:cNvPr id="4408" name="Google Shape;4408;p81"/>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81"/>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10" name="Google Shape;4410;p81"/>
          <p:cNvGrpSpPr/>
          <p:nvPr/>
        </p:nvGrpSpPr>
        <p:grpSpPr>
          <a:xfrm>
            <a:off x="2597736" y="3001862"/>
            <a:ext cx="1411629" cy="154175"/>
            <a:chOff x="3558802" y="4011244"/>
            <a:chExt cx="1866000" cy="111600"/>
          </a:xfrm>
        </p:grpSpPr>
        <p:sp>
          <p:nvSpPr>
            <p:cNvPr id="4411" name="Google Shape;4411;p81"/>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81"/>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13" name="Google Shape;4413;p81"/>
          <p:cNvGrpSpPr/>
          <p:nvPr/>
        </p:nvGrpSpPr>
        <p:grpSpPr>
          <a:xfrm>
            <a:off x="2598024" y="2207432"/>
            <a:ext cx="1383503" cy="119761"/>
            <a:chOff x="3465975" y="2270258"/>
            <a:chExt cx="1986364" cy="171947"/>
          </a:xfrm>
        </p:grpSpPr>
        <p:sp>
          <p:nvSpPr>
            <p:cNvPr id="4414" name="Google Shape;4414;p81"/>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81"/>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81"/>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81"/>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81"/>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81"/>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81"/>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81"/>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22" name="Google Shape;4422;p81"/>
          <p:cNvGrpSpPr/>
          <p:nvPr/>
        </p:nvGrpSpPr>
        <p:grpSpPr>
          <a:xfrm>
            <a:off x="2609031" y="3571205"/>
            <a:ext cx="1369531" cy="195460"/>
            <a:chOff x="723300" y="4253549"/>
            <a:chExt cx="2276482" cy="324900"/>
          </a:xfrm>
        </p:grpSpPr>
        <p:sp>
          <p:nvSpPr>
            <p:cNvPr id="4423" name="Google Shape;4423;p81"/>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81"/>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81"/>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81"/>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81"/>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28" name="Google Shape;4428;p81"/>
          <p:cNvGrpSpPr/>
          <p:nvPr/>
        </p:nvGrpSpPr>
        <p:grpSpPr>
          <a:xfrm>
            <a:off x="2598592" y="3272446"/>
            <a:ext cx="1389066" cy="180119"/>
            <a:chOff x="705948" y="3788465"/>
            <a:chExt cx="2308953" cy="299400"/>
          </a:xfrm>
        </p:grpSpPr>
        <p:sp>
          <p:nvSpPr>
            <p:cNvPr id="4429" name="Google Shape;4429;p81"/>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81"/>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81"/>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81"/>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81"/>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34" name="Google Shape;4434;p81"/>
          <p:cNvGrpSpPr/>
          <p:nvPr/>
        </p:nvGrpSpPr>
        <p:grpSpPr>
          <a:xfrm>
            <a:off x="4195583" y="1876400"/>
            <a:ext cx="1433821" cy="191501"/>
            <a:chOff x="4273350" y="2088443"/>
            <a:chExt cx="1433821" cy="191501"/>
          </a:xfrm>
        </p:grpSpPr>
        <p:grpSp>
          <p:nvGrpSpPr>
            <p:cNvPr id="4435" name="Google Shape;4435;p81"/>
            <p:cNvGrpSpPr/>
            <p:nvPr/>
          </p:nvGrpSpPr>
          <p:grpSpPr>
            <a:xfrm>
              <a:off x="4273350" y="2088443"/>
              <a:ext cx="1433821" cy="0"/>
              <a:chOff x="5224975" y="2962250"/>
              <a:chExt cx="1544400" cy="0"/>
            </a:xfrm>
          </p:grpSpPr>
          <p:cxnSp>
            <p:nvCxnSpPr>
              <p:cNvPr id="4436" name="Google Shape;4436;p81"/>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4437" name="Google Shape;4437;p81"/>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4438" name="Google Shape;4438;p81"/>
            <p:cNvGrpSpPr/>
            <p:nvPr/>
          </p:nvGrpSpPr>
          <p:grpSpPr>
            <a:xfrm>
              <a:off x="4273350" y="2279944"/>
              <a:ext cx="1433821" cy="0"/>
              <a:chOff x="5224975" y="2962250"/>
              <a:chExt cx="1544400" cy="0"/>
            </a:xfrm>
          </p:grpSpPr>
          <p:cxnSp>
            <p:nvCxnSpPr>
              <p:cNvPr id="4439" name="Google Shape;4439;p81"/>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4440" name="Google Shape;4440;p81"/>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4441" name="Google Shape;4441;p81"/>
          <p:cNvGrpSpPr/>
          <p:nvPr/>
        </p:nvGrpSpPr>
        <p:grpSpPr>
          <a:xfrm>
            <a:off x="2646529" y="3885304"/>
            <a:ext cx="1304609" cy="294074"/>
            <a:chOff x="2658741" y="4097347"/>
            <a:chExt cx="1304609" cy="294074"/>
          </a:xfrm>
        </p:grpSpPr>
        <p:grpSp>
          <p:nvGrpSpPr>
            <p:cNvPr id="4442" name="Google Shape;4442;p81"/>
            <p:cNvGrpSpPr/>
            <p:nvPr/>
          </p:nvGrpSpPr>
          <p:grpSpPr>
            <a:xfrm>
              <a:off x="2658741" y="4097347"/>
              <a:ext cx="118572" cy="294074"/>
              <a:chOff x="3343310" y="4475555"/>
              <a:chExt cx="127717" cy="316753"/>
            </a:xfrm>
          </p:grpSpPr>
          <p:sp>
            <p:nvSpPr>
              <p:cNvPr id="4443" name="Google Shape;4443;p81"/>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81"/>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45" name="Google Shape;4445;p81"/>
            <p:cNvGrpSpPr/>
            <p:nvPr/>
          </p:nvGrpSpPr>
          <p:grpSpPr>
            <a:xfrm>
              <a:off x="3815519" y="4098388"/>
              <a:ext cx="147831" cy="291991"/>
              <a:chOff x="3527539" y="4476677"/>
              <a:chExt cx="159232" cy="314510"/>
            </a:xfrm>
          </p:grpSpPr>
          <p:sp>
            <p:nvSpPr>
              <p:cNvPr id="4446" name="Google Shape;4446;p81"/>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81"/>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48" name="Google Shape;4448;p81"/>
            <p:cNvGrpSpPr/>
            <p:nvPr/>
          </p:nvGrpSpPr>
          <p:grpSpPr>
            <a:xfrm>
              <a:off x="3511696" y="4098388"/>
              <a:ext cx="147831" cy="291991"/>
              <a:chOff x="3527539" y="4476677"/>
              <a:chExt cx="159232" cy="314510"/>
            </a:xfrm>
          </p:grpSpPr>
          <p:sp>
            <p:nvSpPr>
              <p:cNvPr id="4449" name="Google Shape;4449;p81"/>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81"/>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51" name="Google Shape;4451;p81"/>
            <p:cNvGrpSpPr/>
            <p:nvPr/>
          </p:nvGrpSpPr>
          <p:grpSpPr>
            <a:xfrm>
              <a:off x="3207874" y="4098388"/>
              <a:ext cx="147831" cy="291991"/>
              <a:chOff x="3527539" y="4476677"/>
              <a:chExt cx="159232" cy="314510"/>
            </a:xfrm>
          </p:grpSpPr>
          <p:sp>
            <p:nvSpPr>
              <p:cNvPr id="4452" name="Google Shape;4452;p81"/>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81"/>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54" name="Google Shape;4454;p81"/>
            <p:cNvGrpSpPr/>
            <p:nvPr/>
          </p:nvGrpSpPr>
          <p:grpSpPr>
            <a:xfrm>
              <a:off x="2933305" y="4097347"/>
              <a:ext cx="118572" cy="294074"/>
              <a:chOff x="3343310" y="4475555"/>
              <a:chExt cx="127717" cy="316753"/>
            </a:xfrm>
          </p:grpSpPr>
          <p:sp>
            <p:nvSpPr>
              <p:cNvPr id="4455" name="Google Shape;4455;p81"/>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81"/>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57" name="Google Shape;4457;p81"/>
          <p:cNvGrpSpPr/>
          <p:nvPr/>
        </p:nvGrpSpPr>
        <p:grpSpPr>
          <a:xfrm>
            <a:off x="4197138" y="963998"/>
            <a:ext cx="1430711" cy="751237"/>
            <a:chOff x="5159450" y="1919950"/>
            <a:chExt cx="1541050" cy="862500"/>
          </a:xfrm>
        </p:grpSpPr>
        <p:sp>
          <p:nvSpPr>
            <p:cNvPr id="4458" name="Google Shape;4458;p81"/>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sp>
        <p:grpSp>
          <p:nvGrpSpPr>
            <p:cNvPr id="4459" name="Google Shape;4459;p81"/>
            <p:cNvGrpSpPr/>
            <p:nvPr/>
          </p:nvGrpSpPr>
          <p:grpSpPr>
            <a:xfrm>
              <a:off x="5159450" y="1919950"/>
              <a:ext cx="1541050" cy="862500"/>
              <a:chOff x="5159450" y="1919950"/>
              <a:chExt cx="1541050" cy="862500"/>
            </a:xfrm>
          </p:grpSpPr>
          <p:cxnSp>
            <p:nvCxnSpPr>
              <p:cNvPr id="4460" name="Google Shape;4460;p81"/>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4461" name="Google Shape;4461;p81"/>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4462" name="Google Shape;4462;p81"/>
          <p:cNvGrpSpPr/>
          <p:nvPr/>
        </p:nvGrpSpPr>
        <p:grpSpPr>
          <a:xfrm>
            <a:off x="4245275" y="2227768"/>
            <a:ext cx="1334436" cy="967914"/>
            <a:chOff x="4294923" y="2439811"/>
            <a:chExt cx="1334436" cy="967914"/>
          </a:xfrm>
        </p:grpSpPr>
        <p:grpSp>
          <p:nvGrpSpPr>
            <p:cNvPr id="4463" name="Google Shape;4463;p81"/>
            <p:cNvGrpSpPr/>
            <p:nvPr/>
          </p:nvGrpSpPr>
          <p:grpSpPr>
            <a:xfrm>
              <a:off x="4960455" y="2469658"/>
              <a:ext cx="668904" cy="885524"/>
              <a:chOff x="4960455" y="2469658"/>
              <a:chExt cx="668904" cy="885524"/>
            </a:xfrm>
          </p:grpSpPr>
          <p:sp>
            <p:nvSpPr>
              <p:cNvPr id="4464" name="Google Shape;4464;p81"/>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81"/>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81"/>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81"/>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81"/>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81"/>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70" name="Google Shape;4470;p81"/>
            <p:cNvGrpSpPr/>
            <p:nvPr/>
          </p:nvGrpSpPr>
          <p:grpSpPr>
            <a:xfrm>
              <a:off x="4294923" y="2469658"/>
              <a:ext cx="668951" cy="885524"/>
              <a:chOff x="4294923" y="2469658"/>
              <a:chExt cx="668951" cy="885524"/>
            </a:xfrm>
          </p:grpSpPr>
          <p:sp>
            <p:nvSpPr>
              <p:cNvPr id="4471" name="Google Shape;4471;p81"/>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81"/>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81"/>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81"/>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81"/>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81"/>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77" name="Google Shape;4477;p81"/>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78" name="Google Shape;4478;p81"/>
          <p:cNvGrpSpPr/>
          <p:nvPr/>
        </p:nvGrpSpPr>
        <p:grpSpPr>
          <a:xfrm>
            <a:off x="4231478" y="3282213"/>
            <a:ext cx="1430949" cy="897289"/>
            <a:chOff x="4351371" y="3547942"/>
            <a:chExt cx="1345130" cy="843475"/>
          </a:xfrm>
        </p:grpSpPr>
        <p:grpSp>
          <p:nvGrpSpPr>
            <p:cNvPr id="4479" name="Google Shape;4479;p81"/>
            <p:cNvGrpSpPr/>
            <p:nvPr/>
          </p:nvGrpSpPr>
          <p:grpSpPr>
            <a:xfrm>
              <a:off x="4351371" y="4209917"/>
              <a:ext cx="1345130" cy="181500"/>
              <a:chOff x="4351371" y="4209917"/>
              <a:chExt cx="1345130" cy="181500"/>
            </a:xfrm>
          </p:grpSpPr>
          <p:sp>
            <p:nvSpPr>
              <p:cNvPr id="4480" name="Google Shape;4480;p81"/>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481" name="Google Shape;4481;p81"/>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4482" name="Google Shape;4482;p81"/>
            <p:cNvGrpSpPr/>
            <p:nvPr/>
          </p:nvGrpSpPr>
          <p:grpSpPr>
            <a:xfrm>
              <a:off x="4403010" y="3985221"/>
              <a:ext cx="1109518" cy="181500"/>
              <a:chOff x="4403010" y="3985221"/>
              <a:chExt cx="1109518" cy="181500"/>
            </a:xfrm>
          </p:grpSpPr>
          <p:sp>
            <p:nvSpPr>
              <p:cNvPr id="4483" name="Google Shape;4483;p81"/>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484" name="Google Shape;4484;p81"/>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4485" name="Google Shape;4485;p81"/>
            <p:cNvGrpSpPr/>
            <p:nvPr/>
          </p:nvGrpSpPr>
          <p:grpSpPr>
            <a:xfrm>
              <a:off x="4618704" y="3766582"/>
              <a:ext cx="807858" cy="181500"/>
              <a:chOff x="4618704" y="3766582"/>
              <a:chExt cx="807858" cy="181500"/>
            </a:xfrm>
          </p:grpSpPr>
          <p:sp>
            <p:nvSpPr>
              <p:cNvPr id="4486" name="Google Shape;4486;p81"/>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487" name="Google Shape;4487;p81"/>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4488" name="Google Shape;4488;p81"/>
            <p:cNvGrpSpPr/>
            <p:nvPr/>
          </p:nvGrpSpPr>
          <p:grpSpPr>
            <a:xfrm>
              <a:off x="4735238" y="3547942"/>
              <a:ext cx="462839" cy="181500"/>
              <a:chOff x="4735238" y="3547942"/>
              <a:chExt cx="462839" cy="181500"/>
            </a:xfrm>
          </p:grpSpPr>
          <p:sp>
            <p:nvSpPr>
              <p:cNvPr id="4489" name="Google Shape;4489;p81"/>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490" name="Google Shape;4490;p81"/>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4491" name="Google Shape;4491;p81"/>
          <p:cNvGrpSpPr/>
          <p:nvPr/>
        </p:nvGrpSpPr>
        <p:grpSpPr>
          <a:xfrm>
            <a:off x="7407836" y="2217537"/>
            <a:ext cx="1020955" cy="928853"/>
            <a:chOff x="926675" y="238125"/>
            <a:chExt cx="5755100" cy="5232975"/>
          </a:xfrm>
        </p:grpSpPr>
        <p:sp>
          <p:nvSpPr>
            <p:cNvPr id="4492" name="Google Shape;4492;p81"/>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81"/>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81"/>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81"/>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96" name="Google Shape;4496;p81"/>
          <p:cNvGrpSpPr/>
          <p:nvPr/>
        </p:nvGrpSpPr>
        <p:grpSpPr>
          <a:xfrm>
            <a:off x="715210" y="2616272"/>
            <a:ext cx="1695374" cy="1560837"/>
            <a:chOff x="727421" y="2828315"/>
            <a:chExt cx="1695374" cy="1560837"/>
          </a:xfrm>
        </p:grpSpPr>
        <p:grpSp>
          <p:nvGrpSpPr>
            <p:cNvPr id="4497" name="Google Shape;4497;p81"/>
            <p:cNvGrpSpPr/>
            <p:nvPr/>
          </p:nvGrpSpPr>
          <p:grpSpPr>
            <a:xfrm>
              <a:off x="727421" y="2828315"/>
              <a:ext cx="1695374" cy="1560837"/>
              <a:chOff x="734799" y="2782450"/>
              <a:chExt cx="1571100" cy="1577400"/>
            </a:xfrm>
          </p:grpSpPr>
          <p:cxnSp>
            <p:nvCxnSpPr>
              <p:cNvPr id="4498" name="Google Shape;4498;p81"/>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4499" name="Google Shape;4499;p81"/>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4500" name="Google Shape;4500;p81"/>
            <p:cNvGrpSpPr/>
            <p:nvPr/>
          </p:nvGrpSpPr>
          <p:grpSpPr>
            <a:xfrm>
              <a:off x="819108" y="2882501"/>
              <a:ext cx="1556791" cy="1426186"/>
              <a:chOff x="819108" y="2882501"/>
              <a:chExt cx="1556791" cy="1426186"/>
            </a:xfrm>
          </p:grpSpPr>
          <p:grpSp>
            <p:nvGrpSpPr>
              <p:cNvPr id="4501" name="Google Shape;4501;p81"/>
              <p:cNvGrpSpPr/>
              <p:nvPr/>
            </p:nvGrpSpPr>
            <p:grpSpPr>
              <a:xfrm>
                <a:off x="819108" y="2882501"/>
                <a:ext cx="103104" cy="1426186"/>
                <a:chOff x="4674013" y="3100904"/>
                <a:chExt cx="122758" cy="1698043"/>
              </a:xfrm>
            </p:grpSpPr>
            <p:sp>
              <p:nvSpPr>
                <p:cNvPr id="4502" name="Google Shape;4502;p81"/>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81"/>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81"/>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81"/>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81"/>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81"/>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81"/>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09" name="Google Shape;4509;p81"/>
              <p:cNvGrpSpPr/>
              <p:nvPr/>
            </p:nvGrpSpPr>
            <p:grpSpPr>
              <a:xfrm>
                <a:off x="1062475" y="2882501"/>
                <a:ext cx="103104" cy="1426186"/>
                <a:chOff x="4940438" y="3100904"/>
                <a:chExt cx="122758" cy="1698043"/>
              </a:xfrm>
            </p:grpSpPr>
            <p:sp>
              <p:nvSpPr>
                <p:cNvPr id="4510" name="Google Shape;4510;p81"/>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81"/>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81"/>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81"/>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81"/>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81"/>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81"/>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7" name="Google Shape;4517;p81"/>
              <p:cNvGrpSpPr/>
              <p:nvPr/>
            </p:nvGrpSpPr>
            <p:grpSpPr>
              <a:xfrm>
                <a:off x="1299324" y="2882501"/>
                <a:ext cx="103104" cy="1426186"/>
                <a:chOff x="5206863" y="3100904"/>
                <a:chExt cx="122758" cy="1698043"/>
              </a:xfrm>
            </p:grpSpPr>
            <p:sp>
              <p:nvSpPr>
                <p:cNvPr id="4518" name="Google Shape;4518;p81"/>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81"/>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81"/>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81"/>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81"/>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81"/>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81"/>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25" name="Google Shape;4525;p81"/>
              <p:cNvGrpSpPr/>
              <p:nvPr/>
            </p:nvGrpSpPr>
            <p:grpSpPr>
              <a:xfrm>
                <a:off x="1786057" y="2882501"/>
                <a:ext cx="103104" cy="1426186"/>
                <a:chOff x="6006138" y="3143629"/>
                <a:chExt cx="122758" cy="1698043"/>
              </a:xfrm>
            </p:grpSpPr>
            <p:sp>
              <p:nvSpPr>
                <p:cNvPr id="4526" name="Google Shape;4526;p81"/>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81"/>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81"/>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81"/>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81"/>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81"/>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81"/>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33" name="Google Shape;4533;p81"/>
              <p:cNvGrpSpPr/>
              <p:nvPr/>
            </p:nvGrpSpPr>
            <p:grpSpPr>
              <a:xfrm>
                <a:off x="2029422" y="2882501"/>
                <a:ext cx="103104" cy="1426186"/>
                <a:chOff x="6805413" y="3100904"/>
                <a:chExt cx="122758" cy="1698043"/>
              </a:xfrm>
            </p:grpSpPr>
            <p:sp>
              <p:nvSpPr>
                <p:cNvPr id="4534" name="Google Shape;4534;p81"/>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81"/>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81"/>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81"/>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81"/>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81"/>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81"/>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41" name="Google Shape;4541;p81"/>
              <p:cNvGrpSpPr/>
              <p:nvPr/>
            </p:nvGrpSpPr>
            <p:grpSpPr>
              <a:xfrm>
                <a:off x="2272795" y="2882501"/>
                <a:ext cx="103104" cy="1426186"/>
                <a:chOff x="5206863" y="3100904"/>
                <a:chExt cx="122758" cy="1698043"/>
              </a:xfrm>
            </p:grpSpPr>
            <p:sp>
              <p:nvSpPr>
                <p:cNvPr id="4542" name="Google Shape;4542;p81"/>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81"/>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81"/>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81"/>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81"/>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81"/>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81"/>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49" name="Google Shape;4549;p81"/>
              <p:cNvGrpSpPr/>
              <p:nvPr/>
            </p:nvGrpSpPr>
            <p:grpSpPr>
              <a:xfrm>
                <a:off x="1542694" y="2882501"/>
                <a:ext cx="103104" cy="1426186"/>
                <a:chOff x="6006138" y="3143629"/>
                <a:chExt cx="122758" cy="1698043"/>
              </a:xfrm>
            </p:grpSpPr>
            <p:sp>
              <p:nvSpPr>
                <p:cNvPr id="4550" name="Google Shape;4550;p81"/>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81"/>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81"/>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81"/>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81"/>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81"/>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81"/>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557" name="Google Shape;4557;p81"/>
          <p:cNvGrpSpPr/>
          <p:nvPr/>
        </p:nvGrpSpPr>
        <p:grpSpPr>
          <a:xfrm>
            <a:off x="5671260" y="3305994"/>
            <a:ext cx="2749952" cy="870677"/>
            <a:chOff x="238125" y="1725700"/>
            <a:chExt cx="7139025" cy="2260325"/>
          </a:xfrm>
        </p:grpSpPr>
        <p:sp>
          <p:nvSpPr>
            <p:cNvPr id="4558" name="Google Shape;4558;p81"/>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81"/>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81"/>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81"/>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81"/>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81"/>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81"/>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81"/>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81"/>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81"/>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68" name="Google Shape;4568;p81"/>
          <p:cNvGrpSpPr/>
          <p:nvPr/>
        </p:nvGrpSpPr>
        <p:grpSpPr>
          <a:xfrm>
            <a:off x="5941424" y="2247740"/>
            <a:ext cx="1105452" cy="916747"/>
            <a:chOff x="5249100" y="1210600"/>
            <a:chExt cx="3502700" cy="2904775"/>
          </a:xfrm>
        </p:grpSpPr>
        <p:sp>
          <p:nvSpPr>
            <p:cNvPr id="4569" name="Google Shape;4569;p81"/>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81"/>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81"/>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81"/>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573" name="Google Shape;4573;p81"/>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4574" name="Google Shape;4574;p81"/>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4575" name="Google Shape;4575;p81"/>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4576" name="Google Shape;4576;p81"/>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4577" name="Google Shape;4577;p81"/>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78" name="Google Shape;4578;p81"/>
          <p:cNvGrpSpPr/>
          <p:nvPr/>
        </p:nvGrpSpPr>
        <p:grpSpPr>
          <a:xfrm>
            <a:off x="7123972" y="967158"/>
            <a:ext cx="1304650" cy="1124856"/>
            <a:chOff x="7287122" y="1165658"/>
            <a:chExt cx="1219413" cy="1051365"/>
          </a:xfrm>
        </p:grpSpPr>
        <p:grpSp>
          <p:nvGrpSpPr>
            <p:cNvPr id="4579" name="Google Shape;4579;p81"/>
            <p:cNvGrpSpPr/>
            <p:nvPr/>
          </p:nvGrpSpPr>
          <p:grpSpPr>
            <a:xfrm>
              <a:off x="7287122" y="1969723"/>
              <a:ext cx="1219413" cy="247300"/>
              <a:chOff x="7287122" y="1969723"/>
              <a:chExt cx="1219413" cy="247300"/>
            </a:xfrm>
          </p:grpSpPr>
          <p:sp>
            <p:nvSpPr>
              <p:cNvPr id="4580" name="Google Shape;4580;p81"/>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81" name="Google Shape;4581;p81"/>
              <p:cNvGrpSpPr/>
              <p:nvPr/>
            </p:nvGrpSpPr>
            <p:grpSpPr>
              <a:xfrm>
                <a:off x="7287122" y="2063892"/>
                <a:ext cx="1151753" cy="73428"/>
                <a:chOff x="7287122" y="2063892"/>
                <a:chExt cx="1151753" cy="73428"/>
              </a:xfrm>
            </p:grpSpPr>
            <p:sp>
              <p:nvSpPr>
                <p:cNvPr id="4582" name="Google Shape;4582;p81"/>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583" name="Google Shape;4583;p81"/>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4584" name="Google Shape;4584;p81"/>
            <p:cNvGrpSpPr/>
            <p:nvPr/>
          </p:nvGrpSpPr>
          <p:grpSpPr>
            <a:xfrm>
              <a:off x="7287122" y="1712201"/>
              <a:ext cx="1219403" cy="246767"/>
              <a:chOff x="7287122" y="1712201"/>
              <a:chExt cx="1219403" cy="246767"/>
            </a:xfrm>
          </p:grpSpPr>
          <p:sp>
            <p:nvSpPr>
              <p:cNvPr id="4585" name="Google Shape;4585;p81"/>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86" name="Google Shape;4586;p81"/>
              <p:cNvGrpSpPr/>
              <p:nvPr/>
            </p:nvGrpSpPr>
            <p:grpSpPr>
              <a:xfrm>
                <a:off x="7287122" y="1842861"/>
                <a:ext cx="1005303" cy="73419"/>
                <a:chOff x="7287122" y="1842861"/>
                <a:chExt cx="1005303" cy="73419"/>
              </a:xfrm>
            </p:grpSpPr>
            <p:sp>
              <p:nvSpPr>
                <p:cNvPr id="4587" name="Google Shape;4587;p81"/>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588" name="Google Shape;4588;p81"/>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4589" name="Google Shape;4589;p81"/>
            <p:cNvGrpSpPr/>
            <p:nvPr/>
          </p:nvGrpSpPr>
          <p:grpSpPr>
            <a:xfrm>
              <a:off x="7287122" y="1447520"/>
              <a:ext cx="1219403" cy="286667"/>
              <a:chOff x="7287122" y="1447520"/>
              <a:chExt cx="1219403" cy="286667"/>
            </a:xfrm>
          </p:grpSpPr>
          <p:sp>
            <p:nvSpPr>
              <p:cNvPr id="4590" name="Google Shape;4590;p81"/>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91" name="Google Shape;4591;p81"/>
              <p:cNvGrpSpPr/>
              <p:nvPr/>
            </p:nvGrpSpPr>
            <p:grpSpPr>
              <a:xfrm>
                <a:off x="7287122" y="1581977"/>
                <a:ext cx="852803" cy="73428"/>
                <a:chOff x="7287122" y="1581977"/>
                <a:chExt cx="852803" cy="73428"/>
              </a:xfrm>
            </p:grpSpPr>
            <p:sp>
              <p:nvSpPr>
                <p:cNvPr id="4592" name="Google Shape;4592;p81"/>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593" name="Google Shape;4593;p81"/>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4594" name="Google Shape;4594;p81"/>
            <p:cNvGrpSpPr/>
            <p:nvPr/>
          </p:nvGrpSpPr>
          <p:grpSpPr>
            <a:xfrm>
              <a:off x="7287122" y="1165658"/>
              <a:ext cx="1219403" cy="344253"/>
              <a:chOff x="7287122" y="1165658"/>
              <a:chExt cx="1219403" cy="344253"/>
            </a:xfrm>
          </p:grpSpPr>
          <p:sp>
            <p:nvSpPr>
              <p:cNvPr id="4595" name="Google Shape;4595;p81"/>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96" name="Google Shape;4596;p81"/>
              <p:cNvGrpSpPr/>
              <p:nvPr/>
            </p:nvGrpSpPr>
            <p:grpSpPr>
              <a:xfrm>
                <a:off x="7287122" y="1341025"/>
                <a:ext cx="695703" cy="73419"/>
                <a:chOff x="7287122" y="1341025"/>
                <a:chExt cx="695703" cy="73419"/>
              </a:xfrm>
            </p:grpSpPr>
            <p:sp>
              <p:nvSpPr>
                <p:cNvPr id="4597" name="Google Shape;4597;p81"/>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598" name="Google Shape;4598;p81"/>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4599" name="Google Shape;4599;p81"/>
          <p:cNvGrpSpPr/>
          <p:nvPr/>
        </p:nvGrpSpPr>
        <p:grpSpPr>
          <a:xfrm>
            <a:off x="5790464" y="973181"/>
            <a:ext cx="1397729" cy="1098540"/>
            <a:chOff x="5900602" y="1193063"/>
            <a:chExt cx="1299851" cy="1021707"/>
          </a:xfrm>
        </p:grpSpPr>
        <p:grpSp>
          <p:nvGrpSpPr>
            <p:cNvPr id="4600" name="Google Shape;4600;p81"/>
            <p:cNvGrpSpPr/>
            <p:nvPr/>
          </p:nvGrpSpPr>
          <p:grpSpPr>
            <a:xfrm>
              <a:off x="6520337" y="1193063"/>
              <a:ext cx="341815" cy="799959"/>
              <a:chOff x="6520337" y="1193063"/>
              <a:chExt cx="341815" cy="799959"/>
            </a:xfrm>
          </p:grpSpPr>
          <p:grpSp>
            <p:nvGrpSpPr>
              <p:cNvPr id="4601" name="Google Shape;4601;p81"/>
              <p:cNvGrpSpPr/>
              <p:nvPr/>
            </p:nvGrpSpPr>
            <p:grpSpPr>
              <a:xfrm>
                <a:off x="6520337" y="1589527"/>
                <a:ext cx="213950" cy="403494"/>
                <a:chOff x="6520337" y="1589527"/>
                <a:chExt cx="213950" cy="403494"/>
              </a:xfrm>
            </p:grpSpPr>
            <p:sp>
              <p:nvSpPr>
                <p:cNvPr id="4602" name="Google Shape;4602;p81"/>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81"/>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4" name="Google Shape;4604;p81"/>
              <p:cNvGrpSpPr/>
              <p:nvPr/>
            </p:nvGrpSpPr>
            <p:grpSpPr>
              <a:xfrm>
                <a:off x="6577204" y="1193063"/>
                <a:ext cx="284947" cy="464512"/>
                <a:chOff x="6577204" y="1193063"/>
                <a:chExt cx="284947" cy="464512"/>
              </a:xfrm>
            </p:grpSpPr>
            <p:sp>
              <p:nvSpPr>
                <p:cNvPr id="4605" name="Google Shape;4605;p81"/>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06" name="Google Shape;4606;p81"/>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4607" name="Google Shape;4607;p81"/>
            <p:cNvGrpSpPr/>
            <p:nvPr/>
          </p:nvGrpSpPr>
          <p:grpSpPr>
            <a:xfrm>
              <a:off x="6238903" y="1193063"/>
              <a:ext cx="300475" cy="900152"/>
              <a:chOff x="6238903" y="1193063"/>
              <a:chExt cx="300475" cy="900152"/>
            </a:xfrm>
          </p:grpSpPr>
          <p:grpSp>
            <p:nvGrpSpPr>
              <p:cNvPr id="4608" name="Google Shape;4608;p81"/>
              <p:cNvGrpSpPr/>
              <p:nvPr/>
            </p:nvGrpSpPr>
            <p:grpSpPr>
              <a:xfrm>
                <a:off x="6290865" y="1489315"/>
                <a:ext cx="248514" cy="603900"/>
                <a:chOff x="6290865" y="1489315"/>
                <a:chExt cx="248514" cy="603900"/>
              </a:xfrm>
            </p:grpSpPr>
            <p:sp>
              <p:nvSpPr>
                <p:cNvPr id="4609" name="Google Shape;4609;p81"/>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81"/>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1" name="Google Shape;4611;p81"/>
              <p:cNvGrpSpPr/>
              <p:nvPr/>
            </p:nvGrpSpPr>
            <p:grpSpPr>
              <a:xfrm>
                <a:off x="6238903" y="1193063"/>
                <a:ext cx="284947" cy="333087"/>
                <a:chOff x="6238903" y="1193063"/>
                <a:chExt cx="284947" cy="333087"/>
              </a:xfrm>
            </p:grpSpPr>
            <p:sp>
              <p:nvSpPr>
                <p:cNvPr id="4612" name="Google Shape;4612;p81"/>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13" name="Google Shape;4613;p81"/>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4614" name="Google Shape;4614;p81"/>
            <p:cNvGrpSpPr/>
            <p:nvPr/>
          </p:nvGrpSpPr>
          <p:grpSpPr>
            <a:xfrm>
              <a:off x="5900602" y="1193063"/>
              <a:ext cx="444345" cy="1021707"/>
              <a:chOff x="5900602" y="1193063"/>
              <a:chExt cx="444345" cy="1021707"/>
            </a:xfrm>
          </p:grpSpPr>
          <p:grpSp>
            <p:nvGrpSpPr>
              <p:cNvPr id="4615" name="Google Shape;4615;p81"/>
              <p:cNvGrpSpPr/>
              <p:nvPr/>
            </p:nvGrpSpPr>
            <p:grpSpPr>
              <a:xfrm>
                <a:off x="6046501" y="1367785"/>
                <a:ext cx="298446" cy="846986"/>
                <a:chOff x="6046501" y="1367785"/>
                <a:chExt cx="298446" cy="846986"/>
              </a:xfrm>
            </p:grpSpPr>
            <p:sp>
              <p:nvSpPr>
                <p:cNvPr id="4616" name="Google Shape;4616;p81"/>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81"/>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8" name="Google Shape;4618;p81"/>
              <p:cNvGrpSpPr/>
              <p:nvPr/>
            </p:nvGrpSpPr>
            <p:grpSpPr>
              <a:xfrm>
                <a:off x="5900602" y="1193063"/>
                <a:ext cx="284947" cy="182312"/>
                <a:chOff x="5900602" y="1193063"/>
                <a:chExt cx="284947" cy="182312"/>
              </a:xfrm>
            </p:grpSpPr>
            <p:sp>
              <p:nvSpPr>
                <p:cNvPr id="4619" name="Google Shape;4619;p81"/>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20" name="Google Shape;4620;p81"/>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4621" name="Google Shape;4621;p81"/>
            <p:cNvGrpSpPr/>
            <p:nvPr/>
          </p:nvGrpSpPr>
          <p:grpSpPr>
            <a:xfrm>
              <a:off x="6738300" y="1193063"/>
              <a:ext cx="462153" cy="707634"/>
              <a:chOff x="6738300" y="1193063"/>
              <a:chExt cx="462153" cy="707634"/>
            </a:xfrm>
          </p:grpSpPr>
          <p:grpSp>
            <p:nvGrpSpPr>
              <p:cNvPr id="4622" name="Google Shape;4622;p81"/>
              <p:cNvGrpSpPr/>
              <p:nvPr/>
            </p:nvGrpSpPr>
            <p:grpSpPr>
              <a:xfrm>
                <a:off x="6915505" y="1193063"/>
                <a:ext cx="284947" cy="597387"/>
                <a:chOff x="6915505" y="1193063"/>
                <a:chExt cx="284947" cy="597387"/>
              </a:xfrm>
            </p:grpSpPr>
            <p:sp>
              <p:nvSpPr>
                <p:cNvPr id="4623" name="Google Shape;4623;p81"/>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24" name="Google Shape;4624;p81"/>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4625" name="Google Shape;4625;p81"/>
              <p:cNvGrpSpPr/>
              <p:nvPr/>
            </p:nvGrpSpPr>
            <p:grpSpPr>
              <a:xfrm>
                <a:off x="6738300" y="1684725"/>
                <a:ext cx="230066" cy="215971"/>
                <a:chOff x="6738300" y="1684725"/>
                <a:chExt cx="230066" cy="215971"/>
              </a:xfrm>
            </p:grpSpPr>
            <p:sp>
              <p:nvSpPr>
                <p:cNvPr id="4626" name="Google Shape;4626;p81"/>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81"/>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4631"/>
        <p:cNvGrpSpPr/>
        <p:nvPr/>
      </p:nvGrpSpPr>
      <p:grpSpPr>
        <a:xfrm>
          <a:off x="0" y="0"/>
          <a:ext cx="0" cy="0"/>
          <a:chOff x="0" y="0"/>
          <a:chExt cx="0" cy="0"/>
        </a:xfrm>
      </p:grpSpPr>
      <p:grpSp>
        <p:nvGrpSpPr>
          <p:cNvPr id="4632" name="Google Shape;4632;p82"/>
          <p:cNvGrpSpPr/>
          <p:nvPr/>
        </p:nvGrpSpPr>
        <p:grpSpPr>
          <a:xfrm>
            <a:off x="821785" y="2307635"/>
            <a:ext cx="339235" cy="298186"/>
            <a:chOff x="898875" y="244725"/>
            <a:chExt cx="481800" cy="423500"/>
          </a:xfrm>
        </p:grpSpPr>
        <p:sp>
          <p:nvSpPr>
            <p:cNvPr id="4633" name="Google Shape;4633;p82"/>
            <p:cNvSpPr/>
            <p:nvPr/>
          </p:nvSpPr>
          <p:spPr>
            <a:xfrm>
              <a:off x="1125675" y="470575"/>
              <a:ext cx="28275" cy="28250"/>
            </a:xfrm>
            <a:custGeom>
              <a:avLst/>
              <a:gdLst/>
              <a:ahLst/>
              <a:cxnLst/>
              <a:rect l="l" t="t" r="r" b="b"/>
              <a:pathLst>
                <a:path w="1131" h="1130" extrusionOk="0">
                  <a:moveTo>
                    <a:pt x="564" y="1"/>
                  </a:moveTo>
                  <a:cubicBezTo>
                    <a:pt x="251" y="1"/>
                    <a:pt x="1" y="251"/>
                    <a:pt x="1" y="564"/>
                  </a:cubicBezTo>
                  <a:cubicBezTo>
                    <a:pt x="1" y="877"/>
                    <a:pt x="251" y="1130"/>
                    <a:pt x="564" y="1130"/>
                  </a:cubicBezTo>
                  <a:cubicBezTo>
                    <a:pt x="877" y="1130"/>
                    <a:pt x="1130" y="877"/>
                    <a:pt x="1130" y="564"/>
                  </a:cubicBezTo>
                  <a:cubicBezTo>
                    <a:pt x="1130" y="251"/>
                    <a:pt x="877" y="1"/>
                    <a:pt x="5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34" name="Google Shape;4634;p82"/>
            <p:cNvSpPr/>
            <p:nvPr/>
          </p:nvSpPr>
          <p:spPr>
            <a:xfrm>
              <a:off x="898875" y="244725"/>
              <a:ext cx="481800" cy="225875"/>
            </a:xfrm>
            <a:custGeom>
              <a:avLst/>
              <a:gdLst/>
              <a:ahLst/>
              <a:cxnLst/>
              <a:rect l="l" t="t" r="r" b="b"/>
              <a:pathLst>
                <a:path w="19272" h="9035" extrusionOk="0">
                  <a:moveTo>
                    <a:pt x="2825" y="1130"/>
                  </a:moveTo>
                  <a:cubicBezTo>
                    <a:pt x="3135" y="1130"/>
                    <a:pt x="3388" y="1380"/>
                    <a:pt x="3388" y="1693"/>
                  </a:cubicBezTo>
                  <a:lnTo>
                    <a:pt x="3388" y="2259"/>
                  </a:lnTo>
                  <a:lnTo>
                    <a:pt x="2258" y="2259"/>
                  </a:lnTo>
                  <a:lnTo>
                    <a:pt x="2258" y="1693"/>
                  </a:lnTo>
                  <a:cubicBezTo>
                    <a:pt x="2258" y="1380"/>
                    <a:pt x="2511" y="1130"/>
                    <a:pt x="2825" y="1130"/>
                  </a:cubicBezTo>
                  <a:close/>
                  <a:moveTo>
                    <a:pt x="11894" y="1130"/>
                  </a:moveTo>
                  <a:cubicBezTo>
                    <a:pt x="12208" y="1130"/>
                    <a:pt x="12461" y="1380"/>
                    <a:pt x="12461" y="1693"/>
                  </a:cubicBezTo>
                  <a:lnTo>
                    <a:pt x="12461" y="2259"/>
                  </a:lnTo>
                  <a:lnTo>
                    <a:pt x="6814" y="2259"/>
                  </a:lnTo>
                  <a:lnTo>
                    <a:pt x="6814" y="1693"/>
                  </a:lnTo>
                  <a:cubicBezTo>
                    <a:pt x="6814" y="1380"/>
                    <a:pt x="7064" y="1130"/>
                    <a:pt x="7378" y="1130"/>
                  </a:cubicBezTo>
                  <a:close/>
                  <a:moveTo>
                    <a:pt x="5083" y="4518"/>
                  </a:moveTo>
                  <a:cubicBezTo>
                    <a:pt x="5586" y="4518"/>
                    <a:pt x="5836" y="5123"/>
                    <a:pt x="5480" y="5481"/>
                  </a:cubicBezTo>
                  <a:cubicBezTo>
                    <a:pt x="5366" y="5596"/>
                    <a:pt x="5225" y="5647"/>
                    <a:pt x="5086" y="5647"/>
                  </a:cubicBezTo>
                  <a:cubicBezTo>
                    <a:pt x="4796" y="5647"/>
                    <a:pt x="4517" y="5422"/>
                    <a:pt x="4517" y="5081"/>
                  </a:cubicBezTo>
                  <a:cubicBezTo>
                    <a:pt x="4517" y="4768"/>
                    <a:pt x="4770" y="4518"/>
                    <a:pt x="5083" y="4518"/>
                  </a:cubicBezTo>
                  <a:close/>
                  <a:moveTo>
                    <a:pt x="2825" y="1"/>
                  </a:moveTo>
                  <a:cubicBezTo>
                    <a:pt x="1888" y="1"/>
                    <a:pt x="1129" y="757"/>
                    <a:pt x="1129" y="1693"/>
                  </a:cubicBezTo>
                  <a:lnTo>
                    <a:pt x="1129" y="2362"/>
                  </a:lnTo>
                  <a:cubicBezTo>
                    <a:pt x="455" y="2600"/>
                    <a:pt x="3" y="3235"/>
                    <a:pt x="0" y="3952"/>
                  </a:cubicBezTo>
                  <a:lnTo>
                    <a:pt x="0" y="4518"/>
                  </a:lnTo>
                  <a:lnTo>
                    <a:pt x="1695" y="4518"/>
                  </a:lnTo>
                  <a:cubicBezTo>
                    <a:pt x="2629" y="4518"/>
                    <a:pt x="3388" y="5274"/>
                    <a:pt x="3388" y="6210"/>
                  </a:cubicBezTo>
                  <a:lnTo>
                    <a:pt x="3388" y="9035"/>
                  </a:lnTo>
                  <a:lnTo>
                    <a:pt x="5742" y="9035"/>
                  </a:lnTo>
                  <a:cubicBezTo>
                    <a:pt x="6016" y="7123"/>
                    <a:pt x="7652" y="5647"/>
                    <a:pt x="9636" y="5647"/>
                  </a:cubicBezTo>
                  <a:cubicBezTo>
                    <a:pt x="11620" y="5647"/>
                    <a:pt x="13256" y="7123"/>
                    <a:pt x="13533" y="9035"/>
                  </a:cubicBezTo>
                  <a:lnTo>
                    <a:pt x="15884" y="9035"/>
                  </a:lnTo>
                  <a:lnTo>
                    <a:pt x="15884" y="6210"/>
                  </a:lnTo>
                  <a:cubicBezTo>
                    <a:pt x="15884" y="5274"/>
                    <a:pt x="16643" y="4518"/>
                    <a:pt x="17580" y="4518"/>
                  </a:cubicBezTo>
                  <a:lnTo>
                    <a:pt x="19272" y="4518"/>
                  </a:lnTo>
                  <a:lnTo>
                    <a:pt x="19272" y="3952"/>
                  </a:lnTo>
                  <a:cubicBezTo>
                    <a:pt x="19272" y="3015"/>
                    <a:pt x="18513" y="2259"/>
                    <a:pt x="17580" y="2259"/>
                  </a:cubicBezTo>
                  <a:lnTo>
                    <a:pt x="13590" y="2259"/>
                  </a:lnTo>
                  <a:lnTo>
                    <a:pt x="13590" y="1693"/>
                  </a:lnTo>
                  <a:cubicBezTo>
                    <a:pt x="13587" y="757"/>
                    <a:pt x="12831" y="1"/>
                    <a:pt x="11894" y="1"/>
                  </a:cubicBezTo>
                  <a:lnTo>
                    <a:pt x="7378" y="1"/>
                  </a:lnTo>
                  <a:cubicBezTo>
                    <a:pt x="6441" y="1"/>
                    <a:pt x="5685" y="757"/>
                    <a:pt x="5685" y="1693"/>
                  </a:cubicBezTo>
                  <a:lnTo>
                    <a:pt x="5685" y="2259"/>
                  </a:lnTo>
                  <a:lnTo>
                    <a:pt x="4517" y="2259"/>
                  </a:lnTo>
                  <a:lnTo>
                    <a:pt x="4517" y="1693"/>
                  </a:lnTo>
                  <a:cubicBezTo>
                    <a:pt x="4517" y="757"/>
                    <a:pt x="3758" y="1"/>
                    <a:pt x="28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35" name="Google Shape;4635;p82"/>
            <p:cNvSpPr/>
            <p:nvPr/>
          </p:nvSpPr>
          <p:spPr>
            <a:xfrm>
              <a:off x="1324200" y="385900"/>
              <a:ext cx="56475" cy="197625"/>
            </a:xfrm>
            <a:custGeom>
              <a:avLst/>
              <a:gdLst/>
              <a:ahLst/>
              <a:cxnLst/>
              <a:rect l="l" t="t" r="r" b="b"/>
              <a:pathLst>
                <a:path w="2259" h="7905" extrusionOk="0">
                  <a:moveTo>
                    <a:pt x="567" y="0"/>
                  </a:moveTo>
                  <a:cubicBezTo>
                    <a:pt x="254" y="0"/>
                    <a:pt x="1" y="250"/>
                    <a:pt x="1" y="563"/>
                  </a:cubicBezTo>
                  <a:lnTo>
                    <a:pt x="1" y="7339"/>
                  </a:lnTo>
                  <a:cubicBezTo>
                    <a:pt x="1" y="7652"/>
                    <a:pt x="254" y="7905"/>
                    <a:pt x="567" y="7905"/>
                  </a:cubicBezTo>
                  <a:lnTo>
                    <a:pt x="2259" y="7905"/>
                  </a:lnTo>
                  <a:lnTo>
                    <a:pt x="225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36" name="Google Shape;4636;p82"/>
            <p:cNvSpPr/>
            <p:nvPr/>
          </p:nvSpPr>
          <p:spPr>
            <a:xfrm>
              <a:off x="898875" y="385900"/>
              <a:ext cx="56475" cy="197625"/>
            </a:xfrm>
            <a:custGeom>
              <a:avLst/>
              <a:gdLst/>
              <a:ahLst/>
              <a:cxnLst/>
              <a:rect l="l" t="t" r="r" b="b"/>
              <a:pathLst>
                <a:path w="2259" h="7905" extrusionOk="0">
                  <a:moveTo>
                    <a:pt x="0" y="0"/>
                  </a:moveTo>
                  <a:lnTo>
                    <a:pt x="0" y="7905"/>
                  </a:lnTo>
                  <a:lnTo>
                    <a:pt x="1695" y="7905"/>
                  </a:lnTo>
                  <a:cubicBezTo>
                    <a:pt x="2005" y="7905"/>
                    <a:pt x="2258" y="7652"/>
                    <a:pt x="2258" y="7339"/>
                  </a:cubicBezTo>
                  <a:lnTo>
                    <a:pt x="2258" y="563"/>
                  </a:lnTo>
                  <a:cubicBezTo>
                    <a:pt x="2258" y="250"/>
                    <a:pt x="2005" y="0"/>
                    <a:pt x="16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37" name="Google Shape;4637;p82"/>
            <p:cNvSpPr/>
            <p:nvPr/>
          </p:nvSpPr>
          <p:spPr>
            <a:xfrm>
              <a:off x="1063650" y="414125"/>
              <a:ext cx="146750" cy="141125"/>
            </a:xfrm>
            <a:custGeom>
              <a:avLst/>
              <a:gdLst/>
              <a:ahLst/>
              <a:cxnLst/>
              <a:rect l="l" t="t" r="r" b="b"/>
              <a:pathLst>
                <a:path w="5870" h="5645" extrusionOk="0">
                  <a:moveTo>
                    <a:pt x="3045" y="1127"/>
                  </a:moveTo>
                  <a:cubicBezTo>
                    <a:pt x="3263" y="1127"/>
                    <a:pt x="3483" y="1169"/>
                    <a:pt x="3692" y="1256"/>
                  </a:cubicBezTo>
                  <a:cubicBezTo>
                    <a:pt x="4325" y="1518"/>
                    <a:pt x="4740" y="2135"/>
                    <a:pt x="4740" y="2822"/>
                  </a:cubicBezTo>
                  <a:cubicBezTo>
                    <a:pt x="4737" y="3758"/>
                    <a:pt x="3981" y="4514"/>
                    <a:pt x="3045" y="4517"/>
                  </a:cubicBezTo>
                  <a:cubicBezTo>
                    <a:pt x="2358" y="4517"/>
                    <a:pt x="1741" y="4102"/>
                    <a:pt x="1479" y="3469"/>
                  </a:cubicBezTo>
                  <a:cubicBezTo>
                    <a:pt x="1217" y="2837"/>
                    <a:pt x="1362" y="2108"/>
                    <a:pt x="1847" y="1623"/>
                  </a:cubicBezTo>
                  <a:cubicBezTo>
                    <a:pt x="2171" y="1299"/>
                    <a:pt x="2604" y="1127"/>
                    <a:pt x="3045" y="1127"/>
                  </a:cubicBezTo>
                  <a:close/>
                  <a:moveTo>
                    <a:pt x="3045" y="0"/>
                  </a:moveTo>
                  <a:cubicBezTo>
                    <a:pt x="1904" y="0"/>
                    <a:pt x="874" y="687"/>
                    <a:pt x="437" y="1741"/>
                  </a:cubicBezTo>
                  <a:cubicBezTo>
                    <a:pt x="1" y="2798"/>
                    <a:pt x="242" y="4011"/>
                    <a:pt x="1049" y="4818"/>
                  </a:cubicBezTo>
                  <a:cubicBezTo>
                    <a:pt x="1588" y="5358"/>
                    <a:pt x="2310" y="5645"/>
                    <a:pt x="3045" y="5645"/>
                  </a:cubicBezTo>
                  <a:cubicBezTo>
                    <a:pt x="3409" y="5645"/>
                    <a:pt x="3776" y="5574"/>
                    <a:pt x="4126" y="5430"/>
                  </a:cubicBezTo>
                  <a:cubicBezTo>
                    <a:pt x="5180" y="4993"/>
                    <a:pt x="5870" y="3963"/>
                    <a:pt x="5870" y="2822"/>
                  </a:cubicBezTo>
                  <a:cubicBezTo>
                    <a:pt x="5867" y="1262"/>
                    <a:pt x="4605" y="0"/>
                    <a:pt x="30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38" name="Google Shape;4638;p82"/>
            <p:cNvSpPr/>
            <p:nvPr/>
          </p:nvSpPr>
          <p:spPr>
            <a:xfrm>
              <a:off x="898875" y="498800"/>
              <a:ext cx="481800" cy="169425"/>
            </a:xfrm>
            <a:custGeom>
              <a:avLst/>
              <a:gdLst/>
              <a:ahLst/>
              <a:cxnLst/>
              <a:rect l="l" t="t" r="r" b="b"/>
              <a:pathLst>
                <a:path w="19272" h="6777" extrusionOk="0">
                  <a:moveTo>
                    <a:pt x="3388" y="1"/>
                  </a:moveTo>
                  <a:lnTo>
                    <a:pt x="3388" y="2823"/>
                  </a:lnTo>
                  <a:cubicBezTo>
                    <a:pt x="3388" y="3759"/>
                    <a:pt x="2629" y="4515"/>
                    <a:pt x="1695" y="4518"/>
                  </a:cubicBezTo>
                  <a:lnTo>
                    <a:pt x="0" y="4518"/>
                  </a:lnTo>
                  <a:lnTo>
                    <a:pt x="0" y="5081"/>
                  </a:lnTo>
                  <a:cubicBezTo>
                    <a:pt x="0" y="6017"/>
                    <a:pt x="759" y="6773"/>
                    <a:pt x="1695" y="6776"/>
                  </a:cubicBezTo>
                  <a:lnTo>
                    <a:pt x="17580" y="6776"/>
                  </a:lnTo>
                  <a:cubicBezTo>
                    <a:pt x="18513" y="6773"/>
                    <a:pt x="19272" y="6017"/>
                    <a:pt x="19272" y="5081"/>
                  </a:cubicBezTo>
                  <a:lnTo>
                    <a:pt x="19272" y="4518"/>
                  </a:lnTo>
                  <a:lnTo>
                    <a:pt x="17580" y="4518"/>
                  </a:lnTo>
                  <a:cubicBezTo>
                    <a:pt x="16643" y="4515"/>
                    <a:pt x="15884" y="3759"/>
                    <a:pt x="15884" y="2823"/>
                  </a:cubicBezTo>
                  <a:lnTo>
                    <a:pt x="15884" y="1"/>
                  </a:lnTo>
                  <a:lnTo>
                    <a:pt x="13533" y="1"/>
                  </a:lnTo>
                  <a:cubicBezTo>
                    <a:pt x="13256" y="1910"/>
                    <a:pt x="11620" y="3389"/>
                    <a:pt x="9636" y="3389"/>
                  </a:cubicBezTo>
                  <a:cubicBezTo>
                    <a:pt x="7652" y="3389"/>
                    <a:pt x="6016" y="1910"/>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639" name="Google Shape;4639;p82"/>
          <p:cNvGrpSpPr/>
          <p:nvPr/>
        </p:nvGrpSpPr>
        <p:grpSpPr>
          <a:xfrm>
            <a:off x="1260167" y="2287103"/>
            <a:ext cx="298169" cy="339253"/>
            <a:chOff x="1529350" y="258825"/>
            <a:chExt cx="423475" cy="481825"/>
          </a:xfrm>
        </p:grpSpPr>
        <p:sp>
          <p:nvSpPr>
            <p:cNvPr id="4640" name="Google Shape;4640;p82"/>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41" name="Google Shape;4641;p82"/>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642" name="Google Shape;4642;p82"/>
          <p:cNvGrpSpPr/>
          <p:nvPr/>
        </p:nvGrpSpPr>
        <p:grpSpPr>
          <a:xfrm>
            <a:off x="2102437" y="2287102"/>
            <a:ext cx="298169" cy="339253"/>
            <a:chOff x="2707500" y="249400"/>
            <a:chExt cx="423475" cy="481825"/>
          </a:xfrm>
        </p:grpSpPr>
        <p:sp>
          <p:nvSpPr>
            <p:cNvPr id="4643" name="Google Shape;4643;p82"/>
            <p:cNvSpPr/>
            <p:nvPr/>
          </p:nvSpPr>
          <p:spPr>
            <a:xfrm>
              <a:off x="2739175" y="420675"/>
              <a:ext cx="360100" cy="310550"/>
            </a:xfrm>
            <a:custGeom>
              <a:avLst/>
              <a:gdLst/>
              <a:ahLst/>
              <a:cxnLst/>
              <a:rect l="l" t="t" r="r" b="b"/>
              <a:pathLst>
                <a:path w="14404" h="12422" extrusionOk="0">
                  <a:moveTo>
                    <a:pt x="3816" y="1130"/>
                  </a:moveTo>
                  <a:cubicBezTo>
                    <a:pt x="4126" y="1130"/>
                    <a:pt x="4379" y="1382"/>
                    <a:pt x="4379" y="1696"/>
                  </a:cubicBezTo>
                  <a:lnTo>
                    <a:pt x="4379" y="8471"/>
                  </a:lnTo>
                  <a:cubicBezTo>
                    <a:pt x="4379" y="8781"/>
                    <a:pt x="4126" y="9034"/>
                    <a:pt x="3816" y="9034"/>
                  </a:cubicBezTo>
                  <a:cubicBezTo>
                    <a:pt x="3503" y="9034"/>
                    <a:pt x="3250" y="8781"/>
                    <a:pt x="3250" y="8471"/>
                  </a:cubicBezTo>
                  <a:lnTo>
                    <a:pt x="3250" y="1696"/>
                  </a:lnTo>
                  <a:cubicBezTo>
                    <a:pt x="3250" y="1382"/>
                    <a:pt x="3503" y="1130"/>
                    <a:pt x="3816" y="1130"/>
                  </a:cubicBezTo>
                  <a:close/>
                  <a:moveTo>
                    <a:pt x="7204" y="1130"/>
                  </a:moveTo>
                  <a:cubicBezTo>
                    <a:pt x="7514" y="1130"/>
                    <a:pt x="7767" y="1382"/>
                    <a:pt x="7767" y="1696"/>
                  </a:cubicBezTo>
                  <a:lnTo>
                    <a:pt x="7767" y="8471"/>
                  </a:lnTo>
                  <a:cubicBezTo>
                    <a:pt x="7767" y="8781"/>
                    <a:pt x="7514" y="9034"/>
                    <a:pt x="7204" y="9034"/>
                  </a:cubicBezTo>
                  <a:cubicBezTo>
                    <a:pt x="6891" y="9034"/>
                    <a:pt x="6638" y="8781"/>
                    <a:pt x="6638" y="8471"/>
                  </a:cubicBezTo>
                  <a:lnTo>
                    <a:pt x="6638" y="1696"/>
                  </a:lnTo>
                  <a:cubicBezTo>
                    <a:pt x="6638" y="1382"/>
                    <a:pt x="6891" y="1130"/>
                    <a:pt x="7204" y="1130"/>
                  </a:cubicBezTo>
                  <a:close/>
                  <a:moveTo>
                    <a:pt x="10592" y="1130"/>
                  </a:moveTo>
                  <a:cubicBezTo>
                    <a:pt x="10902" y="1130"/>
                    <a:pt x="11155" y="1382"/>
                    <a:pt x="11155" y="1696"/>
                  </a:cubicBezTo>
                  <a:lnTo>
                    <a:pt x="11155" y="8471"/>
                  </a:lnTo>
                  <a:cubicBezTo>
                    <a:pt x="11155" y="8781"/>
                    <a:pt x="10902" y="9034"/>
                    <a:pt x="10592" y="9034"/>
                  </a:cubicBezTo>
                  <a:cubicBezTo>
                    <a:pt x="10278" y="9034"/>
                    <a:pt x="10025" y="8781"/>
                    <a:pt x="10025" y="8471"/>
                  </a:cubicBezTo>
                  <a:lnTo>
                    <a:pt x="10025" y="1696"/>
                  </a:lnTo>
                  <a:cubicBezTo>
                    <a:pt x="10025" y="1382"/>
                    <a:pt x="10278" y="1130"/>
                    <a:pt x="10592" y="1130"/>
                  </a:cubicBezTo>
                  <a:close/>
                  <a:moveTo>
                    <a:pt x="1" y="0"/>
                  </a:moveTo>
                  <a:lnTo>
                    <a:pt x="901" y="10880"/>
                  </a:lnTo>
                  <a:cubicBezTo>
                    <a:pt x="976" y="11754"/>
                    <a:pt x="1705" y="12422"/>
                    <a:pt x="2582" y="12422"/>
                  </a:cubicBezTo>
                  <a:cubicBezTo>
                    <a:pt x="2584" y="12422"/>
                    <a:pt x="2586" y="12422"/>
                    <a:pt x="2588" y="12422"/>
                  </a:cubicBezTo>
                  <a:lnTo>
                    <a:pt x="11817" y="12422"/>
                  </a:lnTo>
                  <a:cubicBezTo>
                    <a:pt x="11819" y="12422"/>
                    <a:pt x="11821" y="12422"/>
                    <a:pt x="11823" y="12422"/>
                  </a:cubicBezTo>
                  <a:cubicBezTo>
                    <a:pt x="12700" y="12422"/>
                    <a:pt x="13431" y="11751"/>
                    <a:pt x="13503" y="10877"/>
                  </a:cubicBezTo>
                  <a:lnTo>
                    <a:pt x="144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44" name="Google Shape;4644;p82"/>
            <p:cNvSpPr/>
            <p:nvPr/>
          </p:nvSpPr>
          <p:spPr>
            <a:xfrm>
              <a:off x="2707500" y="249400"/>
              <a:ext cx="423475" cy="141175"/>
            </a:xfrm>
            <a:custGeom>
              <a:avLst/>
              <a:gdLst/>
              <a:ahLst/>
              <a:cxnLst/>
              <a:rect l="l" t="t" r="r" b="b"/>
              <a:pathLst>
                <a:path w="16939" h="5647" extrusionOk="0">
                  <a:moveTo>
                    <a:pt x="9600" y="1130"/>
                  </a:moveTo>
                  <a:cubicBezTo>
                    <a:pt x="9910" y="1130"/>
                    <a:pt x="10163" y="1383"/>
                    <a:pt x="10163" y="1696"/>
                  </a:cubicBezTo>
                  <a:lnTo>
                    <a:pt x="10163" y="2259"/>
                  </a:lnTo>
                  <a:lnTo>
                    <a:pt x="6776" y="2259"/>
                  </a:lnTo>
                  <a:lnTo>
                    <a:pt x="6776" y="1696"/>
                  </a:lnTo>
                  <a:cubicBezTo>
                    <a:pt x="6776" y="1383"/>
                    <a:pt x="7029" y="1130"/>
                    <a:pt x="7342" y="1130"/>
                  </a:cubicBezTo>
                  <a:close/>
                  <a:moveTo>
                    <a:pt x="7342" y="1"/>
                  </a:moveTo>
                  <a:cubicBezTo>
                    <a:pt x="6405" y="1"/>
                    <a:pt x="5646" y="760"/>
                    <a:pt x="5646" y="1696"/>
                  </a:cubicBezTo>
                  <a:lnTo>
                    <a:pt x="5646" y="2259"/>
                  </a:lnTo>
                  <a:lnTo>
                    <a:pt x="1696" y="2259"/>
                  </a:lnTo>
                  <a:cubicBezTo>
                    <a:pt x="759" y="2259"/>
                    <a:pt x="0" y="3018"/>
                    <a:pt x="0" y="3954"/>
                  </a:cubicBezTo>
                  <a:lnTo>
                    <a:pt x="0" y="5084"/>
                  </a:lnTo>
                  <a:cubicBezTo>
                    <a:pt x="0" y="5394"/>
                    <a:pt x="253" y="5647"/>
                    <a:pt x="566" y="5647"/>
                  </a:cubicBezTo>
                  <a:lnTo>
                    <a:pt x="16375" y="5647"/>
                  </a:lnTo>
                  <a:cubicBezTo>
                    <a:pt x="16686" y="5647"/>
                    <a:pt x="16939" y="5394"/>
                    <a:pt x="16939" y="5084"/>
                  </a:cubicBezTo>
                  <a:lnTo>
                    <a:pt x="16939" y="3954"/>
                  </a:lnTo>
                  <a:cubicBezTo>
                    <a:pt x="16939" y="3018"/>
                    <a:pt x="16180" y="2259"/>
                    <a:pt x="15246" y="2259"/>
                  </a:cubicBezTo>
                  <a:lnTo>
                    <a:pt x="11292" y="2259"/>
                  </a:lnTo>
                  <a:lnTo>
                    <a:pt x="11292" y="1696"/>
                  </a:lnTo>
                  <a:cubicBezTo>
                    <a:pt x="11292" y="760"/>
                    <a:pt x="10534" y="1"/>
                    <a:pt x="96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645" name="Google Shape;4645;p82"/>
          <p:cNvGrpSpPr/>
          <p:nvPr/>
        </p:nvGrpSpPr>
        <p:grpSpPr>
          <a:xfrm>
            <a:off x="2516052" y="2287428"/>
            <a:ext cx="305386" cy="338602"/>
            <a:chOff x="3300325" y="249875"/>
            <a:chExt cx="433725" cy="480900"/>
          </a:xfrm>
        </p:grpSpPr>
        <p:sp>
          <p:nvSpPr>
            <p:cNvPr id="4646" name="Google Shape;4646;p82"/>
            <p:cNvSpPr/>
            <p:nvPr/>
          </p:nvSpPr>
          <p:spPr>
            <a:xfrm>
              <a:off x="3610875" y="334550"/>
              <a:ext cx="56475" cy="28250"/>
            </a:xfrm>
            <a:custGeom>
              <a:avLst/>
              <a:gdLst/>
              <a:ahLst/>
              <a:cxnLst/>
              <a:rect l="l" t="t" r="r" b="b"/>
              <a:pathLst>
                <a:path w="2259" h="1130" extrusionOk="0">
                  <a:moveTo>
                    <a:pt x="566" y="0"/>
                  </a:moveTo>
                  <a:cubicBezTo>
                    <a:pt x="253" y="0"/>
                    <a:pt x="0" y="253"/>
                    <a:pt x="0" y="567"/>
                  </a:cubicBezTo>
                  <a:cubicBezTo>
                    <a:pt x="0" y="877"/>
                    <a:pt x="253" y="1130"/>
                    <a:pt x="566" y="1130"/>
                  </a:cubicBezTo>
                  <a:lnTo>
                    <a:pt x="1696" y="1130"/>
                  </a:lnTo>
                  <a:cubicBezTo>
                    <a:pt x="2006" y="1130"/>
                    <a:pt x="2259" y="877"/>
                    <a:pt x="2259" y="567"/>
                  </a:cubicBezTo>
                  <a:cubicBezTo>
                    <a:pt x="2259" y="253"/>
                    <a:pt x="2006" y="0"/>
                    <a:pt x="16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47" name="Google Shape;4647;p82"/>
            <p:cNvSpPr/>
            <p:nvPr/>
          </p:nvSpPr>
          <p:spPr>
            <a:xfrm>
              <a:off x="3467675" y="249875"/>
              <a:ext cx="46400" cy="56475"/>
            </a:xfrm>
            <a:custGeom>
              <a:avLst/>
              <a:gdLst/>
              <a:ahLst/>
              <a:cxnLst/>
              <a:rect l="l" t="t" r="r" b="b"/>
              <a:pathLst>
                <a:path w="1856" h="2259" extrusionOk="0">
                  <a:moveTo>
                    <a:pt x="647" y="1"/>
                  </a:moveTo>
                  <a:cubicBezTo>
                    <a:pt x="562" y="1"/>
                    <a:pt x="476" y="20"/>
                    <a:pt x="395" y="60"/>
                  </a:cubicBezTo>
                  <a:cubicBezTo>
                    <a:pt x="115" y="198"/>
                    <a:pt x="1" y="539"/>
                    <a:pt x="142" y="819"/>
                  </a:cubicBezTo>
                  <a:lnTo>
                    <a:pt x="705" y="1948"/>
                  </a:lnTo>
                  <a:cubicBezTo>
                    <a:pt x="806" y="2144"/>
                    <a:pt x="1004" y="2259"/>
                    <a:pt x="1211" y="2259"/>
                  </a:cubicBezTo>
                  <a:cubicBezTo>
                    <a:pt x="1296" y="2259"/>
                    <a:pt x="1383" y="2239"/>
                    <a:pt x="1464" y="2198"/>
                  </a:cubicBezTo>
                  <a:cubicBezTo>
                    <a:pt x="1744" y="2059"/>
                    <a:pt x="1856" y="1722"/>
                    <a:pt x="1717" y="1442"/>
                  </a:cubicBezTo>
                  <a:lnTo>
                    <a:pt x="1151" y="313"/>
                  </a:lnTo>
                  <a:cubicBezTo>
                    <a:pt x="1053" y="114"/>
                    <a:pt x="853" y="1"/>
                    <a:pt x="6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48" name="Google Shape;4648;p82"/>
            <p:cNvSpPr/>
            <p:nvPr/>
          </p:nvSpPr>
          <p:spPr>
            <a:xfrm>
              <a:off x="3566525" y="249875"/>
              <a:ext cx="46400" cy="56475"/>
            </a:xfrm>
            <a:custGeom>
              <a:avLst/>
              <a:gdLst/>
              <a:ahLst/>
              <a:cxnLst/>
              <a:rect l="l" t="t" r="r" b="b"/>
              <a:pathLst>
                <a:path w="1856" h="2259" extrusionOk="0">
                  <a:moveTo>
                    <a:pt x="1210" y="1"/>
                  </a:moveTo>
                  <a:cubicBezTo>
                    <a:pt x="1003" y="1"/>
                    <a:pt x="803" y="114"/>
                    <a:pt x="705" y="313"/>
                  </a:cubicBezTo>
                  <a:lnTo>
                    <a:pt x="139" y="1442"/>
                  </a:lnTo>
                  <a:cubicBezTo>
                    <a:pt x="1" y="1719"/>
                    <a:pt x="115" y="2059"/>
                    <a:pt x="392" y="2198"/>
                  </a:cubicBezTo>
                  <a:cubicBezTo>
                    <a:pt x="474" y="2239"/>
                    <a:pt x="561" y="2259"/>
                    <a:pt x="646" y="2259"/>
                  </a:cubicBezTo>
                  <a:cubicBezTo>
                    <a:pt x="852" y="2259"/>
                    <a:pt x="1051" y="2144"/>
                    <a:pt x="1151" y="1948"/>
                  </a:cubicBezTo>
                  <a:lnTo>
                    <a:pt x="1714" y="819"/>
                  </a:lnTo>
                  <a:cubicBezTo>
                    <a:pt x="1856" y="539"/>
                    <a:pt x="1741" y="198"/>
                    <a:pt x="1461" y="60"/>
                  </a:cubicBezTo>
                  <a:cubicBezTo>
                    <a:pt x="1381" y="20"/>
                    <a:pt x="1295" y="1"/>
                    <a:pt x="12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49" name="Google Shape;4649;p82"/>
            <p:cNvSpPr/>
            <p:nvPr/>
          </p:nvSpPr>
          <p:spPr>
            <a:xfrm>
              <a:off x="3413250" y="334550"/>
              <a:ext cx="56500" cy="28250"/>
            </a:xfrm>
            <a:custGeom>
              <a:avLst/>
              <a:gdLst/>
              <a:ahLst/>
              <a:cxnLst/>
              <a:rect l="l" t="t" r="r" b="b"/>
              <a:pathLst>
                <a:path w="2260" h="1130" extrusionOk="0">
                  <a:moveTo>
                    <a:pt x="567" y="0"/>
                  </a:moveTo>
                  <a:cubicBezTo>
                    <a:pt x="254" y="0"/>
                    <a:pt x="1" y="253"/>
                    <a:pt x="1" y="567"/>
                  </a:cubicBezTo>
                  <a:cubicBezTo>
                    <a:pt x="1" y="877"/>
                    <a:pt x="254" y="1130"/>
                    <a:pt x="567" y="1130"/>
                  </a:cubicBezTo>
                  <a:lnTo>
                    <a:pt x="1696" y="1130"/>
                  </a:lnTo>
                  <a:cubicBezTo>
                    <a:pt x="2006" y="1130"/>
                    <a:pt x="2259" y="877"/>
                    <a:pt x="2259" y="567"/>
                  </a:cubicBezTo>
                  <a:cubicBezTo>
                    <a:pt x="2259" y="253"/>
                    <a:pt x="2006" y="0"/>
                    <a:pt x="16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50" name="Google Shape;4650;p82"/>
            <p:cNvSpPr/>
            <p:nvPr/>
          </p:nvSpPr>
          <p:spPr>
            <a:xfrm>
              <a:off x="3300325" y="476675"/>
              <a:ext cx="84725" cy="254100"/>
            </a:xfrm>
            <a:custGeom>
              <a:avLst/>
              <a:gdLst/>
              <a:ahLst/>
              <a:cxnLst/>
              <a:rect l="l" t="t" r="r" b="b"/>
              <a:pathLst>
                <a:path w="3389" h="10164" extrusionOk="0">
                  <a:moveTo>
                    <a:pt x="567" y="1"/>
                  </a:moveTo>
                  <a:cubicBezTo>
                    <a:pt x="254" y="1"/>
                    <a:pt x="1" y="251"/>
                    <a:pt x="1" y="564"/>
                  </a:cubicBezTo>
                  <a:lnTo>
                    <a:pt x="1" y="9598"/>
                  </a:lnTo>
                  <a:cubicBezTo>
                    <a:pt x="1" y="9911"/>
                    <a:pt x="254" y="10164"/>
                    <a:pt x="567" y="10164"/>
                  </a:cubicBezTo>
                  <a:lnTo>
                    <a:pt x="2825" y="10164"/>
                  </a:lnTo>
                  <a:cubicBezTo>
                    <a:pt x="3136" y="10164"/>
                    <a:pt x="3389" y="9911"/>
                    <a:pt x="3389" y="9598"/>
                  </a:cubicBezTo>
                  <a:lnTo>
                    <a:pt x="3389" y="564"/>
                  </a:lnTo>
                  <a:cubicBezTo>
                    <a:pt x="3389" y="251"/>
                    <a:pt x="3136" y="1"/>
                    <a:pt x="28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51" name="Google Shape;4651;p82"/>
            <p:cNvSpPr/>
            <p:nvPr/>
          </p:nvSpPr>
          <p:spPr>
            <a:xfrm>
              <a:off x="3413250" y="335525"/>
              <a:ext cx="320800" cy="395250"/>
            </a:xfrm>
            <a:custGeom>
              <a:avLst/>
              <a:gdLst/>
              <a:ahLst/>
              <a:cxnLst/>
              <a:rect l="l" t="t" r="r" b="b"/>
              <a:pathLst>
                <a:path w="12832" h="15810" extrusionOk="0">
                  <a:moveTo>
                    <a:pt x="3954" y="1"/>
                  </a:moveTo>
                  <a:cubicBezTo>
                    <a:pt x="3641" y="1"/>
                    <a:pt x="3388" y="254"/>
                    <a:pt x="3388" y="564"/>
                  </a:cubicBezTo>
                  <a:cubicBezTo>
                    <a:pt x="3388" y="1871"/>
                    <a:pt x="2879" y="4225"/>
                    <a:pt x="1922" y="5186"/>
                  </a:cubicBezTo>
                  <a:cubicBezTo>
                    <a:pt x="1274" y="5830"/>
                    <a:pt x="723" y="6065"/>
                    <a:pt x="1" y="6427"/>
                  </a:cubicBezTo>
                  <a:lnTo>
                    <a:pt x="1" y="14897"/>
                  </a:lnTo>
                  <a:cubicBezTo>
                    <a:pt x="1109" y="15268"/>
                    <a:pt x="2515" y="15810"/>
                    <a:pt x="4659" y="15810"/>
                  </a:cubicBezTo>
                  <a:lnTo>
                    <a:pt x="8351" y="15810"/>
                  </a:lnTo>
                  <a:cubicBezTo>
                    <a:pt x="9567" y="15810"/>
                    <a:pt x="10516" y="14680"/>
                    <a:pt x="10046" y="13491"/>
                  </a:cubicBezTo>
                  <a:cubicBezTo>
                    <a:pt x="11019" y="13226"/>
                    <a:pt x="11546" y="12172"/>
                    <a:pt x="11175" y="11233"/>
                  </a:cubicBezTo>
                  <a:cubicBezTo>
                    <a:pt x="12386" y="10901"/>
                    <a:pt x="12832" y="9408"/>
                    <a:pt x="11992" y="8468"/>
                  </a:cubicBezTo>
                  <a:cubicBezTo>
                    <a:pt x="12314" y="8107"/>
                    <a:pt x="12467" y="7625"/>
                    <a:pt x="12410" y="7143"/>
                  </a:cubicBezTo>
                  <a:cubicBezTo>
                    <a:pt x="12311" y="6267"/>
                    <a:pt x="11495" y="5647"/>
                    <a:pt x="10612" y="5647"/>
                  </a:cubicBezTo>
                  <a:lnTo>
                    <a:pt x="6213" y="5647"/>
                  </a:lnTo>
                  <a:cubicBezTo>
                    <a:pt x="6586" y="4975"/>
                    <a:pt x="6785" y="3081"/>
                    <a:pt x="6776" y="2307"/>
                  </a:cubicBezTo>
                  <a:cubicBezTo>
                    <a:pt x="6761" y="1027"/>
                    <a:pt x="5701" y="1"/>
                    <a:pt x="4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652" name="Google Shape;4652;p82"/>
          <p:cNvGrpSpPr/>
          <p:nvPr/>
        </p:nvGrpSpPr>
        <p:grpSpPr>
          <a:xfrm>
            <a:off x="1653142" y="2367273"/>
            <a:ext cx="340890" cy="178912"/>
            <a:chOff x="2084325" y="363300"/>
            <a:chExt cx="484150" cy="254100"/>
          </a:xfrm>
        </p:grpSpPr>
        <p:sp>
          <p:nvSpPr>
            <p:cNvPr id="4653" name="Google Shape;4653;p82"/>
            <p:cNvSpPr/>
            <p:nvPr/>
          </p:nvSpPr>
          <p:spPr>
            <a:xfrm>
              <a:off x="2084325" y="363300"/>
              <a:ext cx="484150" cy="254100"/>
            </a:xfrm>
            <a:custGeom>
              <a:avLst/>
              <a:gdLst/>
              <a:ahLst/>
              <a:cxnLst/>
              <a:rect l="l" t="t" r="r" b="b"/>
              <a:pathLst>
                <a:path w="19366" h="10164" extrusionOk="0">
                  <a:moveTo>
                    <a:pt x="9686" y="1128"/>
                  </a:moveTo>
                  <a:cubicBezTo>
                    <a:pt x="10195" y="1128"/>
                    <a:pt x="10707" y="1226"/>
                    <a:pt x="11196" y="1428"/>
                  </a:cubicBezTo>
                  <a:cubicBezTo>
                    <a:pt x="12671" y="2042"/>
                    <a:pt x="13635" y="3482"/>
                    <a:pt x="13635" y="5081"/>
                  </a:cubicBezTo>
                  <a:cubicBezTo>
                    <a:pt x="13632" y="7264"/>
                    <a:pt x="11864" y="9031"/>
                    <a:pt x="9684" y="9034"/>
                  </a:cubicBezTo>
                  <a:cubicBezTo>
                    <a:pt x="8085" y="9034"/>
                    <a:pt x="6643" y="8071"/>
                    <a:pt x="6032" y="6592"/>
                  </a:cubicBezTo>
                  <a:cubicBezTo>
                    <a:pt x="5420" y="5117"/>
                    <a:pt x="5758" y="3415"/>
                    <a:pt x="6887" y="2286"/>
                  </a:cubicBezTo>
                  <a:cubicBezTo>
                    <a:pt x="7645" y="1530"/>
                    <a:pt x="8657" y="1128"/>
                    <a:pt x="9686" y="1128"/>
                  </a:cubicBezTo>
                  <a:close/>
                  <a:moveTo>
                    <a:pt x="9684" y="1"/>
                  </a:moveTo>
                  <a:cubicBezTo>
                    <a:pt x="4502" y="1"/>
                    <a:pt x="361" y="4512"/>
                    <a:pt x="190" y="4704"/>
                  </a:cubicBezTo>
                  <a:cubicBezTo>
                    <a:pt x="0" y="4918"/>
                    <a:pt x="0" y="5243"/>
                    <a:pt x="190" y="5457"/>
                  </a:cubicBezTo>
                  <a:cubicBezTo>
                    <a:pt x="361" y="5650"/>
                    <a:pt x="4502" y="10164"/>
                    <a:pt x="9684" y="10164"/>
                  </a:cubicBezTo>
                  <a:cubicBezTo>
                    <a:pt x="14867" y="10164"/>
                    <a:pt x="19004" y="5650"/>
                    <a:pt x="19176" y="5457"/>
                  </a:cubicBezTo>
                  <a:cubicBezTo>
                    <a:pt x="19365" y="5243"/>
                    <a:pt x="19365" y="4918"/>
                    <a:pt x="19176" y="4704"/>
                  </a:cubicBezTo>
                  <a:cubicBezTo>
                    <a:pt x="19004" y="4512"/>
                    <a:pt x="14867" y="1"/>
                    <a:pt x="96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54" name="Google Shape;4654;p82"/>
            <p:cNvSpPr/>
            <p:nvPr/>
          </p:nvSpPr>
          <p:spPr>
            <a:xfrm>
              <a:off x="2250600" y="419775"/>
              <a:ext cx="145175" cy="141125"/>
            </a:xfrm>
            <a:custGeom>
              <a:avLst/>
              <a:gdLst/>
              <a:ahLst/>
              <a:cxnLst/>
              <a:rect l="l" t="t" r="r" b="b"/>
              <a:pathLst>
                <a:path w="5807" h="5645" extrusionOk="0">
                  <a:moveTo>
                    <a:pt x="3018" y="0"/>
                  </a:moveTo>
                  <a:cubicBezTo>
                    <a:pt x="1922" y="0"/>
                    <a:pt x="929" y="634"/>
                    <a:pt x="468" y="1626"/>
                  </a:cubicBezTo>
                  <a:cubicBezTo>
                    <a:pt x="1" y="2623"/>
                    <a:pt x="158" y="3797"/>
                    <a:pt x="862" y="4637"/>
                  </a:cubicBezTo>
                  <a:cubicBezTo>
                    <a:pt x="1407" y="5287"/>
                    <a:pt x="2203" y="5645"/>
                    <a:pt x="3025" y="5645"/>
                  </a:cubicBezTo>
                  <a:cubicBezTo>
                    <a:pt x="3270" y="5645"/>
                    <a:pt x="3518" y="5613"/>
                    <a:pt x="3762" y="5547"/>
                  </a:cubicBezTo>
                  <a:cubicBezTo>
                    <a:pt x="4825" y="5258"/>
                    <a:pt x="5620" y="4382"/>
                    <a:pt x="5807" y="3297"/>
                  </a:cubicBezTo>
                  <a:lnTo>
                    <a:pt x="5807" y="3297"/>
                  </a:lnTo>
                  <a:cubicBezTo>
                    <a:pt x="5625" y="3356"/>
                    <a:pt x="5446" y="3383"/>
                    <a:pt x="5272" y="3383"/>
                  </a:cubicBezTo>
                  <a:cubicBezTo>
                    <a:pt x="4356" y="3383"/>
                    <a:pt x="3596" y="2626"/>
                    <a:pt x="3596" y="1692"/>
                  </a:cubicBezTo>
                  <a:cubicBezTo>
                    <a:pt x="3596" y="1147"/>
                    <a:pt x="3861" y="633"/>
                    <a:pt x="4307" y="316"/>
                  </a:cubicBezTo>
                  <a:cubicBezTo>
                    <a:pt x="3913" y="112"/>
                    <a:pt x="3476" y="3"/>
                    <a:pt x="3033" y="0"/>
                  </a:cubicBezTo>
                  <a:cubicBezTo>
                    <a:pt x="3028" y="0"/>
                    <a:pt x="3023" y="0"/>
                    <a:pt x="30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655" name="Google Shape;4655;p82"/>
          <p:cNvGrpSpPr/>
          <p:nvPr/>
        </p:nvGrpSpPr>
        <p:grpSpPr>
          <a:xfrm>
            <a:off x="2905137" y="2287349"/>
            <a:ext cx="352349" cy="338760"/>
            <a:chOff x="3854700" y="249750"/>
            <a:chExt cx="500425" cy="481125"/>
          </a:xfrm>
        </p:grpSpPr>
        <p:sp>
          <p:nvSpPr>
            <p:cNvPr id="4656" name="Google Shape;4656;p82"/>
            <p:cNvSpPr/>
            <p:nvPr/>
          </p:nvSpPr>
          <p:spPr>
            <a:xfrm>
              <a:off x="4206725" y="598350"/>
              <a:ext cx="70775" cy="68025"/>
            </a:xfrm>
            <a:custGeom>
              <a:avLst/>
              <a:gdLst/>
              <a:ahLst/>
              <a:cxnLst/>
              <a:rect l="l" t="t" r="r" b="b"/>
              <a:pathLst>
                <a:path w="2831" h="2721" extrusionOk="0">
                  <a:moveTo>
                    <a:pt x="622" y="1"/>
                  </a:moveTo>
                  <a:cubicBezTo>
                    <a:pt x="478" y="1"/>
                    <a:pt x="333" y="56"/>
                    <a:pt x="223" y="165"/>
                  </a:cubicBezTo>
                  <a:cubicBezTo>
                    <a:pt x="0" y="388"/>
                    <a:pt x="0" y="744"/>
                    <a:pt x="223" y="966"/>
                  </a:cubicBezTo>
                  <a:lnTo>
                    <a:pt x="1819" y="2562"/>
                  </a:lnTo>
                  <a:cubicBezTo>
                    <a:pt x="1929" y="2668"/>
                    <a:pt x="2070" y="2721"/>
                    <a:pt x="2211" y="2721"/>
                  </a:cubicBezTo>
                  <a:cubicBezTo>
                    <a:pt x="2356" y="2721"/>
                    <a:pt x="2501" y="2665"/>
                    <a:pt x="2611" y="2553"/>
                  </a:cubicBezTo>
                  <a:cubicBezTo>
                    <a:pt x="2828" y="2337"/>
                    <a:pt x="2831" y="1984"/>
                    <a:pt x="2617" y="1764"/>
                  </a:cubicBezTo>
                  <a:lnTo>
                    <a:pt x="1021" y="165"/>
                  </a:lnTo>
                  <a:cubicBezTo>
                    <a:pt x="911" y="56"/>
                    <a:pt x="767" y="1"/>
                    <a:pt x="6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57" name="Google Shape;4657;p82"/>
            <p:cNvSpPr/>
            <p:nvPr/>
          </p:nvSpPr>
          <p:spPr>
            <a:xfrm>
              <a:off x="4226750" y="538600"/>
              <a:ext cx="91250" cy="48150"/>
            </a:xfrm>
            <a:custGeom>
              <a:avLst/>
              <a:gdLst/>
              <a:ahLst/>
              <a:cxnLst/>
              <a:rect l="l" t="t" r="r" b="b"/>
              <a:pathLst>
                <a:path w="3650" h="1926" extrusionOk="0">
                  <a:moveTo>
                    <a:pt x="631" y="1"/>
                  </a:moveTo>
                  <a:cubicBezTo>
                    <a:pt x="393" y="1"/>
                    <a:pt x="175" y="151"/>
                    <a:pt x="97" y="387"/>
                  </a:cubicBezTo>
                  <a:cubicBezTo>
                    <a:pt x="0" y="676"/>
                    <a:pt x="151" y="993"/>
                    <a:pt x="440" y="1098"/>
                  </a:cubicBezTo>
                  <a:lnTo>
                    <a:pt x="2837" y="1896"/>
                  </a:lnTo>
                  <a:cubicBezTo>
                    <a:pt x="2896" y="1916"/>
                    <a:pt x="2956" y="1925"/>
                    <a:pt x="3014" y="1925"/>
                  </a:cubicBezTo>
                  <a:cubicBezTo>
                    <a:pt x="3251" y="1925"/>
                    <a:pt x="3471" y="1774"/>
                    <a:pt x="3551" y="1538"/>
                  </a:cubicBezTo>
                  <a:cubicBezTo>
                    <a:pt x="3650" y="1243"/>
                    <a:pt x="3490" y="920"/>
                    <a:pt x="3192" y="824"/>
                  </a:cubicBezTo>
                  <a:lnTo>
                    <a:pt x="798" y="26"/>
                  </a:lnTo>
                  <a:cubicBezTo>
                    <a:pt x="742" y="9"/>
                    <a:pt x="686" y="1"/>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58" name="Google Shape;4658;p82"/>
            <p:cNvSpPr/>
            <p:nvPr/>
          </p:nvSpPr>
          <p:spPr>
            <a:xfrm>
              <a:off x="4146500" y="618325"/>
              <a:ext cx="52050" cy="88650"/>
            </a:xfrm>
            <a:custGeom>
              <a:avLst/>
              <a:gdLst/>
              <a:ahLst/>
              <a:cxnLst/>
              <a:rect l="l" t="t" r="r" b="b"/>
              <a:pathLst>
                <a:path w="2082" h="3546" extrusionOk="0">
                  <a:moveTo>
                    <a:pt x="632" y="1"/>
                  </a:moveTo>
                  <a:cubicBezTo>
                    <a:pt x="574" y="1"/>
                    <a:pt x="514" y="10"/>
                    <a:pt x="455" y="29"/>
                  </a:cubicBezTo>
                  <a:cubicBezTo>
                    <a:pt x="160" y="128"/>
                    <a:pt x="0" y="447"/>
                    <a:pt x="100" y="746"/>
                  </a:cubicBezTo>
                  <a:lnTo>
                    <a:pt x="898" y="3140"/>
                  </a:lnTo>
                  <a:cubicBezTo>
                    <a:pt x="970" y="3386"/>
                    <a:pt x="1196" y="3546"/>
                    <a:pt x="1439" y="3546"/>
                  </a:cubicBezTo>
                  <a:cubicBezTo>
                    <a:pt x="1498" y="3546"/>
                    <a:pt x="1558" y="3536"/>
                    <a:pt x="1617" y="3516"/>
                  </a:cubicBezTo>
                  <a:cubicBezTo>
                    <a:pt x="1921" y="3417"/>
                    <a:pt x="2081" y="3082"/>
                    <a:pt x="1970" y="2784"/>
                  </a:cubicBezTo>
                  <a:lnTo>
                    <a:pt x="1172" y="387"/>
                  </a:lnTo>
                  <a:cubicBezTo>
                    <a:pt x="1092" y="150"/>
                    <a:pt x="871" y="1"/>
                    <a:pt x="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59" name="Google Shape;4659;p82"/>
            <p:cNvSpPr/>
            <p:nvPr/>
          </p:nvSpPr>
          <p:spPr>
            <a:xfrm>
              <a:off x="3927425" y="319075"/>
              <a:ext cx="70650" cy="67850"/>
            </a:xfrm>
            <a:custGeom>
              <a:avLst/>
              <a:gdLst/>
              <a:ahLst/>
              <a:cxnLst/>
              <a:rect l="l" t="t" r="r" b="b"/>
              <a:pathLst>
                <a:path w="2826" h="2714" extrusionOk="0">
                  <a:moveTo>
                    <a:pt x="621" y="0"/>
                  </a:moveTo>
                  <a:cubicBezTo>
                    <a:pt x="477" y="0"/>
                    <a:pt x="333" y="55"/>
                    <a:pt x="223" y="165"/>
                  </a:cubicBezTo>
                  <a:cubicBezTo>
                    <a:pt x="4" y="385"/>
                    <a:pt x="1" y="737"/>
                    <a:pt x="214" y="957"/>
                  </a:cubicBezTo>
                  <a:lnTo>
                    <a:pt x="1813" y="2556"/>
                  </a:lnTo>
                  <a:cubicBezTo>
                    <a:pt x="1922" y="2661"/>
                    <a:pt x="2062" y="2714"/>
                    <a:pt x="2203" y="2714"/>
                  </a:cubicBezTo>
                  <a:cubicBezTo>
                    <a:pt x="2348" y="2714"/>
                    <a:pt x="2494" y="2658"/>
                    <a:pt x="2605" y="2547"/>
                  </a:cubicBezTo>
                  <a:cubicBezTo>
                    <a:pt x="2822" y="2330"/>
                    <a:pt x="2825" y="1977"/>
                    <a:pt x="2611" y="1755"/>
                  </a:cubicBezTo>
                  <a:lnTo>
                    <a:pt x="1012" y="159"/>
                  </a:lnTo>
                  <a:cubicBezTo>
                    <a:pt x="904" y="53"/>
                    <a:pt x="762" y="0"/>
                    <a:pt x="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60" name="Google Shape;4660;p82"/>
            <p:cNvSpPr/>
            <p:nvPr/>
          </p:nvSpPr>
          <p:spPr>
            <a:xfrm>
              <a:off x="4007000" y="279300"/>
              <a:ext cx="51675" cy="88150"/>
            </a:xfrm>
            <a:custGeom>
              <a:avLst/>
              <a:gdLst/>
              <a:ahLst/>
              <a:cxnLst/>
              <a:rect l="l" t="t" r="r" b="b"/>
              <a:pathLst>
                <a:path w="2067" h="3526" extrusionOk="0">
                  <a:moveTo>
                    <a:pt x="632" y="0"/>
                  </a:moveTo>
                  <a:cubicBezTo>
                    <a:pt x="573" y="0"/>
                    <a:pt x="512" y="10"/>
                    <a:pt x="452" y="30"/>
                  </a:cubicBezTo>
                  <a:cubicBezTo>
                    <a:pt x="160" y="127"/>
                    <a:pt x="0" y="437"/>
                    <a:pt x="91" y="732"/>
                  </a:cubicBezTo>
                  <a:lnTo>
                    <a:pt x="889" y="3126"/>
                  </a:lnTo>
                  <a:cubicBezTo>
                    <a:pt x="964" y="3370"/>
                    <a:pt x="1188" y="3525"/>
                    <a:pt x="1428" y="3525"/>
                  </a:cubicBezTo>
                  <a:cubicBezTo>
                    <a:pt x="1487" y="3525"/>
                    <a:pt x="1547" y="3516"/>
                    <a:pt x="1605" y="3496"/>
                  </a:cubicBezTo>
                  <a:cubicBezTo>
                    <a:pt x="1907" y="3397"/>
                    <a:pt x="2066" y="3069"/>
                    <a:pt x="1961" y="2771"/>
                  </a:cubicBezTo>
                  <a:lnTo>
                    <a:pt x="1160" y="374"/>
                  </a:lnTo>
                  <a:cubicBezTo>
                    <a:pt x="1079" y="144"/>
                    <a:pt x="863" y="0"/>
                    <a:pt x="6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61" name="Google Shape;4661;p82"/>
            <p:cNvSpPr/>
            <p:nvPr/>
          </p:nvSpPr>
          <p:spPr>
            <a:xfrm>
              <a:off x="3887300" y="398850"/>
              <a:ext cx="91800" cy="48250"/>
            </a:xfrm>
            <a:custGeom>
              <a:avLst/>
              <a:gdLst/>
              <a:ahLst/>
              <a:cxnLst/>
              <a:rect l="l" t="t" r="r" b="b"/>
              <a:pathLst>
                <a:path w="3672" h="1930" extrusionOk="0">
                  <a:moveTo>
                    <a:pt x="638" y="0"/>
                  </a:moveTo>
                  <a:cubicBezTo>
                    <a:pt x="399" y="0"/>
                    <a:pt x="178" y="150"/>
                    <a:pt x="100" y="385"/>
                  </a:cubicBezTo>
                  <a:cubicBezTo>
                    <a:pt x="1" y="678"/>
                    <a:pt x="154" y="991"/>
                    <a:pt x="443" y="1096"/>
                  </a:cubicBezTo>
                  <a:lnTo>
                    <a:pt x="2840" y="1894"/>
                  </a:lnTo>
                  <a:cubicBezTo>
                    <a:pt x="2905" y="1918"/>
                    <a:pt x="2971" y="1930"/>
                    <a:pt x="3036" y="1930"/>
                  </a:cubicBezTo>
                  <a:cubicBezTo>
                    <a:pt x="3271" y="1930"/>
                    <a:pt x="3492" y="1781"/>
                    <a:pt x="3572" y="1545"/>
                  </a:cubicBezTo>
                  <a:cubicBezTo>
                    <a:pt x="3671" y="1241"/>
                    <a:pt x="3503" y="915"/>
                    <a:pt x="3195" y="825"/>
                  </a:cubicBezTo>
                  <a:lnTo>
                    <a:pt x="802" y="24"/>
                  </a:lnTo>
                  <a:cubicBezTo>
                    <a:pt x="747" y="8"/>
                    <a:pt x="692" y="0"/>
                    <a:pt x="6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62" name="Google Shape;4662;p82"/>
            <p:cNvSpPr/>
            <p:nvPr/>
          </p:nvSpPr>
          <p:spPr>
            <a:xfrm>
              <a:off x="3854700" y="413675"/>
              <a:ext cx="353475" cy="317200"/>
            </a:xfrm>
            <a:custGeom>
              <a:avLst/>
              <a:gdLst/>
              <a:ahLst/>
              <a:cxnLst/>
              <a:rect l="l" t="t" r="r" b="b"/>
              <a:pathLst>
                <a:path w="14139" h="12688" extrusionOk="0">
                  <a:moveTo>
                    <a:pt x="12278" y="0"/>
                  </a:moveTo>
                  <a:lnTo>
                    <a:pt x="10639" y="1635"/>
                  </a:lnTo>
                  <a:cubicBezTo>
                    <a:pt x="10811" y="1720"/>
                    <a:pt x="10971" y="1831"/>
                    <a:pt x="11109" y="1964"/>
                  </a:cubicBezTo>
                  <a:cubicBezTo>
                    <a:pt x="11772" y="2623"/>
                    <a:pt x="11772" y="3698"/>
                    <a:pt x="11109" y="4358"/>
                  </a:cubicBezTo>
                  <a:lnTo>
                    <a:pt x="5520" y="9949"/>
                  </a:lnTo>
                  <a:cubicBezTo>
                    <a:pt x="5189" y="10281"/>
                    <a:pt x="4755" y="10446"/>
                    <a:pt x="4322" y="10446"/>
                  </a:cubicBezTo>
                  <a:cubicBezTo>
                    <a:pt x="3889" y="10446"/>
                    <a:pt x="3456" y="10281"/>
                    <a:pt x="3126" y="9949"/>
                  </a:cubicBezTo>
                  <a:cubicBezTo>
                    <a:pt x="2464" y="9287"/>
                    <a:pt x="2464" y="8215"/>
                    <a:pt x="3126" y="7552"/>
                  </a:cubicBezTo>
                  <a:lnTo>
                    <a:pt x="5331" y="5351"/>
                  </a:lnTo>
                  <a:cubicBezTo>
                    <a:pt x="4924" y="4499"/>
                    <a:pt x="4764" y="3554"/>
                    <a:pt x="4867" y="2620"/>
                  </a:cubicBezTo>
                  <a:lnTo>
                    <a:pt x="4867" y="2620"/>
                  </a:lnTo>
                  <a:lnTo>
                    <a:pt x="1527" y="5956"/>
                  </a:lnTo>
                  <a:cubicBezTo>
                    <a:pt x="1" y="7501"/>
                    <a:pt x="7" y="9992"/>
                    <a:pt x="1545" y="11530"/>
                  </a:cubicBezTo>
                  <a:cubicBezTo>
                    <a:pt x="2316" y="12301"/>
                    <a:pt x="3328" y="12687"/>
                    <a:pt x="4340" y="12687"/>
                  </a:cubicBezTo>
                  <a:cubicBezTo>
                    <a:pt x="5344" y="12687"/>
                    <a:pt x="6348" y="12307"/>
                    <a:pt x="7119" y="11545"/>
                  </a:cubicBezTo>
                  <a:lnTo>
                    <a:pt x="12708" y="5956"/>
                  </a:lnTo>
                  <a:cubicBezTo>
                    <a:pt x="13783" y="4878"/>
                    <a:pt x="14139" y="3276"/>
                    <a:pt x="13627" y="1843"/>
                  </a:cubicBezTo>
                  <a:cubicBezTo>
                    <a:pt x="13500" y="1467"/>
                    <a:pt x="13316" y="1114"/>
                    <a:pt x="13076" y="798"/>
                  </a:cubicBezTo>
                  <a:lnTo>
                    <a:pt x="13066" y="807"/>
                  </a:lnTo>
                  <a:cubicBezTo>
                    <a:pt x="12955" y="663"/>
                    <a:pt x="12844" y="503"/>
                    <a:pt x="12708" y="368"/>
                  </a:cubicBezTo>
                  <a:cubicBezTo>
                    <a:pt x="12570" y="235"/>
                    <a:pt x="12428" y="115"/>
                    <a:pt x="122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63" name="Google Shape;4663;p82"/>
            <p:cNvSpPr/>
            <p:nvPr/>
          </p:nvSpPr>
          <p:spPr>
            <a:xfrm>
              <a:off x="3996825" y="249750"/>
              <a:ext cx="358300" cy="322025"/>
            </a:xfrm>
            <a:custGeom>
              <a:avLst/>
              <a:gdLst/>
              <a:ahLst/>
              <a:cxnLst/>
              <a:rect l="l" t="t" r="r" b="b"/>
              <a:pathLst>
                <a:path w="14332" h="12881" extrusionOk="0">
                  <a:moveTo>
                    <a:pt x="9993" y="1"/>
                  </a:moveTo>
                  <a:cubicBezTo>
                    <a:pt x="8989" y="1"/>
                    <a:pt x="7985" y="381"/>
                    <a:pt x="7216" y="1143"/>
                  </a:cubicBezTo>
                  <a:lnTo>
                    <a:pt x="1434" y="6925"/>
                  </a:lnTo>
                  <a:cubicBezTo>
                    <a:pt x="359" y="8003"/>
                    <a:pt x="1" y="9605"/>
                    <a:pt x="516" y="11038"/>
                  </a:cubicBezTo>
                  <a:cubicBezTo>
                    <a:pt x="639" y="11414"/>
                    <a:pt x="826" y="11767"/>
                    <a:pt x="1067" y="12083"/>
                  </a:cubicBezTo>
                  <a:lnTo>
                    <a:pt x="1073" y="12074"/>
                  </a:lnTo>
                  <a:cubicBezTo>
                    <a:pt x="1187" y="12218"/>
                    <a:pt x="1296" y="12378"/>
                    <a:pt x="1434" y="12513"/>
                  </a:cubicBezTo>
                  <a:cubicBezTo>
                    <a:pt x="1570" y="12646"/>
                    <a:pt x="1711" y="12766"/>
                    <a:pt x="1865" y="12881"/>
                  </a:cubicBezTo>
                  <a:lnTo>
                    <a:pt x="3500" y="11243"/>
                  </a:lnTo>
                  <a:cubicBezTo>
                    <a:pt x="3328" y="11158"/>
                    <a:pt x="3169" y="11050"/>
                    <a:pt x="3030" y="10918"/>
                  </a:cubicBezTo>
                  <a:cubicBezTo>
                    <a:pt x="2368" y="10255"/>
                    <a:pt x="2368" y="9183"/>
                    <a:pt x="3030" y="8521"/>
                  </a:cubicBezTo>
                  <a:lnTo>
                    <a:pt x="8812" y="2739"/>
                  </a:lnTo>
                  <a:cubicBezTo>
                    <a:pt x="9143" y="2408"/>
                    <a:pt x="9577" y="2242"/>
                    <a:pt x="10010" y="2242"/>
                  </a:cubicBezTo>
                  <a:cubicBezTo>
                    <a:pt x="10443" y="2242"/>
                    <a:pt x="10876" y="2408"/>
                    <a:pt x="11206" y="2739"/>
                  </a:cubicBezTo>
                  <a:cubicBezTo>
                    <a:pt x="11868" y="3401"/>
                    <a:pt x="11868" y="4473"/>
                    <a:pt x="11206" y="5136"/>
                  </a:cubicBezTo>
                  <a:lnTo>
                    <a:pt x="8812" y="7530"/>
                  </a:lnTo>
                  <a:cubicBezTo>
                    <a:pt x="9215" y="8382"/>
                    <a:pt x="9375" y="9328"/>
                    <a:pt x="9273" y="10261"/>
                  </a:cubicBezTo>
                  <a:lnTo>
                    <a:pt x="12805" y="6732"/>
                  </a:lnTo>
                  <a:cubicBezTo>
                    <a:pt x="14331" y="5187"/>
                    <a:pt x="14325" y="2697"/>
                    <a:pt x="12787" y="1158"/>
                  </a:cubicBezTo>
                  <a:cubicBezTo>
                    <a:pt x="12016" y="387"/>
                    <a:pt x="11004" y="1"/>
                    <a:pt x="9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664" name="Google Shape;4664;p82"/>
          <p:cNvGrpSpPr/>
          <p:nvPr/>
        </p:nvGrpSpPr>
        <p:grpSpPr>
          <a:xfrm>
            <a:off x="3323126" y="2287349"/>
            <a:ext cx="352349" cy="338760"/>
            <a:chOff x="4447550" y="249750"/>
            <a:chExt cx="500425" cy="481125"/>
          </a:xfrm>
        </p:grpSpPr>
        <p:sp>
          <p:nvSpPr>
            <p:cNvPr id="4665" name="Google Shape;4665;p82"/>
            <p:cNvSpPr/>
            <p:nvPr/>
          </p:nvSpPr>
          <p:spPr>
            <a:xfrm>
              <a:off x="4447550" y="413675"/>
              <a:ext cx="353475" cy="317200"/>
            </a:xfrm>
            <a:custGeom>
              <a:avLst/>
              <a:gdLst/>
              <a:ahLst/>
              <a:cxnLst/>
              <a:rect l="l" t="t" r="r" b="b"/>
              <a:pathLst>
                <a:path w="14139" h="12688" extrusionOk="0">
                  <a:moveTo>
                    <a:pt x="12274" y="0"/>
                  </a:moveTo>
                  <a:lnTo>
                    <a:pt x="10639" y="1635"/>
                  </a:lnTo>
                  <a:cubicBezTo>
                    <a:pt x="10811" y="1720"/>
                    <a:pt x="10970" y="1831"/>
                    <a:pt x="11109" y="1964"/>
                  </a:cubicBezTo>
                  <a:cubicBezTo>
                    <a:pt x="11771" y="2623"/>
                    <a:pt x="11771" y="3698"/>
                    <a:pt x="11109" y="4358"/>
                  </a:cubicBezTo>
                  <a:lnTo>
                    <a:pt x="5520" y="9949"/>
                  </a:lnTo>
                  <a:cubicBezTo>
                    <a:pt x="5189" y="10281"/>
                    <a:pt x="4755" y="10446"/>
                    <a:pt x="4322" y="10446"/>
                  </a:cubicBezTo>
                  <a:cubicBezTo>
                    <a:pt x="3889" y="10446"/>
                    <a:pt x="3456" y="10281"/>
                    <a:pt x="3126" y="9949"/>
                  </a:cubicBezTo>
                  <a:cubicBezTo>
                    <a:pt x="2463" y="9287"/>
                    <a:pt x="2463" y="8215"/>
                    <a:pt x="3126" y="7552"/>
                  </a:cubicBezTo>
                  <a:lnTo>
                    <a:pt x="5330" y="5351"/>
                  </a:lnTo>
                  <a:cubicBezTo>
                    <a:pt x="4924" y="4499"/>
                    <a:pt x="4764" y="3554"/>
                    <a:pt x="4866" y="2620"/>
                  </a:cubicBezTo>
                  <a:lnTo>
                    <a:pt x="4866" y="2620"/>
                  </a:lnTo>
                  <a:lnTo>
                    <a:pt x="1527" y="5956"/>
                  </a:lnTo>
                  <a:cubicBezTo>
                    <a:pt x="0" y="7501"/>
                    <a:pt x="6" y="9992"/>
                    <a:pt x="1545" y="11530"/>
                  </a:cubicBezTo>
                  <a:cubicBezTo>
                    <a:pt x="2316" y="12301"/>
                    <a:pt x="3327" y="12687"/>
                    <a:pt x="4339" y="12687"/>
                  </a:cubicBezTo>
                  <a:cubicBezTo>
                    <a:pt x="5343" y="12687"/>
                    <a:pt x="6348" y="12307"/>
                    <a:pt x="7119" y="11545"/>
                  </a:cubicBezTo>
                  <a:lnTo>
                    <a:pt x="12708" y="5956"/>
                  </a:lnTo>
                  <a:cubicBezTo>
                    <a:pt x="13783" y="4878"/>
                    <a:pt x="14138" y="3276"/>
                    <a:pt x="13626" y="1843"/>
                  </a:cubicBezTo>
                  <a:cubicBezTo>
                    <a:pt x="13500" y="1467"/>
                    <a:pt x="13316" y="1114"/>
                    <a:pt x="13075" y="798"/>
                  </a:cubicBezTo>
                  <a:lnTo>
                    <a:pt x="13066" y="807"/>
                  </a:lnTo>
                  <a:cubicBezTo>
                    <a:pt x="12952" y="663"/>
                    <a:pt x="12843" y="503"/>
                    <a:pt x="12708" y="368"/>
                  </a:cubicBezTo>
                  <a:cubicBezTo>
                    <a:pt x="12569" y="235"/>
                    <a:pt x="12428" y="115"/>
                    <a:pt x="122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66" name="Google Shape;4666;p82"/>
            <p:cNvSpPr/>
            <p:nvPr/>
          </p:nvSpPr>
          <p:spPr>
            <a:xfrm>
              <a:off x="4589675" y="249750"/>
              <a:ext cx="358300" cy="322025"/>
            </a:xfrm>
            <a:custGeom>
              <a:avLst/>
              <a:gdLst/>
              <a:ahLst/>
              <a:cxnLst/>
              <a:rect l="l" t="t" r="r" b="b"/>
              <a:pathLst>
                <a:path w="14332" h="12881" extrusionOk="0">
                  <a:moveTo>
                    <a:pt x="9992" y="1"/>
                  </a:moveTo>
                  <a:cubicBezTo>
                    <a:pt x="8989" y="1"/>
                    <a:pt x="7985" y="381"/>
                    <a:pt x="7215" y="1143"/>
                  </a:cubicBezTo>
                  <a:lnTo>
                    <a:pt x="1434" y="6925"/>
                  </a:lnTo>
                  <a:cubicBezTo>
                    <a:pt x="359" y="8003"/>
                    <a:pt x="1" y="9605"/>
                    <a:pt x="515" y="11038"/>
                  </a:cubicBezTo>
                  <a:cubicBezTo>
                    <a:pt x="639" y="11414"/>
                    <a:pt x="826" y="11767"/>
                    <a:pt x="1066" y="12083"/>
                  </a:cubicBezTo>
                  <a:lnTo>
                    <a:pt x="1073" y="12074"/>
                  </a:lnTo>
                  <a:cubicBezTo>
                    <a:pt x="1187" y="12218"/>
                    <a:pt x="1295" y="12378"/>
                    <a:pt x="1434" y="12513"/>
                  </a:cubicBezTo>
                  <a:cubicBezTo>
                    <a:pt x="1569" y="12646"/>
                    <a:pt x="1711" y="12766"/>
                    <a:pt x="1864" y="12881"/>
                  </a:cubicBezTo>
                  <a:lnTo>
                    <a:pt x="3500" y="11243"/>
                  </a:lnTo>
                  <a:cubicBezTo>
                    <a:pt x="3328" y="11158"/>
                    <a:pt x="3168" y="11050"/>
                    <a:pt x="3030" y="10918"/>
                  </a:cubicBezTo>
                  <a:cubicBezTo>
                    <a:pt x="2367" y="10255"/>
                    <a:pt x="2367" y="9183"/>
                    <a:pt x="3030" y="8521"/>
                  </a:cubicBezTo>
                  <a:lnTo>
                    <a:pt x="8811" y="2739"/>
                  </a:lnTo>
                  <a:cubicBezTo>
                    <a:pt x="9143" y="2408"/>
                    <a:pt x="9576" y="2242"/>
                    <a:pt x="10010" y="2242"/>
                  </a:cubicBezTo>
                  <a:cubicBezTo>
                    <a:pt x="10443" y="2242"/>
                    <a:pt x="10876" y="2408"/>
                    <a:pt x="11205" y="2739"/>
                  </a:cubicBezTo>
                  <a:cubicBezTo>
                    <a:pt x="11868" y="3401"/>
                    <a:pt x="11868" y="4473"/>
                    <a:pt x="11205" y="5136"/>
                  </a:cubicBezTo>
                  <a:lnTo>
                    <a:pt x="8811" y="7530"/>
                  </a:lnTo>
                  <a:cubicBezTo>
                    <a:pt x="9215" y="8382"/>
                    <a:pt x="9375" y="9328"/>
                    <a:pt x="9272" y="10261"/>
                  </a:cubicBezTo>
                  <a:lnTo>
                    <a:pt x="12804" y="6732"/>
                  </a:lnTo>
                  <a:cubicBezTo>
                    <a:pt x="14331" y="5187"/>
                    <a:pt x="14325" y="2697"/>
                    <a:pt x="12786" y="1158"/>
                  </a:cubicBezTo>
                  <a:cubicBezTo>
                    <a:pt x="12015" y="387"/>
                    <a:pt x="11004" y="1"/>
                    <a:pt x="99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667" name="Google Shape;4667;p82"/>
          <p:cNvGrpSpPr/>
          <p:nvPr/>
        </p:nvGrpSpPr>
        <p:grpSpPr>
          <a:xfrm>
            <a:off x="3752328" y="2287102"/>
            <a:ext cx="339253" cy="339253"/>
            <a:chOff x="5049725" y="249400"/>
            <a:chExt cx="481825" cy="481825"/>
          </a:xfrm>
        </p:grpSpPr>
        <p:sp>
          <p:nvSpPr>
            <p:cNvPr id="4668" name="Google Shape;4668;p82"/>
            <p:cNvSpPr/>
            <p:nvPr/>
          </p:nvSpPr>
          <p:spPr>
            <a:xfrm>
              <a:off x="5191775" y="560925"/>
              <a:ext cx="197625" cy="170300"/>
            </a:xfrm>
            <a:custGeom>
              <a:avLst/>
              <a:gdLst/>
              <a:ahLst/>
              <a:cxnLst/>
              <a:rect l="l" t="t" r="r" b="b"/>
              <a:pathLst>
                <a:path w="7905" h="6812" extrusionOk="0">
                  <a:moveTo>
                    <a:pt x="6213" y="1129"/>
                  </a:moveTo>
                  <a:cubicBezTo>
                    <a:pt x="6523" y="1129"/>
                    <a:pt x="6776" y="1379"/>
                    <a:pt x="6776" y="1693"/>
                  </a:cubicBezTo>
                  <a:cubicBezTo>
                    <a:pt x="6776" y="2006"/>
                    <a:pt x="6523" y="2259"/>
                    <a:pt x="6213" y="2259"/>
                  </a:cubicBezTo>
                  <a:lnTo>
                    <a:pt x="1696" y="2259"/>
                  </a:lnTo>
                  <a:cubicBezTo>
                    <a:pt x="1383" y="2259"/>
                    <a:pt x="1130" y="2006"/>
                    <a:pt x="1130" y="1693"/>
                  </a:cubicBezTo>
                  <a:cubicBezTo>
                    <a:pt x="1130" y="1379"/>
                    <a:pt x="1383" y="1129"/>
                    <a:pt x="1696" y="1129"/>
                  </a:cubicBezTo>
                  <a:close/>
                  <a:moveTo>
                    <a:pt x="6213" y="3388"/>
                  </a:moveTo>
                  <a:cubicBezTo>
                    <a:pt x="6523" y="3388"/>
                    <a:pt x="6776" y="3638"/>
                    <a:pt x="6776" y="3951"/>
                  </a:cubicBezTo>
                  <a:cubicBezTo>
                    <a:pt x="6776" y="4264"/>
                    <a:pt x="6523" y="4517"/>
                    <a:pt x="6213" y="4517"/>
                  </a:cubicBezTo>
                  <a:lnTo>
                    <a:pt x="1696" y="4517"/>
                  </a:lnTo>
                  <a:cubicBezTo>
                    <a:pt x="1383" y="4517"/>
                    <a:pt x="1130" y="4264"/>
                    <a:pt x="1130" y="3951"/>
                  </a:cubicBezTo>
                  <a:cubicBezTo>
                    <a:pt x="1130" y="3638"/>
                    <a:pt x="1383" y="3388"/>
                    <a:pt x="1696" y="3388"/>
                  </a:cubicBezTo>
                  <a:close/>
                  <a:moveTo>
                    <a:pt x="0" y="0"/>
                  </a:moveTo>
                  <a:lnTo>
                    <a:pt x="0" y="6249"/>
                  </a:lnTo>
                  <a:cubicBezTo>
                    <a:pt x="0" y="6559"/>
                    <a:pt x="253" y="6812"/>
                    <a:pt x="567" y="6812"/>
                  </a:cubicBezTo>
                  <a:lnTo>
                    <a:pt x="7342" y="6812"/>
                  </a:lnTo>
                  <a:cubicBezTo>
                    <a:pt x="7652" y="6812"/>
                    <a:pt x="7905" y="6559"/>
                    <a:pt x="7905" y="6249"/>
                  </a:cubicBezTo>
                  <a:lnTo>
                    <a:pt x="79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69" name="Google Shape;4669;p82"/>
            <p:cNvSpPr/>
            <p:nvPr/>
          </p:nvSpPr>
          <p:spPr>
            <a:xfrm>
              <a:off x="5049725" y="249400"/>
              <a:ext cx="481825" cy="396225"/>
            </a:xfrm>
            <a:custGeom>
              <a:avLst/>
              <a:gdLst/>
              <a:ahLst/>
              <a:cxnLst/>
              <a:rect l="l" t="t" r="r" b="b"/>
              <a:pathLst>
                <a:path w="19273" h="15849" extrusionOk="0">
                  <a:moveTo>
                    <a:pt x="4553" y="4518"/>
                  </a:moveTo>
                  <a:lnTo>
                    <a:pt x="4553" y="5686"/>
                  </a:lnTo>
                  <a:lnTo>
                    <a:pt x="3424" y="5686"/>
                  </a:lnTo>
                  <a:lnTo>
                    <a:pt x="3424" y="4948"/>
                  </a:lnTo>
                  <a:cubicBezTo>
                    <a:pt x="3424" y="4710"/>
                    <a:pt x="3617" y="4518"/>
                    <a:pt x="3852" y="4518"/>
                  </a:cubicBezTo>
                  <a:close/>
                  <a:moveTo>
                    <a:pt x="15418" y="4518"/>
                  </a:moveTo>
                  <a:cubicBezTo>
                    <a:pt x="15653" y="4518"/>
                    <a:pt x="15845" y="4710"/>
                    <a:pt x="15845" y="4948"/>
                  </a:cubicBezTo>
                  <a:lnTo>
                    <a:pt x="15845" y="5686"/>
                  </a:lnTo>
                  <a:lnTo>
                    <a:pt x="14716" y="5686"/>
                  </a:lnTo>
                  <a:lnTo>
                    <a:pt x="14716" y="4518"/>
                  </a:lnTo>
                  <a:close/>
                  <a:moveTo>
                    <a:pt x="10199" y="1130"/>
                  </a:moveTo>
                  <a:lnTo>
                    <a:pt x="10199" y="3954"/>
                  </a:lnTo>
                  <a:cubicBezTo>
                    <a:pt x="10199" y="4265"/>
                    <a:pt x="10452" y="4518"/>
                    <a:pt x="10765" y="4518"/>
                  </a:cubicBezTo>
                  <a:lnTo>
                    <a:pt x="13587" y="4518"/>
                  </a:lnTo>
                  <a:lnTo>
                    <a:pt x="13587" y="6815"/>
                  </a:lnTo>
                  <a:lnTo>
                    <a:pt x="5682" y="6815"/>
                  </a:lnTo>
                  <a:lnTo>
                    <a:pt x="5682" y="1130"/>
                  </a:lnTo>
                  <a:close/>
                  <a:moveTo>
                    <a:pt x="16412" y="9074"/>
                  </a:moveTo>
                  <a:cubicBezTo>
                    <a:pt x="16722" y="9074"/>
                    <a:pt x="16975" y="9324"/>
                    <a:pt x="16975" y="9637"/>
                  </a:cubicBezTo>
                  <a:cubicBezTo>
                    <a:pt x="16975" y="9950"/>
                    <a:pt x="16722" y="10203"/>
                    <a:pt x="16412" y="10203"/>
                  </a:cubicBezTo>
                  <a:lnTo>
                    <a:pt x="15282" y="10203"/>
                  </a:lnTo>
                  <a:cubicBezTo>
                    <a:pt x="14969" y="10203"/>
                    <a:pt x="14716" y="9950"/>
                    <a:pt x="14716" y="9637"/>
                  </a:cubicBezTo>
                  <a:cubicBezTo>
                    <a:pt x="14716" y="9324"/>
                    <a:pt x="14969" y="9074"/>
                    <a:pt x="15282" y="9074"/>
                  </a:cubicBezTo>
                  <a:close/>
                  <a:moveTo>
                    <a:pt x="10782" y="1"/>
                  </a:moveTo>
                  <a:cubicBezTo>
                    <a:pt x="10776" y="1"/>
                    <a:pt x="10771" y="1"/>
                    <a:pt x="10765" y="1"/>
                  </a:cubicBezTo>
                  <a:lnTo>
                    <a:pt x="5119" y="1"/>
                  </a:lnTo>
                  <a:cubicBezTo>
                    <a:pt x="4806" y="1"/>
                    <a:pt x="4553" y="254"/>
                    <a:pt x="4553" y="567"/>
                  </a:cubicBezTo>
                  <a:lnTo>
                    <a:pt x="4553" y="3388"/>
                  </a:lnTo>
                  <a:lnTo>
                    <a:pt x="3852" y="3388"/>
                  </a:lnTo>
                  <a:cubicBezTo>
                    <a:pt x="2993" y="3388"/>
                    <a:pt x="2295" y="4087"/>
                    <a:pt x="2295" y="4948"/>
                  </a:cubicBezTo>
                  <a:lnTo>
                    <a:pt x="2295" y="5686"/>
                  </a:lnTo>
                  <a:lnTo>
                    <a:pt x="1693" y="5686"/>
                  </a:lnTo>
                  <a:cubicBezTo>
                    <a:pt x="756" y="5686"/>
                    <a:pt x="0" y="6442"/>
                    <a:pt x="0" y="7378"/>
                  </a:cubicBezTo>
                  <a:lnTo>
                    <a:pt x="0" y="14154"/>
                  </a:lnTo>
                  <a:cubicBezTo>
                    <a:pt x="0" y="15090"/>
                    <a:pt x="756" y="15846"/>
                    <a:pt x="1693" y="15849"/>
                  </a:cubicBezTo>
                  <a:lnTo>
                    <a:pt x="4553" y="15849"/>
                  </a:lnTo>
                  <a:lnTo>
                    <a:pt x="4553" y="12461"/>
                  </a:lnTo>
                  <a:lnTo>
                    <a:pt x="3990" y="12461"/>
                  </a:lnTo>
                  <a:cubicBezTo>
                    <a:pt x="3677" y="12461"/>
                    <a:pt x="3424" y="12208"/>
                    <a:pt x="3424" y="11895"/>
                  </a:cubicBezTo>
                  <a:cubicBezTo>
                    <a:pt x="3424" y="11582"/>
                    <a:pt x="3677" y="11332"/>
                    <a:pt x="3990" y="11332"/>
                  </a:cubicBezTo>
                  <a:lnTo>
                    <a:pt x="15282" y="11332"/>
                  </a:lnTo>
                  <a:cubicBezTo>
                    <a:pt x="15593" y="11332"/>
                    <a:pt x="15845" y="11582"/>
                    <a:pt x="15845" y="11895"/>
                  </a:cubicBezTo>
                  <a:cubicBezTo>
                    <a:pt x="15845" y="12208"/>
                    <a:pt x="15593" y="12461"/>
                    <a:pt x="15282" y="12461"/>
                  </a:cubicBezTo>
                  <a:lnTo>
                    <a:pt x="14716" y="12461"/>
                  </a:lnTo>
                  <a:lnTo>
                    <a:pt x="14716" y="15849"/>
                  </a:lnTo>
                  <a:lnTo>
                    <a:pt x="17541" y="15849"/>
                  </a:lnTo>
                  <a:cubicBezTo>
                    <a:pt x="18474" y="15849"/>
                    <a:pt x="19272" y="15087"/>
                    <a:pt x="19272" y="14154"/>
                  </a:cubicBezTo>
                  <a:lnTo>
                    <a:pt x="19272" y="7378"/>
                  </a:lnTo>
                  <a:cubicBezTo>
                    <a:pt x="19272" y="6445"/>
                    <a:pt x="18474" y="5686"/>
                    <a:pt x="17541" y="5686"/>
                  </a:cubicBezTo>
                  <a:lnTo>
                    <a:pt x="16975" y="5686"/>
                  </a:lnTo>
                  <a:lnTo>
                    <a:pt x="16975" y="4948"/>
                  </a:lnTo>
                  <a:cubicBezTo>
                    <a:pt x="16975" y="4087"/>
                    <a:pt x="16276" y="3388"/>
                    <a:pt x="15418" y="3388"/>
                  </a:cubicBezTo>
                  <a:lnTo>
                    <a:pt x="14385" y="3388"/>
                  </a:lnTo>
                  <a:cubicBezTo>
                    <a:pt x="11026" y="30"/>
                    <a:pt x="11079" y="1"/>
                    <a:pt x="107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670" name="Google Shape;4670;p82"/>
          <p:cNvGrpSpPr/>
          <p:nvPr/>
        </p:nvGrpSpPr>
        <p:grpSpPr>
          <a:xfrm>
            <a:off x="4166269" y="2287102"/>
            <a:ext cx="339253" cy="339253"/>
            <a:chOff x="5660400" y="238125"/>
            <a:chExt cx="481825" cy="481825"/>
          </a:xfrm>
        </p:grpSpPr>
        <p:sp>
          <p:nvSpPr>
            <p:cNvPr id="4671" name="Google Shape;4671;p82"/>
            <p:cNvSpPr/>
            <p:nvPr/>
          </p:nvSpPr>
          <p:spPr>
            <a:xfrm>
              <a:off x="5660400" y="436700"/>
              <a:ext cx="481825" cy="283250"/>
            </a:xfrm>
            <a:custGeom>
              <a:avLst/>
              <a:gdLst/>
              <a:ahLst/>
              <a:cxnLst/>
              <a:rect l="l" t="t" r="r" b="b"/>
              <a:pathLst>
                <a:path w="19273" h="11330" extrusionOk="0">
                  <a:moveTo>
                    <a:pt x="5120" y="1130"/>
                  </a:moveTo>
                  <a:cubicBezTo>
                    <a:pt x="5433" y="1130"/>
                    <a:pt x="5683" y="1380"/>
                    <a:pt x="5683" y="1693"/>
                  </a:cubicBezTo>
                  <a:cubicBezTo>
                    <a:pt x="5683" y="2006"/>
                    <a:pt x="5433" y="2259"/>
                    <a:pt x="5120" y="2259"/>
                  </a:cubicBezTo>
                  <a:lnTo>
                    <a:pt x="2861" y="2259"/>
                  </a:lnTo>
                  <a:cubicBezTo>
                    <a:pt x="2548" y="2259"/>
                    <a:pt x="2298" y="2006"/>
                    <a:pt x="2298" y="1693"/>
                  </a:cubicBezTo>
                  <a:cubicBezTo>
                    <a:pt x="2298" y="1380"/>
                    <a:pt x="2548" y="1130"/>
                    <a:pt x="2861" y="1130"/>
                  </a:cubicBezTo>
                  <a:close/>
                  <a:moveTo>
                    <a:pt x="10766" y="1130"/>
                  </a:moveTo>
                  <a:cubicBezTo>
                    <a:pt x="11079" y="1130"/>
                    <a:pt x="11329" y="1380"/>
                    <a:pt x="11329" y="1693"/>
                  </a:cubicBezTo>
                  <a:cubicBezTo>
                    <a:pt x="11329" y="2006"/>
                    <a:pt x="11079" y="2259"/>
                    <a:pt x="10766" y="2259"/>
                  </a:cubicBezTo>
                  <a:lnTo>
                    <a:pt x="8507" y="2259"/>
                  </a:lnTo>
                  <a:cubicBezTo>
                    <a:pt x="8194" y="2259"/>
                    <a:pt x="7944" y="2006"/>
                    <a:pt x="7944" y="1693"/>
                  </a:cubicBezTo>
                  <a:cubicBezTo>
                    <a:pt x="7944" y="1380"/>
                    <a:pt x="8194" y="1130"/>
                    <a:pt x="8507" y="1130"/>
                  </a:cubicBezTo>
                  <a:close/>
                  <a:moveTo>
                    <a:pt x="16412" y="1130"/>
                  </a:moveTo>
                  <a:cubicBezTo>
                    <a:pt x="16725" y="1130"/>
                    <a:pt x="16975" y="1380"/>
                    <a:pt x="16975" y="1693"/>
                  </a:cubicBezTo>
                  <a:cubicBezTo>
                    <a:pt x="16975" y="2006"/>
                    <a:pt x="16725" y="2259"/>
                    <a:pt x="16412" y="2259"/>
                  </a:cubicBezTo>
                  <a:lnTo>
                    <a:pt x="14153" y="2259"/>
                  </a:lnTo>
                  <a:cubicBezTo>
                    <a:pt x="13840" y="2259"/>
                    <a:pt x="13590" y="2006"/>
                    <a:pt x="13590" y="1693"/>
                  </a:cubicBezTo>
                  <a:cubicBezTo>
                    <a:pt x="13590" y="1380"/>
                    <a:pt x="13840" y="1130"/>
                    <a:pt x="14153" y="1130"/>
                  </a:cubicBezTo>
                  <a:close/>
                  <a:moveTo>
                    <a:pt x="5120" y="4518"/>
                  </a:moveTo>
                  <a:cubicBezTo>
                    <a:pt x="5433" y="4518"/>
                    <a:pt x="5683" y="4767"/>
                    <a:pt x="5683" y="5081"/>
                  </a:cubicBezTo>
                  <a:cubicBezTo>
                    <a:pt x="5683" y="5394"/>
                    <a:pt x="5433" y="5647"/>
                    <a:pt x="5120" y="5647"/>
                  </a:cubicBezTo>
                  <a:lnTo>
                    <a:pt x="2861" y="5647"/>
                  </a:lnTo>
                  <a:cubicBezTo>
                    <a:pt x="2548" y="5647"/>
                    <a:pt x="2298" y="5394"/>
                    <a:pt x="2298" y="5081"/>
                  </a:cubicBezTo>
                  <a:cubicBezTo>
                    <a:pt x="2298" y="4767"/>
                    <a:pt x="2548" y="4518"/>
                    <a:pt x="2861" y="4518"/>
                  </a:cubicBezTo>
                  <a:close/>
                  <a:moveTo>
                    <a:pt x="10766" y="4518"/>
                  </a:moveTo>
                  <a:cubicBezTo>
                    <a:pt x="11079" y="4518"/>
                    <a:pt x="11329" y="4767"/>
                    <a:pt x="11329" y="5081"/>
                  </a:cubicBezTo>
                  <a:cubicBezTo>
                    <a:pt x="11329" y="5394"/>
                    <a:pt x="11079" y="5647"/>
                    <a:pt x="10766" y="5647"/>
                  </a:cubicBezTo>
                  <a:lnTo>
                    <a:pt x="8507" y="5647"/>
                  </a:lnTo>
                  <a:cubicBezTo>
                    <a:pt x="8194" y="5647"/>
                    <a:pt x="7944" y="5394"/>
                    <a:pt x="7944" y="5081"/>
                  </a:cubicBezTo>
                  <a:cubicBezTo>
                    <a:pt x="7944" y="4767"/>
                    <a:pt x="8194" y="4518"/>
                    <a:pt x="8507" y="4518"/>
                  </a:cubicBezTo>
                  <a:close/>
                  <a:moveTo>
                    <a:pt x="16412" y="4518"/>
                  </a:moveTo>
                  <a:cubicBezTo>
                    <a:pt x="16725" y="4518"/>
                    <a:pt x="16975" y="4767"/>
                    <a:pt x="16975" y="5081"/>
                  </a:cubicBezTo>
                  <a:cubicBezTo>
                    <a:pt x="16975" y="5394"/>
                    <a:pt x="16725" y="5647"/>
                    <a:pt x="16412" y="5647"/>
                  </a:cubicBezTo>
                  <a:lnTo>
                    <a:pt x="14153" y="5647"/>
                  </a:lnTo>
                  <a:cubicBezTo>
                    <a:pt x="13840" y="5647"/>
                    <a:pt x="13590" y="5394"/>
                    <a:pt x="13590" y="5081"/>
                  </a:cubicBezTo>
                  <a:cubicBezTo>
                    <a:pt x="13590" y="4767"/>
                    <a:pt x="13840" y="4518"/>
                    <a:pt x="14153" y="4518"/>
                  </a:cubicBezTo>
                  <a:close/>
                  <a:moveTo>
                    <a:pt x="5120" y="7941"/>
                  </a:moveTo>
                  <a:cubicBezTo>
                    <a:pt x="5433" y="7941"/>
                    <a:pt x="5683" y="8194"/>
                    <a:pt x="5683" y="8507"/>
                  </a:cubicBezTo>
                  <a:cubicBezTo>
                    <a:pt x="5683" y="8818"/>
                    <a:pt x="5433" y="9071"/>
                    <a:pt x="5120" y="9071"/>
                  </a:cubicBezTo>
                  <a:lnTo>
                    <a:pt x="2861" y="9071"/>
                  </a:lnTo>
                  <a:cubicBezTo>
                    <a:pt x="2548" y="9071"/>
                    <a:pt x="2298" y="8818"/>
                    <a:pt x="2298" y="8507"/>
                  </a:cubicBezTo>
                  <a:cubicBezTo>
                    <a:pt x="2298" y="8194"/>
                    <a:pt x="2548" y="7941"/>
                    <a:pt x="2861" y="7941"/>
                  </a:cubicBezTo>
                  <a:close/>
                  <a:moveTo>
                    <a:pt x="10766" y="7941"/>
                  </a:moveTo>
                  <a:cubicBezTo>
                    <a:pt x="11079" y="7941"/>
                    <a:pt x="11329" y="8194"/>
                    <a:pt x="11329" y="8507"/>
                  </a:cubicBezTo>
                  <a:cubicBezTo>
                    <a:pt x="11329" y="8818"/>
                    <a:pt x="11079" y="9071"/>
                    <a:pt x="10766" y="9071"/>
                  </a:cubicBezTo>
                  <a:lnTo>
                    <a:pt x="8507" y="9071"/>
                  </a:lnTo>
                  <a:cubicBezTo>
                    <a:pt x="8194" y="9071"/>
                    <a:pt x="7944" y="8818"/>
                    <a:pt x="7944" y="8507"/>
                  </a:cubicBezTo>
                  <a:cubicBezTo>
                    <a:pt x="7944" y="8194"/>
                    <a:pt x="8194" y="7941"/>
                    <a:pt x="8507" y="7941"/>
                  </a:cubicBezTo>
                  <a:close/>
                  <a:moveTo>
                    <a:pt x="16412" y="7941"/>
                  </a:moveTo>
                  <a:cubicBezTo>
                    <a:pt x="16725" y="7941"/>
                    <a:pt x="16975" y="8194"/>
                    <a:pt x="16975" y="8507"/>
                  </a:cubicBezTo>
                  <a:cubicBezTo>
                    <a:pt x="16975" y="8818"/>
                    <a:pt x="16725" y="9071"/>
                    <a:pt x="16412" y="9071"/>
                  </a:cubicBezTo>
                  <a:lnTo>
                    <a:pt x="14153" y="9071"/>
                  </a:lnTo>
                  <a:cubicBezTo>
                    <a:pt x="13840" y="9071"/>
                    <a:pt x="13590" y="8818"/>
                    <a:pt x="13590" y="8507"/>
                  </a:cubicBezTo>
                  <a:cubicBezTo>
                    <a:pt x="13590" y="8194"/>
                    <a:pt x="13840" y="7941"/>
                    <a:pt x="14153" y="7941"/>
                  </a:cubicBezTo>
                  <a:close/>
                  <a:moveTo>
                    <a:pt x="1" y="1"/>
                  </a:moveTo>
                  <a:lnTo>
                    <a:pt x="1" y="9637"/>
                  </a:lnTo>
                  <a:cubicBezTo>
                    <a:pt x="1" y="10570"/>
                    <a:pt x="759" y="11329"/>
                    <a:pt x="1696" y="11329"/>
                  </a:cubicBezTo>
                  <a:lnTo>
                    <a:pt x="17580" y="11329"/>
                  </a:lnTo>
                  <a:cubicBezTo>
                    <a:pt x="18514" y="11329"/>
                    <a:pt x="19273" y="10570"/>
                    <a:pt x="19273" y="9637"/>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72" name="Google Shape;4672;p82"/>
            <p:cNvSpPr/>
            <p:nvPr/>
          </p:nvSpPr>
          <p:spPr>
            <a:xfrm>
              <a:off x="5660400" y="238125"/>
              <a:ext cx="481825" cy="170375"/>
            </a:xfrm>
            <a:custGeom>
              <a:avLst/>
              <a:gdLst/>
              <a:ahLst/>
              <a:cxnLst/>
              <a:rect l="l" t="t" r="r" b="b"/>
              <a:pathLst>
                <a:path w="19273" h="6815" extrusionOk="0">
                  <a:moveTo>
                    <a:pt x="3990" y="1129"/>
                  </a:moveTo>
                  <a:cubicBezTo>
                    <a:pt x="4304" y="1129"/>
                    <a:pt x="4557" y="1382"/>
                    <a:pt x="4557" y="1695"/>
                  </a:cubicBezTo>
                  <a:lnTo>
                    <a:pt x="4557" y="3954"/>
                  </a:lnTo>
                  <a:cubicBezTo>
                    <a:pt x="4557" y="4264"/>
                    <a:pt x="4304" y="4517"/>
                    <a:pt x="3990" y="4517"/>
                  </a:cubicBezTo>
                  <a:cubicBezTo>
                    <a:pt x="3677" y="4517"/>
                    <a:pt x="3427" y="4264"/>
                    <a:pt x="3427" y="3954"/>
                  </a:cubicBezTo>
                  <a:lnTo>
                    <a:pt x="3427" y="1695"/>
                  </a:lnTo>
                  <a:cubicBezTo>
                    <a:pt x="3427" y="1382"/>
                    <a:pt x="3677" y="1129"/>
                    <a:pt x="3990" y="1129"/>
                  </a:cubicBezTo>
                  <a:close/>
                  <a:moveTo>
                    <a:pt x="9637" y="1129"/>
                  </a:moveTo>
                  <a:cubicBezTo>
                    <a:pt x="9950" y="1129"/>
                    <a:pt x="10203" y="1382"/>
                    <a:pt x="10203" y="1695"/>
                  </a:cubicBezTo>
                  <a:lnTo>
                    <a:pt x="10203" y="3954"/>
                  </a:lnTo>
                  <a:cubicBezTo>
                    <a:pt x="10203" y="4264"/>
                    <a:pt x="9950" y="4517"/>
                    <a:pt x="9637" y="4517"/>
                  </a:cubicBezTo>
                  <a:cubicBezTo>
                    <a:pt x="9323" y="4517"/>
                    <a:pt x="9073" y="4264"/>
                    <a:pt x="9073" y="3954"/>
                  </a:cubicBezTo>
                  <a:lnTo>
                    <a:pt x="9073" y="1695"/>
                  </a:lnTo>
                  <a:cubicBezTo>
                    <a:pt x="9073" y="1382"/>
                    <a:pt x="9323" y="1129"/>
                    <a:pt x="9637" y="1129"/>
                  </a:cubicBezTo>
                  <a:close/>
                  <a:moveTo>
                    <a:pt x="15283" y="1129"/>
                  </a:moveTo>
                  <a:cubicBezTo>
                    <a:pt x="15596" y="1129"/>
                    <a:pt x="15849" y="1382"/>
                    <a:pt x="15849" y="1695"/>
                  </a:cubicBezTo>
                  <a:lnTo>
                    <a:pt x="15849" y="3954"/>
                  </a:lnTo>
                  <a:cubicBezTo>
                    <a:pt x="15849" y="4264"/>
                    <a:pt x="15596" y="4517"/>
                    <a:pt x="15283" y="4517"/>
                  </a:cubicBezTo>
                  <a:cubicBezTo>
                    <a:pt x="14969" y="4517"/>
                    <a:pt x="14719" y="4264"/>
                    <a:pt x="14719" y="3954"/>
                  </a:cubicBezTo>
                  <a:lnTo>
                    <a:pt x="14719" y="1695"/>
                  </a:lnTo>
                  <a:cubicBezTo>
                    <a:pt x="14719" y="1382"/>
                    <a:pt x="14969" y="1129"/>
                    <a:pt x="15283" y="1129"/>
                  </a:cubicBezTo>
                  <a:close/>
                  <a:moveTo>
                    <a:pt x="3990" y="0"/>
                  </a:moveTo>
                  <a:cubicBezTo>
                    <a:pt x="3054" y="0"/>
                    <a:pt x="2298" y="759"/>
                    <a:pt x="2298" y="1695"/>
                  </a:cubicBezTo>
                  <a:lnTo>
                    <a:pt x="2298" y="2258"/>
                  </a:lnTo>
                  <a:lnTo>
                    <a:pt x="1696" y="2258"/>
                  </a:lnTo>
                  <a:cubicBezTo>
                    <a:pt x="759" y="2258"/>
                    <a:pt x="1" y="3017"/>
                    <a:pt x="1" y="3954"/>
                  </a:cubicBezTo>
                  <a:lnTo>
                    <a:pt x="1" y="6814"/>
                  </a:lnTo>
                  <a:lnTo>
                    <a:pt x="19273" y="6814"/>
                  </a:lnTo>
                  <a:lnTo>
                    <a:pt x="19273" y="3954"/>
                  </a:lnTo>
                  <a:cubicBezTo>
                    <a:pt x="19273" y="3017"/>
                    <a:pt x="18514" y="2258"/>
                    <a:pt x="17580" y="2258"/>
                  </a:cubicBezTo>
                  <a:lnTo>
                    <a:pt x="16978" y="2258"/>
                  </a:lnTo>
                  <a:lnTo>
                    <a:pt x="16978" y="1695"/>
                  </a:lnTo>
                  <a:cubicBezTo>
                    <a:pt x="16978" y="759"/>
                    <a:pt x="16219" y="0"/>
                    <a:pt x="15283" y="0"/>
                  </a:cubicBezTo>
                  <a:cubicBezTo>
                    <a:pt x="14346" y="0"/>
                    <a:pt x="13590" y="759"/>
                    <a:pt x="13590" y="1695"/>
                  </a:cubicBezTo>
                  <a:lnTo>
                    <a:pt x="13590" y="2258"/>
                  </a:lnTo>
                  <a:lnTo>
                    <a:pt x="11332" y="2258"/>
                  </a:lnTo>
                  <a:lnTo>
                    <a:pt x="11332" y="1695"/>
                  </a:lnTo>
                  <a:cubicBezTo>
                    <a:pt x="11332" y="759"/>
                    <a:pt x="10573" y="0"/>
                    <a:pt x="9637" y="0"/>
                  </a:cubicBezTo>
                  <a:cubicBezTo>
                    <a:pt x="8700" y="0"/>
                    <a:pt x="7944" y="759"/>
                    <a:pt x="7944" y="1695"/>
                  </a:cubicBezTo>
                  <a:lnTo>
                    <a:pt x="7944" y="2258"/>
                  </a:lnTo>
                  <a:lnTo>
                    <a:pt x="5686" y="2258"/>
                  </a:lnTo>
                  <a:lnTo>
                    <a:pt x="5686" y="1695"/>
                  </a:lnTo>
                  <a:cubicBezTo>
                    <a:pt x="5686" y="759"/>
                    <a:pt x="4927" y="0"/>
                    <a:pt x="39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673" name="Google Shape;4673;p82"/>
          <p:cNvGrpSpPr/>
          <p:nvPr/>
        </p:nvGrpSpPr>
        <p:grpSpPr>
          <a:xfrm>
            <a:off x="4582955" y="2287102"/>
            <a:ext cx="339253" cy="339253"/>
            <a:chOff x="6235400" y="249400"/>
            <a:chExt cx="481825" cy="481825"/>
          </a:xfrm>
        </p:grpSpPr>
        <p:sp>
          <p:nvSpPr>
            <p:cNvPr id="4674" name="Google Shape;4674;p82"/>
            <p:cNvSpPr/>
            <p:nvPr/>
          </p:nvSpPr>
          <p:spPr>
            <a:xfrm>
              <a:off x="6425625" y="482025"/>
              <a:ext cx="177700" cy="135375"/>
            </a:xfrm>
            <a:custGeom>
              <a:avLst/>
              <a:gdLst/>
              <a:ahLst/>
              <a:cxnLst/>
              <a:rect l="l" t="t" r="r" b="b"/>
              <a:pathLst>
                <a:path w="7108" h="5415" extrusionOk="0">
                  <a:moveTo>
                    <a:pt x="5415" y="0"/>
                  </a:moveTo>
                  <a:lnTo>
                    <a:pt x="1" y="5415"/>
                  </a:lnTo>
                  <a:lnTo>
                    <a:pt x="7107" y="5415"/>
                  </a:lnTo>
                  <a:lnTo>
                    <a:pt x="7107" y="1696"/>
                  </a:lnTo>
                  <a:lnTo>
                    <a:pt x="54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75" name="Google Shape;4675;p82"/>
            <p:cNvSpPr/>
            <p:nvPr/>
          </p:nvSpPr>
          <p:spPr>
            <a:xfrm>
              <a:off x="6462150" y="419775"/>
              <a:ext cx="28250" cy="28250"/>
            </a:xfrm>
            <a:custGeom>
              <a:avLst/>
              <a:gdLst/>
              <a:ahLst/>
              <a:cxnLst/>
              <a:rect l="l" t="t" r="r" b="b"/>
              <a:pathLst>
                <a:path w="1130" h="1130" extrusionOk="0">
                  <a:moveTo>
                    <a:pt x="566" y="0"/>
                  </a:moveTo>
                  <a:cubicBezTo>
                    <a:pt x="253" y="0"/>
                    <a:pt x="0" y="250"/>
                    <a:pt x="0" y="563"/>
                  </a:cubicBezTo>
                  <a:cubicBezTo>
                    <a:pt x="0" y="876"/>
                    <a:pt x="253" y="1129"/>
                    <a:pt x="566" y="1129"/>
                  </a:cubicBezTo>
                  <a:cubicBezTo>
                    <a:pt x="877" y="1129"/>
                    <a:pt x="1130" y="876"/>
                    <a:pt x="1130" y="563"/>
                  </a:cubicBezTo>
                  <a:cubicBezTo>
                    <a:pt x="1130" y="250"/>
                    <a:pt x="877" y="0"/>
                    <a:pt x="5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76" name="Google Shape;4676;p82"/>
            <p:cNvSpPr/>
            <p:nvPr/>
          </p:nvSpPr>
          <p:spPr>
            <a:xfrm>
              <a:off x="6349225" y="508600"/>
              <a:ext cx="113625" cy="108800"/>
            </a:xfrm>
            <a:custGeom>
              <a:avLst/>
              <a:gdLst/>
              <a:ahLst/>
              <a:cxnLst/>
              <a:rect l="l" t="t" r="r" b="b"/>
              <a:pathLst>
                <a:path w="4545" h="4352" extrusionOk="0">
                  <a:moveTo>
                    <a:pt x="2858" y="0"/>
                  </a:moveTo>
                  <a:lnTo>
                    <a:pt x="0" y="2623"/>
                  </a:lnTo>
                  <a:lnTo>
                    <a:pt x="0" y="4352"/>
                  </a:lnTo>
                  <a:lnTo>
                    <a:pt x="1461" y="4352"/>
                  </a:lnTo>
                  <a:lnTo>
                    <a:pt x="4544" y="1265"/>
                  </a:lnTo>
                  <a:lnTo>
                    <a:pt x="28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77" name="Google Shape;4677;p82"/>
            <p:cNvSpPr/>
            <p:nvPr/>
          </p:nvSpPr>
          <p:spPr>
            <a:xfrm>
              <a:off x="6349225" y="363300"/>
              <a:ext cx="254100" cy="172575"/>
            </a:xfrm>
            <a:custGeom>
              <a:avLst/>
              <a:gdLst/>
              <a:ahLst/>
              <a:cxnLst/>
              <a:rect l="l" t="t" r="r" b="b"/>
              <a:pathLst>
                <a:path w="10164" h="6903" extrusionOk="0">
                  <a:moveTo>
                    <a:pt x="5083" y="1130"/>
                  </a:moveTo>
                  <a:cubicBezTo>
                    <a:pt x="5767" y="1130"/>
                    <a:pt x="6384" y="1542"/>
                    <a:pt x="6646" y="2175"/>
                  </a:cubicBezTo>
                  <a:cubicBezTo>
                    <a:pt x="6908" y="2807"/>
                    <a:pt x="6764" y="3536"/>
                    <a:pt x="6279" y="4021"/>
                  </a:cubicBezTo>
                  <a:cubicBezTo>
                    <a:pt x="5955" y="4345"/>
                    <a:pt x="5521" y="4517"/>
                    <a:pt x="5081" y="4517"/>
                  </a:cubicBezTo>
                  <a:cubicBezTo>
                    <a:pt x="4862" y="4517"/>
                    <a:pt x="4642" y="4475"/>
                    <a:pt x="4433" y="4388"/>
                  </a:cubicBezTo>
                  <a:cubicBezTo>
                    <a:pt x="3801" y="4126"/>
                    <a:pt x="3388" y="3509"/>
                    <a:pt x="3388" y="2822"/>
                  </a:cubicBezTo>
                  <a:cubicBezTo>
                    <a:pt x="3388" y="1886"/>
                    <a:pt x="4147" y="1130"/>
                    <a:pt x="5083" y="1130"/>
                  </a:cubicBezTo>
                  <a:close/>
                  <a:moveTo>
                    <a:pt x="0" y="1"/>
                  </a:moveTo>
                  <a:lnTo>
                    <a:pt x="0" y="6903"/>
                  </a:lnTo>
                  <a:lnTo>
                    <a:pt x="2443" y="4665"/>
                  </a:lnTo>
                  <a:cubicBezTo>
                    <a:pt x="2549" y="4567"/>
                    <a:pt x="2686" y="4517"/>
                    <a:pt x="2824" y="4517"/>
                  </a:cubicBezTo>
                  <a:cubicBezTo>
                    <a:pt x="2943" y="4517"/>
                    <a:pt x="3062" y="4554"/>
                    <a:pt x="3162" y="4629"/>
                  </a:cubicBezTo>
                  <a:lnTo>
                    <a:pt x="5351" y="6270"/>
                  </a:lnTo>
                  <a:lnTo>
                    <a:pt x="8071" y="3551"/>
                  </a:lnTo>
                  <a:cubicBezTo>
                    <a:pt x="8181" y="3441"/>
                    <a:pt x="8325" y="3386"/>
                    <a:pt x="8470" y="3386"/>
                  </a:cubicBezTo>
                  <a:cubicBezTo>
                    <a:pt x="8614" y="3386"/>
                    <a:pt x="8759" y="3441"/>
                    <a:pt x="8869" y="3551"/>
                  </a:cubicBezTo>
                  <a:lnTo>
                    <a:pt x="10163" y="4846"/>
                  </a:lnTo>
                  <a:lnTo>
                    <a:pt x="1016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78" name="Google Shape;4678;p82"/>
            <p:cNvSpPr/>
            <p:nvPr/>
          </p:nvSpPr>
          <p:spPr>
            <a:xfrm>
              <a:off x="6235400" y="249400"/>
              <a:ext cx="481825" cy="481825"/>
            </a:xfrm>
            <a:custGeom>
              <a:avLst/>
              <a:gdLst/>
              <a:ahLst/>
              <a:cxnLst/>
              <a:rect l="l" t="t" r="r" b="b"/>
              <a:pathLst>
                <a:path w="19273" h="19273" extrusionOk="0">
                  <a:moveTo>
                    <a:pt x="15283" y="3427"/>
                  </a:moveTo>
                  <a:cubicBezTo>
                    <a:pt x="15593" y="3427"/>
                    <a:pt x="15846" y="3677"/>
                    <a:pt x="15846" y="3991"/>
                  </a:cubicBezTo>
                  <a:lnTo>
                    <a:pt x="15846" y="15283"/>
                  </a:lnTo>
                  <a:cubicBezTo>
                    <a:pt x="15846" y="15596"/>
                    <a:pt x="15593" y="15849"/>
                    <a:pt x="15283" y="15849"/>
                  </a:cubicBezTo>
                  <a:lnTo>
                    <a:pt x="3990" y="15849"/>
                  </a:lnTo>
                  <a:cubicBezTo>
                    <a:pt x="3677" y="15849"/>
                    <a:pt x="3424" y="15596"/>
                    <a:pt x="3424" y="15283"/>
                  </a:cubicBezTo>
                  <a:lnTo>
                    <a:pt x="3424" y="3991"/>
                  </a:lnTo>
                  <a:cubicBezTo>
                    <a:pt x="3424" y="3677"/>
                    <a:pt x="3677" y="3427"/>
                    <a:pt x="3990" y="3427"/>
                  </a:cubicBezTo>
                  <a:close/>
                  <a:moveTo>
                    <a:pt x="564" y="1"/>
                  </a:moveTo>
                  <a:cubicBezTo>
                    <a:pt x="250" y="1"/>
                    <a:pt x="0" y="254"/>
                    <a:pt x="0" y="567"/>
                  </a:cubicBezTo>
                  <a:lnTo>
                    <a:pt x="0" y="2861"/>
                  </a:lnTo>
                  <a:cubicBezTo>
                    <a:pt x="0" y="3175"/>
                    <a:pt x="250" y="3427"/>
                    <a:pt x="564" y="3427"/>
                  </a:cubicBezTo>
                  <a:cubicBezTo>
                    <a:pt x="877" y="3427"/>
                    <a:pt x="1127" y="3677"/>
                    <a:pt x="1127" y="3991"/>
                  </a:cubicBezTo>
                  <a:cubicBezTo>
                    <a:pt x="1127" y="4304"/>
                    <a:pt x="877" y="4557"/>
                    <a:pt x="564" y="4557"/>
                  </a:cubicBezTo>
                  <a:cubicBezTo>
                    <a:pt x="250" y="4557"/>
                    <a:pt x="0" y="4807"/>
                    <a:pt x="0" y="5120"/>
                  </a:cubicBezTo>
                  <a:lnTo>
                    <a:pt x="0" y="8507"/>
                  </a:lnTo>
                  <a:cubicBezTo>
                    <a:pt x="0" y="8821"/>
                    <a:pt x="250" y="9074"/>
                    <a:pt x="564" y="9074"/>
                  </a:cubicBezTo>
                  <a:cubicBezTo>
                    <a:pt x="877" y="9074"/>
                    <a:pt x="1127" y="9324"/>
                    <a:pt x="1127" y="9637"/>
                  </a:cubicBezTo>
                  <a:cubicBezTo>
                    <a:pt x="1127" y="9950"/>
                    <a:pt x="877" y="10203"/>
                    <a:pt x="564" y="10203"/>
                  </a:cubicBezTo>
                  <a:cubicBezTo>
                    <a:pt x="250" y="10203"/>
                    <a:pt x="0" y="10453"/>
                    <a:pt x="0" y="10766"/>
                  </a:cubicBezTo>
                  <a:lnTo>
                    <a:pt x="0" y="14154"/>
                  </a:lnTo>
                  <a:cubicBezTo>
                    <a:pt x="0" y="14467"/>
                    <a:pt x="250" y="14720"/>
                    <a:pt x="564" y="14720"/>
                  </a:cubicBezTo>
                  <a:cubicBezTo>
                    <a:pt x="877" y="14720"/>
                    <a:pt x="1127" y="14970"/>
                    <a:pt x="1127" y="15283"/>
                  </a:cubicBezTo>
                  <a:cubicBezTo>
                    <a:pt x="1127" y="15596"/>
                    <a:pt x="877" y="15849"/>
                    <a:pt x="564" y="15849"/>
                  </a:cubicBezTo>
                  <a:cubicBezTo>
                    <a:pt x="250" y="15849"/>
                    <a:pt x="0" y="16099"/>
                    <a:pt x="0" y="16412"/>
                  </a:cubicBezTo>
                  <a:lnTo>
                    <a:pt x="0" y="18710"/>
                  </a:lnTo>
                  <a:cubicBezTo>
                    <a:pt x="0" y="19020"/>
                    <a:pt x="250" y="19273"/>
                    <a:pt x="564" y="19273"/>
                  </a:cubicBezTo>
                  <a:lnTo>
                    <a:pt x="2861" y="19273"/>
                  </a:lnTo>
                  <a:cubicBezTo>
                    <a:pt x="3171" y="19273"/>
                    <a:pt x="3424" y="19020"/>
                    <a:pt x="3424" y="18710"/>
                  </a:cubicBezTo>
                  <a:cubicBezTo>
                    <a:pt x="3424" y="18396"/>
                    <a:pt x="3677" y="18143"/>
                    <a:pt x="3990" y="18143"/>
                  </a:cubicBezTo>
                  <a:cubicBezTo>
                    <a:pt x="4300" y="18143"/>
                    <a:pt x="4553" y="18396"/>
                    <a:pt x="4553" y="18710"/>
                  </a:cubicBezTo>
                  <a:cubicBezTo>
                    <a:pt x="4553" y="19020"/>
                    <a:pt x="4806" y="19273"/>
                    <a:pt x="5120" y="19273"/>
                  </a:cubicBezTo>
                  <a:lnTo>
                    <a:pt x="8507" y="19273"/>
                  </a:lnTo>
                  <a:cubicBezTo>
                    <a:pt x="8817" y="19273"/>
                    <a:pt x="9070" y="19020"/>
                    <a:pt x="9070" y="18710"/>
                  </a:cubicBezTo>
                  <a:cubicBezTo>
                    <a:pt x="9070" y="18396"/>
                    <a:pt x="9323" y="18143"/>
                    <a:pt x="9636" y="18143"/>
                  </a:cubicBezTo>
                  <a:cubicBezTo>
                    <a:pt x="9947" y="18143"/>
                    <a:pt x="10200" y="18396"/>
                    <a:pt x="10200" y="18710"/>
                  </a:cubicBezTo>
                  <a:cubicBezTo>
                    <a:pt x="10200" y="19020"/>
                    <a:pt x="10452" y="19273"/>
                    <a:pt x="10766" y="19273"/>
                  </a:cubicBezTo>
                  <a:lnTo>
                    <a:pt x="14153" y="19273"/>
                  </a:lnTo>
                  <a:cubicBezTo>
                    <a:pt x="14463" y="19273"/>
                    <a:pt x="14716" y="19020"/>
                    <a:pt x="14716" y="18710"/>
                  </a:cubicBezTo>
                  <a:cubicBezTo>
                    <a:pt x="14716" y="18396"/>
                    <a:pt x="14969" y="18143"/>
                    <a:pt x="15283" y="18143"/>
                  </a:cubicBezTo>
                  <a:cubicBezTo>
                    <a:pt x="15593" y="18143"/>
                    <a:pt x="15846" y="18396"/>
                    <a:pt x="15846" y="18710"/>
                  </a:cubicBezTo>
                  <a:cubicBezTo>
                    <a:pt x="15846" y="19020"/>
                    <a:pt x="16099" y="19273"/>
                    <a:pt x="16412" y="19273"/>
                  </a:cubicBezTo>
                  <a:lnTo>
                    <a:pt x="18706" y="19273"/>
                  </a:lnTo>
                  <a:cubicBezTo>
                    <a:pt x="19019" y="19273"/>
                    <a:pt x="19272" y="19020"/>
                    <a:pt x="19272" y="18710"/>
                  </a:cubicBezTo>
                  <a:lnTo>
                    <a:pt x="19272" y="16412"/>
                  </a:lnTo>
                  <a:cubicBezTo>
                    <a:pt x="19272" y="16099"/>
                    <a:pt x="19019" y="15849"/>
                    <a:pt x="18706" y="15849"/>
                  </a:cubicBezTo>
                  <a:cubicBezTo>
                    <a:pt x="18393" y="15849"/>
                    <a:pt x="18143" y="15596"/>
                    <a:pt x="18143" y="15283"/>
                  </a:cubicBezTo>
                  <a:cubicBezTo>
                    <a:pt x="18143" y="14970"/>
                    <a:pt x="18393" y="14720"/>
                    <a:pt x="18706" y="14720"/>
                  </a:cubicBezTo>
                  <a:cubicBezTo>
                    <a:pt x="19019" y="14720"/>
                    <a:pt x="19272" y="14467"/>
                    <a:pt x="19272" y="14154"/>
                  </a:cubicBezTo>
                  <a:lnTo>
                    <a:pt x="19272" y="10766"/>
                  </a:lnTo>
                  <a:cubicBezTo>
                    <a:pt x="19272" y="10453"/>
                    <a:pt x="19019" y="10203"/>
                    <a:pt x="18706" y="10203"/>
                  </a:cubicBezTo>
                  <a:cubicBezTo>
                    <a:pt x="18393" y="10203"/>
                    <a:pt x="18143" y="9950"/>
                    <a:pt x="18143" y="9637"/>
                  </a:cubicBezTo>
                  <a:cubicBezTo>
                    <a:pt x="18143" y="9324"/>
                    <a:pt x="18393" y="9074"/>
                    <a:pt x="18706" y="9074"/>
                  </a:cubicBezTo>
                  <a:cubicBezTo>
                    <a:pt x="19019" y="9074"/>
                    <a:pt x="19272" y="8821"/>
                    <a:pt x="19272" y="8507"/>
                  </a:cubicBezTo>
                  <a:lnTo>
                    <a:pt x="19272" y="5120"/>
                  </a:lnTo>
                  <a:cubicBezTo>
                    <a:pt x="19272" y="4807"/>
                    <a:pt x="19019" y="4557"/>
                    <a:pt x="18706" y="4557"/>
                  </a:cubicBezTo>
                  <a:cubicBezTo>
                    <a:pt x="18393" y="4557"/>
                    <a:pt x="18143" y="4304"/>
                    <a:pt x="18143" y="3991"/>
                  </a:cubicBezTo>
                  <a:cubicBezTo>
                    <a:pt x="18143" y="3677"/>
                    <a:pt x="18393" y="3427"/>
                    <a:pt x="18706" y="3427"/>
                  </a:cubicBezTo>
                  <a:cubicBezTo>
                    <a:pt x="19019" y="3427"/>
                    <a:pt x="19272" y="3175"/>
                    <a:pt x="19272" y="2861"/>
                  </a:cubicBezTo>
                  <a:lnTo>
                    <a:pt x="19272" y="567"/>
                  </a:lnTo>
                  <a:cubicBezTo>
                    <a:pt x="19272" y="254"/>
                    <a:pt x="19019" y="1"/>
                    <a:pt x="18706" y="1"/>
                  </a:cubicBezTo>
                  <a:lnTo>
                    <a:pt x="16412" y="1"/>
                  </a:lnTo>
                  <a:cubicBezTo>
                    <a:pt x="16099" y="1"/>
                    <a:pt x="15846" y="254"/>
                    <a:pt x="15846" y="567"/>
                  </a:cubicBezTo>
                  <a:cubicBezTo>
                    <a:pt x="15846" y="877"/>
                    <a:pt x="15593" y="1130"/>
                    <a:pt x="15283" y="1130"/>
                  </a:cubicBezTo>
                  <a:cubicBezTo>
                    <a:pt x="14969" y="1130"/>
                    <a:pt x="14716" y="877"/>
                    <a:pt x="14716" y="567"/>
                  </a:cubicBezTo>
                  <a:cubicBezTo>
                    <a:pt x="14716" y="254"/>
                    <a:pt x="14463" y="1"/>
                    <a:pt x="14153" y="1"/>
                  </a:cubicBezTo>
                  <a:lnTo>
                    <a:pt x="10766" y="1"/>
                  </a:lnTo>
                  <a:cubicBezTo>
                    <a:pt x="10452" y="1"/>
                    <a:pt x="10200" y="254"/>
                    <a:pt x="10200" y="567"/>
                  </a:cubicBezTo>
                  <a:cubicBezTo>
                    <a:pt x="10200" y="877"/>
                    <a:pt x="9947" y="1130"/>
                    <a:pt x="9636" y="1130"/>
                  </a:cubicBezTo>
                  <a:cubicBezTo>
                    <a:pt x="9323" y="1130"/>
                    <a:pt x="9070" y="877"/>
                    <a:pt x="9070" y="567"/>
                  </a:cubicBezTo>
                  <a:cubicBezTo>
                    <a:pt x="9070" y="254"/>
                    <a:pt x="8817" y="1"/>
                    <a:pt x="8507" y="1"/>
                  </a:cubicBezTo>
                  <a:lnTo>
                    <a:pt x="5120" y="1"/>
                  </a:lnTo>
                  <a:cubicBezTo>
                    <a:pt x="4806" y="1"/>
                    <a:pt x="4553" y="254"/>
                    <a:pt x="4553" y="567"/>
                  </a:cubicBezTo>
                  <a:cubicBezTo>
                    <a:pt x="4553" y="877"/>
                    <a:pt x="4300" y="1130"/>
                    <a:pt x="3990" y="1130"/>
                  </a:cubicBezTo>
                  <a:cubicBezTo>
                    <a:pt x="3677" y="1130"/>
                    <a:pt x="3424" y="877"/>
                    <a:pt x="3424" y="567"/>
                  </a:cubicBezTo>
                  <a:cubicBezTo>
                    <a:pt x="3424" y="254"/>
                    <a:pt x="3171" y="1"/>
                    <a:pt x="2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679" name="Google Shape;4679;p82"/>
          <p:cNvGrpSpPr/>
          <p:nvPr/>
        </p:nvGrpSpPr>
        <p:grpSpPr>
          <a:xfrm>
            <a:off x="821301" y="2731810"/>
            <a:ext cx="340204" cy="298116"/>
            <a:chOff x="899850" y="871450"/>
            <a:chExt cx="483175" cy="423400"/>
          </a:xfrm>
        </p:grpSpPr>
        <p:sp>
          <p:nvSpPr>
            <p:cNvPr id="4680" name="Google Shape;4680;p82"/>
            <p:cNvSpPr/>
            <p:nvPr/>
          </p:nvSpPr>
          <p:spPr>
            <a:xfrm>
              <a:off x="1325175" y="1040825"/>
              <a:ext cx="56425" cy="28275"/>
            </a:xfrm>
            <a:custGeom>
              <a:avLst/>
              <a:gdLst/>
              <a:ahLst/>
              <a:cxnLst/>
              <a:rect l="l" t="t" r="r" b="b"/>
              <a:pathLst>
                <a:path w="2257" h="1131" extrusionOk="0">
                  <a:moveTo>
                    <a:pt x="564" y="1"/>
                  </a:moveTo>
                  <a:cubicBezTo>
                    <a:pt x="251" y="1"/>
                    <a:pt x="1" y="251"/>
                    <a:pt x="1" y="564"/>
                  </a:cubicBezTo>
                  <a:cubicBezTo>
                    <a:pt x="1" y="877"/>
                    <a:pt x="251" y="1130"/>
                    <a:pt x="564" y="1130"/>
                  </a:cubicBezTo>
                  <a:lnTo>
                    <a:pt x="1693" y="1130"/>
                  </a:lnTo>
                  <a:cubicBezTo>
                    <a:pt x="2006" y="1130"/>
                    <a:pt x="2256" y="877"/>
                    <a:pt x="2256" y="564"/>
                  </a:cubicBezTo>
                  <a:cubicBezTo>
                    <a:pt x="2256" y="251"/>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81" name="Google Shape;4681;p82"/>
            <p:cNvSpPr/>
            <p:nvPr/>
          </p:nvSpPr>
          <p:spPr>
            <a:xfrm>
              <a:off x="1323750" y="956100"/>
              <a:ext cx="59275" cy="56525"/>
            </a:xfrm>
            <a:custGeom>
              <a:avLst/>
              <a:gdLst/>
              <a:ahLst/>
              <a:cxnLst/>
              <a:rect l="l" t="t" r="r" b="b"/>
              <a:pathLst>
                <a:path w="2371" h="2261" extrusionOk="0">
                  <a:moveTo>
                    <a:pt x="1750" y="0"/>
                  </a:moveTo>
                  <a:cubicBezTo>
                    <a:pt x="1605" y="0"/>
                    <a:pt x="1461" y="55"/>
                    <a:pt x="1350" y="165"/>
                  </a:cubicBezTo>
                  <a:lnTo>
                    <a:pt x="220" y="1294"/>
                  </a:lnTo>
                  <a:cubicBezTo>
                    <a:pt x="0" y="1517"/>
                    <a:pt x="0" y="1872"/>
                    <a:pt x="220" y="2095"/>
                  </a:cubicBezTo>
                  <a:cubicBezTo>
                    <a:pt x="332" y="2205"/>
                    <a:pt x="476" y="2260"/>
                    <a:pt x="621" y="2260"/>
                  </a:cubicBezTo>
                  <a:cubicBezTo>
                    <a:pt x="765" y="2260"/>
                    <a:pt x="910" y="2205"/>
                    <a:pt x="1021" y="2095"/>
                  </a:cubicBezTo>
                  <a:lnTo>
                    <a:pt x="2151" y="966"/>
                  </a:lnTo>
                  <a:cubicBezTo>
                    <a:pt x="2370" y="743"/>
                    <a:pt x="2370" y="388"/>
                    <a:pt x="2151" y="165"/>
                  </a:cubicBezTo>
                  <a:cubicBezTo>
                    <a:pt x="2039" y="55"/>
                    <a:pt x="1895" y="0"/>
                    <a:pt x="17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82" name="Google Shape;4682;p82"/>
            <p:cNvSpPr/>
            <p:nvPr/>
          </p:nvSpPr>
          <p:spPr>
            <a:xfrm>
              <a:off x="1323750" y="1097250"/>
              <a:ext cx="59275" cy="56525"/>
            </a:xfrm>
            <a:custGeom>
              <a:avLst/>
              <a:gdLst/>
              <a:ahLst/>
              <a:cxnLst/>
              <a:rect l="l" t="t" r="r" b="b"/>
              <a:pathLst>
                <a:path w="2371" h="2261" extrusionOk="0">
                  <a:moveTo>
                    <a:pt x="621" y="0"/>
                  </a:moveTo>
                  <a:cubicBezTo>
                    <a:pt x="476" y="0"/>
                    <a:pt x="332" y="55"/>
                    <a:pt x="220" y="165"/>
                  </a:cubicBezTo>
                  <a:cubicBezTo>
                    <a:pt x="0" y="388"/>
                    <a:pt x="0" y="743"/>
                    <a:pt x="220" y="966"/>
                  </a:cubicBezTo>
                  <a:lnTo>
                    <a:pt x="1350" y="2095"/>
                  </a:lnTo>
                  <a:cubicBezTo>
                    <a:pt x="1461" y="2205"/>
                    <a:pt x="1605" y="2260"/>
                    <a:pt x="1750" y="2260"/>
                  </a:cubicBezTo>
                  <a:cubicBezTo>
                    <a:pt x="1895" y="2260"/>
                    <a:pt x="2039" y="2205"/>
                    <a:pt x="2151" y="2095"/>
                  </a:cubicBezTo>
                  <a:cubicBezTo>
                    <a:pt x="2370" y="1872"/>
                    <a:pt x="2370" y="1517"/>
                    <a:pt x="2151" y="1294"/>
                  </a:cubicBezTo>
                  <a:lnTo>
                    <a:pt x="1021" y="165"/>
                  </a:lnTo>
                  <a:cubicBezTo>
                    <a:pt x="910" y="55"/>
                    <a:pt x="765" y="0"/>
                    <a:pt x="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83" name="Google Shape;4683;p82"/>
            <p:cNvSpPr/>
            <p:nvPr/>
          </p:nvSpPr>
          <p:spPr>
            <a:xfrm>
              <a:off x="899850" y="871450"/>
              <a:ext cx="396150" cy="423400"/>
            </a:xfrm>
            <a:custGeom>
              <a:avLst/>
              <a:gdLst/>
              <a:ahLst/>
              <a:cxnLst/>
              <a:rect l="l" t="t" r="r" b="b"/>
              <a:pathLst>
                <a:path w="15846" h="16936" extrusionOk="0">
                  <a:moveTo>
                    <a:pt x="6812" y="4518"/>
                  </a:moveTo>
                  <a:lnTo>
                    <a:pt x="6812" y="10164"/>
                  </a:lnTo>
                  <a:lnTo>
                    <a:pt x="5682" y="10164"/>
                  </a:lnTo>
                  <a:lnTo>
                    <a:pt x="5682" y="4518"/>
                  </a:lnTo>
                  <a:close/>
                  <a:moveTo>
                    <a:pt x="14153" y="1130"/>
                  </a:moveTo>
                  <a:cubicBezTo>
                    <a:pt x="14463" y="1130"/>
                    <a:pt x="14716" y="1380"/>
                    <a:pt x="14716" y="1693"/>
                  </a:cubicBezTo>
                  <a:lnTo>
                    <a:pt x="14716" y="12985"/>
                  </a:lnTo>
                  <a:cubicBezTo>
                    <a:pt x="14716" y="13298"/>
                    <a:pt x="14463" y="13551"/>
                    <a:pt x="14153" y="13551"/>
                  </a:cubicBezTo>
                  <a:lnTo>
                    <a:pt x="13587" y="13551"/>
                  </a:lnTo>
                  <a:lnTo>
                    <a:pt x="13587" y="1130"/>
                  </a:lnTo>
                  <a:close/>
                  <a:moveTo>
                    <a:pt x="13018" y="1"/>
                  </a:moveTo>
                  <a:cubicBezTo>
                    <a:pt x="13012" y="1"/>
                    <a:pt x="13006" y="4"/>
                    <a:pt x="13000" y="4"/>
                  </a:cubicBezTo>
                  <a:cubicBezTo>
                    <a:pt x="12992" y="4"/>
                    <a:pt x="12985" y="4"/>
                    <a:pt x="12978" y="4"/>
                  </a:cubicBezTo>
                  <a:cubicBezTo>
                    <a:pt x="12972" y="4"/>
                    <a:pt x="12967" y="4"/>
                    <a:pt x="12961" y="4"/>
                  </a:cubicBezTo>
                  <a:cubicBezTo>
                    <a:pt x="12797" y="4"/>
                    <a:pt x="12768" y="58"/>
                    <a:pt x="7221" y="3385"/>
                  </a:cubicBezTo>
                  <a:lnTo>
                    <a:pt x="3990" y="3385"/>
                  </a:lnTo>
                  <a:cubicBezTo>
                    <a:pt x="1810" y="3388"/>
                    <a:pt x="0" y="5159"/>
                    <a:pt x="0" y="7339"/>
                  </a:cubicBezTo>
                  <a:cubicBezTo>
                    <a:pt x="0" y="9323"/>
                    <a:pt x="1515" y="10959"/>
                    <a:pt x="3424" y="11236"/>
                  </a:cubicBezTo>
                  <a:lnTo>
                    <a:pt x="3424" y="15244"/>
                  </a:lnTo>
                  <a:cubicBezTo>
                    <a:pt x="3424" y="16180"/>
                    <a:pt x="4183" y="16936"/>
                    <a:pt x="5119" y="16936"/>
                  </a:cubicBezTo>
                  <a:cubicBezTo>
                    <a:pt x="6053" y="16936"/>
                    <a:pt x="6812" y="16180"/>
                    <a:pt x="6812" y="15244"/>
                  </a:cubicBezTo>
                  <a:lnTo>
                    <a:pt x="6812" y="11293"/>
                  </a:lnTo>
                  <a:lnTo>
                    <a:pt x="7221" y="11293"/>
                  </a:lnTo>
                  <a:cubicBezTo>
                    <a:pt x="12690" y="14573"/>
                    <a:pt x="12811" y="14681"/>
                    <a:pt x="12984" y="14681"/>
                  </a:cubicBezTo>
                  <a:cubicBezTo>
                    <a:pt x="12997" y="14681"/>
                    <a:pt x="13009" y="14681"/>
                    <a:pt x="13024" y="14681"/>
                  </a:cubicBezTo>
                  <a:lnTo>
                    <a:pt x="14153" y="14681"/>
                  </a:lnTo>
                  <a:cubicBezTo>
                    <a:pt x="15087" y="14678"/>
                    <a:pt x="15845" y="13922"/>
                    <a:pt x="15845" y="12985"/>
                  </a:cubicBezTo>
                  <a:lnTo>
                    <a:pt x="15845" y="1693"/>
                  </a:lnTo>
                  <a:cubicBezTo>
                    <a:pt x="15845" y="756"/>
                    <a:pt x="15087" y="1"/>
                    <a:pt x="141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4684" name="Google Shape;4684;p82"/>
          <p:cNvSpPr/>
          <p:nvPr/>
        </p:nvSpPr>
        <p:spPr>
          <a:xfrm>
            <a:off x="1258100" y="2711214"/>
            <a:ext cx="302200" cy="339253"/>
          </a:xfrm>
          <a:custGeom>
            <a:avLst/>
            <a:gdLst/>
            <a:ahLst/>
            <a:cxnLst/>
            <a:rect l="l" t="t" r="r" b="b"/>
            <a:pathLst>
              <a:path w="17168" h="19273" extrusionOk="0">
                <a:moveTo>
                  <a:pt x="15361" y="1130"/>
                </a:moveTo>
                <a:cubicBezTo>
                  <a:pt x="15671" y="1130"/>
                  <a:pt x="15924" y="1382"/>
                  <a:pt x="15924" y="1696"/>
                </a:cubicBezTo>
                <a:cubicBezTo>
                  <a:pt x="15924" y="2006"/>
                  <a:pt x="15671" y="2259"/>
                  <a:pt x="15361" y="2259"/>
                </a:cubicBezTo>
                <a:lnTo>
                  <a:pt x="1810" y="2259"/>
                </a:lnTo>
                <a:cubicBezTo>
                  <a:pt x="1497" y="2259"/>
                  <a:pt x="1244" y="2006"/>
                  <a:pt x="1244" y="1696"/>
                </a:cubicBezTo>
                <a:cubicBezTo>
                  <a:pt x="1244" y="1382"/>
                  <a:pt x="1497" y="1130"/>
                  <a:pt x="1810" y="1130"/>
                </a:cubicBezTo>
                <a:close/>
                <a:moveTo>
                  <a:pt x="15361" y="11332"/>
                </a:moveTo>
                <a:cubicBezTo>
                  <a:pt x="15671" y="11332"/>
                  <a:pt x="15924" y="11582"/>
                  <a:pt x="15924" y="11895"/>
                </a:cubicBezTo>
                <a:cubicBezTo>
                  <a:pt x="15924" y="12208"/>
                  <a:pt x="15671" y="12461"/>
                  <a:pt x="15361" y="12461"/>
                </a:cubicBezTo>
                <a:lnTo>
                  <a:pt x="1810" y="12461"/>
                </a:lnTo>
                <a:cubicBezTo>
                  <a:pt x="1497" y="12461"/>
                  <a:pt x="1244" y="12208"/>
                  <a:pt x="1244" y="11895"/>
                </a:cubicBezTo>
                <a:cubicBezTo>
                  <a:pt x="1244" y="11582"/>
                  <a:pt x="1497" y="11332"/>
                  <a:pt x="1810" y="11332"/>
                </a:cubicBezTo>
                <a:close/>
                <a:moveTo>
                  <a:pt x="1804" y="0"/>
                </a:moveTo>
                <a:cubicBezTo>
                  <a:pt x="982" y="0"/>
                  <a:pt x="277" y="593"/>
                  <a:pt x="139" y="1404"/>
                </a:cubicBezTo>
                <a:cubicBezTo>
                  <a:pt x="1" y="2217"/>
                  <a:pt x="467" y="3012"/>
                  <a:pt x="1244" y="3286"/>
                </a:cubicBezTo>
                <a:lnTo>
                  <a:pt x="1244" y="10305"/>
                </a:lnTo>
                <a:cubicBezTo>
                  <a:pt x="570" y="10543"/>
                  <a:pt x="118" y="11178"/>
                  <a:pt x="115" y="11895"/>
                </a:cubicBezTo>
                <a:cubicBezTo>
                  <a:pt x="115" y="12831"/>
                  <a:pt x="874" y="13587"/>
                  <a:pt x="1810" y="13590"/>
                </a:cubicBezTo>
                <a:lnTo>
                  <a:pt x="6752" y="13590"/>
                </a:lnTo>
                <a:lnTo>
                  <a:pt x="2518" y="18333"/>
                </a:lnTo>
                <a:cubicBezTo>
                  <a:pt x="2316" y="18565"/>
                  <a:pt x="2337" y="18914"/>
                  <a:pt x="2566" y="19122"/>
                </a:cubicBezTo>
                <a:cubicBezTo>
                  <a:pt x="2674" y="19218"/>
                  <a:pt x="2809" y="19266"/>
                  <a:pt x="2943" y="19266"/>
                </a:cubicBezTo>
                <a:cubicBezTo>
                  <a:pt x="3095" y="19266"/>
                  <a:pt x="3247" y="19205"/>
                  <a:pt x="3358" y="19086"/>
                </a:cubicBezTo>
                <a:lnTo>
                  <a:pt x="8020" y="13867"/>
                </a:lnTo>
                <a:lnTo>
                  <a:pt x="8020" y="18709"/>
                </a:lnTo>
                <a:cubicBezTo>
                  <a:pt x="8020" y="19019"/>
                  <a:pt x="8273" y="19272"/>
                  <a:pt x="8586" y="19272"/>
                </a:cubicBezTo>
                <a:cubicBezTo>
                  <a:pt x="8896" y="19272"/>
                  <a:pt x="9149" y="19019"/>
                  <a:pt x="9149" y="18709"/>
                </a:cubicBezTo>
                <a:lnTo>
                  <a:pt x="9149" y="13867"/>
                </a:lnTo>
                <a:lnTo>
                  <a:pt x="13810" y="19086"/>
                </a:lnTo>
                <a:cubicBezTo>
                  <a:pt x="13922" y="19203"/>
                  <a:pt x="14072" y="19263"/>
                  <a:pt x="14224" y="19263"/>
                </a:cubicBezTo>
                <a:cubicBezTo>
                  <a:pt x="14359" y="19263"/>
                  <a:pt x="14494" y="19215"/>
                  <a:pt x="14602" y="19119"/>
                </a:cubicBezTo>
                <a:cubicBezTo>
                  <a:pt x="14831" y="18914"/>
                  <a:pt x="14852" y="18562"/>
                  <a:pt x="14650" y="18330"/>
                </a:cubicBezTo>
                <a:lnTo>
                  <a:pt x="10417" y="13590"/>
                </a:lnTo>
                <a:lnTo>
                  <a:pt x="15361" y="13590"/>
                </a:lnTo>
                <a:cubicBezTo>
                  <a:pt x="16183" y="13590"/>
                  <a:pt x="16891" y="12997"/>
                  <a:pt x="17029" y="12184"/>
                </a:cubicBezTo>
                <a:cubicBezTo>
                  <a:pt x="17168" y="11374"/>
                  <a:pt x="16701" y="10579"/>
                  <a:pt x="15924" y="10305"/>
                </a:cubicBezTo>
                <a:lnTo>
                  <a:pt x="15924" y="3286"/>
                </a:lnTo>
                <a:cubicBezTo>
                  <a:pt x="16701" y="3012"/>
                  <a:pt x="17168" y="2217"/>
                  <a:pt x="17029" y="1404"/>
                </a:cubicBezTo>
                <a:cubicBezTo>
                  <a:pt x="16891" y="593"/>
                  <a:pt x="16187" y="0"/>
                  <a:pt x="15367" y="0"/>
                </a:cubicBezTo>
                <a:cubicBezTo>
                  <a:pt x="15365" y="0"/>
                  <a:pt x="15363" y="0"/>
                  <a:pt x="15361" y="0"/>
                </a:cubicBezTo>
                <a:lnTo>
                  <a:pt x="1810" y="0"/>
                </a:lnTo>
                <a:cubicBezTo>
                  <a:pt x="1808" y="0"/>
                  <a:pt x="1806" y="0"/>
                  <a:pt x="1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4685" name="Google Shape;4685;p82"/>
          <p:cNvGrpSpPr/>
          <p:nvPr/>
        </p:nvGrpSpPr>
        <p:grpSpPr>
          <a:xfrm>
            <a:off x="1653301" y="2711232"/>
            <a:ext cx="340573" cy="339271"/>
            <a:chOff x="2085450" y="842250"/>
            <a:chExt cx="483700" cy="481850"/>
          </a:xfrm>
        </p:grpSpPr>
        <p:sp>
          <p:nvSpPr>
            <p:cNvPr id="4686" name="Google Shape;4686;p82"/>
            <p:cNvSpPr/>
            <p:nvPr/>
          </p:nvSpPr>
          <p:spPr>
            <a:xfrm>
              <a:off x="2085525" y="926925"/>
              <a:ext cx="483625" cy="397175"/>
            </a:xfrm>
            <a:custGeom>
              <a:avLst/>
              <a:gdLst/>
              <a:ahLst/>
              <a:cxnLst/>
              <a:rect l="l" t="t" r="r" b="b"/>
              <a:pathLst>
                <a:path w="19345" h="15887" extrusionOk="0">
                  <a:moveTo>
                    <a:pt x="1693" y="1"/>
                  </a:moveTo>
                  <a:cubicBezTo>
                    <a:pt x="756" y="1"/>
                    <a:pt x="0" y="760"/>
                    <a:pt x="0" y="1696"/>
                  </a:cubicBezTo>
                  <a:cubicBezTo>
                    <a:pt x="0" y="2630"/>
                    <a:pt x="756" y="3389"/>
                    <a:pt x="1693" y="3389"/>
                  </a:cubicBezTo>
                  <a:lnTo>
                    <a:pt x="3990" y="3389"/>
                  </a:lnTo>
                  <a:cubicBezTo>
                    <a:pt x="4924" y="3389"/>
                    <a:pt x="5683" y="4147"/>
                    <a:pt x="5683" y="5084"/>
                  </a:cubicBezTo>
                  <a:lnTo>
                    <a:pt x="5683" y="8547"/>
                  </a:lnTo>
                  <a:cubicBezTo>
                    <a:pt x="5683" y="11347"/>
                    <a:pt x="7962" y="13627"/>
                    <a:pt x="10766" y="13627"/>
                  </a:cubicBezTo>
                  <a:lnTo>
                    <a:pt x="13626" y="13627"/>
                  </a:lnTo>
                  <a:lnTo>
                    <a:pt x="13626" y="15322"/>
                  </a:lnTo>
                  <a:cubicBezTo>
                    <a:pt x="13626" y="15656"/>
                    <a:pt x="13901" y="15887"/>
                    <a:pt x="14194" y="15887"/>
                  </a:cubicBezTo>
                  <a:cubicBezTo>
                    <a:pt x="14308" y="15887"/>
                    <a:pt x="14425" y="15852"/>
                    <a:pt x="14530" y="15774"/>
                  </a:cubicBezTo>
                  <a:lnTo>
                    <a:pt x="19046" y="12386"/>
                  </a:lnTo>
                  <a:cubicBezTo>
                    <a:pt x="19345" y="12160"/>
                    <a:pt x="19345" y="11706"/>
                    <a:pt x="19046" y="11483"/>
                  </a:cubicBezTo>
                  <a:lnTo>
                    <a:pt x="14530" y="8095"/>
                  </a:lnTo>
                  <a:cubicBezTo>
                    <a:pt x="14424" y="8016"/>
                    <a:pt x="14307" y="7981"/>
                    <a:pt x="14192" y="7981"/>
                  </a:cubicBezTo>
                  <a:cubicBezTo>
                    <a:pt x="13899" y="7981"/>
                    <a:pt x="13626" y="8212"/>
                    <a:pt x="13626" y="8547"/>
                  </a:cubicBezTo>
                  <a:lnTo>
                    <a:pt x="13626" y="10239"/>
                  </a:lnTo>
                  <a:lnTo>
                    <a:pt x="10766" y="10239"/>
                  </a:lnTo>
                  <a:cubicBezTo>
                    <a:pt x="9829" y="10239"/>
                    <a:pt x="9070" y="9480"/>
                    <a:pt x="9070" y="8547"/>
                  </a:cubicBezTo>
                  <a:lnTo>
                    <a:pt x="9070" y="5084"/>
                  </a:lnTo>
                  <a:cubicBezTo>
                    <a:pt x="9070" y="2280"/>
                    <a:pt x="6791" y="1"/>
                    <a:pt x="39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87" name="Google Shape;4687;p82"/>
            <p:cNvSpPr/>
            <p:nvPr/>
          </p:nvSpPr>
          <p:spPr>
            <a:xfrm>
              <a:off x="2085450" y="1151875"/>
              <a:ext cx="143650" cy="87575"/>
            </a:xfrm>
            <a:custGeom>
              <a:avLst/>
              <a:gdLst/>
              <a:ahLst/>
              <a:cxnLst/>
              <a:rect l="l" t="t" r="r" b="b"/>
              <a:pathLst>
                <a:path w="5746" h="3503" extrusionOk="0">
                  <a:moveTo>
                    <a:pt x="4577" y="1"/>
                  </a:moveTo>
                  <a:cubicBezTo>
                    <a:pt x="4391" y="73"/>
                    <a:pt x="4192" y="112"/>
                    <a:pt x="3990" y="115"/>
                  </a:cubicBezTo>
                  <a:lnTo>
                    <a:pt x="1693" y="115"/>
                  </a:lnTo>
                  <a:cubicBezTo>
                    <a:pt x="759" y="115"/>
                    <a:pt x="0" y="871"/>
                    <a:pt x="0" y="1807"/>
                  </a:cubicBezTo>
                  <a:cubicBezTo>
                    <a:pt x="0" y="2744"/>
                    <a:pt x="759" y="3503"/>
                    <a:pt x="1693" y="3503"/>
                  </a:cubicBezTo>
                  <a:lnTo>
                    <a:pt x="1696" y="3500"/>
                  </a:lnTo>
                  <a:lnTo>
                    <a:pt x="3993" y="3500"/>
                  </a:lnTo>
                  <a:cubicBezTo>
                    <a:pt x="4589" y="3500"/>
                    <a:pt x="5183" y="3391"/>
                    <a:pt x="5746" y="3186"/>
                  </a:cubicBezTo>
                  <a:cubicBezTo>
                    <a:pt x="5065" y="2253"/>
                    <a:pt x="4662" y="1151"/>
                    <a:pt x="4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88" name="Google Shape;4688;p82"/>
            <p:cNvSpPr/>
            <p:nvPr/>
          </p:nvSpPr>
          <p:spPr>
            <a:xfrm>
              <a:off x="2274775" y="842250"/>
              <a:ext cx="294375" cy="197650"/>
            </a:xfrm>
            <a:custGeom>
              <a:avLst/>
              <a:gdLst/>
              <a:ahLst/>
              <a:cxnLst/>
              <a:rect l="l" t="t" r="r" b="b"/>
              <a:pathLst>
                <a:path w="11775" h="7906" extrusionOk="0">
                  <a:moveTo>
                    <a:pt x="6622" y="0"/>
                  </a:moveTo>
                  <a:cubicBezTo>
                    <a:pt x="6329" y="0"/>
                    <a:pt x="6056" y="231"/>
                    <a:pt x="6056" y="566"/>
                  </a:cubicBezTo>
                  <a:lnTo>
                    <a:pt x="6056" y="2259"/>
                  </a:lnTo>
                  <a:lnTo>
                    <a:pt x="3196" y="2259"/>
                  </a:lnTo>
                  <a:cubicBezTo>
                    <a:pt x="2030" y="2265"/>
                    <a:pt x="904" y="2668"/>
                    <a:pt x="1" y="3406"/>
                  </a:cubicBezTo>
                  <a:cubicBezTo>
                    <a:pt x="940" y="4068"/>
                    <a:pt x="1675" y="4978"/>
                    <a:pt x="2130" y="6032"/>
                  </a:cubicBezTo>
                  <a:cubicBezTo>
                    <a:pt x="2431" y="5785"/>
                    <a:pt x="2804" y="5649"/>
                    <a:pt x="3196" y="5646"/>
                  </a:cubicBezTo>
                  <a:lnTo>
                    <a:pt x="6056" y="5646"/>
                  </a:lnTo>
                  <a:lnTo>
                    <a:pt x="6056" y="7342"/>
                  </a:lnTo>
                  <a:cubicBezTo>
                    <a:pt x="6056" y="7679"/>
                    <a:pt x="6334" y="7906"/>
                    <a:pt x="6625" y="7906"/>
                  </a:cubicBezTo>
                  <a:cubicBezTo>
                    <a:pt x="6740" y="7906"/>
                    <a:pt x="6857" y="7871"/>
                    <a:pt x="6960" y="7793"/>
                  </a:cubicBezTo>
                  <a:lnTo>
                    <a:pt x="11476" y="4406"/>
                  </a:lnTo>
                  <a:cubicBezTo>
                    <a:pt x="11775" y="4180"/>
                    <a:pt x="11775" y="3725"/>
                    <a:pt x="11476" y="3502"/>
                  </a:cubicBezTo>
                  <a:lnTo>
                    <a:pt x="6960" y="115"/>
                  </a:lnTo>
                  <a:cubicBezTo>
                    <a:pt x="6854" y="36"/>
                    <a:pt x="6737" y="0"/>
                    <a:pt x="66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689" name="Google Shape;4689;p82"/>
          <p:cNvGrpSpPr/>
          <p:nvPr/>
        </p:nvGrpSpPr>
        <p:grpSpPr>
          <a:xfrm>
            <a:off x="2081868" y="2711241"/>
            <a:ext cx="339306" cy="339253"/>
            <a:chOff x="2685825" y="840375"/>
            <a:chExt cx="481900" cy="481825"/>
          </a:xfrm>
        </p:grpSpPr>
        <p:sp>
          <p:nvSpPr>
            <p:cNvPr id="4690" name="Google Shape;4690;p82"/>
            <p:cNvSpPr/>
            <p:nvPr/>
          </p:nvSpPr>
          <p:spPr>
            <a:xfrm>
              <a:off x="2685825" y="840375"/>
              <a:ext cx="481900" cy="481825"/>
            </a:xfrm>
            <a:custGeom>
              <a:avLst/>
              <a:gdLst/>
              <a:ahLst/>
              <a:cxnLst/>
              <a:rect l="l" t="t" r="r" b="b"/>
              <a:pathLst>
                <a:path w="19276" h="19273" extrusionOk="0">
                  <a:moveTo>
                    <a:pt x="9600" y="4592"/>
                  </a:moveTo>
                  <a:cubicBezTo>
                    <a:pt x="12403" y="4592"/>
                    <a:pt x="14683" y="6872"/>
                    <a:pt x="14683" y="9675"/>
                  </a:cubicBezTo>
                  <a:cubicBezTo>
                    <a:pt x="14683" y="12476"/>
                    <a:pt x="12403" y="14755"/>
                    <a:pt x="9600" y="14755"/>
                  </a:cubicBezTo>
                  <a:cubicBezTo>
                    <a:pt x="6799" y="14755"/>
                    <a:pt x="4520" y="12476"/>
                    <a:pt x="4520" y="9675"/>
                  </a:cubicBezTo>
                  <a:cubicBezTo>
                    <a:pt x="4520" y="6872"/>
                    <a:pt x="6799" y="4592"/>
                    <a:pt x="9600" y="4592"/>
                  </a:cubicBezTo>
                  <a:close/>
                  <a:moveTo>
                    <a:pt x="8471" y="0"/>
                  </a:moveTo>
                  <a:cubicBezTo>
                    <a:pt x="8212" y="0"/>
                    <a:pt x="7986" y="175"/>
                    <a:pt x="7923" y="428"/>
                  </a:cubicBezTo>
                  <a:lnTo>
                    <a:pt x="7691" y="1427"/>
                  </a:lnTo>
                  <a:cubicBezTo>
                    <a:pt x="6778" y="1635"/>
                    <a:pt x="5908" y="1993"/>
                    <a:pt x="5116" y="2490"/>
                  </a:cubicBezTo>
                  <a:lnTo>
                    <a:pt x="4300" y="2002"/>
                  </a:lnTo>
                  <a:cubicBezTo>
                    <a:pt x="4210" y="1949"/>
                    <a:pt x="4110" y="1922"/>
                    <a:pt x="4010" y="1922"/>
                  </a:cubicBezTo>
                  <a:cubicBezTo>
                    <a:pt x="3864" y="1922"/>
                    <a:pt x="3719" y="1978"/>
                    <a:pt x="3611" y="2087"/>
                  </a:cubicBezTo>
                  <a:lnTo>
                    <a:pt x="2015" y="3683"/>
                  </a:lnTo>
                  <a:cubicBezTo>
                    <a:pt x="1831" y="3866"/>
                    <a:pt x="1798" y="4153"/>
                    <a:pt x="1930" y="4372"/>
                  </a:cubicBezTo>
                  <a:lnTo>
                    <a:pt x="2418" y="5188"/>
                  </a:lnTo>
                  <a:cubicBezTo>
                    <a:pt x="1921" y="5980"/>
                    <a:pt x="1563" y="6851"/>
                    <a:pt x="1355" y="7766"/>
                  </a:cubicBezTo>
                  <a:lnTo>
                    <a:pt x="431" y="7995"/>
                  </a:lnTo>
                  <a:cubicBezTo>
                    <a:pt x="178" y="8058"/>
                    <a:pt x="0" y="8284"/>
                    <a:pt x="3" y="8546"/>
                  </a:cubicBezTo>
                  <a:lnTo>
                    <a:pt x="3" y="10804"/>
                  </a:lnTo>
                  <a:cubicBezTo>
                    <a:pt x="0" y="11060"/>
                    <a:pt x="178" y="11286"/>
                    <a:pt x="428" y="11349"/>
                  </a:cubicBezTo>
                  <a:lnTo>
                    <a:pt x="1352" y="11581"/>
                  </a:lnTo>
                  <a:cubicBezTo>
                    <a:pt x="1560" y="12494"/>
                    <a:pt x="1921" y="13364"/>
                    <a:pt x="2418" y="14159"/>
                  </a:cubicBezTo>
                  <a:lnTo>
                    <a:pt x="1927" y="14972"/>
                  </a:lnTo>
                  <a:cubicBezTo>
                    <a:pt x="1795" y="15195"/>
                    <a:pt x="1831" y="15478"/>
                    <a:pt x="2012" y="15662"/>
                  </a:cubicBezTo>
                  <a:lnTo>
                    <a:pt x="3611" y="17261"/>
                  </a:lnTo>
                  <a:cubicBezTo>
                    <a:pt x="3720" y="17368"/>
                    <a:pt x="3864" y="17424"/>
                    <a:pt x="4011" y="17424"/>
                  </a:cubicBezTo>
                  <a:cubicBezTo>
                    <a:pt x="4110" y="17424"/>
                    <a:pt x="4210" y="17398"/>
                    <a:pt x="4300" y="17345"/>
                  </a:cubicBezTo>
                  <a:lnTo>
                    <a:pt x="5113" y="16854"/>
                  </a:lnTo>
                  <a:cubicBezTo>
                    <a:pt x="5908" y="17351"/>
                    <a:pt x="6778" y="17712"/>
                    <a:pt x="7691" y="17920"/>
                  </a:cubicBezTo>
                  <a:lnTo>
                    <a:pt x="7923" y="18844"/>
                  </a:lnTo>
                  <a:cubicBezTo>
                    <a:pt x="7983" y="19094"/>
                    <a:pt x="8212" y="19272"/>
                    <a:pt x="8471" y="19272"/>
                  </a:cubicBezTo>
                  <a:lnTo>
                    <a:pt x="10729" y="19272"/>
                  </a:lnTo>
                  <a:cubicBezTo>
                    <a:pt x="10988" y="19272"/>
                    <a:pt x="11214" y="19097"/>
                    <a:pt x="11277" y="18844"/>
                  </a:cubicBezTo>
                  <a:lnTo>
                    <a:pt x="11509" y="17920"/>
                  </a:lnTo>
                  <a:cubicBezTo>
                    <a:pt x="12421" y="17712"/>
                    <a:pt x="13292" y="17354"/>
                    <a:pt x="14084" y="16857"/>
                  </a:cubicBezTo>
                  <a:lnTo>
                    <a:pt x="14900" y="17345"/>
                  </a:lnTo>
                  <a:cubicBezTo>
                    <a:pt x="14989" y="17399"/>
                    <a:pt x="15090" y="17425"/>
                    <a:pt x="15190" y="17425"/>
                  </a:cubicBezTo>
                  <a:cubicBezTo>
                    <a:pt x="15336" y="17425"/>
                    <a:pt x="15480" y="17369"/>
                    <a:pt x="15589" y="17261"/>
                  </a:cubicBezTo>
                  <a:lnTo>
                    <a:pt x="17185" y="15665"/>
                  </a:lnTo>
                  <a:cubicBezTo>
                    <a:pt x="17369" y="15481"/>
                    <a:pt x="17402" y="15195"/>
                    <a:pt x="17270" y="14975"/>
                  </a:cubicBezTo>
                  <a:lnTo>
                    <a:pt x="16782" y="14159"/>
                  </a:lnTo>
                  <a:cubicBezTo>
                    <a:pt x="17279" y="13367"/>
                    <a:pt x="17637" y="12497"/>
                    <a:pt x="17845" y="11584"/>
                  </a:cubicBezTo>
                  <a:lnTo>
                    <a:pt x="18844" y="11352"/>
                  </a:lnTo>
                  <a:cubicBezTo>
                    <a:pt x="19097" y="11289"/>
                    <a:pt x="19275" y="11063"/>
                    <a:pt x="19275" y="10804"/>
                  </a:cubicBezTo>
                  <a:lnTo>
                    <a:pt x="19275" y="8546"/>
                  </a:lnTo>
                  <a:cubicBezTo>
                    <a:pt x="19275" y="8287"/>
                    <a:pt x="19097" y="8061"/>
                    <a:pt x="18847" y="7998"/>
                  </a:cubicBezTo>
                  <a:lnTo>
                    <a:pt x="17848" y="7766"/>
                  </a:lnTo>
                  <a:cubicBezTo>
                    <a:pt x="17640" y="6854"/>
                    <a:pt x="17279" y="5983"/>
                    <a:pt x="16782" y="5188"/>
                  </a:cubicBezTo>
                  <a:lnTo>
                    <a:pt x="17273" y="4375"/>
                  </a:lnTo>
                  <a:cubicBezTo>
                    <a:pt x="17405" y="4153"/>
                    <a:pt x="17369" y="3869"/>
                    <a:pt x="17188" y="3686"/>
                  </a:cubicBezTo>
                  <a:lnTo>
                    <a:pt x="15589" y="2090"/>
                  </a:lnTo>
                  <a:cubicBezTo>
                    <a:pt x="15480" y="1980"/>
                    <a:pt x="15335" y="1923"/>
                    <a:pt x="15188" y="1923"/>
                  </a:cubicBezTo>
                  <a:cubicBezTo>
                    <a:pt x="15089" y="1923"/>
                    <a:pt x="14989" y="1949"/>
                    <a:pt x="14900" y="2002"/>
                  </a:cubicBezTo>
                  <a:lnTo>
                    <a:pt x="14087" y="2493"/>
                  </a:lnTo>
                  <a:cubicBezTo>
                    <a:pt x="13292" y="1996"/>
                    <a:pt x="12421" y="1635"/>
                    <a:pt x="11509" y="1427"/>
                  </a:cubicBezTo>
                  <a:lnTo>
                    <a:pt x="11277" y="428"/>
                  </a:lnTo>
                  <a:cubicBezTo>
                    <a:pt x="11217" y="178"/>
                    <a:pt x="10988" y="0"/>
                    <a:pt x="107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91" name="Google Shape;4691;p82"/>
            <p:cNvSpPr/>
            <p:nvPr/>
          </p:nvSpPr>
          <p:spPr>
            <a:xfrm>
              <a:off x="2819200" y="983400"/>
              <a:ext cx="205475" cy="197625"/>
            </a:xfrm>
            <a:custGeom>
              <a:avLst/>
              <a:gdLst/>
              <a:ahLst/>
              <a:cxnLst/>
              <a:rect l="l" t="t" r="r" b="b"/>
              <a:pathLst>
                <a:path w="8219" h="7905" extrusionOk="0">
                  <a:moveTo>
                    <a:pt x="4265" y="1129"/>
                  </a:moveTo>
                  <a:cubicBezTo>
                    <a:pt x="4629" y="1129"/>
                    <a:pt x="4996" y="1199"/>
                    <a:pt x="5346" y="1343"/>
                  </a:cubicBezTo>
                  <a:cubicBezTo>
                    <a:pt x="6400" y="1780"/>
                    <a:pt x="7089" y="2810"/>
                    <a:pt x="7089" y="3954"/>
                  </a:cubicBezTo>
                  <a:cubicBezTo>
                    <a:pt x="7086" y="5511"/>
                    <a:pt x="5825" y="6773"/>
                    <a:pt x="4265" y="6776"/>
                  </a:cubicBezTo>
                  <a:cubicBezTo>
                    <a:pt x="3124" y="6776"/>
                    <a:pt x="2094" y="6089"/>
                    <a:pt x="1657" y="5032"/>
                  </a:cubicBezTo>
                  <a:cubicBezTo>
                    <a:pt x="1221" y="3978"/>
                    <a:pt x="1461" y="2765"/>
                    <a:pt x="2268" y="1958"/>
                  </a:cubicBezTo>
                  <a:cubicBezTo>
                    <a:pt x="2808" y="1416"/>
                    <a:pt x="3530" y="1129"/>
                    <a:pt x="4265" y="1129"/>
                  </a:cubicBezTo>
                  <a:close/>
                  <a:moveTo>
                    <a:pt x="4265" y="0"/>
                  </a:moveTo>
                  <a:cubicBezTo>
                    <a:pt x="2666" y="0"/>
                    <a:pt x="1227" y="964"/>
                    <a:pt x="612" y="2440"/>
                  </a:cubicBezTo>
                  <a:cubicBezTo>
                    <a:pt x="1" y="3918"/>
                    <a:pt x="341" y="5616"/>
                    <a:pt x="1470" y="6749"/>
                  </a:cubicBezTo>
                  <a:cubicBezTo>
                    <a:pt x="2226" y="7504"/>
                    <a:pt x="3237" y="7905"/>
                    <a:pt x="4265" y="7905"/>
                  </a:cubicBezTo>
                  <a:cubicBezTo>
                    <a:pt x="4774" y="7905"/>
                    <a:pt x="5288" y="7806"/>
                    <a:pt x="5777" y="7604"/>
                  </a:cubicBezTo>
                  <a:cubicBezTo>
                    <a:pt x="7255" y="6993"/>
                    <a:pt x="8219" y="5550"/>
                    <a:pt x="8219" y="3954"/>
                  </a:cubicBezTo>
                  <a:cubicBezTo>
                    <a:pt x="8216" y="1771"/>
                    <a:pt x="6448" y="3"/>
                    <a:pt x="42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692" name="Google Shape;4692;p82"/>
          <p:cNvGrpSpPr/>
          <p:nvPr/>
        </p:nvGrpSpPr>
        <p:grpSpPr>
          <a:xfrm>
            <a:off x="2493529" y="2710924"/>
            <a:ext cx="350431" cy="339887"/>
            <a:chOff x="3270675" y="841800"/>
            <a:chExt cx="497700" cy="482725"/>
          </a:xfrm>
        </p:grpSpPr>
        <p:sp>
          <p:nvSpPr>
            <p:cNvPr id="4693" name="Google Shape;4693;p82"/>
            <p:cNvSpPr/>
            <p:nvPr/>
          </p:nvSpPr>
          <p:spPr>
            <a:xfrm>
              <a:off x="3270675" y="902000"/>
              <a:ext cx="447125" cy="422525"/>
            </a:xfrm>
            <a:custGeom>
              <a:avLst/>
              <a:gdLst/>
              <a:ahLst/>
              <a:cxnLst/>
              <a:rect l="l" t="t" r="r" b="b"/>
              <a:pathLst>
                <a:path w="17885" h="16901" extrusionOk="0">
                  <a:moveTo>
                    <a:pt x="3454" y="0"/>
                  </a:moveTo>
                  <a:cubicBezTo>
                    <a:pt x="3343" y="0"/>
                    <a:pt x="3231" y="40"/>
                    <a:pt x="3141" y="122"/>
                  </a:cubicBezTo>
                  <a:cubicBezTo>
                    <a:pt x="1160" y="1940"/>
                    <a:pt x="0" y="4548"/>
                    <a:pt x="0" y="7246"/>
                  </a:cubicBezTo>
                  <a:cubicBezTo>
                    <a:pt x="0" y="12579"/>
                    <a:pt x="4325" y="16900"/>
                    <a:pt x="9657" y="16900"/>
                  </a:cubicBezTo>
                  <a:cubicBezTo>
                    <a:pt x="10907" y="16900"/>
                    <a:pt x="12175" y="16662"/>
                    <a:pt x="13331" y="16178"/>
                  </a:cubicBezTo>
                  <a:cubicBezTo>
                    <a:pt x="15126" y="15434"/>
                    <a:pt x="16659" y="14169"/>
                    <a:pt x="17728" y="12546"/>
                  </a:cubicBezTo>
                  <a:cubicBezTo>
                    <a:pt x="17884" y="12305"/>
                    <a:pt x="17788" y="11983"/>
                    <a:pt x="17526" y="11866"/>
                  </a:cubicBezTo>
                  <a:lnTo>
                    <a:pt x="9158" y="8171"/>
                  </a:lnTo>
                  <a:cubicBezTo>
                    <a:pt x="9016" y="8108"/>
                    <a:pt x="8896" y="8005"/>
                    <a:pt x="8811" y="7876"/>
                  </a:cubicBezTo>
                  <a:lnTo>
                    <a:pt x="8405" y="7246"/>
                  </a:lnTo>
                  <a:lnTo>
                    <a:pt x="3846" y="212"/>
                  </a:lnTo>
                  <a:cubicBezTo>
                    <a:pt x="3756" y="73"/>
                    <a:pt x="3606" y="0"/>
                    <a:pt x="34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94" name="Google Shape;4694;p82"/>
            <p:cNvSpPr/>
            <p:nvPr/>
          </p:nvSpPr>
          <p:spPr>
            <a:xfrm>
              <a:off x="3385250" y="841800"/>
              <a:ext cx="279700" cy="220925"/>
            </a:xfrm>
            <a:custGeom>
              <a:avLst/>
              <a:gdLst/>
              <a:ahLst/>
              <a:cxnLst/>
              <a:rect l="l" t="t" r="r" b="b"/>
              <a:pathLst>
                <a:path w="11188" h="8837" extrusionOk="0">
                  <a:moveTo>
                    <a:pt x="5070" y="0"/>
                  </a:moveTo>
                  <a:cubicBezTo>
                    <a:pt x="3434" y="0"/>
                    <a:pt x="1792" y="415"/>
                    <a:pt x="308" y="1256"/>
                  </a:cubicBezTo>
                  <a:cubicBezTo>
                    <a:pt x="76" y="1388"/>
                    <a:pt x="1" y="1690"/>
                    <a:pt x="148" y="1912"/>
                  </a:cubicBezTo>
                  <a:lnTo>
                    <a:pt x="4532" y="8676"/>
                  </a:lnTo>
                  <a:cubicBezTo>
                    <a:pt x="4601" y="8781"/>
                    <a:pt x="4714" y="8837"/>
                    <a:pt x="4828" y="8837"/>
                  </a:cubicBezTo>
                  <a:cubicBezTo>
                    <a:pt x="4919" y="8837"/>
                    <a:pt x="5010" y="8802"/>
                    <a:pt x="5081" y="8730"/>
                  </a:cubicBezTo>
                  <a:lnTo>
                    <a:pt x="10992" y="2683"/>
                  </a:lnTo>
                  <a:cubicBezTo>
                    <a:pt x="11187" y="2482"/>
                    <a:pt x="11163" y="2156"/>
                    <a:pt x="10940" y="1988"/>
                  </a:cubicBezTo>
                  <a:cubicBezTo>
                    <a:pt x="9218" y="670"/>
                    <a:pt x="7149" y="0"/>
                    <a:pt x="50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95" name="Google Shape;4695;p82"/>
            <p:cNvSpPr/>
            <p:nvPr/>
          </p:nvSpPr>
          <p:spPr>
            <a:xfrm>
              <a:off x="3530100" y="924750"/>
              <a:ext cx="238275" cy="250200"/>
            </a:xfrm>
            <a:custGeom>
              <a:avLst/>
              <a:gdLst/>
              <a:ahLst/>
              <a:cxnLst/>
              <a:rect l="l" t="t" r="r" b="b"/>
              <a:pathLst>
                <a:path w="9531" h="10008" extrusionOk="0">
                  <a:moveTo>
                    <a:pt x="6350" y="1"/>
                  </a:moveTo>
                  <a:cubicBezTo>
                    <a:pt x="6230" y="1"/>
                    <a:pt x="6108" y="47"/>
                    <a:pt x="6017" y="142"/>
                  </a:cubicBezTo>
                  <a:lnTo>
                    <a:pt x="172" y="6123"/>
                  </a:lnTo>
                  <a:cubicBezTo>
                    <a:pt x="0" y="6297"/>
                    <a:pt x="57" y="6589"/>
                    <a:pt x="283" y="6689"/>
                  </a:cubicBezTo>
                  <a:lnTo>
                    <a:pt x="7706" y="9968"/>
                  </a:lnTo>
                  <a:cubicBezTo>
                    <a:pt x="7767" y="9995"/>
                    <a:pt x="7830" y="10007"/>
                    <a:pt x="7893" y="10007"/>
                  </a:cubicBezTo>
                  <a:cubicBezTo>
                    <a:pt x="8082" y="10007"/>
                    <a:pt x="8261" y="9890"/>
                    <a:pt x="8329" y="9700"/>
                  </a:cubicBezTo>
                  <a:cubicBezTo>
                    <a:pt x="9531" y="6463"/>
                    <a:pt x="8913" y="2828"/>
                    <a:pt x="6706" y="169"/>
                  </a:cubicBezTo>
                  <a:cubicBezTo>
                    <a:pt x="6615" y="57"/>
                    <a:pt x="6483" y="1"/>
                    <a:pt x="63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4696" name="Google Shape;4696;p82"/>
          <p:cNvSpPr/>
          <p:nvPr/>
        </p:nvSpPr>
        <p:spPr>
          <a:xfrm>
            <a:off x="2911555" y="2721811"/>
            <a:ext cx="339253" cy="318060"/>
          </a:xfrm>
          <a:custGeom>
            <a:avLst/>
            <a:gdLst/>
            <a:ahLst/>
            <a:cxnLst/>
            <a:rect l="l" t="t" r="r" b="b"/>
            <a:pathLst>
              <a:path w="19273" h="18069" extrusionOk="0">
                <a:moveTo>
                  <a:pt x="5456" y="7679"/>
                </a:moveTo>
                <a:cubicBezTo>
                  <a:pt x="6294" y="7679"/>
                  <a:pt x="6715" y="8694"/>
                  <a:pt x="6122" y="9284"/>
                </a:cubicBezTo>
                <a:cubicBezTo>
                  <a:pt x="5930" y="9476"/>
                  <a:pt x="5694" y="9562"/>
                  <a:pt x="5462" y="9562"/>
                </a:cubicBezTo>
                <a:cubicBezTo>
                  <a:pt x="4979" y="9562"/>
                  <a:pt x="4517" y="9188"/>
                  <a:pt x="4517" y="8622"/>
                </a:cubicBezTo>
                <a:cubicBezTo>
                  <a:pt x="4517" y="8101"/>
                  <a:pt x="4936" y="7679"/>
                  <a:pt x="5456" y="7679"/>
                </a:cubicBezTo>
                <a:close/>
                <a:moveTo>
                  <a:pt x="9636" y="7679"/>
                </a:moveTo>
                <a:cubicBezTo>
                  <a:pt x="10473" y="7679"/>
                  <a:pt x="10892" y="8694"/>
                  <a:pt x="10299" y="9284"/>
                </a:cubicBezTo>
                <a:cubicBezTo>
                  <a:pt x="10107" y="9476"/>
                  <a:pt x="9872" y="9562"/>
                  <a:pt x="9640" y="9562"/>
                </a:cubicBezTo>
                <a:cubicBezTo>
                  <a:pt x="9157" y="9562"/>
                  <a:pt x="8694" y="9188"/>
                  <a:pt x="8694" y="8622"/>
                </a:cubicBezTo>
                <a:cubicBezTo>
                  <a:pt x="8694" y="8101"/>
                  <a:pt x="9115" y="7679"/>
                  <a:pt x="9636" y="7679"/>
                </a:cubicBezTo>
                <a:close/>
                <a:moveTo>
                  <a:pt x="13813" y="7679"/>
                </a:moveTo>
                <a:cubicBezTo>
                  <a:pt x="14650" y="7679"/>
                  <a:pt x="15071" y="8694"/>
                  <a:pt x="14478" y="9284"/>
                </a:cubicBezTo>
                <a:cubicBezTo>
                  <a:pt x="14286" y="9476"/>
                  <a:pt x="14050" y="9562"/>
                  <a:pt x="13819" y="9562"/>
                </a:cubicBezTo>
                <a:cubicBezTo>
                  <a:pt x="13336" y="9562"/>
                  <a:pt x="12873" y="9188"/>
                  <a:pt x="12873" y="8622"/>
                </a:cubicBezTo>
                <a:cubicBezTo>
                  <a:pt x="12873" y="8101"/>
                  <a:pt x="13292" y="7679"/>
                  <a:pt x="13813" y="7679"/>
                </a:cubicBezTo>
                <a:close/>
                <a:moveTo>
                  <a:pt x="9597" y="1"/>
                </a:moveTo>
                <a:cubicBezTo>
                  <a:pt x="4303" y="1"/>
                  <a:pt x="0" y="3801"/>
                  <a:pt x="0" y="8471"/>
                </a:cubicBezTo>
                <a:cubicBezTo>
                  <a:pt x="0" y="10444"/>
                  <a:pt x="780" y="12356"/>
                  <a:pt x="2201" y="13870"/>
                </a:cubicBezTo>
                <a:cubicBezTo>
                  <a:pt x="2481" y="15033"/>
                  <a:pt x="2138" y="16258"/>
                  <a:pt x="1292" y="17104"/>
                </a:cubicBezTo>
                <a:cubicBezTo>
                  <a:pt x="940" y="17460"/>
                  <a:pt x="1190" y="18068"/>
                  <a:pt x="1692" y="18068"/>
                </a:cubicBezTo>
                <a:cubicBezTo>
                  <a:pt x="3300" y="18065"/>
                  <a:pt x="4845" y="17442"/>
                  <a:pt x="6005" y="16328"/>
                </a:cubicBezTo>
                <a:cubicBezTo>
                  <a:pt x="7150" y="16731"/>
                  <a:pt x="8357" y="16939"/>
                  <a:pt x="9571" y="16939"/>
                </a:cubicBezTo>
                <a:cubicBezTo>
                  <a:pt x="9579" y="16939"/>
                  <a:pt x="9588" y="16939"/>
                  <a:pt x="9597" y="16939"/>
                </a:cubicBezTo>
                <a:cubicBezTo>
                  <a:pt x="14891" y="16939"/>
                  <a:pt x="19272" y="13139"/>
                  <a:pt x="19272" y="8471"/>
                </a:cubicBezTo>
                <a:cubicBezTo>
                  <a:pt x="19272" y="3801"/>
                  <a:pt x="14891" y="1"/>
                  <a:pt x="9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4697" name="Google Shape;4697;p82"/>
          <p:cNvGrpSpPr/>
          <p:nvPr/>
        </p:nvGrpSpPr>
        <p:grpSpPr>
          <a:xfrm>
            <a:off x="3329675" y="2731783"/>
            <a:ext cx="339253" cy="298169"/>
            <a:chOff x="4467200" y="877100"/>
            <a:chExt cx="481825" cy="423475"/>
          </a:xfrm>
        </p:grpSpPr>
        <p:sp>
          <p:nvSpPr>
            <p:cNvPr id="4698" name="Google Shape;4698;p82"/>
            <p:cNvSpPr/>
            <p:nvPr/>
          </p:nvSpPr>
          <p:spPr>
            <a:xfrm>
              <a:off x="4467200" y="1018225"/>
              <a:ext cx="481825" cy="282350"/>
            </a:xfrm>
            <a:custGeom>
              <a:avLst/>
              <a:gdLst/>
              <a:ahLst/>
              <a:cxnLst/>
              <a:rect l="l" t="t" r="r" b="b"/>
              <a:pathLst>
                <a:path w="19273" h="11294" extrusionOk="0">
                  <a:moveTo>
                    <a:pt x="10723" y="2257"/>
                  </a:moveTo>
                  <a:cubicBezTo>
                    <a:pt x="11013" y="2257"/>
                    <a:pt x="11292" y="2483"/>
                    <a:pt x="11292" y="2823"/>
                  </a:cubicBezTo>
                  <a:cubicBezTo>
                    <a:pt x="11292" y="3136"/>
                    <a:pt x="11039" y="3389"/>
                    <a:pt x="10729" y="3389"/>
                  </a:cubicBezTo>
                  <a:cubicBezTo>
                    <a:pt x="10223" y="3389"/>
                    <a:pt x="9973" y="2781"/>
                    <a:pt x="10329" y="2423"/>
                  </a:cubicBezTo>
                  <a:cubicBezTo>
                    <a:pt x="10443" y="2308"/>
                    <a:pt x="10585" y="2257"/>
                    <a:pt x="10723" y="2257"/>
                  </a:cubicBezTo>
                  <a:close/>
                  <a:moveTo>
                    <a:pt x="14755" y="3389"/>
                  </a:moveTo>
                  <a:lnTo>
                    <a:pt x="14755" y="7906"/>
                  </a:lnTo>
                  <a:lnTo>
                    <a:pt x="13551" y="7906"/>
                  </a:lnTo>
                  <a:lnTo>
                    <a:pt x="13551" y="3389"/>
                  </a:lnTo>
                  <a:close/>
                  <a:moveTo>
                    <a:pt x="5083" y="2822"/>
                  </a:moveTo>
                  <a:cubicBezTo>
                    <a:pt x="5189" y="2822"/>
                    <a:pt x="5297" y="2853"/>
                    <a:pt x="5396" y="2920"/>
                  </a:cubicBezTo>
                  <a:lnTo>
                    <a:pt x="8784" y="5178"/>
                  </a:lnTo>
                  <a:cubicBezTo>
                    <a:pt x="9118" y="5401"/>
                    <a:pt x="9118" y="5892"/>
                    <a:pt x="8784" y="6117"/>
                  </a:cubicBezTo>
                  <a:lnTo>
                    <a:pt x="5396" y="8376"/>
                  </a:lnTo>
                  <a:cubicBezTo>
                    <a:pt x="5297" y="8442"/>
                    <a:pt x="5189" y="8472"/>
                    <a:pt x="5084" y="8472"/>
                  </a:cubicBezTo>
                  <a:cubicBezTo>
                    <a:pt x="4790" y="8472"/>
                    <a:pt x="4517" y="8239"/>
                    <a:pt x="4517" y="7906"/>
                  </a:cubicBezTo>
                  <a:lnTo>
                    <a:pt x="4517" y="3389"/>
                  </a:lnTo>
                  <a:cubicBezTo>
                    <a:pt x="4517" y="3057"/>
                    <a:pt x="4789" y="2822"/>
                    <a:pt x="5083" y="2822"/>
                  </a:cubicBezTo>
                  <a:close/>
                  <a:moveTo>
                    <a:pt x="18711" y="1"/>
                  </a:moveTo>
                  <a:cubicBezTo>
                    <a:pt x="18601" y="1"/>
                    <a:pt x="18491" y="33"/>
                    <a:pt x="18396" y="95"/>
                  </a:cubicBezTo>
                  <a:lnTo>
                    <a:pt x="15150" y="2260"/>
                  </a:lnTo>
                  <a:lnTo>
                    <a:pt x="13551" y="2260"/>
                  </a:lnTo>
                  <a:lnTo>
                    <a:pt x="13551" y="1694"/>
                  </a:lnTo>
                  <a:cubicBezTo>
                    <a:pt x="13548" y="926"/>
                    <a:pt x="13027" y="255"/>
                    <a:pt x="12283" y="62"/>
                  </a:cubicBezTo>
                  <a:cubicBezTo>
                    <a:pt x="11527" y="774"/>
                    <a:pt x="10560" y="1128"/>
                    <a:pt x="9594" y="1128"/>
                  </a:cubicBezTo>
                  <a:cubicBezTo>
                    <a:pt x="8599" y="1128"/>
                    <a:pt x="7604" y="752"/>
                    <a:pt x="6842" y="2"/>
                  </a:cubicBezTo>
                  <a:lnTo>
                    <a:pt x="6712" y="2"/>
                  </a:lnTo>
                  <a:cubicBezTo>
                    <a:pt x="5950" y="753"/>
                    <a:pt x="4955" y="1131"/>
                    <a:pt x="3959" y="1131"/>
                  </a:cubicBezTo>
                  <a:cubicBezTo>
                    <a:pt x="2993" y="1131"/>
                    <a:pt x="2026" y="775"/>
                    <a:pt x="1271" y="62"/>
                  </a:cubicBezTo>
                  <a:cubicBezTo>
                    <a:pt x="524" y="255"/>
                    <a:pt x="3" y="923"/>
                    <a:pt x="0" y="1694"/>
                  </a:cubicBezTo>
                  <a:lnTo>
                    <a:pt x="0" y="9598"/>
                  </a:lnTo>
                  <a:cubicBezTo>
                    <a:pt x="0" y="10535"/>
                    <a:pt x="759" y="11291"/>
                    <a:pt x="1696" y="11294"/>
                  </a:cubicBezTo>
                  <a:lnTo>
                    <a:pt x="11859" y="11294"/>
                  </a:lnTo>
                  <a:cubicBezTo>
                    <a:pt x="12792" y="11294"/>
                    <a:pt x="13551" y="10535"/>
                    <a:pt x="13551" y="9598"/>
                  </a:cubicBezTo>
                  <a:lnTo>
                    <a:pt x="13551" y="9035"/>
                  </a:lnTo>
                  <a:lnTo>
                    <a:pt x="15150" y="9035"/>
                  </a:lnTo>
                  <a:lnTo>
                    <a:pt x="18396" y="11197"/>
                  </a:lnTo>
                  <a:cubicBezTo>
                    <a:pt x="18494" y="11263"/>
                    <a:pt x="18602" y="11293"/>
                    <a:pt x="18707" y="11293"/>
                  </a:cubicBezTo>
                  <a:cubicBezTo>
                    <a:pt x="19000" y="11293"/>
                    <a:pt x="19272" y="11060"/>
                    <a:pt x="19272" y="10728"/>
                  </a:cubicBezTo>
                  <a:lnTo>
                    <a:pt x="19272" y="565"/>
                  </a:lnTo>
                  <a:cubicBezTo>
                    <a:pt x="19272" y="357"/>
                    <a:pt x="19158" y="164"/>
                    <a:pt x="18977" y="68"/>
                  </a:cubicBezTo>
                  <a:cubicBezTo>
                    <a:pt x="18894" y="23"/>
                    <a:pt x="18802" y="1"/>
                    <a:pt x="18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699" name="Google Shape;4699;p82"/>
            <p:cNvSpPr/>
            <p:nvPr/>
          </p:nvSpPr>
          <p:spPr>
            <a:xfrm>
              <a:off x="4608425" y="1129300"/>
              <a:ext cx="45125" cy="60175"/>
            </a:xfrm>
            <a:custGeom>
              <a:avLst/>
              <a:gdLst/>
              <a:ahLst/>
              <a:cxnLst/>
              <a:rect l="l" t="t" r="r" b="b"/>
              <a:pathLst>
                <a:path w="1805" h="2407" extrusionOk="0">
                  <a:moveTo>
                    <a:pt x="0" y="0"/>
                  </a:moveTo>
                  <a:lnTo>
                    <a:pt x="0" y="2406"/>
                  </a:lnTo>
                  <a:lnTo>
                    <a:pt x="1804" y="1205"/>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00" name="Google Shape;4700;p82"/>
            <p:cNvSpPr/>
            <p:nvPr/>
          </p:nvSpPr>
          <p:spPr>
            <a:xfrm>
              <a:off x="4495500" y="877100"/>
              <a:ext cx="141175" cy="141175"/>
            </a:xfrm>
            <a:custGeom>
              <a:avLst/>
              <a:gdLst/>
              <a:ahLst/>
              <a:cxnLst/>
              <a:rect l="l" t="t" r="r" b="b"/>
              <a:pathLst>
                <a:path w="5647" h="5647" extrusionOk="0">
                  <a:moveTo>
                    <a:pt x="2822" y="1"/>
                  </a:moveTo>
                  <a:cubicBezTo>
                    <a:pt x="1262" y="1"/>
                    <a:pt x="0" y="1262"/>
                    <a:pt x="0" y="2822"/>
                  </a:cubicBezTo>
                  <a:cubicBezTo>
                    <a:pt x="0" y="4382"/>
                    <a:pt x="1262" y="5647"/>
                    <a:pt x="2822" y="5647"/>
                  </a:cubicBezTo>
                  <a:cubicBezTo>
                    <a:pt x="4382" y="5647"/>
                    <a:pt x="5647" y="4382"/>
                    <a:pt x="5647" y="2822"/>
                  </a:cubicBezTo>
                  <a:cubicBezTo>
                    <a:pt x="5647" y="1262"/>
                    <a:pt x="438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01" name="Google Shape;4701;p82"/>
            <p:cNvSpPr/>
            <p:nvPr/>
          </p:nvSpPr>
          <p:spPr>
            <a:xfrm>
              <a:off x="4636650" y="877100"/>
              <a:ext cx="141175" cy="141175"/>
            </a:xfrm>
            <a:custGeom>
              <a:avLst/>
              <a:gdLst/>
              <a:ahLst/>
              <a:cxnLst/>
              <a:rect l="l" t="t" r="r" b="b"/>
              <a:pathLst>
                <a:path w="5647" h="5647" extrusionOk="0">
                  <a:moveTo>
                    <a:pt x="2822" y="1"/>
                  </a:moveTo>
                  <a:cubicBezTo>
                    <a:pt x="1262" y="1"/>
                    <a:pt x="1" y="1262"/>
                    <a:pt x="1" y="2822"/>
                  </a:cubicBezTo>
                  <a:cubicBezTo>
                    <a:pt x="1" y="4382"/>
                    <a:pt x="1262" y="5647"/>
                    <a:pt x="2822" y="5647"/>
                  </a:cubicBezTo>
                  <a:cubicBezTo>
                    <a:pt x="4382" y="5647"/>
                    <a:pt x="5647" y="4382"/>
                    <a:pt x="5647" y="2822"/>
                  </a:cubicBezTo>
                  <a:cubicBezTo>
                    <a:pt x="5647" y="1262"/>
                    <a:pt x="438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702" name="Google Shape;4702;p82"/>
          <p:cNvGrpSpPr/>
          <p:nvPr/>
        </p:nvGrpSpPr>
        <p:grpSpPr>
          <a:xfrm>
            <a:off x="3744565" y="2711232"/>
            <a:ext cx="354778" cy="339271"/>
            <a:chOff x="5045500" y="842250"/>
            <a:chExt cx="503875" cy="481850"/>
          </a:xfrm>
        </p:grpSpPr>
        <p:sp>
          <p:nvSpPr>
            <p:cNvPr id="4703" name="Google Shape;4703;p82"/>
            <p:cNvSpPr/>
            <p:nvPr/>
          </p:nvSpPr>
          <p:spPr>
            <a:xfrm>
              <a:off x="5045500" y="842250"/>
              <a:ext cx="503875" cy="481850"/>
            </a:xfrm>
            <a:custGeom>
              <a:avLst/>
              <a:gdLst/>
              <a:ahLst/>
              <a:cxnLst/>
              <a:rect l="l" t="t" r="r" b="b"/>
              <a:pathLst>
                <a:path w="20155" h="19274" extrusionOk="0">
                  <a:moveTo>
                    <a:pt x="12103" y="1130"/>
                  </a:moveTo>
                  <a:cubicBezTo>
                    <a:pt x="13694" y="1130"/>
                    <a:pt x="15284" y="1735"/>
                    <a:pt x="16496" y="2945"/>
                  </a:cubicBezTo>
                  <a:cubicBezTo>
                    <a:pt x="18917" y="5366"/>
                    <a:pt x="18917" y="9305"/>
                    <a:pt x="16496" y="11729"/>
                  </a:cubicBezTo>
                  <a:cubicBezTo>
                    <a:pt x="15286" y="12940"/>
                    <a:pt x="13695" y="13545"/>
                    <a:pt x="12104" y="13545"/>
                  </a:cubicBezTo>
                  <a:cubicBezTo>
                    <a:pt x="10514" y="13545"/>
                    <a:pt x="8923" y="12940"/>
                    <a:pt x="7712" y="11729"/>
                  </a:cubicBezTo>
                  <a:cubicBezTo>
                    <a:pt x="5288" y="9305"/>
                    <a:pt x="5288" y="5369"/>
                    <a:pt x="7712" y="2945"/>
                  </a:cubicBezTo>
                  <a:cubicBezTo>
                    <a:pt x="8923" y="1735"/>
                    <a:pt x="10513" y="1130"/>
                    <a:pt x="12103" y="1130"/>
                  </a:cubicBezTo>
                  <a:close/>
                  <a:moveTo>
                    <a:pt x="4918" y="13726"/>
                  </a:moveTo>
                  <a:lnTo>
                    <a:pt x="5716" y="14524"/>
                  </a:lnTo>
                  <a:lnTo>
                    <a:pt x="4918" y="15322"/>
                  </a:lnTo>
                  <a:lnTo>
                    <a:pt x="4120" y="14524"/>
                  </a:lnTo>
                  <a:lnTo>
                    <a:pt x="4918" y="13726"/>
                  </a:lnTo>
                  <a:close/>
                  <a:moveTo>
                    <a:pt x="12106" y="1"/>
                  </a:moveTo>
                  <a:cubicBezTo>
                    <a:pt x="10226" y="1"/>
                    <a:pt x="8345" y="717"/>
                    <a:pt x="6914" y="2147"/>
                  </a:cubicBezTo>
                  <a:cubicBezTo>
                    <a:pt x="4725" y="4333"/>
                    <a:pt x="4240" y="7516"/>
                    <a:pt x="5315" y="10133"/>
                  </a:cubicBezTo>
                  <a:lnTo>
                    <a:pt x="4518" y="10931"/>
                  </a:lnTo>
                  <a:cubicBezTo>
                    <a:pt x="4009" y="11434"/>
                    <a:pt x="3876" y="12208"/>
                    <a:pt x="4192" y="12852"/>
                  </a:cubicBezTo>
                  <a:lnTo>
                    <a:pt x="663" y="16382"/>
                  </a:lnTo>
                  <a:cubicBezTo>
                    <a:pt x="1" y="17044"/>
                    <a:pt x="1" y="18116"/>
                    <a:pt x="663" y="18778"/>
                  </a:cubicBezTo>
                  <a:cubicBezTo>
                    <a:pt x="994" y="19108"/>
                    <a:pt x="1428" y="19273"/>
                    <a:pt x="1862" y="19273"/>
                  </a:cubicBezTo>
                  <a:cubicBezTo>
                    <a:pt x="2295" y="19273"/>
                    <a:pt x="2729" y="19108"/>
                    <a:pt x="3060" y="18778"/>
                  </a:cubicBezTo>
                  <a:lnTo>
                    <a:pt x="6586" y="15249"/>
                  </a:lnTo>
                  <a:cubicBezTo>
                    <a:pt x="6820" y="15363"/>
                    <a:pt x="7071" y="15418"/>
                    <a:pt x="7320" y="15418"/>
                  </a:cubicBezTo>
                  <a:cubicBezTo>
                    <a:pt x="7757" y="15418"/>
                    <a:pt x="8188" y="15247"/>
                    <a:pt x="8510" y="14921"/>
                  </a:cubicBezTo>
                  <a:lnTo>
                    <a:pt x="9308" y="14126"/>
                  </a:lnTo>
                  <a:cubicBezTo>
                    <a:pt x="10192" y="14489"/>
                    <a:pt x="11145" y="14675"/>
                    <a:pt x="12104" y="14675"/>
                  </a:cubicBezTo>
                  <a:cubicBezTo>
                    <a:pt x="13962" y="14675"/>
                    <a:pt x="15843" y="13979"/>
                    <a:pt x="17294" y="12527"/>
                  </a:cubicBezTo>
                  <a:cubicBezTo>
                    <a:pt x="20155" y="9666"/>
                    <a:pt x="20155" y="5008"/>
                    <a:pt x="17294" y="2147"/>
                  </a:cubicBezTo>
                  <a:cubicBezTo>
                    <a:pt x="15864" y="716"/>
                    <a:pt x="13985" y="1"/>
                    <a:pt x="121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04" name="Google Shape;4704;p82"/>
            <p:cNvSpPr/>
            <p:nvPr/>
          </p:nvSpPr>
          <p:spPr>
            <a:xfrm>
              <a:off x="5221050" y="898625"/>
              <a:ext cx="254100" cy="254100"/>
            </a:xfrm>
            <a:custGeom>
              <a:avLst/>
              <a:gdLst/>
              <a:ahLst/>
              <a:cxnLst/>
              <a:rect l="l" t="t" r="r" b="b"/>
              <a:pathLst>
                <a:path w="10164" h="10164" extrusionOk="0">
                  <a:moveTo>
                    <a:pt x="5081" y="1"/>
                  </a:moveTo>
                  <a:cubicBezTo>
                    <a:pt x="2274" y="1"/>
                    <a:pt x="1" y="2274"/>
                    <a:pt x="1" y="5081"/>
                  </a:cubicBezTo>
                  <a:cubicBezTo>
                    <a:pt x="1" y="7887"/>
                    <a:pt x="2274" y="10164"/>
                    <a:pt x="5081" y="10164"/>
                  </a:cubicBezTo>
                  <a:cubicBezTo>
                    <a:pt x="7887" y="10164"/>
                    <a:pt x="10164" y="7887"/>
                    <a:pt x="10164" y="5081"/>
                  </a:cubicBezTo>
                  <a:cubicBezTo>
                    <a:pt x="10164" y="2274"/>
                    <a:pt x="7887" y="1"/>
                    <a:pt x="50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705" name="Google Shape;4705;p82"/>
          <p:cNvGrpSpPr/>
          <p:nvPr/>
        </p:nvGrpSpPr>
        <p:grpSpPr>
          <a:xfrm>
            <a:off x="4167413" y="2737451"/>
            <a:ext cx="336965" cy="286833"/>
            <a:chOff x="5645200" y="879425"/>
            <a:chExt cx="478575" cy="407375"/>
          </a:xfrm>
        </p:grpSpPr>
        <p:sp>
          <p:nvSpPr>
            <p:cNvPr id="4706" name="Google Shape;4706;p82"/>
            <p:cNvSpPr/>
            <p:nvPr/>
          </p:nvSpPr>
          <p:spPr>
            <a:xfrm>
              <a:off x="6004200" y="1075025"/>
              <a:ext cx="86075" cy="93450"/>
            </a:xfrm>
            <a:custGeom>
              <a:avLst/>
              <a:gdLst/>
              <a:ahLst/>
              <a:cxnLst/>
              <a:rect l="l" t="t" r="r" b="b"/>
              <a:pathLst>
                <a:path w="3443" h="3738" extrusionOk="0">
                  <a:moveTo>
                    <a:pt x="1" y="0"/>
                  </a:moveTo>
                  <a:lnTo>
                    <a:pt x="1" y="3737"/>
                  </a:lnTo>
                  <a:lnTo>
                    <a:pt x="1907" y="3737"/>
                  </a:lnTo>
                  <a:cubicBezTo>
                    <a:pt x="2157" y="3737"/>
                    <a:pt x="2377" y="3574"/>
                    <a:pt x="2449" y="3334"/>
                  </a:cubicBezTo>
                  <a:lnTo>
                    <a:pt x="34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07" name="Google Shape;4707;p82"/>
            <p:cNvSpPr/>
            <p:nvPr/>
          </p:nvSpPr>
          <p:spPr>
            <a:xfrm>
              <a:off x="5880900" y="953275"/>
              <a:ext cx="95100" cy="93525"/>
            </a:xfrm>
            <a:custGeom>
              <a:avLst/>
              <a:gdLst/>
              <a:ahLst/>
              <a:cxnLst/>
              <a:rect l="l" t="t" r="r" b="b"/>
              <a:pathLst>
                <a:path w="3804" h="3741" extrusionOk="0">
                  <a:moveTo>
                    <a:pt x="0" y="1"/>
                  </a:moveTo>
                  <a:lnTo>
                    <a:pt x="0" y="3741"/>
                  </a:lnTo>
                  <a:lnTo>
                    <a:pt x="3804" y="3741"/>
                  </a:lnTo>
                  <a:lnTo>
                    <a:pt x="3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08" name="Google Shape;4708;p82"/>
            <p:cNvSpPr/>
            <p:nvPr/>
          </p:nvSpPr>
          <p:spPr>
            <a:xfrm>
              <a:off x="6004200" y="953275"/>
              <a:ext cx="119575" cy="93525"/>
            </a:xfrm>
            <a:custGeom>
              <a:avLst/>
              <a:gdLst/>
              <a:ahLst/>
              <a:cxnLst/>
              <a:rect l="l" t="t" r="r" b="b"/>
              <a:pathLst>
                <a:path w="4783" h="3741" extrusionOk="0">
                  <a:moveTo>
                    <a:pt x="1" y="1"/>
                  </a:moveTo>
                  <a:lnTo>
                    <a:pt x="1" y="3741"/>
                  </a:lnTo>
                  <a:lnTo>
                    <a:pt x="3777" y="3741"/>
                  </a:lnTo>
                  <a:lnTo>
                    <a:pt x="4674" y="727"/>
                  </a:lnTo>
                  <a:cubicBezTo>
                    <a:pt x="4783" y="365"/>
                    <a:pt x="4512" y="1"/>
                    <a:pt x="4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09" name="Google Shape;4709;p82"/>
            <p:cNvSpPr/>
            <p:nvPr/>
          </p:nvSpPr>
          <p:spPr>
            <a:xfrm>
              <a:off x="5880900" y="1075025"/>
              <a:ext cx="95100" cy="93450"/>
            </a:xfrm>
            <a:custGeom>
              <a:avLst/>
              <a:gdLst/>
              <a:ahLst/>
              <a:cxnLst/>
              <a:rect l="l" t="t" r="r" b="b"/>
              <a:pathLst>
                <a:path w="3804" h="3738" extrusionOk="0">
                  <a:moveTo>
                    <a:pt x="0" y="0"/>
                  </a:moveTo>
                  <a:lnTo>
                    <a:pt x="0" y="3737"/>
                  </a:lnTo>
                  <a:lnTo>
                    <a:pt x="3804" y="3737"/>
                  </a:lnTo>
                  <a:lnTo>
                    <a:pt x="3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10" name="Google Shape;4710;p82"/>
            <p:cNvSpPr/>
            <p:nvPr/>
          </p:nvSpPr>
          <p:spPr>
            <a:xfrm>
              <a:off x="5645200" y="879425"/>
              <a:ext cx="207500" cy="167375"/>
            </a:xfrm>
            <a:custGeom>
              <a:avLst/>
              <a:gdLst/>
              <a:ahLst/>
              <a:cxnLst/>
              <a:rect l="l" t="t" r="r" b="b"/>
              <a:pathLst>
                <a:path w="8300" h="6695" extrusionOk="0">
                  <a:moveTo>
                    <a:pt x="563" y="1"/>
                  </a:moveTo>
                  <a:cubicBezTo>
                    <a:pt x="253" y="1"/>
                    <a:pt x="0" y="254"/>
                    <a:pt x="0" y="564"/>
                  </a:cubicBezTo>
                  <a:cubicBezTo>
                    <a:pt x="0" y="877"/>
                    <a:pt x="253" y="1130"/>
                    <a:pt x="563" y="1130"/>
                  </a:cubicBezTo>
                  <a:lnTo>
                    <a:pt x="2403" y="1130"/>
                  </a:lnTo>
                  <a:lnTo>
                    <a:pt x="3159" y="3672"/>
                  </a:lnTo>
                  <a:cubicBezTo>
                    <a:pt x="3162" y="3678"/>
                    <a:pt x="3162" y="3687"/>
                    <a:pt x="3165" y="3696"/>
                  </a:cubicBezTo>
                  <a:lnTo>
                    <a:pt x="4059" y="6695"/>
                  </a:lnTo>
                  <a:lnTo>
                    <a:pt x="8299" y="6695"/>
                  </a:lnTo>
                  <a:lnTo>
                    <a:pt x="8299" y="2955"/>
                  </a:lnTo>
                  <a:lnTo>
                    <a:pt x="4123" y="2955"/>
                  </a:lnTo>
                  <a:lnTo>
                    <a:pt x="3364" y="404"/>
                  </a:lnTo>
                  <a:cubicBezTo>
                    <a:pt x="3295" y="163"/>
                    <a:pt x="307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11" name="Google Shape;4711;p82"/>
            <p:cNvSpPr/>
            <p:nvPr/>
          </p:nvSpPr>
          <p:spPr>
            <a:xfrm>
              <a:off x="5722500" y="1075025"/>
              <a:ext cx="370875" cy="211775"/>
            </a:xfrm>
            <a:custGeom>
              <a:avLst/>
              <a:gdLst/>
              <a:ahLst/>
              <a:cxnLst/>
              <a:rect l="l" t="t" r="r" b="b"/>
              <a:pathLst>
                <a:path w="14835" h="8471" extrusionOk="0">
                  <a:moveTo>
                    <a:pt x="1305" y="0"/>
                  </a:moveTo>
                  <a:lnTo>
                    <a:pt x="2082" y="2614"/>
                  </a:lnTo>
                  <a:cubicBezTo>
                    <a:pt x="901" y="2701"/>
                    <a:pt x="1" y="3704"/>
                    <a:pt x="40" y="4887"/>
                  </a:cubicBezTo>
                  <a:cubicBezTo>
                    <a:pt x="82" y="6071"/>
                    <a:pt x="1049" y="7010"/>
                    <a:pt x="2232" y="7019"/>
                  </a:cubicBezTo>
                  <a:lnTo>
                    <a:pt x="2795" y="7019"/>
                  </a:lnTo>
                  <a:cubicBezTo>
                    <a:pt x="3045" y="7878"/>
                    <a:pt x="3834" y="8471"/>
                    <a:pt x="4731" y="8471"/>
                  </a:cubicBezTo>
                  <a:cubicBezTo>
                    <a:pt x="5629" y="8471"/>
                    <a:pt x="6418" y="7878"/>
                    <a:pt x="6671" y="7019"/>
                  </a:cubicBezTo>
                  <a:lnTo>
                    <a:pt x="9667" y="7019"/>
                  </a:lnTo>
                  <a:cubicBezTo>
                    <a:pt x="9917" y="7878"/>
                    <a:pt x="10709" y="8471"/>
                    <a:pt x="11606" y="8471"/>
                  </a:cubicBezTo>
                  <a:cubicBezTo>
                    <a:pt x="12500" y="8471"/>
                    <a:pt x="13292" y="7878"/>
                    <a:pt x="13542" y="7019"/>
                  </a:cubicBezTo>
                  <a:lnTo>
                    <a:pt x="14271" y="7019"/>
                  </a:lnTo>
                  <a:cubicBezTo>
                    <a:pt x="14581" y="7019"/>
                    <a:pt x="14834" y="6766"/>
                    <a:pt x="14834" y="6453"/>
                  </a:cubicBezTo>
                  <a:cubicBezTo>
                    <a:pt x="14834" y="6140"/>
                    <a:pt x="14581" y="5890"/>
                    <a:pt x="14271" y="5890"/>
                  </a:cubicBezTo>
                  <a:lnTo>
                    <a:pt x="13542" y="5890"/>
                  </a:lnTo>
                  <a:cubicBezTo>
                    <a:pt x="13292" y="5029"/>
                    <a:pt x="12500" y="4436"/>
                    <a:pt x="11606" y="4436"/>
                  </a:cubicBezTo>
                  <a:cubicBezTo>
                    <a:pt x="10709" y="4436"/>
                    <a:pt x="9917" y="5029"/>
                    <a:pt x="9667" y="5890"/>
                  </a:cubicBezTo>
                  <a:lnTo>
                    <a:pt x="6671" y="5890"/>
                  </a:lnTo>
                  <a:cubicBezTo>
                    <a:pt x="6418" y="5029"/>
                    <a:pt x="5629" y="4436"/>
                    <a:pt x="4731" y="4436"/>
                  </a:cubicBezTo>
                  <a:cubicBezTo>
                    <a:pt x="3834" y="4436"/>
                    <a:pt x="3045" y="5029"/>
                    <a:pt x="2792" y="5890"/>
                  </a:cubicBezTo>
                  <a:lnTo>
                    <a:pt x="2232" y="5890"/>
                  </a:lnTo>
                  <a:cubicBezTo>
                    <a:pt x="1639" y="5890"/>
                    <a:pt x="1157" y="5408"/>
                    <a:pt x="1157" y="4815"/>
                  </a:cubicBezTo>
                  <a:cubicBezTo>
                    <a:pt x="1157" y="4219"/>
                    <a:pt x="1639" y="3737"/>
                    <a:pt x="2232" y="3737"/>
                  </a:cubicBezTo>
                  <a:lnTo>
                    <a:pt x="5207" y="3737"/>
                  </a:lnTo>
                  <a:lnTo>
                    <a:pt x="52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712" name="Google Shape;4712;p82"/>
          <p:cNvGrpSpPr/>
          <p:nvPr/>
        </p:nvGrpSpPr>
        <p:grpSpPr>
          <a:xfrm>
            <a:off x="4603488" y="2711241"/>
            <a:ext cx="298186" cy="339253"/>
            <a:chOff x="6264525" y="842250"/>
            <a:chExt cx="423500" cy="481825"/>
          </a:xfrm>
        </p:grpSpPr>
        <p:sp>
          <p:nvSpPr>
            <p:cNvPr id="4713" name="Google Shape;4713;p82"/>
            <p:cNvSpPr/>
            <p:nvPr/>
          </p:nvSpPr>
          <p:spPr>
            <a:xfrm>
              <a:off x="6264525" y="1033450"/>
              <a:ext cx="135300" cy="266450"/>
            </a:xfrm>
            <a:custGeom>
              <a:avLst/>
              <a:gdLst/>
              <a:ahLst/>
              <a:cxnLst/>
              <a:rect l="l" t="t" r="r" b="b"/>
              <a:pathLst>
                <a:path w="5412" h="10658" extrusionOk="0">
                  <a:moveTo>
                    <a:pt x="1" y="1"/>
                  </a:moveTo>
                  <a:lnTo>
                    <a:pt x="1" y="9932"/>
                  </a:lnTo>
                  <a:cubicBezTo>
                    <a:pt x="1" y="10182"/>
                    <a:pt x="61" y="10429"/>
                    <a:pt x="169" y="10658"/>
                  </a:cubicBezTo>
                  <a:lnTo>
                    <a:pt x="5412" y="5415"/>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14" name="Google Shape;4714;p82"/>
            <p:cNvSpPr/>
            <p:nvPr/>
          </p:nvSpPr>
          <p:spPr>
            <a:xfrm>
              <a:off x="6552700" y="1033450"/>
              <a:ext cx="135325" cy="266450"/>
            </a:xfrm>
            <a:custGeom>
              <a:avLst/>
              <a:gdLst/>
              <a:ahLst/>
              <a:cxnLst/>
              <a:rect l="l" t="t" r="r" b="b"/>
              <a:pathLst>
                <a:path w="5413" h="10658" extrusionOk="0">
                  <a:moveTo>
                    <a:pt x="5412" y="1"/>
                  </a:moveTo>
                  <a:lnTo>
                    <a:pt x="1" y="5415"/>
                  </a:lnTo>
                  <a:lnTo>
                    <a:pt x="5243" y="10658"/>
                  </a:lnTo>
                  <a:cubicBezTo>
                    <a:pt x="5352" y="10429"/>
                    <a:pt x="5412" y="10182"/>
                    <a:pt x="5412" y="9932"/>
                  </a:cubicBezTo>
                  <a:lnTo>
                    <a:pt x="54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15" name="Google Shape;4715;p82"/>
            <p:cNvSpPr/>
            <p:nvPr/>
          </p:nvSpPr>
          <p:spPr>
            <a:xfrm>
              <a:off x="6462150" y="985275"/>
              <a:ext cx="28025" cy="28250"/>
            </a:xfrm>
            <a:custGeom>
              <a:avLst/>
              <a:gdLst/>
              <a:ahLst/>
              <a:cxnLst/>
              <a:rect l="l" t="t" r="r" b="b"/>
              <a:pathLst>
                <a:path w="1121" h="1130" extrusionOk="0">
                  <a:moveTo>
                    <a:pt x="566" y="1"/>
                  </a:moveTo>
                  <a:cubicBezTo>
                    <a:pt x="253" y="1"/>
                    <a:pt x="0" y="254"/>
                    <a:pt x="0" y="567"/>
                  </a:cubicBezTo>
                  <a:cubicBezTo>
                    <a:pt x="0" y="877"/>
                    <a:pt x="253" y="1130"/>
                    <a:pt x="566" y="1130"/>
                  </a:cubicBezTo>
                  <a:cubicBezTo>
                    <a:pt x="955" y="1130"/>
                    <a:pt x="1060" y="862"/>
                    <a:pt x="1120" y="528"/>
                  </a:cubicBezTo>
                  <a:cubicBezTo>
                    <a:pt x="1102" y="233"/>
                    <a:pt x="862" y="4"/>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16" name="Google Shape;4716;p82"/>
            <p:cNvSpPr/>
            <p:nvPr/>
          </p:nvSpPr>
          <p:spPr>
            <a:xfrm>
              <a:off x="6288775" y="1182900"/>
              <a:ext cx="375075" cy="141175"/>
            </a:xfrm>
            <a:custGeom>
              <a:avLst/>
              <a:gdLst/>
              <a:ahLst/>
              <a:cxnLst/>
              <a:rect l="l" t="t" r="r" b="b"/>
              <a:pathLst>
                <a:path w="15003" h="5647" extrusionOk="0">
                  <a:moveTo>
                    <a:pt x="5475" y="0"/>
                  </a:moveTo>
                  <a:lnTo>
                    <a:pt x="0" y="5478"/>
                  </a:lnTo>
                  <a:cubicBezTo>
                    <a:pt x="226" y="5586"/>
                    <a:pt x="473" y="5646"/>
                    <a:pt x="726" y="5646"/>
                  </a:cubicBezTo>
                  <a:lnTo>
                    <a:pt x="14277" y="5646"/>
                  </a:lnTo>
                  <a:cubicBezTo>
                    <a:pt x="14527" y="5646"/>
                    <a:pt x="14774" y="5586"/>
                    <a:pt x="15002" y="5478"/>
                  </a:cubicBezTo>
                  <a:lnTo>
                    <a:pt x="95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17" name="Google Shape;4717;p82"/>
            <p:cNvSpPr/>
            <p:nvPr/>
          </p:nvSpPr>
          <p:spPr>
            <a:xfrm>
              <a:off x="6278675" y="965325"/>
              <a:ext cx="42350" cy="84725"/>
            </a:xfrm>
            <a:custGeom>
              <a:avLst/>
              <a:gdLst/>
              <a:ahLst/>
              <a:cxnLst/>
              <a:rect l="l" t="t" r="r" b="b"/>
              <a:pathLst>
                <a:path w="1694" h="3389" extrusionOk="0">
                  <a:moveTo>
                    <a:pt x="1693" y="1"/>
                  </a:moveTo>
                  <a:lnTo>
                    <a:pt x="1" y="1693"/>
                  </a:lnTo>
                  <a:lnTo>
                    <a:pt x="1693" y="3388"/>
                  </a:lnTo>
                  <a:lnTo>
                    <a:pt x="16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18" name="Google Shape;4718;p82"/>
            <p:cNvSpPr/>
            <p:nvPr/>
          </p:nvSpPr>
          <p:spPr>
            <a:xfrm>
              <a:off x="6631525" y="965325"/>
              <a:ext cx="42400" cy="84725"/>
            </a:xfrm>
            <a:custGeom>
              <a:avLst/>
              <a:gdLst/>
              <a:ahLst/>
              <a:cxnLst/>
              <a:rect l="l" t="t" r="r" b="b"/>
              <a:pathLst>
                <a:path w="1696" h="3389" extrusionOk="0">
                  <a:moveTo>
                    <a:pt x="1" y="1"/>
                  </a:moveTo>
                  <a:lnTo>
                    <a:pt x="1" y="3388"/>
                  </a:lnTo>
                  <a:lnTo>
                    <a:pt x="1696" y="169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19" name="Google Shape;4719;p82"/>
            <p:cNvSpPr/>
            <p:nvPr/>
          </p:nvSpPr>
          <p:spPr>
            <a:xfrm>
              <a:off x="6349225" y="842250"/>
              <a:ext cx="254100" cy="312425"/>
            </a:xfrm>
            <a:custGeom>
              <a:avLst/>
              <a:gdLst/>
              <a:ahLst/>
              <a:cxnLst/>
              <a:rect l="l" t="t" r="r" b="b"/>
              <a:pathLst>
                <a:path w="10164" h="12497" extrusionOk="0">
                  <a:moveTo>
                    <a:pt x="5081" y="2333"/>
                  </a:moveTo>
                  <a:cubicBezTo>
                    <a:pt x="5779" y="2333"/>
                    <a:pt x="6477" y="2518"/>
                    <a:pt x="7098" y="2885"/>
                  </a:cubicBezTo>
                  <a:cubicBezTo>
                    <a:pt x="8299" y="3596"/>
                    <a:pt x="9034" y="4891"/>
                    <a:pt x="9034" y="6288"/>
                  </a:cubicBezTo>
                  <a:cubicBezTo>
                    <a:pt x="9034" y="7293"/>
                    <a:pt x="8207" y="7981"/>
                    <a:pt x="7335" y="7981"/>
                  </a:cubicBezTo>
                  <a:cubicBezTo>
                    <a:pt x="6947" y="7981"/>
                    <a:pt x="6550" y="7845"/>
                    <a:pt x="6213" y="7540"/>
                  </a:cubicBezTo>
                  <a:cubicBezTo>
                    <a:pt x="5894" y="7824"/>
                    <a:pt x="5492" y="7968"/>
                    <a:pt x="5089" y="7968"/>
                  </a:cubicBezTo>
                  <a:cubicBezTo>
                    <a:pt x="4739" y="7968"/>
                    <a:pt x="4388" y="7860"/>
                    <a:pt x="4090" y="7640"/>
                  </a:cubicBezTo>
                  <a:cubicBezTo>
                    <a:pt x="3448" y="7170"/>
                    <a:pt x="3222" y="6315"/>
                    <a:pt x="3551" y="5589"/>
                  </a:cubicBezTo>
                  <a:cubicBezTo>
                    <a:pt x="3826" y="4973"/>
                    <a:pt x="4435" y="4593"/>
                    <a:pt x="5087" y="4593"/>
                  </a:cubicBezTo>
                  <a:cubicBezTo>
                    <a:pt x="5205" y="4593"/>
                    <a:pt x="5325" y="4606"/>
                    <a:pt x="5445" y="4632"/>
                  </a:cubicBezTo>
                  <a:cubicBezTo>
                    <a:pt x="6225" y="4800"/>
                    <a:pt x="6779" y="5490"/>
                    <a:pt x="6776" y="6288"/>
                  </a:cubicBezTo>
                  <a:cubicBezTo>
                    <a:pt x="6776" y="6660"/>
                    <a:pt x="7058" y="6846"/>
                    <a:pt x="7340" y="6846"/>
                  </a:cubicBezTo>
                  <a:cubicBezTo>
                    <a:pt x="7623" y="6846"/>
                    <a:pt x="7905" y="6660"/>
                    <a:pt x="7905" y="6288"/>
                  </a:cubicBezTo>
                  <a:cubicBezTo>
                    <a:pt x="7905" y="5288"/>
                    <a:pt x="7378" y="4367"/>
                    <a:pt x="6520" y="3858"/>
                  </a:cubicBezTo>
                  <a:cubicBezTo>
                    <a:pt x="6076" y="3595"/>
                    <a:pt x="5578" y="3463"/>
                    <a:pt x="5080" y="3463"/>
                  </a:cubicBezTo>
                  <a:cubicBezTo>
                    <a:pt x="4614" y="3463"/>
                    <a:pt x="4147" y="3578"/>
                    <a:pt x="3725" y="3810"/>
                  </a:cubicBezTo>
                  <a:cubicBezTo>
                    <a:pt x="2849" y="4288"/>
                    <a:pt x="2295" y="5195"/>
                    <a:pt x="2262" y="6191"/>
                  </a:cubicBezTo>
                  <a:cubicBezTo>
                    <a:pt x="2226" y="7188"/>
                    <a:pt x="2723" y="8128"/>
                    <a:pt x="3563" y="8667"/>
                  </a:cubicBezTo>
                  <a:cubicBezTo>
                    <a:pt x="4023" y="8960"/>
                    <a:pt x="4541" y="9107"/>
                    <a:pt x="5077" y="9107"/>
                  </a:cubicBezTo>
                  <a:cubicBezTo>
                    <a:pt x="5519" y="9107"/>
                    <a:pt x="5973" y="9007"/>
                    <a:pt x="6414" y="8805"/>
                  </a:cubicBezTo>
                  <a:cubicBezTo>
                    <a:pt x="6502" y="8765"/>
                    <a:pt x="6585" y="8746"/>
                    <a:pt x="6664" y="8746"/>
                  </a:cubicBezTo>
                  <a:cubicBezTo>
                    <a:pt x="7191" y="8746"/>
                    <a:pt x="7476" y="9559"/>
                    <a:pt x="6884" y="9832"/>
                  </a:cubicBezTo>
                  <a:cubicBezTo>
                    <a:pt x="6300" y="10100"/>
                    <a:pt x="5685" y="10239"/>
                    <a:pt x="5077" y="10239"/>
                  </a:cubicBezTo>
                  <a:cubicBezTo>
                    <a:pt x="4340" y="10239"/>
                    <a:pt x="3611" y="10036"/>
                    <a:pt x="2954" y="9615"/>
                  </a:cubicBezTo>
                  <a:cubicBezTo>
                    <a:pt x="1777" y="8865"/>
                    <a:pt x="1084" y="7546"/>
                    <a:pt x="1133" y="6152"/>
                  </a:cubicBezTo>
                  <a:cubicBezTo>
                    <a:pt x="1178" y="4755"/>
                    <a:pt x="1958" y="3490"/>
                    <a:pt x="3183" y="2819"/>
                  </a:cubicBezTo>
                  <a:cubicBezTo>
                    <a:pt x="3775" y="2494"/>
                    <a:pt x="4429" y="2333"/>
                    <a:pt x="5081" y="2333"/>
                  </a:cubicBezTo>
                  <a:close/>
                  <a:moveTo>
                    <a:pt x="618" y="0"/>
                  </a:moveTo>
                  <a:cubicBezTo>
                    <a:pt x="277" y="0"/>
                    <a:pt x="0" y="277"/>
                    <a:pt x="0" y="618"/>
                  </a:cubicBezTo>
                  <a:lnTo>
                    <a:pt x="0" y="9441"/>
                  </a:lnTo>
                  <a:lnTo>
                    <a:pt x="3057" y="12497"/>
                  </a:lnTo>
                  <a:lnTo>
                    <a:pt x="7107" y="12497"/>
                  </a:lnTo>
                  <a:lnTo>
                    <a:pt x="10163" y="9441"/>
                  </a:lnTo>
                  <a:lnTo>
                    <a:pt x="10163" y="723"/>
                  </a:lnTo>
                  <a:cubicBezTo>
                    <a:pt x="10163" y="326"/>
                    <a:pt x="9838" y="0"/>
                    <a:pt x="9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720" name="Google Shape;4720;p82"/>
          <p:cNvGrpSpPr/>
          <p:nvPr/>
        </p:nvGrpSpPr>
        <p:grpSpPr>
          <a:xfrm>
            <a:off x="821776" y="3125895"/>
            <a:ext cx="339253" cy="339253"/>
            <a:chOff x="900750" y="1436075"/>
            <a:chExt cx="481825" cy="481825"/>
          </a:xfrm>
        </p:grpSpPr>
        <p:sp>
          <p:nvSpPr>
            <p:cNvPr id="4721" name="Google Shape;4721;p82"/>
            <p:cNvSpPr/>
            <p:nvPr/>
          </p:nvSpPr>
          <p:spPr>
            <a:xfrm>
              <a:off x="900750" y="1627500"/>
              <a:ext cx="481825" cy="290400"/>
            </a:xfrm>
            <a:custGeom>
              <a:avLst/>
              <a:gdLst/>
              <a:ahLst/>
              <a:cxnLst/>
              <a:rect l="l" t="t" r="r" b="b"/>
              <a:pathLst>
                <a:path w="19273" h="11616" extrusionOk="0">
                  <a:moveTo>
                    <a:pt x="0" y="1"/>
                  </a:moveTo>
                  <a:lnTo>
                    <a:pt x="0" y="9920"/>
                  </a:lnTo>
                  <a:cubicBezTo>
                    <a:pt x="0" y="10856"/>
                    <a:pt x="759" y="11612"/>
                    <a:pt x="1696" y="11615"/>
                  </a:cubicBezTo>
                  <a:lnTo>
                    <a:pt x="17580" y="11615"/>
                  </a:lnTo>
                  <a:cubicBezTo>
                    <a:pt x="18513" y="11612"/>
                    <a:pt x="19272" y="10856"/>
                    <a:pt x="19272" y="9920"/>
                  </a:cubicBezTo>
                  <a:lnTo>
                    <a:pt x="19272" y="1"/>
                  </a:lnTo>
                  <a:lnTo>
                    <a:pt x="9977" y="6948"/>
                  </a:lnTo>
                  <a:cubicBezTo>
                    <a:pt x="9877" y="7020"/>
                    <a:pt x="9760" y="7059"/>
                    <a:pt x="9636" y="7059"/>
                  </a:cubicBezTo>
                  <a:cubicBezTo>
                    <a:pt x="9513" y="7059"/>
                    <a:pt x="9395" y="7020"/>
                    <a:pt x="9299" y="6948"/>
                  </a:cubicBez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22" name="Google Shape;4722;p82"/>
            <p:cNvSpPr/>
            <p:nvPr/>
          </p:nvSpPr>
          <p:spPr>
            <a:xfrm>
              <a:off x="1296950" y="1549900"/>
              <a:ext cx="71550" cy="105850"/>
            </a:xfrm>
            <a:custGeom>
              <a:avLst/>
              <a:gdLst/>
              <a:ahLst/>
              <a:cxnLst/>
              <a:rect l="l" t="t" r="r" b="b"/>
              <a:pathLst>
                <a:path w="2862" h="4234" extrusionOk="0">
                  <a:moveTo>
                    <a:pt x="0" y="0"/>
                  </a:moveTo>
                  <a:lnTo>
                    <a:pt x="0" y="4234"/>
                  </a:lnTo>
                  <a:lnTo>
                    <a:pt x="2861" y="2117"/>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23" name="Google Shape;4723;p82"/>
            <p:cNvSpPr/>
            <p:nvPr/>
          </p:nvSpPr>
          <p:spPr>
            <a:xfrm>
              <a:off x="914900" y="1549900"/>
              <a:ext cx="71550" cy="105850"/>
            </a:xfrm>
            <a:custGeom>
              <a:avLst/>
              <a:gdLst/>
              <a:ahLst/>
              <a:cxnLst/>
              <a:rect l="l" t="t" r="r" b="b"/>
              <a:pathLst>
                <a:path w="2862" h="4234" extrusionOk="0">
                  <a:moveTo>
                    <a:pt x="2861" y="0"/>
                  </a:moveTo>
                  <a:lnTo>
                    <a:pt x="0" y="2117"/>
                  </a:lnTo>
                  <a:lnTo>
                    <a:pt x="2861" y="4234"/>
                  </a:lnTo>
                  <a:lnTo>
                    <a:pt x="286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24" name="Google Shape;4724;p82"/>
            <p:cNvSpPr/>
            <p:nvPr/>
          </p:nvSpPr>
          <p:spPr>
            <a:xfrm>
              <a:off x="1014650" y="1436075"/>
              <a:ext cx="254100" cy="336150"/>
            </a:xfrm>
            <a:custGeom>
              <a:avLst/>
              <a:gdLst/>
              <a:ahLst/>
              <a:cxnLst/>
              <a:rect l="l" t="t" r="r" b="b"/>
              <a:pathLst>
                <a:path w="10164" h="13446" extrusionOk="0">
                  <a:moveTo>
                    <a:pt x="8468" y="3424"/>
                  </a:moveTo>
                  <a:cubicBezTo>
                    <a:pt x="8781" y="3424"/>
                    <a:pt x="9031" y="3677"/>
                    <a:pt x="9031" y="3990"/>
                  </a:cubicBezTo>
                  <a:cubicBezTo>
                    <a:pt x="9031" y="4300"/>
                    <a:pt x="8781" y="4553"/>
                    <a:pt x="8468" y="4553"/>
                  </a:cubicBezTo>
                  <a:lnTo>
                    <a:pt x="1693" y="4553"/>
                  </a:lnTo>
                  <a:cubicBezTo>
                    <a:pt x="1379" y="4553"/>
                    <a:pt x="1130" y="4300"/>
                    <a:pt x="1130" y="3990"/>
                  </a:cubicBezTo>
                  <a:cubicBezTo>
                    <a:pt x="1130" y="3677"/>
                    <a:pt x="1379" y="3424"/>
                    <a:pt x="1693" y="3424"/>
                  </a:cubicBezTo>
                  <a:close/>
                  <a:moveTo>
                    <a:pt x="8468" y="5682"/>
                  </a:moveTo>
                  <a:cubicBezTo>
                    <a:pt x="8781" y="5682"/>
                    <a:pt x="9031" y="5935"/>
                    <a:pt x="9031" y="6248"/>
                  </a:cubicBezTo>
                  <a:cubicBezTo>
                    <a:pt x="9031" y="6559"/>
                    <a:pt x="8781" y="6812"/>
                    <a:pt x="8468" y="6812"/>
                  </a:cubicBezTo>
                  <a:lnTo>
                    <a:pt x="1693" y="6812"/>
                  </a:lnTo>
                  <a:cubicBezTo>
                    <a:pt x="1379" y="6812"/>
                    <a:pt x="1130" y="6559"/>
                    <a:pt x="1130" y="6248"/>
                  </a:cubicBezTo>
                  <a:cubicBezTo>
                    <a:pt x="1130" y="5935"/>
                    <a:pt x="1379" y="5682"/>
                    <a:pt x="1693" y="5682"/>
                  </a:cubicBezTo>
                  <a:close/>
                  <a:moveTo>
                    <a:pt x="5080" y="7941"/>
                  </a:moveTo>
                  <a:cubicBezTo>
                    <a:pt x="5393" y="7941"/>
                    <a:pt x="5643" y="8194"/>
                    <a:pt x="5643" y="8507"/>
                  </a:cubicBezTo>
                  <a:cubicBezTo>
                    <a:pt x="5643" y="8817"/>
                    <a:pt x="5393" y="9070"/>
                    <a:pt x="5080" y="9070"/>
                  </a:cubicBezTo>
                  <a:lnTo>
                    <a:pt x="1693" y="9070"/>
                  </a:lnTo>
                  <a:cubicBezTo>
                    <a:pt x="1379" y="9070"/>
                    <a:pt x="1130" y="8817"/>
                    <a:pt x="1130" y="8507"/>
                  </a:cubicBezTo>
                  <a:cubicBezTo>
                    <a:pt x="1130" y="8194"/>
                    <a:pt x="1379" y="7941"/>
                    <a:pt x="1693" y="7941"/>
                  </a:cubicBezTo>
                  <a:close/>
                  <a:moveTo>
                    <a:pt x="563" y="0"/>
                  </a:moveTo>
                  <a:cubicBezTo>
                    <a:pt x="250" y="0"/>
                    <a:pt x="0" y="250"/>
                    <a:pt x="0" y="563"/>
                  </a:cubicBezTo>
                  <a:lnTo>
                    <a:pt x="0" y="9636"/>
                  </a:lnTo>
                  <a:lnTo>
                    <a:pt x="5080" y="13445"/>
                  </a:lnTo>
                  <a:lnTo>
                    <a:pt x="10163" y="9636"/>
                  </a:lnTo>
                  <a:lnTo>
                    <a:pt x="10163" y="563"/>
                  </a:lnTo>
                  <a:cubicBezTo>
                    <a:pt x="10163" y="250"/>
                    <a:pt x="9910" y="0"/>
                    <a:pt x="9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725" name="Google Shape;4725;p82"/>
          <p:cNvGrpSpPr/>
          <p:nvPr/>
        </p:nvGrpSpPr>
        <p:grpSpPr>
          <a:xfrm>
            <a:off x="1239624" y="3186183"/>
            <a:ext cx="339253" cy="218676"/>
            <a:chOff x="1492675" y="1520750"/>
            <a:chExt cx="481825" cy="310575"/>
          </a:xfrm>
        </p:grpSpPr>
        <p:sp>
          <p:nvSpPr>
            <p:cNvPr id="4726" name="Google Shape;4726;p82"/>
            <p:cNvSpPr/>
            <p:nvPr/>
          </p:nvSpPr>
          <p:spPr>
            <a:xfrm>
              <a:off x="1492675" y="1540400"/>
              <a:ext cx="481825" cy="290925"/>
            </a:xfrm>
            <a:custGeom>
              <a:avLst/>
              <a:gdLst/>
              <a:ahLst/>
              <a:cxnLst/>
              <a:rect l="l" t="t" r="r" b="b"/>
              <a:pathLst>
                <a:path w="19273" h="11637" extrusionOk="0">
                  <a:moveTo>
                    <a:pt x="266" y="1"/>
                  </a:moveTo>
                  <a:cubicBezTo>
                    <a:pt x="91" y="272"/>
                    <a:pt x="1" y="585"/>
                    <a:pt x="1" y="907"/>
                  </a:cubicBezTo>
                  <a:lnTo>
                    <a:pt x="1" y="9941"/>
                  </a:lnTo>
                  <a:cubicBezTo>
                    <a:pt x="1" y="10877"/>
                    <a:pt x="757" y="11633"/>
                    <a:pt x="1693" y="11636"/>
                  </a:cubicBezTo>
                  <a:lnTo>
                    <a:pt x="17577" y="11636"/>
                  </a:lnTo>
                  <a:cubicBezTo>
                    <a:pt x="18514" y="11633"/>
                    <a:pt x="19270" y="10877"/>
                    <a:pt x="19273" y="9941"/>
                  </a:cubicBezTo>
                  <a:lnTo>
                    <a:pt x="19273" y="907"/>
                  </a:lnTo>
                  <a:cubicBezTo>
                    <a:pt x="19270" y="585"/>
                    <a:pt x="19176" y="272"/>
                    <a:pt x="19005" y="1"/>
                  </a:cubicBezTo>
                  <a:lnTo>
                    <a:pt x="9974" y="7005"/>
                  </a:lnTo>
                  <a:cubicBezTo>
                    <a:pt x="9873" y="7080"/>
                    <a:pt x="9754" y="7118"/>
                    <a:pt x="9635" y="7118"/>
                  </a:cubicBezTo>
                  <a:cubicBezTo>
                    <a:pt x="9516" y="7118"/>
                    <a:pt x="9397" y="7080"/>
                    <a:pt x="9296" y="7005"/>
                  </a:cubicBezTo>
                  <a:lnTo>
                    <a:pt x="2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27" name="Google Shape;4727;p82"/>
            <p:cNvSpPr/>
            <p:nvPr/>
          </p:nvSpPr>
          <p:spPr>
            <a:xfrm>
              <a:off x="1522575" y="1520750"/>
              <a:ext cx="421975" cy="165800"/>
            </a:xfrm>
            <a:custGeom>
              <a:avLst/>
              <a:gdLst/>
              <a:ahLst/>
              <a:cxnLst/>
              <a:rect l="l" t="t" r="r" b="b"/>
              <a:pathLst>
                <a:path w="16879" h="6632" extrusionOk="0">
                  <a:moveTo>
                    <a:pt x="497" y="1"/>
                  </a:moveTo>
                  <a:cubicBezTo>
                    <a:pt x="328" y="1"/>
                    <a:pt x="160" y="31"/>
                    <a:pt x="0" y="82"/>
                  </a:cubicBezTo>
                  <a:lnTo>
                    <a:pt x="8441" y="6631"/>
                  </a:lnTo>
                  <a:lnTo>
                    <a:pt x="16878" y="82"/>
                  </a:lnTo>
                  <a:cubicBezTo>
                    <a:pt x="16719" y="31"/>
                    <a:pt x="16550" y="1"/>
                    <a:pt x="16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728" name="Google Shape;4728;p82"/>
          <p:cNvGrpSpPr/>
          <p:nvPr/>
        </p:nvGrpSpPr>
        <p:grpSpPr>
          <a:xfrm>
            <a:off x="1647421" y="3125877"/>
            <a:ext cx="352332" cy="339288"/>
            <a:chOff x="2071000" y="1435025"/>
            <a:chExt cx="500400" cy="481875"/>
          </a:xfrm>
        </p:grpSpPr>
        <p:sp>
          <p:nvSpPr>
            <p:cNvPr id="4729" name="Google Shape;4729;p82"/>
            <p:cNvSpPr/>
            <p:nvPr/>
          </p:nvSpPr>
          <p:spPr>
            <a:xfrm>
              <a:off x="2425125" y="1718700"/>
              <a:ext cx="146275" cy="141750"/>
            </a:xfrm>
            <a:custGeom>
              <a:avLst/>
              <a:gdLst/>
              <a:ahLst/>
              <a:cxnLst/>
              <a:rect l="l" t="t" r="r" b="b"/>
              <a:pathLst>
                <a:path w="5851" h="5670" extrusionOk="0">
                  <a:moveTo>
                    <a:pt x="1598" y="0"/>
                  </a:moveTo>
                  <a:cubicBezTo>
                    <a:pt x="1159" y="0"/>
                    <a:pt x="720" y="160"/>
                    <a:pt x="401" y="481"/>
                  </a:cubicBezTo>
                  <a:lnTo>
                    <a:pt x="0" y="879"/>
                  </a:lnTo>
                  <a:lnTo>
                    <a:pt x="4791" y="5669"/>
                  </a:lnTo>
                  <a:lnTo>
                    <a:pt x="5191" y="5272"/>
                  </a:lnTo>
                  <a:cubicBezTo>
                    <a:pt x="5851" y="4610"/>
                    <a:pt x="5851" y="3538"/>
                    <a:pt x="5191" y="2875"/>
                  </a:cubicBezTo>
                  <a:lnTo>
                    <a:pt x="2795" y="481"/>
                  </a:lnTo>
                  <a:cubicBezTo>
                    <a:pt x="2475" y="160"/>
                    <a:pt x="2036" y="0"/>
                    <a:pt x="15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30" name="Google Shape;4730;p82"/>
            <p:cNvSpPr/>
            <p:nvPr/>
          </p:nvSpPr>
          <p:spPr>
            <a:xfrm>
              <a:off x="2071000" y="1477850"/>
              <a:ext cx="453125" cy="439050"/>
            </a:xfrm>
            <a:custGeom>
              <a:avLst/>
              <a:gdLst/>
              <a:ahLst/>
              <a:cxnLst/>
              <a:rect l="l" t="t" r="r" b="b"/>
              <a:pathLst>
                <a:path w="18125" h="17562" extrusionOk="0">
                  <a:moveTo>
                    <a:pt x="2057" y="0"/>
                  </a:moveTo>
                  <a:cubicBezTo>
                    <a:pt x="0" y="2397"/>
                    <a:pt x="81" y="6008"/>
                    <a:pt x="2352" y="8278"/>
                  </a:cubicBezTo>
                  <a:lnTo>
                    <a:pt x="9847" y="15776"/>
                  </a:lnTo>
                  <a:cubicBezTo>
                    <a:pt x="11008" y="16937"/>
                    <a:pt x="12564" y="17561"/>
                    <a:pt x="14149" y="17561"/>
                  </a:cubicBezTo>
                  <a:cubicBezTo>
                    <a:pt x="15535" y="17561"/>
                    <a:pt x="16943" y="17083"/>
                    <a:pt x="18125" y="16068"/>
                  </a:cubicBezTo>
                  <a:lnTo>
                    <a:pt x="13346" y="11289"/>
                  </a:lnTo>
                  <a:cubicBezTo>
                    <a:pt x="13108" y="11473"/>
                    <a:pt x="12823" y="11568"/>
                    <a:pt x="12540" y="11568"/>
                  </a:cubicBezTo>
                  <a:cubicBezTo>
                    <a:pt x="12221" y="11568"/>
                    <a:pt x="11904" y="11448"/>
                    <a:pt x="11660" y="11202"/>
                  </a:cubicBezTo>
                  <a:lnTo>
                    <a:pt x="6926" y="6465"/>
                  </a:lnTo>
                  <a:cubicBezTo>
                    <a:pt x="6462" y="6002"/>
                    <a:pt x="6447" y="5282"/>
                    <a:pt x="6839" y="4779"/>
                  </a:cubicBezTo>
                  <a:lnTo>
                    <a:pt x="20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31" name="Google Shape;4731;p82"/>
            <p:cNvSpPr/>
            <p:nvPr/>
          </p:nvSpPr>
          <p:spPr>
            <a:xfrm>
              <a:off x="2141600" y="1435025"/>
              <a:ext cx="146300" cy="141850"/>
            </a:xfrm>
            <a:custGeom>
              <a:avLst/>
              <a:gdLst/>
              <a:ahLst/>
              <a:cxnLst/>
              <a:rect l="l" t="t" r="r" b="b"/>
              <a:pathLst>
                <a:path w="5852" h="5674" extrusionOk="0">
                  <a:moveTo>
                    <a:pt x="1597" y="1"/>
                  </a:moveTo>
                  <a:cubicBezTo>
                    <a:pt x="1158" y="1"/>
                    <a:pt x="719" y="161"/>
                    <a:pt x="398" y="482"/>
                  </a:cubicBezTo>
                  <a:lnTo>
                    <a:pt x="1" y="882"/>
                  </a:lnTo>
                  <a:lnTo>
                    <a:pt x="4792" y="5673"/>
                  </a:lnTo>
                  <a:lnTo>
                    <a:pt x="5189" y="5273"/>
                  </a:lnTo>
                  <a:cubicBezTo>
                    <a:pt x="5852" y="4610"/>
                    <a:pt x="5852" y="3538"/>
                    <a:pt x="5189" y="2879"/>
                  </a:cubicBezTo>
                  <a:lnTo>
                    <a:pt x="2795" y="482"/>
                  </a:lnTo>
                  <a:cubicBezTo>
                    <a:pt x="2474" y="161"/>
                    <a:pt x="2036" y="1"/>
                    <a:pt x="1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732" name="Google Shape;4732;p82"/>
          <p:cNvGrpSpPr/>
          <p:nvPr/>
        </p:nvGrpSpPr>
        <p:grpSpPr>
          <a:xfrm>
            <a:off x="2075584" y="3146709"/>
            <a:ext cx="351874" cy="297623"/>
            <a:chOff x="2678350" y="1464650"/>
            <a:chExt cx="499750" cy="422700"/>
          </a:xfrm>
        </p:grpSpPr>
        <p:sp>
          <p:nvSpPr>
            <p:cNvPr id="4733" name="Google Shape;4733;p82"/>
            <p:cNvSpPr/>
            <p:nvPr/>
          </p:nvSpPr>
          <p:spPr>
            <a:xfrm>
              <a:off x="3081050" y="1542700"/>
              <a:ext cx="97050" cy="267350"/>
            </a:xfrm>
            <a:custGeom>
              <a:avLst/>
              <a:gdLst/>
              <a:ahLst/>
              <a:cxnLst/>
              <a:rect l="l" t="t" r="r" b="b"/>
              <a:pathLst>
                <a:path w="3882" h="10694" extrusionOk="0">
                  <a:moveTo>
                    <a:pt x="618" y="0"/>
                  </a:moveTo>
                  <a:cubicBezTo>
                    <a:pt x="474" y="0"/>
                    <a:pt x="329" y="55"/>
                    <a:pt x="220" y="165"/>
                  </a:cubicBezTo>
                  <a:cubicBezTo>
                    <a:pt x="3" y="384"/>
                    <a:pt x="0" y="737"/>
                    <a:pt x="214" y="957"/>
                  </a:cubicBezTo>
                  <a:cubicBezTo>
                    <a:pt x="2650" y="3375"/>
                    <a:pt x="2650" y="7316"/>
                    <a:pt x="214" y="9737"/>
                  </a:cubicBezTo>
                  <a:cubicBezTo>
                    <a:pt x="0" y="9957"/>
                    <a:pt x="3" y="10310"/>
                    <a:pt x="220" y="10526"/>
                  </a:cubicBezTo>
                  <a:cubicBezTo>
                    <a:pt x="330" y="10638"/>
                    <a:pt x="475" y="10693"/>
                    <a:pt x="620" y="10693"/>
                  </a:cubicBezTo>
                  <a:cubicBezTo>
                    <a:pt x="761" y="10693"/>
                    <a:pt x="902" y="10641"/>
                    <a:pt x="1012" y="10535"/>
                  </a:cubicBezTo>
                  <a:cubicBezTo>
                    <a:pt x="3882" y="7672"/>
                    <a:pt x="3882" y="3022"/>
                    <a:pt x="1012" y="159"/>
                  </a:cubicBezTo>
                  <a:cubicBezTo>
                    <a:pt x="902" y="53"/>
                    <a:pt x="760" y="0"/>
                    <a:pt x="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34" name="Google Shape;4734;p82"/>
            <p:cNvSpPr/>
            <p:nvPr/>
          </p:nvSpPr>
          <p:spPr>
            <a:xfrm>
              <a:off x="3041000" y="1582600"/>
              <a:ext cx="75075" cy="187725"/>
            </a:xfrm>
            <a:custGeom>
              <a:avLst/>
              <a:gdLst/>
              <a:ahLst/>
              <a:cxnLst/>
              <a:rect l="l" t="t" r="r" b="b"/>
              <a:pathLst>
                <a:path w="3003" h="7509" extrusionOk="0">
                  <a:moveTo>
                    <a:pt x="626" y="0"/>
                  </a:moveTo>
                  <a:cubicBezTo>
                    <a:pt x="482" y="0"/>
                    <a:pt x="337" y="55"/>
                    <a:pt x="226" y="165"/>
                  </a:cubicBezTo>
                  <a:cubicBezTo>
                    <a:pt x="9" y="381"/>
                    <a:pt x="6" y="734"/>
                    <a:pt x="220" y="957"/>
                  </a:cubicBezTo>
                  <a:cubicBezTo>
                    <a:pt x="1774" y="2495"/>
                    <a:pt x="1774" y="5007"/>
                    <a:pt x="220" y="6545"/>
                  </a:cubicBezTo>
                  <a:cubicBezTo>
                    <a:pt x="0" y="6765"/>
                    <a:pt x="0" y="7124"/>
                    <a:pt x="220" y="7343"/>
                  </a:cubicBezTo>
                  <a:cubicBezTo>
                    <a:pt x="330" y="7453"/>
                    <a:pt x="474" y="7508"/>
                    <a:pt x="619" y="7508"/>
                  </a:cubicBezTo>
                  <a:cubicBezTo>
                    <a:pt x="763" y="7508"/>
                    <a:pt x="908" y="7453"/>
                    <a:pt x="1018" y="7343"/>
                  </a:cubicBezTo>
                  <a:cubicBezTo>
                    <a:pt x="3002" y="5359"/>
                    <a:pt x="3002" y="2143"/>
                    <a:pt x="1018" y="159"/>
                  </a:cubicBezTo>
                  <a:cubicBezTo>
                    <a:pt x="909" y="53"/>
                    <a:pt x="768" y="0"/>
                    <a:pt x="6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35" name="Google Shape;4735;p82"/>
            <p:cNvSpPr/>
            <p:nvPr/>
          </p:nvSpPr>
          <p:spPr>
            <a:xfrm>
              <a:off x="2678350" y="1464650"/>
              <a:ext cx="339700" cy="422700"/>
            </a:xfrm>
            <a:custGeom>
              <a:avLst/>
              <a:gdLst/>
              <a:ahLst/>
              <a:cxnLst/>
              <a:rect l="l" t="t" r="r" b="b"/>
              <a:pathLst>
                <a:path w="13588" h="16908" extrusionOk="0">
                  <a:moveTo>
                    <a:pt x="5683" y="5632"/>
                  </a:moveTo>
                  <a:lnTo>
                    <a:pt x="5683" y="11278"/>
                  </a:lnTo>
                  <a:lnTo>
                    <a:pt x="3952" y="11278"/>
                  </a:lnTo>
                  <a:cubicBezTo>
                    <a:pt x="3638" y="11278"/>
                    <a:pt x="3389" y="11026"/>
                    <a:pt x="3389" y="10712"/>
                  </a:cubicBezTo>
                  <a:lnTo>
                    <a:pt x="3389" y="6195"/>
                  </a:lnTo>
                  <a:cubicBezTo>
                    <a:pt x="3389" y="5882"/>
                    <a:pt x="3638" y="5632"/>
                    <a:pt x="3952" y="5632"/>
                  </a:cubicBezTo>
                  <a:close/>
                  <a:moveTo>
                    <a:pt x="11895" y="1115"/>
                  </a:moveTo>
                  <a:cubicBezTo>
                    <a:pt x="12206" y="1115"/>
                    <a:pt x="12458" y="1365"/>
                    <a:pt x="12458" y="1679"/>
                  </a:cubicBezTo>
                  <a:lnTo>
                    <a:pt x="12458" y="15229"/>
                  </a:lnTo>
                  <a:cubicBezTo>
                    <a:pt x="12458" y="15542"/>
                    <a:pt x="12206" y="15792"/>
                    <a:pt x="11895" y="15792"/>
                  </a:cubicBezTo>
                  <a:cubicBezTo>
                    <a:pt x="11582" y="15792"/>
                    <a:pt x="11329" y="15542"/>
                    <a:pt x="11329" y="15229"/>
                  </a:cubicBezTo>
                  <a:lnTo>
                    <a:pt x="11329" y="1679"/>
                  </a:lnTo>
                  <a:cubicBezTo>
                    <a:pt x="11329" y="1365"/>
                    <a:pt x="11582" y="1115"/>
                    <a:pt x="11895" y="1115"/>
                  </a:cubicBezTo>
                  <a:close/>
                  <a:moveTo>
                    <a:pt x="11892" y="0"/>
                  </a:moveTo>
                  <a:cubicBezTo>
                    <a:pt x="11090" y="0"/>
                    <a:pt x="10386" y="570"/>
                    <a:pt x="10230" y="1374"/>
                  </a:cubicBezTo>
                  <a:lnTo>
                    <a:pt x="6060" y="4503"/>
                  </a:lnTo>
                  <a:lnTo>
                    <a:pt x="3952" y="4503"/>
                  </a:lnTo>
                  <a:cubicBezTo>
                    <a:pt x="3235" y="4503"/>
                    <a:pt x="2600" y="4955"/>
                    <a:pt x="2362" y="5632"/>
                  </a:cubicBezTo>
                  <a:lnTo>
                    <a:pt x="1693" y="5632"/>
                  </a:lnTo>
                  <a:cubicBezTo>
                    <a:pt x="757" y="5632"/>
                    <a:pt x="1" y="6388"/>
                    <a:pt x="1" y="7325"/>
                  </a:cubicBezTo>
                  <a:lnTo>
                    <a:pt x="1" y="9583"/>
                  </a:lnTo>
                  <a:cubicBezTo>
                    <a:pt x="1" y="10520"/>
                    <a:pt x="757" y="11275"/>
                    <a:pt x="1693" y="11278"/>
                  </a:cubicBezTo>
                  <a:lnTo>
                    <a:pt x="2362" y="11278"/>
                  </a:lnTo>
                  <a:cubicBezTo>
                    <a:pt x="2600" y="11953"/>
                    <a:pt x="3235" y="12405"/>
                    <a:pt x="3952" y="12408"/>
                  </a:cubicBezTo>
                  <a:lnTo>
                    <a:pt x="6060" y="12408"/>
                  </a:lnTo>
                  <a:lnTo>
                    <a:pt x="10230" y="15533"/>
                  </a:lnTo>
                  <a:cubicBezTo>
                    <a:pt x="10386" y="16336"/>
                    <a:pt x="11087" y="16908"/>
                    <a:pt x="11888" y="16908"/>
                  </a:cubicBezTo>
                  <a:cubicBezTo>
                    <a:pt x="11940" y="16908"/>
                    <a:pt x="11993" y="16905"/>
                    <a:pt x="12046" y="16900"/>
                  </a:cubicBezTo>
                  <a:cubicBezTo>
                    <a:pt x="12913" y="16822"/>
                    <a:pt x="13582" y="16099"/>
                    <a:pt x="13588" y="15229"/>
                  </a:cubicBezTo>
                  <a:lnTo>
                    <a:pt x="13588" y="1679"/>
                  </a:lnTo>
                  <a:cubicBezTo>
                    <a:pt x="13579" y="808"/>
                    <a:pt x="12913" y="86"/>
                    <a:pt x="12046" y="7"/>
                  </a:cubicBezTo>
                  <a:cubicBezTo>
                    <a:pt x="11994" y="3"/>
                    <a:pt x="11943" y="0"/>
                    <a:pt x="11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736" name="Google Shape;4736;p82"/>
          <p:cNvGrpSpPr/>
          <p:nvPr/>
        </p:nvGrpSpPr>
        <p:grpSpPr>
          <a:xfrm>
            <a:off x="2499118" y="3125895"/>
            <a:ext cx="339253" cy="339253"/>
            <a:chOff x="3271200" y="1435075"/>
            <a:chExt cx="481825" cy="481825"/>
          </a:xfrm>
        </p:grpSpPr>
        <p:sp>
          <p:nvSpPr>
            <p:cNvPr id="4737" name="Google Shape;4737;p82"/>
            <p:cNvSpPr/>
            <p:nvPr/>
          </p:nvSpPr>
          <p:spPr>
            <a:xfrm>
              <a:off x="3271200" y="1435075"/>
              <a:ext cx="481825" cy="481825"/>
            </a:xfrm>
            <a:custGeom>
              <a:avLst/>
              <a:gdLst/>
              <a:ahLst/>
              <a:cxnLst/>
              <a:rect l="l" t="t" r="r" b="b"/>
              <a:pathLst>
                <a:path w="19273" h="19273" extrusionOk="0">
                  <a:moveTo>
                    <a:pt x="9597" y="2259"/>
                  </a:moveTo>
                  <a:cubicBezTo>
                    <a:pt x="13635" y="2259"/>
                    <a:pt x="17014" y="5545"/>
                    <a:pt x="17014" y="9601"/>
                  </a:cubicBezTo>
                  <a:cubicBezTo>
                    <a:pt x="17014" y="13636"/>
                    <a:pt x="13654" y="17014"/>
                    <a:pt x="9597" y="17014"/>
                  </a:cubicBezTo>
                  <a:cubicBezTo>
                    <a:pt x="5562" y="17014"/>
                    <a:pt x="2259" y="13654"/>
                    <a:pt x="2259" y="9601"/>
                  </a:cubicBezTo>
                  <a:cubicBezTo>
                    <a:pt x="2259" y="5563"/>
                    <a:pt x="5541" y="2259"/>
                    <a:pt x="9597" y="2259"/>
                  </a:cubicBezTo>
                  <a:close/>
                  <a:moveTo>
                    <a:pt x="9597" y="1"/>
                  </a:moveTo>
                  <a:cubicBezTo>
                    <a:pt x="4304" y="1"/>
                    <a:pt x="0" y="4307"/>
                    <a:pt x="0" y="9601"/>
                  </a:cubicBezTo>
                  <a:cubicBezTo>
                    <a:pt x="0" y="14892"/>
                    <a:pt x="4304" y="19273"/>
                    <a:pt x="9597" y="19273"/>
                  </a:cubicBezTo>
                  <a:cubicBezTo>
                    <a:pt x="14891" y="19273"/>
                    <a:pt x="19272" y="14892"/>
                    <a:pt x="19272" y="9601"/>
                  </a:cubicBezTo>
                  <a:cubicBezTo>
                    <a:pt x="19272" y="4307"/>
                    <a:pt x="14891" y="1"/>
                    <a:pt x="9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38" name="Google Shape;4738;p82"/>
            <p:cNvSpPr/>
            <p:nvPr/>
          </p:nvSpPr>
          <p:spPr>
            <a:xfrm>
              <a:off x="3356575" y="1520525"/>
              <a:ext cx="311000" cy="311025"/>
            </a:xfrm>
            <a:custGeom>
              <a:avLst/>
              <a:gdLst/>
              <a:ahLst/>
              <a:cxnLst/>
              <a:rect l="l" t="t" r="r" b="b"/>
              <a:pathLst>
                <a:path w="12440" h="12441" extrusionOk="0">
                  <a:moveTo>
                    <a:pt x="8516" y="3359"/>
                  </a:moveTo>
                  <a:cubicBezTo>
                    <a:pt x="8661" y="3359"/>
                    <a:pt x="8805" y="3414"/>
                    <a:pt x="8917" y="3524"/>
                  </a:cubicBezTo>
                  <a:cubicBezTo>
                    <a:pt x="9136" y="3744"/>
                    <a:pt x="9136" y="4102"/>
                    <a:pt x="8917" y="4322"/>
                  </a:cubicBezTo>
                  <a:lnTo>
                    <a:pt x="7056" y="6183"/>
                  </a:lnTo>
                  <a:lnTo>
                    <a:pt x="8917" y="8041"/>
                  </a:lnTo>
                  <a:cubicBezTo>
                    <a:pt x="9326" y="8453"/>
                    <a:pt x="8939" y="9009"/>
                    <a:pt x="8502" y="9009"/>
                  </a:cubicBezTo>
                  <a:cubicBezTo>
                    <a:pt x="8371" y="9009"/>
                    <a:pt x="8235" y="8959"/>
                    <a:pt x="8116" y="8839"/>
                  </a:cubicBezTo>
                  <a:lnTo>
                    <a:pt x="5857" y="6580"/>
                  </a:lnTo>
                  <a:cubicBezTo>
                    <a:pt x="5637" y="6360"/>
                    <a:pt x="5637" y="6002"/>
                    <a:pt x="5857" y="5782"/>
                  </a:cubicBezTo>
                  <a:lnTo>
                    <a:pt x="8116" y="3524"/>
                  </a:lnTo>
                  <a:cubicBezTo>
                    <a:pt x="8227" y="3414"/>
                    <a:pt x="8372" y="3359"/>
                    <a:pt x="8516" y="3359"/>
                  </a:cubicBezTo>
                  <a:close/>
                  <a:moveTo>
                    <a:pt x="5619" y="1"/>
                  </a:moveTo>
                  <a:cubicBezTo>
                    <a:pt x="4367" y="112"/>
                    <a:pt x="3177" y="606"/>
                    <a:pt x="2214" y="1413"/>
                  </a:cubicBezTo>
                  <a:lnTo>
                    <a:pt x="2590" y="1789"/>
                  </a:lnTo>
                  <a:cubicBezTo>
                    <a:pt x="3002" y="2199"/>
                    <a:pt x="2615" y="2757"/>
                    <a:pt x="2178" y="2757"/>
                  </a:cubicBezTo>
                  <a:cubicBezTo>
                    <a:pt x="2047" y="2757"/>
                    <a:pt x="1912" y="2707"/>
                    <a:pt x="1792" y="2587"/>
                  </a:cubicBezTo>
                  <a:lnTo>
                    <a:pt x="1416" y="2211"/>
                  </a:lnTo>
                  <a:cubicBezTo>
                    <a:pt x="609" y="3175"/>
                    <a:pt x="118" y="4364"/>
                    <a:pt x="3" y="5617"/>
                  </a:cubicBezTo>
                  <a:lnTo>
                    <a:pt x="536" y="5617"/>
                  </a:lnTo>
                  <a:cubicBezTo>
                    <a:pt x="1280" y="5617"/>
                    <a:pt x="1283" y="6746"/>
                    <a:pt x="536" y="6746"/>
                  </a:cubicBezTo>
                  <a:lnTo>
                    <a:pt x="0" y="6746"/>
                  </a:lnTo>
                  <a:cubicBezTo>
                    <a:pt x="118" y="8035"/>
                    <a:pt x="627" y="9287"/>
                    <a:pt x="1413" y="10227"/>
                  </a:cubicBezTo>
                  <a:lnTo>
                    <a:pt x="1789" y="9850"/>
                  </a:lnTo>
                  <a:cubicBezTo>
                    <a:pt x="1910" y="9730"/>
                    <a:pt x="2045" y="9679"/>
                    <a:pt x="2176" y="9679"/>
                  </a:cubicBezTo>
                  <a:cubicBezTo>
                    <a:pt x="2613" y="9679"/>
                    <a:pt x="2995" y="10244"/>
                    <a:pt x="2587" y="10651"/>
                  </a:cubicBezTo>
                  <a:lnTo>
                    <a:pt x="2211" y="11028"/>
                  </a:lnTo>
                  <a:cubicBezTo>
                    <a:pt x="3174" y="11832"/>
                    <a:pt x="4364" y="12326"/>
                    <a:pt x="5616" y="12440"/>
                  </a:cubicBezTo>
                  <a:lnTo>
                    <a:pt x="5616" y="11904"/>
                  </a:lnTo>
                  <a:cubicBezTo>
                    <a:pt x="5616" y="11530"/>
                    <a:pt x="5899" y="11343"/>
                    <a:pt x="6182" y="11343"/>
                  </a:cubicBezTo>
                  <a:cubicBezTo>
                    <a:pt x="6464" y="11343"/>
                    <a:pt x="6745" y="11530"/>
                    <a:pt x="6745" y="11904"/>
                  </a:cubicBezTo>
                  <a:lnTo>
                    <a:pt x="6745" y="12440"/>
                  </a:lnTo>
                  <a:cubicBezTo>
                    <a:pt x="8034" y="12323"/>
                    <a:pt x="9287" y="11811"/>
                    <a:pt x="10226" y="11028"/>
                  </a:cubicBezTo>
                  <a:lnTo>
                    <a:pt x="9850" y="10651"/>
                  </a:lnTo>
                  <a:cubicBezTo>
                    <a:pt x="9445" y="10246"/>
                    <a:pt x="9822" y="9678"/>
                    <a:pt x="10259" y="9678"/>
                  </a:cubicBezTo>
                  <a:cubicBezTo>
                    <a:pt x="10390" y="9678"/>
                    <a:pt x="10526" y="9729"/>
                    <a:pt x="10648" y="9850"/>
                  </a:cubicBezTo>
                  <a:lnTo>
                    <a:pt x="11024" y="10227"/>
                  </a:lnTo>
                  <a:cubicBezTo>
                    <a:pt x="11810" y="9287"/>
                    <a:pt x="12319" y="8035"/>
                    <a:pt x="12437" y="6746"/>
                  </a:cubicBezTo>
                  <a:lnTo>
                    <a:pt x="11904" y="6746"/>
                  </a:lnTo>
                  <a:cubicBezTo>
                    <a:pt x="11160" y="6746"/>
                    <a:pt x="11157" y="5617"/>
                    <a:pt x="11904" y="5617"/>
                  </a:cubicBezTo>
                  <a:lnTo>
                    <a:pt x="12440" y="5617"/>
                  </a:lnTo>
                  <a:cubicBezTo>
                    <a:pt x="12325" y="4364"/>
                    <a:pt x="11834" y="3175"/>
                    <a:pt x="11027" y="2211"/>
                  </a:cubicBezTo>
                  <a:lnTo>
                    <a:pt x="10651" y="2587"/>
                  </a:lnTo>
                  <a:cubicBezTo>
                    <a:pt x="10529" y="2709"/>
                    <a:pt x="10392" y="2760"/>
                    <a:pt x="10261" y="2760"/>
                  </a:cubicBezTo>
                  <a:cubicBezTo>
                    <a:pt x="9823" y="2760"/>
                    <a:pt x="9443" y="2197"/>
                    <a:pt x="9853" y="1789"/>
                  </a:cubicBezTo>
                  <a:lnTo>
                    <a:pt x="10232" y="1413"/>
                  </a:lnTo>
                  <a:cubicBezTo>
                    <a:pt x="9290" y="627"/>
                    <a:pt x="8037" y="115"/>
                    <a:pt x="6748" y="1"/>
                  </a:cubicBezTo>
                  <a:lnTo>
                    <a:pt x="6748" y="537"/>
                  </a:lnTo>
                  <a:cubicBezTo>
                    <a:pt x="6748" y="909"/>
                    <a:pt x="6466" y="1096"/>
                    <a:pt x="6183" y="1096"/>
                  </a:cubicBezTo>
                  <a:cubicBezTo>
                    <a:pt x="5901" y="1096"/>
                    <a:pt x="5619" y="910"/>
                    <a:pt x="5619" y="537"/>
                  </a:cubicBezTo>
                  <a:lnTo>
                    <a:pt x="56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739" name="Google Shape;4739;p82"/>
          <p:cNvGrpSpPr/>
          <p:nvPr/>
        </p:nvGrpSpPr>
        <p:grpSpPr>
          <a:xfrm>
            <a:off x="2909591" y="3125877"/>
            <a:ext cx="343442" cy="339288"/>
            <a:chOff x="3858100" y="1435075"/>
            <a:chExt cx="487775" cy="481875"/>
          </a:xfrm>
        </p:grpSpPr>
        <p:sp>
          <p:nvSpPr>
            <p:cNvPr id="4740" name="Google Shape;4740;p82"/>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41" name="Google Shape;4741;p82"/>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42" name="Google Shape;4742;p82"/>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43" name="Google Shape;4743;p82"/>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44" name="Google Shape;4744;p82"/>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745" name="Google Shape;4745;p82"/>
          <p:cNvGrpSpPr/>
          <p:nvPr/>
        </p:nvGrpSpPr>
        <p:grpSpPr>
          <a:xfrm>
            <a:off x="3329674" y="3125895"/>
            <a:ext cx="339253" cy="339253"/>
            <a:chOff x="4456875" y="1435075"/>
            <a:chExt cx="481825" cy="481825"/>
          </a:xfrm>
        </p:grpSpPr>
        <p:sp>
          <p:nvSpPr>
            <p:cNvPr id="4746" name="Google Shape;4746;p82"/>
            <p:cNvSpPr/>
            <p:nvPr/>
          </p:nvSpPr>
          <p:spPr>
            <a:xfrm>
              <a:off x="4624975" y="1465275"/>
              <a:ext cx="56650" cy="86000"/>
            </a:xfrm>
            <a:custGeom>
              <a:avLst/>
              <a:gdLst/>
              <a:ahLst/>
              <a:cxnLst/>
              <a:rect l="l" t="t" r="r" b="b"/>
              <a:pathLst>
                <a:path w="2266" h="3440" extrusionOk="0">
                  <a:moveTo>
                    <a:pt x="2265" y="0"/>
                  </a:moveTo>
                  <a:cubicBezTo>
                    <a:pt x="1413" y="283"/>
                    <a:pt x="618" y="1196"/>
                    <a:pt x="1" y="2575"/>
                  </a:cubicBezTo>
                  <a:cubicBezTo>
                    <a:pt x="263" y="2801"/>
                    <a:pt x="449" y="3105"/>
                    <a:pt x="534" y="3439"/>
                  </a:cubicBezTo>
                  <a:cubicBezTo>
                    <a:pt x="1106" y="3364"/>
                    <a:pt x="1672" y="3322"/>
                    <a:pt x="2265" y="3304"/>
                  </a:cubicBezTo>
                  <a:lnTo>
                    <a:pt x="22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47" name="Google Shape;4747;p82"/>
            <p:cNvSpPr/>
            <p:nvPr/>
          </p:nvSpPr>
          <p:spPr>
            <a:xfrm>
              <a:off x="4615275" y="1797425"/>
              <a:ext cx="66350" cy="89375"/>
            </a:xfrm>
            <a:custGeom>
              <a:avLst/>
              <a:gdLst/>
              <a:ahLst/>
              <a:cxnLst/>
              <a:rect l="l" t="t" r="r" b="b"/>
              <a:pathLst>
                <a:path w="2654" h="3575" extrusionOk="0">
                  <a:moveTo>
                    <a:pt x="0" y="0"/>
                  </a:moveTo>
                  <a:lnTo>
                    <a:pt x="0" y="0"/>
                  </a:lnTo>
                  <a:cubicBezTo>
                    <a:pt x="618" y="1882"/>
                    <a:pt x="1563" y="3225"/>
                    <a:pt x="2653" y="3574"/>
                  </a:cubicBezTo>
                  <a:lnTo>
                    <a:pt x="2653" y="1316"/>
                  </a:lnTo>
                  <a:cubicBezTo>
                    <a:pt x="2153" y="1135"/>
                    <a:pt x="1768" y="726"/>
                    <a:pt x="1620" y="217"/>
                  </a:cubicBezTo>
                  <a:cubicBezTo>
                    <a:pt x="1057" y="169"/>
                    <a:pt x="518" y="9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48" name="Google Shape;4748;p82"/>
            <p:cNvSpPr/>
            <p:nvPr/>
          </p:nvSpPr>
          <p:spPr>
            <a:xfrm>
              <a:off x="4583125" y="1547250"/>
              <a:ext cx="28250" cy="28250"/>
            </a:xfrm>
            <a:custGeom>
              <a:avLst/>
              <a:gdLst/>
              <a:ahLst/>
              <a:cxnLst/>
              <a:rect l="l" t="t" r="r" b="b"/>
              <a:pathLst>
                <a:path w="1130" h="1130" extrusionOk="0">
                  <a:moveTo>
                    <a:pt x="567" y="1"/>
                  </a:moveTo>
                  <a:cubicBezTo>
                    <a:pt x="253" y="1"/>
                    <a:pt x="1" y="254"/>
                    <a:pt x="1" y="567"/>
                  </a:cubicBezTo>
                  <a:cubicBezTo>
                    <a:pt x="1" y="880"/>
                    <a:pt x="253" y="1130"/>
                    <a:pt x="567" y="1130"/>
                  </a:cubicBezTo>
                  <a:cubicBezTo>
                    <a:pt x="880" y="1130"/>
                    <a:pt x="1130" y="880"/>
                    <a:pt x="1130" y="567"/>
                  </a:cubicBezTo>
                  <a:cubicBezTo>
                    <a:pt x="1130" y="254"/>
                    <a:pt x="880"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49" name="Google Shape;4749;p82"/>
            <p:cNvSpPr/>
            <p:nvPr/>
          </p:nvSpPr>
          <p:spPr>
            <a:xfrm>
              <a:off x="4597950" y="1576075"/>
              <a:ext cx="83675" cy="87525"/>
            </a:xfrm>
            <a:custGeom>
              <a:avLst/>
              <a:gdLst/>
              <a:ahLst/>
              <a:cxnLst/>
              <a:rect l="l" t="t" r="r" b="b"/>
              <a:pathLst>
                <a:path w="3347" h="3501" extrusionOk="0">
                  <a:moveTo>
                    <a:pt x="3346" y="1"/>
                  </a:moveTo>
                  <a:cubicBezTo>
                    <a:pt x="2723" y="19"/>
                    <a:pt x="2103" y="73"/>
                    <a:pt x="1485" y="161"/>
                  </a:cubicBezTo>
                  <a:cubicBezTo>
                    <a:pt x="1241" y="654"/>
                    <a:pt x="772" y="998"/>
                    <a:pt x="230" y="1082"/>
                  </a:cubicBezTo>
                  <a:cubicBezTo>
                    <a:pt x="100" y="1817"/>
                    <a:pt x="25" y="2714"/>
                    <a:pt x="1" y="3500"/>
                  </a:cubicBezTo>
                  <a:lnTo>
                    <a:pt x="3346" y="3500"/>
                  </a:lnTo>
                  <a:lnTo>
                    <a:pt x="33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50" name="Google Shape;4750;p82"/>
            <p:cNvSpPr/>
            <p:nvPr/>
          </p:nvSpPr>
          <p:spPr>
            <a:xfrm>
              <a:off x="4597650" y="1692175"/>
              <a:ext cx="83975" cy="82450"/>
            </a:xfrm>
            <a:custGeom>
              <a:avLst/>
              <a:gdLst/>
              <a:ahLst/>
              <a:cxnLst/>
              <a:rect l="l" t="t" r="r" b="b"/>
              <a:pathLst>
                <a:path w="3359" h="3298" extrusionOk="0">
                  <a:moveTo>
                    <a:pt x="1" y="0"/>
                  </a:moveTo>
                  <a:cubicBezTo>
                    <a:pt x="31" y="1003"/>
                    <a:pt x="154" y="2006"/>
                    <a:pt x="371" y="2987"/>
                  </a:cubicBezTo>
                  <a:cubicBezTo>
                    <a:pt x="1031" y="3135"/>
                    <a:pt x="1699" y="3237"/>
                    <a:pt x="2371" y="3298"/>
                  </a:cubicBezTo>
                  <a:cubicBezTo>
                    <a:pt x="2548" y="2855"/>
                    <a:pt x="2910" y="2509"/>
                    <a:pt x="3358" y="2346"/>
                  </a:cubicBezTo>
                  <a:lnTo>
                    <a:pt x="33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51" name="Google Shape;4751;p82"/>
            <p:cNvSpPr/>
            <p:nvPr/>
          </p:nvSpPr>
          <p:spPr>
            <a:xfrm>
              <a:off x="4798050" y="1663575"/>
              <a:ext cx="28475" cy="28250"/>
            </a:xfrm>
            <a:custGeom>
              <a:avLst/>
              <a:gdLst/>
              <a:ahLst/>
              <a:cxnLst/>
              <a:rect l="l" t="t" r="r" b="b"/>
              <a:pathLst>
                <a:path w="1139" h="1130" extrusionOk="0">
                  <a:moveTo>
                    <a:pt x="564" y="0"/>
                  </a:moveTo>
                  <a:cubicBezTo>
                    <a:pt x="254" y="0"/>
                    <a:pt x="1" y="253"/>
                    <a:pt x="1" y="566"/>
                  </a:cubicBezTo>
                  <a:cubicBezTo>
                    <a:pt x="4" y="876"/>
                    <a:pt x="257" y="1129"/>
                    <a:pt x="567" y="1129"/>
                  </a:cubicBezTo>
                  <a:lnTo>
                    <a:pt x="573" y="1129"/>
                  </a:lnTo>
                  <a:cubicBezTo>
                    <a:pt x="886" y="1129"/>
                    <a:pt x="1139" y="876"/>
                    <a:pt x="1139" y="563"/>
                  </a:cubicBezTo>
                  <a:cubicBezTo>
                    <a:pt x="1139" y="253"/>
                    <a:pt x="886" y="0"/>
                    <a:pt x="5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52" name="Google Shape;4752;p82"/>
            <p:cNvSpPr/>
            <p:nvPr/>
          </p:nvSpPr>
          <p:spPr>
            <a:xfrm>
              <a:off x="4710200" y="1435075"/>
              <a:ext cx="228500" cy="228525"/>
            </a:xfrm>
            <a:custGeom>
              <a:avLst/>
              <a:gdLst/>
              <a:ahLst/>
              <a:cxnLst/>
              <a:rect l="l" t="t" r="r" b="b"/>
              <a:pathLst>
                <a:path w="9140" h="9141" extrusionOk="0">
                  <a:moveTo>
                    <a:pt x="1" y="1"/>
                  </a:moveTo>
                  <a:lnTo>
                    <a:pt x="1" y="34"/>
                  </a:lnTo>
                  <a:cubicBezTo>
                    <a:pt x="1729" y="377"/>
                    <a:pt x="3313" y="2283"/>
                    <a:pt x="4075" y="5069"/>
                  </a:cubicBezTo>
                  <a:cubicBezTo>
                    <a:pt x="6833" y="5828"/>
                    <a:pt x="8763" y="7406"/>
                    <a:pt x="9107" y="9140"/>
                  </a:cubicBezTo>
                  <a:lnTo>
                    <a:pt x="9140" y="9140"/>
                  </a:lnTo>
                  <a:cubicBezTo>
                    <a:pt x="8854" y="4298"/>
                    <a:pt x="4843"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53" name="Google Shape;4753;p82"/>
            <p:cNvSpPr/>
            <p:nvPr/>
          </p:nvSpPr>
          <p:spPr>
            <a:xfrm>
              <a:off x="4819200" y="1593475"/>
              <a:ext cx="89400" cy="70125"/>
            </a:xfrm>
            <a:custGeom>
              <a:avLst/>
              <a:gdLst/>
              <a:ahLst/>
              <a:cxnLst/>
              <a:rect l="l" t="t" r="r" b="b"/>
              <a:pathLst>
                <a:path w="3576" h="2805" extrusionOk="0">
                  <a:moveTo>
                    <a:pt x="1" y="1"/>
                  </a:moveTo>
                  <a:cubicBezTo>
                    <a:pt x="94" y="519"/>
                    <a:pt x="166" y="1061"/>
                    <a:pt x="215" y="1621"/>
                  </a:cubicBezTo>
                  <a:cubicBezTo>
                    <a:pt x="727" y="1777"/>
                    <a:pt x="1136" y="2301"/>
                    <a:pt x="1317" y="2804"/>
                  </a:cubicBezTo>
                  <a:lnTo>
                    <a:pt x="3575" y="2804"/>
                  </a:lnTo>
                  <a:cubicBezTo>
                    <a:pt x="3223" y="1711"/>
                    <a:pt x="1883" y="621"/>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54" name="Google Shape;4754;p82"/>
            <p:cNvSpPr/>
            <p:nvPr/>
          </p:nvSpPr>
          <p:spPr>
            <a:xfrm>
              <a:off x="4819200" y="1692175"/>
              <a:ext cx="89475" cy="66275"/>
            </a:xfrm>
            <a:custGeom>
              <a:avLst/>
              <a:gdLst/>
              <a:ahLst/>
              <a:cxnLst/>
              <a:rect l="l" t="t" r="r" b="b"/>
              <a:pathLst>
                <a:path w="3579" h="2651" extrusionOk="0">
                  <a:moveTo>
                    <a:pt x="1317" y="0"/>
                  </a:moveTo>
                  <a:cubicBezTo>
                    <a:pt x="1133" y="500"/>
                    <a:pt x="727" y="883"/>
                    <a:pt x="215" y="1033"/>
                  </a:cubicBezTo>
                  <a:cubicBezTo>
                    <a:pt x="166" y="1593"/>
                    <a:pt x="94" y="2132"/>
                    <a:pt x="1" y="2650"/>
                  </a:cubicBezTo>
                  <a:cubicBezTo>
                    <a:pt x="1889" y="2030"/>
                    <a:pt x="3223" y="1078"/>
                    <a:pt x="35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55" name="Google Shape;4755;p82"/>
            <p:cNvSpPr/>
            <p:nvPr/>
          </p:nvSpPr>
          <p:spPr>
            <a:xfrm>
              <a:off x="4456875" y="1691800"/>
              <a:ext cx="225125" cy="225100"/>
            </a:xfrm>
            <a:custGeom>
              <a:avLst/>
              <a:gdLst/>
              <a:ahLst/>
              <a:cxnLst/>
              <a:rect l="l" t="t" r="r" b="b"/>
              <a:pathLst>
                <a:path w="9005" h="9004" extrusionOk="0">
                  <a:moveTo>
                    <a:pt x="1" y="0"/>
                  </a:moveTo>
                  <a:cubicBezTo>
                    <a:pt x="284" y="4839"/>
                    <a:pt x="4162" y="8721"/>
                    <a:pt x="9004" y="9004"/>
                  </a:cubicBezTo>
                  <a:lnTo>
                    <a:pt x="9004" y="8974"/>
                  </a:lnTo>
                  <a:cubicBezTo>
                    <a:pt x="7273" y="8628"/>
                    <a:pt x="5827" y="6697"/>
                    <a:pt x="5066" y="3942"/>
                  </a:cubicBezTo>
                  <a:cubicBezTo>
                    <a:pt x="2283" y="3180"/>
                    <a:pt x="377" y="1726"/>
                    <a:pt x="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56" name="Google Shape;4756;p82"/>
            <p:cNvSpPr/>
            <p:nvPr/>
          </p:nvSpPr>
          <p:spPr>
            <a:xfrm>
              <a:off x="4487000" y="1595125"/>
              <a:ext cx="88925" cy="68475"/>
            </a:xfrm>
            <a:custGeom>
              <a:avLst/>
              <a:gdLst/>
              <a:ahLst/>
              <a:cxnLst/>
              <a:rect l="l" t="t" r="r" b="b"/>
              <a:pathLst>
                <a:path w="3557" h="2739" extrusionOk="0">
                  <a:moveTo>
                    <a:pt x="3397" y="1"/>
                  </a:moveTo>
                  <a:cubicBezTo>
                    <a:pt x="1569" y="636"/>
                    <a:pt x="337" y="1720"/>
                    <a:pt x="0" y="2738"/>
                  </a:cubicBezTo>
                  <a:lnTo>
                    <a:pt x="3313" y="2738"/>
                  </a:lnTo>
                  <a:cubicBezTo>
                    <a:pt x="3337" y="1880"/>
                    <a:pt x="3418" y="913"/>
                    <a:pt x="3556" y="106"/>
                  </a:cubicBezTo>
                  <a:cubicBezTo>
                    <a:pt x="3502" y="73"/>
                    <a:pt x="3448" y="37"/>
                    <a:pt x="33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57" name="Google Shape;4757;p82"/>
            <p:cNvSpPr/>
            <p:nvPr/>
          </p:nvSpPr>
          <p:spPr>
            <a:xfrm>
              <a:off x="4486925" y="1692175"/>
              <a:ext cx="89450" cy="66350"/>
            </a:xfrm>
            <a:custGeom>
              <a:avLst/>
              <a:gdLst/>
              <a:ahLst/>
              <a:cxnLst/>
              <a:rect l="l" t="t" r="r" b="b"/>
              <a:pathLst>
                <a:path w="3578" h="2654" extrusionOk="0">
                  <a:moveTo>
                    <a:pt x="0" y="0"/>
                  </a:moveTo>
                  <a:cubicBezTo>
                    <a:pt x="352" y="1078"/>
                    <a:pt x="1689" y="2030"/>
                    <a:pt x="3578" y="2653"/>
                  </a:cubicBezTo>
                  <a:cubicBezTo>
                    <a:pt x="3418" y="1777"/>
                    <a:pt x="3325" y="889"/>
                    <a:pt x="3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58" name="Google Shape;4758;p82"/>
            <p:cNvSpPr/>
            <p:nvPr/>
          </p:nvSpPr>
          <p:spPr>
            <a:xfrm>
              <a:off x="4456875" y="1435075"/>
              <a:ext cx="225125" cy="228525"/>
            </a:xfrm>
            <a:custGeom>
              <a:avLst/>
              <a:gdLst/>
              <a:ahLst/>
              <a:cxnLst/>
              <a:rect l="l" t="t" r="r" b="b"/>
              <a:pathLst>
                <a:path w="9005" h="9141" extrusionOk="0">
                  <a:moveTo>
                    <a:pt x="9004" y="1"/>
                  </a:moveTo>
                  <a:cubicBezTo>
                    <a:pt x="4162" y="284"/>
                    <a:pt x="284" y="4298"/>
                    <a:pt x="1" y="9140"/>
                  </a:cubicBezTo>
                  <a:lnTo>
                    <a:pt x="37" y="9140"/>
                  </a:lnTo>
                  <a:cubicBezTo>
                    <a:pt x="329" y="7686"/>
                    <a:pt x="1747" y="6267"/>
                    <a:pt x="3969" y="5433"/>
                  </a:cubicBezTo>
                  <a:cubicBezTo>
                    <a:pt x="3715" y="4375"/>
                    <a:pt x="4516" y="3361"/>
                    <a:pt x="5602" y="3361"/>
                  </a:cubicBezTo>
                  <a:cubicBezTo>
                    <a:pt x="5607" y="3361"/>
                    <a:pt x="5612" y="3361"/>
                    <a:pt x="5617" y="3361"/>
                  </a:cubicBezTo>
                  <a:cubicBezTo>
                    <a:pt x="5638" y="3361"/>
                    <a:pt x="5656" y="3364"/>
                    <a:pt x="5677" y="3367"/>
                  </a:cubicBezTo>
                  <a:cubicBezTo>
                    <a:pt x="6511" y="1476"/>
                    <a:pt x="7688" y="293"/>
                    <a:pt x="9004" y="31"/>
                  </a:cubicBezTo>
                  <a:lnTo>
                    <a:pt x="9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59" name="Google Shape;4759;p82"/>
            <p:cNvSpPr/>
            <p:nvPr/>
          </p:nvSpPr>
          <p:spPr>
            <a:xfrm>
              <a:off x="4710200" y="1691800"/>
              <a:ext cx="228500" cy="225100"/>
            </a:xfrm>
            <a:custGeom>
              <a:avLst/>
              <a:gdLst/>
              <a:ahLst/>
              <a:cxnLst/>
              <a:rect l="l" t="t" r="r" b="b"/>
              <a:pathLst>
                <a:path w="9140" h="9004" extrusionOk="0">
                  <a:moveTo>
                    <a:pt x="9107" y="0"/>
                  </a:moveTo>
                  <a:cubicBezTo>
                    <a:pt x="8760" y="1726"/>
                    <a:pt x="6857" y="3177"/>
                    <a:pt x="4075" y="3942"/>
                  </a:cubicBezTo>
                  <a:cubicBezTo>
                    <a:pt x="3313" y="6721"/>
                    <a:pt x="1729" y="8628"/>
                    <a:pt x="1" y="8971"/>
                  </a:cubicBezTo>
                  <a:lnTo>
                    <a:pt x="1" y="9004"/>
                  </a:lnTo>
                  <a:cubicBezTo>
                    <a:pt x="4843" y="8721"/>
                    <a:pt x="8854" y="4839"/>
                    <a:pt x="9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60" name="Google Shape;4760;p82"/>
            <p:cNvSpPr/>
            <p:nvPr/>
          </p:nvSpPr>
          <p:spPr>
            <a:xfrm>
              <a:off x="4710200" y="1465200"/>
              <a:ext cx="70025" cy="89375"/>
            </a:xfrm>
            <a:custGeom>
              <a:avLst/>
              <a:gdLst/>
              <a:ahLst/>
              <a:cxnLst/>
              <a:rect l="l" t="t" r="r" b="b"/>
              <a:pathLst>
                <a:path w="2801" h="3575" extrusionOk="0">
                  <a:moveTo>
                    <a:pt x="1" y="0"/>
                  </a:moveTo>
                  <a:lnTo>
                    <a:pt x="1" y="3298"/>
                  </a:lnTo>
                  <a:cubicBezTo>
                    <a:pt x="937" y="3328"/>
                    <a:pt x="1961" y="3421"/>
                    <a:pt x="2801" y="3575"/>
                  </a:cubicBezTo>
                  <a:cubicBezTo>
                    <a:pt x="2181" y="1687"/>
                    <a:pt x="1082" y="35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61" name="Google Shape;4761;p82"/>
            <p:cNvSpPr/>
            <p:nvPr/>
          </p:nvSpPr>
          <p:spPr>
            <a:xfrm>
              <a:off x="4710200" y="1575850"/>
              <a:ext cx="86150" cy="87750"/>
            </a:xfrm>
            <a:custGeom>
              <a:avLst/>
              <a:gdLst/>
              <a:ahLst/>
              <a:cxnLst/>
              <a:rect l="l" t="t" r="r" b="b"/>
              <a:pathLst>
                <a:path w="3446" h="3510" extrusionOk="0">
                  <a:moveTo>
                    <a:pt x="1" y="1"/>
                  </a:moveTo>
                  <a:lnTo>
                    <a:pt x="1" y="3509"/>
                  </a:lnTo>
                  <a:lnTo>
                    <a:pt x="2494" y="3509"/>
                  </a:lnTo>
                  <a:cubicBezTo>
                    <a:pt x="2656" y="3054"/>
                    <a:pt x="3003" y="2554"/>
                    <a:pt x="3445" y="2374"/>
                  </a:cubicBezTo>
                  <a:cubicBezTo>
                    <a:pt x="3385" y="1702"/>
                    <a:pt x="3283" y="1034"/>
                    <a:pt x="3135" y="374"/>
                  </a:cubicBezTo>
                  <a:cubicBezTo>
                    <a:pt x="2208" y="167"/>
                    <a:pt x="1063" y="3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62" name="Google Shape;4762;p82"/>
            <p:cNvSpPr/>
            <p:nvPr/>
          </p:nvSpPr>
          <p:spPr>
            <a:xfrm>
              <a:off x="4710200" y="1797500"/>
              <a:ext cx="70025" cy="89375"/>
            </a:xfrm>
            <a:custGeom>
              <a:avLst/>
              <a:gdLst/>
              <a:ahLst/>
              <a:cxnLst/>
              <a:rect l="l" t="t" r="r" b="b"/>
              <a:pathLst>
                <a:path w="2801" h="3575" extrusionOk="0">
                  <a:moveTo>
                    <a:pt x="2801" y="0"/>
                  </a:moveTo>
                  <a:lnTo>
                    <a:pt x="2801" y="0"/>
                  </a:lnTo>
                  <a:cubicBezTo>
                    <a:pt x="2283" y="93"/>
                    <a:pt x="1609" y="166"/>
                    <a:pt x="1048" y="214"/>
                  </a:cubicBezTo>
                  <a:cubicBezTo>
                    <a:pt x="892" y="726"/>
                    <a:pt x="503" y="1135"/>
                    <a:pt x="1" y="1316"/>
                  </a:cubicBezTo>
                  <a:lnTo>
                    <a:pt x="1" y="3574"/>
                  </a:lnTo>
                  <a:cubicBezTo>
                    <a:pt x="1082" y="3222"/>
                    <a:pt x="2181" y="1885"/>
                    <a:pt x="28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63" name="Google Shape;4763;p82"/>
            <p:cNvSpPr/>
            <p:nvPr/>
          </p:nvSpPr>
          <p:spPr>
            <a:xfrm>
              <a:off x="4681975" y="1776400"/>
              <a:ext cx="28250" cy="28350"/>
            </a:xfrm>
            <a:custGeom>
              <a:avLst/>
              <a:gdLst/>
              <a:ahLst/>
              <a:cxnLst/>
              <a:rect l="l" t="t" r="r" b="b"/>
              <a:pathLst>
                <a:path w="1130" h="1134" extrusionOk="0">
                  <a:moveTo>
                    <a:pt x="566" y="1"/>
                  </a:moveTo>
                  <a:cubicBezTo>
                    <a:pt x="253" y="1"/>
                    <a:pt x="0" y="251"/>
                    <a:pt x="0" y="564"/>
                  </a:cubicBezTo>
                  <a:lnTo>
                    <a:pt x="0" y="567"/>
                  </a:lnTo>
                  <a:cubicBezTo>
                    <a:pt x="0" y="567"/>
                    <a:pt x="0" y="570"/>
                    <a:pt x="0" y="570"/>
                  </a:cubicBezTo>
                  <a:cubicBezTo>
                    <a:pt x="0" y="880"/>
                    <a:pt x="253" y="1133"/>
                    <a:pt x="566" y="1133"/>
                  </a:cubicBezTo>
                  <a:cubicBezTo>
                    <a:pt x="877" y="1133"/>
                    <a:pt x="1130" y="880"/>
                    <a:pt x="1130" y="570"/>
                  </a:cubicBezTo>
                  <a:cubicBezTo>
                    <a:pt x="1130" y="570"/>
                    <a:pt x="1130" y="567"/>
                    <a:pt x="1130" y="567"/>
                  </a:cubicBezTo>
                  <a:lnTo>
                    <a:pt x="1130" y="564"/>
                  </a:lnTo>
                  <a:cubicBezTo>
                    <a:pt x="1130" y="251"/>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64" name="Google Shape;4764;p82"/>
            <p:cNvSpPr/>
            <p:nvPr/>
          </p:nvSpPr>
          <p:spPr>
            <a:xfrm>
              <a:off x="4710200" y="1692175"/>
              <a:ext cx="86150" cy="82450"/>
            </a:xfrm>
            <a:custGeom>
              <a:avLst/>
              <a:gdLst/>
              <a:ahLst/>
              <a:cxnLst/>
              <a:rect l="l" t="t" r="r" b="b"/>
              <a:pathLst>
                <a:path w="3446" h="3298" extrusionOk="0">
                  <a:moveTo>
                    <a:pt x="1" y="0"/>
                  </a:moveTo>
                  <a:lnTo>
                    <a:pt x="1" y="2346"/>
                  </a:lnTo>
                  <a:cubicBezTo>
                    <a:pt x="455" y="2506"/>
                    <a:pt x="820" y="2852"/>
                    <a:pt x="1003" y="3298"/>
                  </a:cubicBezTo>
                  <a:cubicBezTo>
                    <a:pt x="1702" y="3234"/>
                    <a:pt x="2506" y="3129"/>
                    <a:pt x="3135" y="2987"/>
                  </a:cubicBezTo>
                  <a:cubicBezTo>
                    <a:pt x="3283" y="2328"/>
                    <a:pt x="3385" y="1660"/>
                    <a:pt x="3445" y="985"/>
                  </a:cubicBezTo>
                  <a:cubicBezTo>
                    <a:pt x="3003" y="807"/>
                    <a:pt x="2656" y="449"/>
                    <a:pt x="24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765" name="Google Shape;4765;p82"/>
          <p:cNvGrpSpPr/>
          <p:nvPr/>
        </p:nvGrpSpPr>
        <p:grpSpPr>
          <a:xfrm>
            <a:off x="3750665" y="3125886"/>
            <a:ext cx="342580" cy="339271"/>
            <a:chOff x="5049725" y="1435050"/>
            <a:chExt cx="486550" cy="481850"/>
          </a:xfrm>
        </p:grpSpPr>
        <p:sp>
          <p:nvSpPr>
            <p:cNvPr id="4766" name="Google Shape;4766;p82"/>
            <p:cNvSpPr/>
            <p:nvPr/>
          </p:nvSpPr>
          <p:spPr>
            <a:xfrm>
              <a:off x="5136300" y="1519775"/>
              <a:ext cx="310550" cy="310550"/>
            </a:xfrm>
            <a:custGeom>
              <a:avLst/>
              <a:gdLst/>
              <a:ahLst/>
              <a:cxnLst/>
              <a:rect l="l" t="t" r="r" b="b"/>
              <a:pathLst>
                <a:path w="12422" h="12422" extrusionOk="0">
                  <a:moveTo>
                    <a:pt x="6209" y="1"/>
                  </a:moveTo>
                  <a:cubicBezTo>
                    <a:pt x="2786" y="1"/>
                    <a:pt x="0" y="2786"/>
                    <a:pt x="0" y="6213"/>
                  </a:cubicBezTo>
                  <a:cubicBezTo>
                    <a:pt x="0" y="9637"/>
                    <a:pt x="2786" y="12422"/>
                    <a:pt x="6209" y="12422"/>
                  </a:cubicBezTo>
                  <a:cubicBezTo>
                    <a:pt x="9636" y="12422"/>
                    <a:pt x="12422" y="9637"/>
                    <a:pt x="12422" y="6213"/>
                  </a:cubicBezTo>
                  <a:cubicBezTo>
                    <a:pt x="12422" y="5219"/>
                    <a:pt x="12160" y="4258"/>
                    <a:pt x="11711" y="3388"/>
                  </a:cubicBezTo>
                  <a:lnTo>
                    <a:pt x="11428" y="3388"/>
                  </a:lnTo>
                  <a:lnTo>
                    <a:pt x="10780" y="4036"/>
                  </a:lnTo>
                  <a:cubicBezTo>
                    <a:pt x="11112" y="4713"/>
                    <a:pt x="11286" y="5457"/>
                    <a:pt x="11292" y="6213"/>
                  </a:cubicBezTo>
                  <a:cubicBezTo>
                    <a:pt x="11292" y="9013"/>
                    <a:pt x="9010" y="11293"/>
                    <a:pt x="6209" y="11293"/>
                  </a:cubicBezTo>
                  <a:cubicBezTo>
                    <a:pt x="3409" y="11293"/>
                    <a:pt x="1129" y="9013"/>
                    <a:pt x="1129" y="6213"/>
                  </a:cubicBezTo>
                  <a:cubicBezTo>
                    <a:pt x="1129" y="3409"/>
                    <a:pt x="3409" y="1130"/>
                    <a:pt x="6209" y="1130"/>
                  </a:cubicBezTo>
                  <a:cubicBezTo>
                    <a:pt x="6965" y="1133"/>
                    <a:pt x="7709" y="1307"/>
                    <a:pt x="8387" y="1639"/>
                  </a:cubicBezTo>
                  <a:lnTo>
                    <a:pt x="9034" y="994"/>
                  </a:lnTo>
                  <a:lnTo>
                    <a:pt x="9034" y="708"/>
                  </a:lnTo>
                  <a:cubicBezTo>
                    <a:pt x="8164" y="260"/>
                    <a:pt x="7203" y="1"/>
                    <a:pt x="62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67" name="Google Shape;4767;p82"/>
            <p:cNvSpPr/>
            <p:nvPr/>
          </p:nvSpPr>
          <p:spPr>
            <a:xfrm>
              <a:off x="5184925" y="1576250"/>
              <a:ext cx="205475" cy="197625"/>
            </a:xfrm>
            <a:custGeom>
              <a:avLst/>
              <a:gdLst/>
              <a:ahLst/>
              <a:cxnLst/>
              <a:rect l="l" t="t" r="r" b="b"/>
              <a:pathLst>
                <a:path w="8219" h="7905" extrusionOk="0">
                  <a:moveTo>
                    <a:pt x="4264" y="0"/>
                  </a:moveTo>
                  <a:cubicBezTo>
                    <a:pt x="2665" y="0"/>
                    <a:pt x="1226" y="964"/>
                    <a:pt x="612" y="2439"/>
                  </a:cubicBezTo>
                  <a:cubicBezTo>
                    <a:pt x="0" y="3918"/>
                    <a:pt x="341" y="5616"/>
                    <a:pt x="1470" y="6748"/>
                  </a:cubicBezTo>
                  <a:cubicBezTo>
                    <a:pt x="2225" y="7503"/>
                    <a:pt x="3236" y="7904"/>
                    <a:pt x="4264" y="7904"/>
                  </a:cubicBezTo>
                  <a:cubicBezTo>
                    <a:pt x="4774" y="7904"/>
                    <a:pt x="5287" y="7806"/>
                    <a:pt x="5776" y="7603"/>
                  </a:cubicBezTo>
                  <a:cubicBezTo>
                    <a:pt x="7255" y="6992"/>
                    <a:pt x="8218" y="5550"/>
                    <a:pt x="8218" y="3954"/>
                  </a:cubicBezTo>
                  <a:cubicBezTo>
                    <a:pt x="8212" y="3502"/>
                    <a:pt x="8131" y="3059"/>
                    <a:pt x="7974" y="2638"/>
                  </a:cubicBezTo>
                  <a:lnTo>
                    <a:pt x="7050" y="3565"/>
                  </a:lnTo>
                  <a:cubicBezTo>
                    <a:pt x="7071" y="3692"/>
                    <a:pt x="7083" y="3821"/>
                    <a:pt x="7089" y="3954"/>
                  </a:cubicBezTo>
                  <a:cubicBezTo>
                    <a:pt x="7089" y="5095"/>
                    <a:pt x="6399" y="6125"/>
                    <a:pt x="5345" y="6562"/>
                  </a:cubicBezTo>
                  <a:cubicBezTo>
                    <a:pt x="4996" y="6706"/>
                    <a:pt x="4629" y="6776"/>
                    <a:pt x="4265" y="6776"/>
                  </a:cubicBezTo>
                  <a:cubicBezTo>
                    <a:pt x="3530" y="6776"/>
                    <a:pt x="2808" y="6489"/>
                    <a:pt x="2268" y="5947"/>
                  </a:cubicBezTo>
                  <a:cubicBezTo>
                    <a:pt x="1461" y="5140"/>
                    <a:pt x="1220" y="3927"/>
                    <a:pt x="1657" y="2873"/>
                  </a:cubicBezTo>
                  <a:cubicBezTo>
                    <a:pt x="2093" y="1816"/>
                    <a:pt x="3123" y="1129"/>
                    <a:pt x="4264" y="1129"/>
                  </a:cubicBezTo>
                  <a:cubicBezTo>
                    <a:pt x="4394" y="1132"/>
                    <a:pt x="4523" y="1144"/>
                    <a:pt x="4653" y="1168"/>
                  </a:cubicBezTo>
                  <a:lnTo>
                    <a:pt x="5580" y="241"/>
                  </a:lnTo>
                  <a:cubicBezTo>
                    <a:pt x="5159" y="84"/>
                    <a:pt x="4713" y="3"/>
                    <a:pt x="42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68" name="Google Shape;4768;p82"/>
            <p:cNvSpPr/>
            <p:nvPr/>
          </p:nvSpPr>
          <p:spPr>
            <a:xfrm>
              <a:off x="5049725" y="1435075"/>
              <a:ext cx="481825" cy="481825"/>
            </a:xfrm>
            <a:custGeom>
              <a:avLst/>
              <a:gdLst/>
              <a:ahLst/>
              <a:cxnLst/>
              <a:rect l="l" t="t" r="r" b="b"/>
              <a:pathLst>
                <a:path w="19273" h="19273" extrusionOk="0">
                  <a:moveTo>
                    <a:pt x="9672" y="1"/>
                  </a:moveTo>
                  <a:cubicBezTo>
                    <a:pt x="4379" y="1"/>
                    <a:pt x="0" y="4307"/>
                    <a:pt x="0" y="9601"/>
                  </a:cubicBezTo>
                  <a:cubicBezTo>
                    <a:pt x="0" y="14892"/>
                    <a:pt x="4379" y="19273"/>
                    <a:pt x="9672" y="19273"/>
                  </a:cubicBezTo>
                  <a:cubicBezTo>
                    <a:pt x="14966" y="19273"/>
                    <a:pt x="19272" y="14892"/>
                    <a:pt x="19272" y="9601"/>
                  </a:cubicBezTo>
                  <a:cubicBezTo>
                    <a:pt x="19269" y="8204"/>
                    <a:pt x="18962" y="6821"/>
                    <a:pt x="18369" y="5557"/>
                  </a:cubicBezTo>
                  <a:lnTo>
                    <a:pt x="17646" y="6279"/>
                  </a:lnTo>
                  <a:cubicBezTo>
                    <a:pt x="17327" y="6599"/>
                    <a:pt x="16896" y="6776"/>
                    <a:pt x="16448" y="6776"/>
                  </a:cubicBezTo>
                  <a:lnTo>
                    <a:pt x="16430" y="6776"/>
                  </a:lnTo>
                  <a:cubicBezTo>
                    <a:pt x="16809" y="7671"/>
                    <a:pt x="17008" y="8628"/>
                    <a:pt x="17014" y="9601"/>
                  </a:cubicBezTo>
                  <a:cubicBezTo>
                    <a:pt x="17014" y="13648"/>
                    <a:pt x="13720" y="16939"/>
                    <a:pt x="9672" y="16939"/>
                  </a:cubicBezTo>
                  <a:cubicBezTo>
                    <a:pt x="5625" y="16939"/>
                    <a:pt x="2334" y="13648"/>
                    <a:pt x="2334" y="9601"/>
                  </a:cubicBezTo>
                  <a:cubicBezTo>
                    <a:pt x="2334" y="5554"/>
                    <a:pt x="5625" y="2259"/>
                    <a:pt x="9672" y="2259"/>
                  </a:cubicBezTo>
                  <a:cubicBezTo>
                    <a:pt x="10642" y="2265"/>
                    <a:pt x="11603" y="2464"/>
                    <a:pt x="12497" y="2844"/>
                  </a:cubicBezTo>
                  <a:lnTo>
                    <a:pt x="12497" y="2825"/>
                  </a:lnTo>
                  <a:cubicBezTo>
                    <a:pt x="12494" y="2374"/>
                    <a:pt x="12672" y="1943"/>
                    <a:pt x="12991" y="1627"/>
                  </a:cubicBezTo>
                  <a:lnTo>
                    <a:pt x="13713" y="904"/>
                  </a:lnTo>
                  <a:cubicBezTo>
                    <a:pt x="12449" y="311"/>
                    <a:pt x="11070" y="4"/>
                    <a:pt x="96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69" name="Google Shape;4769;p82"/>
            <p:cNvSpPr/>
            <p:nvPr/>
          </p:nvSpPr>
          <p:spPr>
            <a:xfrm>
              <a:off x="5245825" y="1435050"/>
              <a:ext cx="290450" cy="282350"/>
            </a:xfrm>
            <a:custGeom>
              <a:avLst/>
              <a:gdLst/>
              <a:ahLst/>
              <a:cxnLst/>
              <a:rect l="l" t="t" r="r" b="b"/>
              <a:pathLst>
                <a:path w="11618" h="11294" extrusionOk="0">
                  <a:moveTo>
                    <a:pt x="8601" y="1"/>
                  </a:moveTo>
                  <a:cubicBezTo>
                    <a:pt x="8461" y="1"/>
                    <a:pt x="8319" y="52"/>
                    <a:pt x="8203" y="168"/>
                  </a:cubicBezTo>
                  <a:lnTo>
                    <a:pt x="5945" y="2426"/>
                  </a:lnTo>
                  <a:cubicBezTo>
                    <a:pt x="5839" y="2531"/>
                    <a:pt x="5779" y="2676"/>
                    <a:pt x="5782" y="2826"/>
                  </a:cubicBezTo>
                  <a:lnTo>
                    <a:pt x="5782" y="4850"/>
                  </a:lnTo>
                  <a:lnTo>
                    <a:pt x="2554" y="8075"/>
                  </a:lnTo>
                  <a:cubicBezTo>
                    <a:pt x="2328" y="7967"/>
                    <a:pt x="2081" y="7906"/>
                    <a:pt x="1828" y="7906"/>
                  </a:cubicBezTo>
                  <a:cubicBezTo>
                    <a:pt x="1142" y="7906"/>
                    <a:pt x="525" y="8319"/>
                    <a:pt x="263" y="8951"/>
                  </a:cubicBezTo>
                  <a:cubicBezTo>
                    <a:pt x="1" y="9584"/>
                    <a:pt x="145" y="10312"/>
                    <a:pt x="630" y="10797"/>
                  </a:cubicBezTo>
                  <a:cubicBezTo>
                    <a:pt x="954" y="11122"/>
                    <a:pt x="1388" y="11294"/>
                    <a:pt x="1828" y="11294"/>
                  </a:cubicBezTo>
                  <a:cubicBezTo>
                    <a:pt x="2046" y="11294"/>
                    <a:pt x="2266" y="11251"/>
                    <a:pt x="2476" y="11165"/>
                  </a:cubicBezTo>
                  <a:cubicBezTo>
                    <a:pt x="3108" y="10903"/>
                    <a:pt x="3524" y="10285"/>
                    <a:pt x="3524" y="9602"/>
                  </a:cubicBezTo>
                  <a:cubicBezTo>
                    <a:pt x="3521" y="9349"/>
                    <a:pt x="3463" y="9102"/>
                    <a:pt x="3352" y="8876"/>
                  </a:cubicBezTo>
                  <a:lnTo>
                    <a:pt x="6580" y="5648"/>
                  </a:lnTo>
                  <a:lnTo>
                    <a:pt x="8604" y="5648"/>
                  </a:lnTo>
                  <a:cubicBezTo>
                    <a:pt x="8754" y="5648"/>
                    <a:pt x="8896" y="5588"/>
                    <a:pt x="9004" y="5482"/>
                  </a:cubicBezTo>
                  <a:lnTo>
                    <a:pt x="11263" y="3224"/>
                  </a:lnTo>
                  <a:cubicBezTo>
                    <a:pt x="11618" y="2869"/>
                    <a:pt x="11365" y="2260"/>
                    <a:pt x="10862" y="2260"/>
                  </a:cubicBezTo>
                  <a:lnTo>
                    <a:pt x="9170" y="2260"/>
                  </a:lnTo>
                  <a:lnTo>
                    <a:pt x="9170" y="568"/>
                  </a:lnTo>
                  <a:cubicBezTo>
                    <a:pt x="9170" y="226"/>
                    <a:pt x="8892" y="1"/>
                    <a:pt x="8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770" name="Google Shape;4770;p82"/>
          <p:cNvGrpSpPr/>
          <p:nvPr/>
        </p:nvGrpSpPr>
        <p:grpSpPr>
          <a:xfrm>
            <a:off x="4166216" y="3125895"/>
            <a:ext cx="339359" cy="339253"/>
            <a:chOff x="5642475" y="1435075"/>
            <a:chExt cx="481975" cy="481825"/>
          </a:xfrm>
        </p:grpSpPr>
        <p:sp>
          <p:nvSpPr>
            <p:cNvPr id="4771" name="Google Shape;4771;p82"/>
            <p:cNvSpPr/>
            <p:nvPr/>
          </p:nvSpPr>
          <p:spPr>
            <a:xfrm>
              <a:off x="5642475" y="1435075"/>
              <a:ext cx="481975" cy="340675"/>
            </a:xfrm>
            <a:custGeom>
              <a:avLst/>
              <a:gdLst/>
              <a:ahLst/>
              <a:cxnLst/>
              <a:rect l="l" t="t" r="r" b="b"/>
              <a:pathLst>
                <a:path w="19279" h="13627" extrusionOk="0">
                  <a:moveTo>
                    <a:pt x="2262" y="2259"/>
                  </a:moveTo>
                  <a:cubicBezTo>
                    <a:pt x="2883" y="2259"/>
                    <a:pt x="3428" y="2765"/>
                    <a:pt x="3428" y="3389"/>
                  </a:cubicBezTo>
                  <a:lnTo>
                    <a:pt x="3428" y="7342"/>
                  </a:lnTo>
                  <a:cubicBezTo>
                    <a:pt x="3428" y="7366"/>
                    <a:pt x="3434" y="7394"/>
                    <a:pt x="3434" y="7418"/>
                  </a:cubicBezTo>
                  <a:lnTo>
                    <a:pt x="1636" y="6246"/>
                  </a:lnTo>
                  <a:cubicBezTo>
                    <a:pt x="1320" y="6035"/>
                    <a:pt x="1130" y="5683"/>
                    <a:pt x="1133" y="5304"/>
                  </a:cubicBezTo>
                  <a:lnTo>
                    <a:pt x="1133" y="3389"/>
                  </a:lnTo>
                  <a:cubicBezTo>
                    <a:pt x="1133" y="2765"/>
                    <a:pt x="1636" y="2259"/>
                    <a:pt x="2262" y="2259"/>
                  </a:cubicBezTo>
                  <a:close/>
                  <a:moveTo>
                    <a:pt x="17017" y="2259"/>
                  </a:moveTo>
                  <a:cubicBezTo>
                    <a:pt x="17641" y="2259"/>
                    <a:pt x="18147" y="2765"/>
                    <a:pt x="18147" y="3389"/>
                  </a:cubicBezTo>
                  <a:lnTo>
                    <a:pt x="18147" y="5307"/>
                  </a:lnTo>
                  <a:cubicBezTo>
                    <a:pt x="18147" y="5683"/>
                    <a:pt x="17957" y="6035"/>
                    <a:pt x="17644" y="6246"/>
                  </a:cubicBezTo>
                  <a:lnTo>
                    <a:pt x="15843" y="7421"/>
                  </a:lnTo>
                  <a:cubicBezTo>
                    <a:pt x="15843" y="7394"/>
                    <a:pt x="15849" y="7369"/>
                    <a:pt x="15849" y="7342"/>
                  </a:cubicBezTo>
                  <a:lnTo>
                    <a:pt x="15849" y="3389"/>
                  </a:lnTo>
                  <a:cubicBezTo>
                    <a:pt x="15849" y="2765"/>
                    <a:pt x="16394" y="2259"/>
                    <a:pt x="17017" y="2259"/>
                  </a:cubicBezTo>
                  <a:close/>
                  <a:moveTo>
                    <a:pt x="9638" y="2284"/>
                  </a:moveTo>
                  <a:cubicBezTo>
                    <a:pt x="9845" y="2284"/>
                    <a:pt x="10051" y="2381"/>
                    <a:pt x="10146" y="2576"/>
                  </a:cubicBezTo>
                  <a:lnTo>
                    <a:pt x="10883" y="4069"/>
                  </a:lnTo>
                  <a:lnTo>
                    <a:pt x="12534" y="4310"/>
                  </a:lnTo>
                  <a:cubicBezTo>
                    <a:pt x="12994" y="4376"/>
                    <a:pt x="13181" y="4945"/>
                    <a:pt x="12847" y="5274"/>
                  </a:cubicBezTo>
                  <a:lnTo>
                    <a:pt x="11651" y="6439"/>
                  </a:lnTo>
                  <a:lnTo>
                    <a:pt x="11934" y="8080"/>
                  </a:lnTo>
                  <a:cubicBezTo>
                    <a:pt x="11996" y="8445"/>
                    <a:pt x="11705" y="8742"/>
                    <a:pt x="11376" y="8742"/>
                  </a:cubicBezTo>
                  <a:cubicBezTo>
                    <a:pt x="11290" y="8742"/>
                    <a:pt x="11201" y="8721"/>
                    <a:pt x="11115" y="8676"/>
                  </a:cubicBezTo>
                  <a:lnTo>
                    <a:pt x="9637" y="7899"/>
                  </a:lnTo>
                  <a:lnTo>
                    <a:pt x="8161" y="8676"/>
                  </a:lnTo>
                  <a:cubicBezTo>
                    <a:pt x="8076" y="8721"/>
                    <a:pt x="7987" y="8742"/>
                    <a:pt x="7900" y="8742"/>
                  </a:cubicBezTo>
                  <a:cubicBezTo>
                    <a:pt x="7571" y="8742"/>
                    <a:pt x="7280" y="8445"/>
                    <a:pt x="7342" y="8080"/>
                  </a:cubicBezTo>
                  <a:lnTo>
                    <a:pt x="7625" y="6439"/>
                  </a:lnTo>
                  <a:lnTo>
                    <a:pt x="6430" y="5271"/>
                  </a:lnTo>
                  <a:cubicBezTo>
                    <a:pt x="6279" y="5120"/>
                    <a:pt x="6222" y="4897"/>
                    <a:pt x="6288" y="4692"/>
                  </a:cubicBezTo>
                  <a:cubicBezTo>
                    <a:pt x="6355" y="4488"/>
                    <a:pt x="6532" y="4340"/>
                    <a:pt x="6743" y="4310"/>
                  </a:cubicBezTo>
                  <a:lnTo>
                    <a:pt x="8393" y="4069"/>
                  </a:lnTo>
                  <a:lnTo>
                    <a:pt x="9131" y="2576"/>
                  </a:lnTo>
                  <a:cubicBezTo>
                    <a:pt x="9226" y="2381"/>
                    <a:pt x="9432" y="2284"/>
                    <a:pt x="9638" y="2284"/>
                  </a:cubicBezTo>
                  <a:close/>
                  <a:moveTo>
                    <a:pt x="3994" y="1"/>
                  </a:moveTo>
                  <a:cubicBezTo>
                    <a:pt x="3681" y="1"/>
                    <a:pt x="3428" y="254"/>
                    <a:pt x="3428" y="567"/>
                  </a:cubicBezTo>
                  <a:lnTo>
                    <a:pt x="3428" y="1443"/>
                  </a:lnTo>
                  <a:cubicBezTo>
                    <a:pt x="3072" y="1242"/>
                    <a:pt x="2669" y="1133"/>
                    <a:pt x="2262" y="1130"/>
                  </a:cubicBezTo>
                  <a:cubicBezTo>
                    <a:pt x="1013" y="1130"/>
                    <a:pt x="4" y="2142"/>
                    <a:pt x="4" y="3389"/>
                  </a:cubicBezTo>
                  <a:lnTo>
                    <a:pt x="4" y="5307"/>
                  </a:lnTo>
                  <a:cubicBezTo>
                    <a:pt x="1" y="6060"/>
                    <a:pt x="380" y="6767"/>
                    <a:pt x="1010" y="7186"/>
                  </a:cubicBezTo>
                  <a:lnTo>
                    <a:pt x="3681" y="8941"/>
                  </a:lnTo>
                  <a:cubicBezTo>
                    <a:pt x="3690" y="8947"/>
                    <a:pt x="3702" y="8944"/>
                    <a:pt x="3714" y="8950"/>
                  </a:cubicBezTo>
                  <a:cubicBezTo>
                    <a:pt x="4129" y="10107"/>
                    <a:pt x="5006" y="11037"/>
                    <a:pt x="6297" y="11642"/>
                  </a:cubicBezTo>
                  <a:cubicBezTo>
                    <a:pt x="7137" y="12034"/>
                    <a:pt x="7692" y="12817"/>
                    <a:pt x="7866" y="13627"/>
                  </a:cubicBezTo>
                  <a:lnTo>
                    <a:pt x="11386" y="13627"/>
                  </a:lnTo>
                  <a:cubicBezTo>
                    <a:pt x="11504" y="12844"/>
                    <a:pt x="11949" y="12067"/>
                    <a:pt x="12648" y="11676"/>
                  </a:cubicBezTo>
                  <a:cubicBezTo>
                    <a:pt x="14003" y="10908"/>
                    <a:pt x="15027" y="10101"/>
                    <a:pt x="15521" y="8965"/>
                  </a:cubicBezTo>
                  <a:cubicBezTo>
                    <a:pt x="15545" y="8953"/>
                    <a:pt x="15575" y="8956"/>
                    <a:pt x="15599" y="8941"/>
                  </a:cubicBezTo>
                  <a:lnTo>
                    <a:pt x="18273" y="7186"/>
                  </a:lnTo>
                  <a:cubicBezTo>
                    <a:pt x="18899" y="6767"/>
                    <a:pt x="19279" y="6063"/>
                    <a:pt x="19279" y="5307"/>
                  </a:cubicBezTo>
                  <a:lnTo>
                    <a:pt x="19279" y="3389"/>
                  </a:lnTo>
                  <a:cubicBezTo>
                    <a:pt x="19276" y="2142"/>
                    <a:pt x="18267" y="1130"/>
                    <a:pt x="17020" y="1130"/>
                  </a:cubicBezTo>
                  <a:cubicBezTo>
                    <a:pt x="16611" y="1133"/>
                    <a:pt x="16207" y="1242"/>
                    <a:pt x="15852" y="1443"/>
                  </a:cubicBezTo>
                  <a:lnTo>
                    <a:pt x="15852" y="567"/>
                  </a:lnTo>
                  <a:cubicBezTo>
                    <a:pt x="15852" y="254"/>
                    <a:pt x="15599" y="1"/>
                    <a:pt x="152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72" name="Google Shape;4772;p82"/>
            <p:cNvSpPr/>
            <p:nvPr/>
          </p:nvSpPr>
          <p:spPr>
            <a:xfrm>
              <a:off x="5756375" y="1803975"/>
              <a:ext cx="254100" cy="112925"/>
            </a:xfrm>
            <a:custGeom>
              <a:avLst/>
              <a:gdLst/>
              <a:ahLst/>
              <a:cxnLst/>
              <a:rect l="l" t="t" r="r" b="b"/>
              <a:pathLst>
                <a:path w="10164" h="4517" extrusionOk="0">
                  <a:moveTo>
                    <a:pt x="2259" y="0"/>
                  </a:moveTo>
                  <a:cubicBezTo>
                    <a:pt x="1636" y="0"/>
                    <a:pt x="1130" y="506"/>
                    <a:pt x="1130" y="1129"/>
                  </a:cubicBezTo>
                  <a:lnTo>
                    <a:pt x="1130" y="1695"/>
                  </a:lnTo>
                  <a:lnTo>
                    <a:pt x="2825" y="1695"/>
                  </a:lnTo>
                  <a:cubicBezTo>
                    <a:pt x="3136" y="1695"/>
                    <a:pt x="3389" y="1945"/>
                    <a:pt x="3389" y="2258"/>
                  </a:cubicBezTo>
                  <a:cubicBezTo>
                    <a:pt x="3389" y="2572"/>
                    <a:pt x="3136" y="2825"/>
                    <a:pt x="2825" y="2825"/>
                  </a:cubicBezTo>
                  <a:lnTo>
                    <a:pt x="567" y="2825"/>
                  </a:lnTo>
                  <a:cubicBezTo>
                    <a:pt x="254" y="2825"/>
                    <a:pt x="1" y="3075"/>
                    <a:pt x="1" y="3388"/>
                  </a:cubicBezTo>
                  <a:lnTo>
                    <a:pt x="1" y="3954"/>
                  </a:lnTo>
                  <a:cubicBezTo>
                    <a:pt x="1" y="4264"/>
                    <a:pt x="254" y="4517"/>
                    <a:pt x="567" y="4517"/>
                  </a:cubicBezTo>
                  <a:lnTo>
                    <a:pt x="9601" y="4517"/>
                  </a:lnTo>
                  <a:cubicBezTo>
                    <a:pt x="9911" y="4517"/>
                    <a:pt x="10164" y="4264"/>
                    <a:pt x="10164" y="3954"/>
                  </a:cubicBezTo>
                  <a:lnTo>
                    <a:pt x="10164" y="3388"/>
                  </a:lnTo>
                  <a:cubicBezTo>
                    <a:pt x="10164" y="3075"/>
                    <a:pt x="9911" y="2825"/>
                    <a:pt x="9601" y="2825"/>
                  </a:cubicBezTo>
                  <a:lnTo>
                    <a:pt x="7342" y="2825"/>
                  </a:lnTo>
                  <a:cubicBezTo>
                    <a:pt x="7029" y="2825"/>
                    <a:pt x="6776" y="2572"/>
                    <a:pt x="6776" y="2258"/>
                  </a:cubicBezTo>
                  <a:cubicBezTo>
                    <a:pt x="6776" y="1945"/>
                    <a:pt x="7029" y="1695"/>
                    <a:pt x="7342" y="1695"/>
                  </a:cubicBezTo>
                  <a:lnTo>
                    <a:pt x="9035" y="1695"/>
                  </a:lnTo>
                  <a:lnTo>
                    <a:pt x="9035" y="1129"/>
                  </a:lnTo>
                  <a:cubicBezTo>
                    <a:pt x="9035" y="506"/>
                    <a:pt x="8529" y="0"/>
                    <a:pt x="79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73" name="Google Shape;4773;p82"/>
            <p:cNvSpPr/>
            <p:nvPr/>
          </p:nvSpPr>
          <p:spPr>
            <a:xfrm>
              <a:off x="5843400" y="1537550"/>
              <a:ext cx="79975" cy="76125"/>
            </a:xfrm>
            <a:custGeom>
              <a:avLst/>
              <a:gdLst/>
              <a:ahLst/>
              <a:cxnLst/>
              <a:rect l="l" t="t" r="r" b="b"/>
              <a:pathLst>
                <a:path w="3199" h="3045" extrusionOk="0">
                  <a:moveTo>
                    <a:pt x="1603" y="0"/>
                  </a:moveTo>
                  <a:lnTo>
                    <a:pt x="1238" y="738"/>
                  </a:lnTo>
                  <a:cubicBezTo>
                    <a:pt x="1157" y="904"/>
                    <a:pt x="998" y="1018"/>
                    <a:pt x="814" y="1045"/>
                  </a:cubicBezTo>
                  <a:lnTo>
                    <a:pt x="1" y="1163"/>
                  </a:lnTo>
                  <a:lnTo>
                    <a:pt x="588" y="1735"/>
                  </a:lnTo>
                  <a:cubicBezTo>
                    <a:pt x="721" y="1864"/>
                    <a:pt x="784" y="2051"/>
                    <a:pt x="751" y="2235"/>
                  </a:cubicBezTo>
                  <a:lnTo>
                    <a:pt x="612" y="3045"/>
                  </a:lnTo>
                  <a:lnTo>
                    <a:pt x="1338" y="2662"/>
                  </a:lnTo>
                  <a:cubicBezTo>
                    <a:pt x="1421" y="2619"/>
                    <a:pt x="1511" y="2597"/>
                    <a:pt x="1601" y="2597"/>
                  </a:cubicBezTo>
                  <a:cubicBezTo>
                    <a:pt x="1691" y="2597"/>
                    <a:pt x="1781" y="2619"/>
                    <a:pt x="1862" y="2662"/>
                  </a:cubicBezTo>
                  <a:lnTo>
                    <a:pt x="2588" y="3045"/>
                  </a:lnTo>
                  <a:lnTo>
                    <a:pt x="2452" y="2235"/>
                  </a:lnTo>
                  <a:cubicBezTo>
                    <a:pt x="2419" y="2051"/>
                    <a:pt x="2479" y="1864"/>
                    <a:pt x="2612" y="1735"/>
                  </a:cubicBezTo>
                  <a:lnTo>
                    <a:pt x="3199" y="1163"/>
                  </a:lnTo>
                  <a:lnTo>
                    <a:pt x="2389" y="1045"/>
                  </a:lnTo>
                  <a:cubicBezTo>
                    <a:pt x="2205" y="1018"/>
                    <a:pt x="2045" y="904"/>
                    <a:pt x="1964" y="735"/>
                  </a:cubicBezTo>
                  <a:lnTo>
                    <a:pt x="16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774" name="Google Shape;4774;p82"/>
          <p:cNvGrpSpPr/>
          <p:nvPr/>
        </p:nvGrpSpPr>
        <p:grpSpPr>
          <a:xfrm>
            <a:off x="4580702" y="3125886"/>
            <a:ext cx="343759" cy="339271"/>
            <a:chOff x="6232000" y="1435050"/>
            <a:chExt cx="488225" cy="481850"/>
          </a:xfrm>
        </p:grpSpPr>
        <p:sp>
          <p:nvSpPr>
            <p:cNvPr id="4775" name="Google Shape;4775;p82"/>
            <p:cNvSpPr/>
            <p:nvPr/>
          </p:nvSpPr>
          <p:spPr>
            <a:xfrm>
              <a:off x="6578000" y="1463375"/>
              <a:ext cx="83150" cy="78250"/>
            </a:xfrm>
            <a:custGeom>
              <a:avLst/>
              <a:gdLst/>
              <a:ahLst/>
              <a:cxnLst/>
              <a:rect l="l" t="t" r="r" b="b"/>
              <a:pathLst>
                <a:path w="3326" h="3130" extrusionOk="0">
                  <a:moveTo>
                    <a:pt x="482" y="1"/>
                  </a:moveTo>
                  <a:cubicBezTo>
                    <a:pt x="280" y="1"/>
                    <a:pt x="95" y="114"/>
                    <a:pt x="1" y="293"/>
                  </a:cubicBezTo>
                  <a:lnTo>
                    <a:pt x="3322" y="3130"/>
                  </a:lnTo>
                  <a:lnTo>
                    <a:pt x="3322" y="564"/>
                  </a:lnTo>
                  <a:cubicBezTo>
                    <a:pt x="3325" y="253"/>
                    <a:pt x="3072" y="1"/>
                    <a:pt x="2761" y="1"/>
                  </a:cubicBezTo>
                  <a:cubicBezTo>
                    <a:pt x="2760" y="1"/>
                    <a:pt x="2758" y="1"/>
                    <a:pt x="2756" y="1"/>
                  </a:cubicBezTo>
                  <a:lnTo>
                    <a:pt x="497" y="1"/>
                  </a:lnTo>
                  <a:cubicBezTo>
                    <a:pt x="492" y="1"/>
                    <a:pt x="487" y="1"/>
                    <a:pt x="4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76" name="Google Shape;4776;p82"/>
            <p:cNvSpPr/>
            <p:nvPr/>
          </p:nvSpPr>
          <p:spPr>
            <a:xfrm>
              <a:off x="6421725" y="1773850"/>
              <a:ext cx="112950" cy="143050"/>
            </a:xfrm>
            <a:custGeom>
              <a:avLst/>
              <a:gdLst/>
              <a:ahLst/>
              <a:cxnLst/>
              <a:rect l="l" t="t" r="r" b="b"/>
              <a:pathLst>
                <a:path w="4518" h="5722" extrusionOk="0">
                  <a:moveTo>
                    <a:pt x="2822" y="1130"/>
                  </a:moveTo>
                  <a:cubicBezTo>
                    <a:pt x="3325" y="1130"/>
                    <a:pt x="3578" y="1738"/>
                    <a:pt x="3222" y="2093"/>
                  </a:cubicBezTo>
                  <a:cubicBezTo>
                    <a:pt x="3106" y="2209"/>
                    <a:pt x="2964" y="2260"/>
                    <a:pt x="2825" y="2260"/>
                  </a:cubicBezTo>
                  <a:cubicBezTo>
                    <a:pt x="2535" y="2260"/>
                    <a:pt x="2259" y="2036"/>
                    <a:pt x="2259" y="1696"/>
                  </a:cubicBezTo>
                  <a:cubicBezTo>
                    <a:pt x="2259" y="1383"/>
                    <a:pt x="2509" y="1130"/>
                    <a:pt x="2822" y="1130"/>
                  </a:cubicBezTo>
                  <a:close/>
                  <a:moveTo>
                    <a:pt x="0" y="1"/>
                  </a:moveTo>
                  <a:lnTo>
                    <a:pt x="0" y="5722"/>
                  </a:lnTo>
                  <a:lnTo>
                    <a:pt x="4517" y="5722"/>
                  </a:lnTo>
                  <a:lnTo>
                    <a:pt x="45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77" name="Google Shape;4777;p82"/>
            <p:cNvSpPr/>
            <p:nvPr/>
          </p:nvSpPr>
          <p:spPr>
            <a:xfrm>
              <a:off x="6448975" y="1632700"/>
              <a:ext cx="56475" cy="56475"/>
            </a:xfrm>
            <a:custGeom>
              <a:avLst/>
              <a:gdLst/>
              <a:ahLst/>
              <a:cxnLst/>
              <a:rect l="l" t="t" r="r" b="b"/>
              <a:pathLst>
                <a:path w="2259" h="2259" extrusionOk="0">
                  <a:moveTo>
                    <a:pt x="0" y="0"/>
                  </a:moveTo>
                  <a:lnTo>
                    <a:pt x="0" y="2259"/>
                  </a:lnTo>
                  <a:lnTo>
                    <a:pt x="2259" y="2259"/>
                  </a:lnTo>
                  <a:lnTo>
                    <a:pt x="225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78" name="Google Shape;4778;p82"/>
            <p:cNvSpPr/>
            <p:nvPr/>
          </p:nvSpPr>
          <p:spPr>
            <a:xfrm>
              <a:off x="6232000" y="1435050"/>
              <a:ext cx="488225" cy="237825"/>
            </a:xfrm>
            <a:custGeom>
              <a:avLst/>
              <a:gdLst/>
              <a:ahLst/>
              <a:cxnLst/>
              <a:rect l="l" t="t" r="r" b="b"/>
              <a:pathLst>
                <a:path w="19529" h="9513" extrusionOk="0">
                  <a:moveTo>
                    <a:pt x="9821" y="0"/>
                  </a:moveTo>
                  <a:cubicBezTo>
                    <a:pt x="9559" y="0"/>
                    <a:pt x="9297" y="92"/>
                    <a:pt x="9086" y="276"/>
                  </a:cubicBezTo>
                  <a:lnTo>
                    <a:pt x="531" y="7521"/>
                  </a:lnTo>
                  <a:cubicBezTo>
                    <a:pt x="61" y="7921"/>
                    <a:pt x="1" y="8626"/>
                    <a:pt x="395" y="9099"/>
                  </a:cubicBezTo>
                  <a:cubicBezTo>
                    <a:pt x="620" y="9369"/>
                    <a:pt x="942" y="9508"/>
                    <a:pt x="1266" y="9508"/>
                  </a:cubicBezTo>
                  <a:cubicBezTo>
                    <a:pt x="1525" y="9508"/>
                    <a:pt x="1785" y="9419"/>
                    <a:pt x="1997" y="9237"/>
                  </a:cubicBezTo>
                  <a:lnTo>
                    <a:pt x="9821" y="2622"/>
                  </a:lnTo>
                  <a:lnTo>
                    <a:pt x="17544" y="9240"/>
                  </a:lnTo>
                  <a:cubicBezTo>
                    <a:pt x="17759" y="9425"/>
                    <a:pt x="18019" y="9513"/>
                    <a:pt x="18278" y="9513"/>
                  </a:cubicBezTo>
                  <a:cubicBezTo>
                    <a:pt x="18661" y="9513"/>
                    <a:pt x="19039" y="9318"/>
                    <a:pt x="19252" y="8954"/>
                  </a:cubicBezTo>
                  <a:cubicBezTo>
                    <a:pt x="19529" y="8482"/>
                    <a:pt x="19430" y="7879"/>
                    <a:pt x="19014" y="7524"/>
                  </a:cubicBezTo>
                  <a:lnTo>
                    <a:pt x="10555" y="276"/>
                  </a:lnTo>
                  <a:cubicBezTo>
                    <a:pt x="10345" y="92"/>
                    <a:pt x="10083" y="0"/>
                    <a:pt x="9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79" name="Google Shape;4779;p82"/>
            <p:cNvSpPr/>
            <p:nvPr/>
          </p:nvSpPr>
          <p:spPr>
            <a:xfrm>
              <a:off x="6291025" y="1537700"/>
              <a:ext cx="369800" cy="379200"/>
            </a:xfrm>
            <a:custGeom>
              <a:avLst/>
              <a:gdLst/>
              <a:ahLst/>
              <a:cxnLst/>
              <a:rect l="l" t="t" r="r" b="b"/>
              <a:pathLst>
                <a:path w="14792" h="15168" extrusionOk="0">
                  <a:moveTo>
                    <a:pt x="9143" y="2671"/>
                  </a:moveTo>
                  <a:cubicBezTo>
                    <a:pt x="9453" y="2671"/>
                    <a:pt x="9706" y="2924"/>
                    <a:pt x="9706" y="3237"/>
                  </a:cubicBezTo>
                  <a:lnTo>
                    <a:pt x="9706" y="6625"/>
                  </a:lnTo>
                  <a:cubicBezTo>
                    <a:pt x="9706" y="6935"/>
                    <a:pt x="9453" y="7188"/>
                    <a:pt x="9143" y="7188"/>
                  </a:cubicBezTo>
                  <a:lnTo>
                    <a:pt x="5755" y="7188"/>
                  </a:lnTo>
                  <a:cubicBezTo>
                    <a:pt x="5442" y="7188"/>
                    <a:pt x="5189" y="6935"/>
                    <a:pt x="5189" y="6625"/>
                  </a:cubicBezTo>
                  <a:lnTo>
                    <a:pt x="5189" y="3237"/>
                  </a:lnTo>
                  <a:cubicBezTo>
                    <a:pt x="5189" y="2924"/>
                    <a:pt x="5442" y="2671"/>
                    <a:pt x="5755" y="2671"/>
                  </a:cubicBezTo>
                  <a:close/>
                  <a:moveTo>
                    <a:pt x="7448" y="0"/>
                  </a:moveTo>
                  <a:lnTo>
                    <a:pt x="4" y="6291"/>
                  </a:lnTo>
                  <a:lnTo>
                    <a:pt x="4" y="14605"/>
                  </a:lnTo>
                  <a:cubicBezTo>
                    <a:pt x="1" y="14913"/>
                    <a:pt x="254" y="15168"/>
                    <a:pt x="564" y="15168"/>
                  </a:cubicBezTo>
                  <a:cubicBezTo>
                    <a:pt x="566" y="15168"/>
                    <a:pt x="568" y="15168"/>
                    <a:pt x="570" y="15168"/>
                  </a:cubicBezTo>
                  <a:lnTo>
                    <a:pt x="4060" y="15168"/>
                  </a:lnTo>
                  <a:lnTo>
                    <a:pt x="4060" y="8883"/>
                  </a:lnTo>
                  <a:cubicBezTo>
                    <a:pt x="4060" y="8570"/>
                    <a:pt x="4313" y="8317"/>
                    <a:pt x="4626" y="8317"/>
                  </a:cubicBezTo>
                  <a:lnTo>
                    <a:pt x="10272" y="8317"/>
                  </a:lnTo>
                  <a:cubicBezTo>
                    <a:pt x="10582" y="8317"/>
                    <a:pt x="10835" y="8570"/>
                    <a:pt x="10835" y="8883"/>
                  </a:cubicBezTo>
                  <a:lnTo>
                    <a:pt x="10835" y="15168"/>
                  </a:lnTo>
                  <a:lnTo>
                    <a:pt x="14223" y="15168"/>
                  </a:lnTo>
                  <a:cubicBezTo>
                    <a:pt x="14225" y="15168"/>
                    <a:pt x="14227" y="15168"/>
                    <a:pt x="14228" y="15168"/>
                  </a:cubicBezTo>
                  <a:cubicBezTo>
                    <a:pt x="14539" y="15168"/>
                    <a:pt x="14792" y="14913"/>
                    <a:pt x="14789" y="14605"/>
                  </a:cubicBezTo>
                  <a:lnTo>
                    <a:pt x="14789" y="6291"/>
                  </a:lnTo>
                  <a:lnTo>
                    <a:pt x="74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780" name="Google Shape;4780;p82"/>
          <p:cNvGrpSpPr/>
          <p:nvPr/>
        </p:nvGrpSpPr>
        <p:grpSpPr>
          <a:xfrm>
            <a:off x="841438" y="3539545"/>
            <a:ext cx="299929" cy="337792"/>
            <a:chOff x="924450" y="2028975"/>
            <a:chExt cx="425975" cy="479750"/>
          </a:xfrm>
        </p:grpSpPr>
        <p:sp>
          <p:nvSpPr>
            <p:cNvPr id="4781" name="Google Shape;4781;p82"/>
            <p:cNvSpPr/>
            <p:nvPr/>
          </p:nvSpPr>
          <p:spPr>
            <a:xfrm>
              <a:off x="1035500" y="2028975"/>
              <a:ext cx="314925" cy="153075"/>
            </a:xfrm>
            <a:custGeom>
              <a:avLst/>
              <a:gdLst/>
              <a:ahLst/>
              <a:cxnLst/>
              <a:rect l="l" t="t" r="r" b="b"/>
              <a:pathLst>
                <a:path w="12597" h="6123" extrusionOk="0">
                  <a:moveTo>
                    <a:pt x="12036" y="0"/>
                  </a:moveTo>
                  <a:cubicBezTo>
                    <a:pt x="11993" y="0"/>
                    <a:pt x="11948" y="5"/>
                    <a:pt x="11904" y="16"/>
                  </a:cubicBezTo>
                  <a:lnTo>
                    <a:pt x="437" y="2696"/>
                  </a:lnTo>
                  <a:cubicBezTo>
                    <a:pt x="181" y="2753"/>
                    <a:pt x="0" y="2982"/>
                    <a:pt x="0" y="3244"/>
                  </a:cubicBezTo>
                  <a:lnTo>
                    <a:pt x="0" y="6123"/>
                  </a:lnTo>
                  <a:lnTo>
                    <a:pt x="12596" y="3181"/>
                  </a:lnTo>
                  <a:lnTo>
                    <a:pt x="12596" y="564"/>
                  </a:lnTo>
                  <a:cubicBezTo>
                    <a:pt x="12596" y="245"/>
                    <a:pt x="12338" y="0"/>
                    <a:pt x="120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82" name="Google Shape;4782;p82"/>
            <p:cNvSpPr/>
            <p:nvPr/>
          </p:nvSpPr>
          <p:spPr>
            <a:xfrm>
              <a:off x="1212475" y="2137450"/>
              <a:ext cx="137950" cy="304275"/>
            </a:xfrm>
            <a:custGeom>
              <a:avLst/>
              <a:gdLst/>
              <a:ahLst/>
              <a:cxnLst/>
              <a:rect l="l" t="t" r="r" b="b"/>
              <a:pathLst>
                <a:path w="5518" h="12171" extrusionOk="0">
                  <a:moveTo>
                    <a:pt x="5517" y="1"/>
                  </a:moveTo>
                  <a:lnTo>
                    <a:pt x="4388" y="266"/>
                  </a:lnTo>
                  <a:lnTo>
                    <a:pt x="4388" y="7345"/>
                  </a:lnTo>
                  <a:cubicBezTo>
                    <a:pt x="3943" y="7029"/>
                    <a:pt x="3410" y="6861"/>
                    <a:pt x="2865" y="6861"/>
                  </a:cubicBezTo>
                  <a:cubicBezTo>
                    <a:pt x="1790" y="6861"/>
                    <a:pt x="823" y="7508"/>
                    <a:pt x="410" y="8499"/>
                  </a:cubicBezTo>
                  <a:cubicBezTo>
                    <a:pt x="1" y="9492"/>
                    <a:pt x="227" y="10634"/>
                    <a:pt x="986" y="11392"/>
                  </a:cubicBezTo>
                  <a:cubicBezTo>
                    <a:pt x="1495" y="11900"/>
                    <a:pt x="2174" y="12170"/>
                    <a:pt x="2865" y="12170"/>
                  </a:cubicBezTo>
                  <a:cubicBezTo>
                    <a:pt x="3207" y="12170"/>
                    <a:pt x="3551" y="12104"/>
                    <a:pt x="3879" y="11968"/>
                  </a:cubicBezTo>
                  <a:cubicBezTo>
                    <a:pt x="4873" y="11558"/>
                    <a:pt x="5517" y="10588"/>
                    <a:pt x="5517" y="9516"/>
                  </a:cubicBezTo>
                  <a:lnTo>
                    <a:pt x="55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83" name="Google Shape;4783;p82"/>
            <p:cNvSpPr/>
            <p:nvPr/>
          </p:nvSpPr>
          <p:spPr>
            <a:xfrm>
              <a:off x="924450" y="2204450"/>
              <a:ext cx="139300" cy="304275"/>
            </a:xfrm>
            <a:custGeom>
              <a:avLst/>
              <a:gdLst/>
              <a:ahLst/>
              <a:cxnLst/>
              <a:rect l="l" t="t" r="r" b="b"/>
              <a:pathLst>
                <a:path w="5572" h="12171" extrusionOk="0">
                  <a:moveTo>
                    <a:pt x="5572" y="1"/>
                  </a:moveTo>
                  <a:lnTo>
                    <a:pt x="4442" y="263"/>
                  </a:lnTo>
                  <a:lnTo>
                    <a:pt x="4442" y="7345"/>
                  </a:lnTo>
                  <a:cubicBezTo>
                    <a:pt x="3982" y="7023"/>
                    <a:pt x="3449" y="6864"/>
                    <a:pt x="2917" y="6864"/>
                  </a:cubicBezTo>
                  <a:cubicBezTo>
                    <a:pt x="2291" y="6864"/>
                    <a:pt x="1668" y="7085"/>
                    <a:pt x="1169" y="7520"/>
                  </a:cubicBezTo>
                  <a:cubicBezTo>
                    <a:pt x="251" y="8327"/>
                    <a:pt x="1" y="9655"/>
                    <a:pt x="564" y="10742"/>
                  </a:cubicBezTo>
                  <a:cubicBezTo>
                    <a:pt x="1030" y="11634"/>
                    <a:pt x="1946" y="12171"/>
                    <a:pt x="2916" y="12171"/>
                  </a:cubicBezTo>
                  <a:cubicBezTo>
                    <a:pt x="3126" y="12171"/>
                    <a:pt x="3338" y="12146"/>
                    <a:pt x="3548" y="12094"/>
                  </a:cubicBezTo>
                  <a:cubicBezTo>
                    <a:pt x="4738" y="11802"/>
                    <a:pt x="5572" y="10739"/>
                    <a:pt x="5572" y="9516"/>
                  </a:cubicBezTo>
                  <a:lnTo>
                    <a:pt x="55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784" name="Google Shape;4784;p82"/>
          <p:cNvGrpSpPr/>
          <p:nvPr/>
        </p:nvGrpSpPr>
        <p:grpSpPr>
          <a:xfrm>
            <a:off x="1653934" y="3559347"/>
            <a:ext cx="339306" cy="298186"/>
            <a:chOff x="2085450" y="2057100"/>
            <a:chExt cx="481900" cy="423500"/>
          </a:xfrm>
        </p:grpSpPr>
        <p:sp>
          <p:nvSpPr>
            <p:cNvPr id="4785" name="Google Shape;4785;p82"/>
            <p:cNvSpPr/>
            <p:nvPr/>
          </p:nvSpPr>
          <p:spPr>
            <a:xfrm>
              <a:off x="2085450" y="2061650"/>
              <a:ext cx="141250" cy="418950"/>
            </a:xfrm>
            <a:custGeom>
              <a:avLst/>
              <a:gdLst/>
              <a:ahLst/>
              <a:cxnLst/>
              <a:rect l="l" t="t" r="r" b="b"/>
              <a:pathLst>
                <a:path w="5650" h="16758" extrusionOk="0">
                  <a:moveTo>
                    <a:pt x="4305" y="6452"/>
                  </a:moveTo>
                  <a:cubicBezTo>
                    <a:pt x="4736" y="6452"/>
                    <a:pt x="5115" y="6999"/>
                    <a:pt x="4728" y="7411"/>
                  </a:cubicBezTo>
                  <a:cubicBezTo>
                    <a:pt x="4520" y="7631"/>
                    <a:pt x="4352" y="7887"/>
                    <a:pt x="4228" y="8164"/>
                  </a:cubicBezTo>
                  <a:cubicBezTo>
                    <a:pt x="4120" y="8402"/>
                    <a:pt x="3927" y="8502"/>
                    <a:pt x="3732" y="8502"/>
                  </a:cubicBezTo>
                  <a:cubicBezTo>
                    <a:pt x="3367" y="8502"/>
                    <a:pt x="2999" y="8150"/>
                    <a:pt x="3195" y="7703"/>
                  </a:cubicBezTo>
                  <a:cubicBezTo>
                    <a:pt x="3373" y="7312"/>
                    <a:pt x="3611" y="6951"/>
                    <a:pt x="3903" y="6637"/>
                  </a:cubicBezTo>
                  <a:cubicBezTo>
                    <a:pt x="4027" y="6506"/>
                    <a:pt x="4169" y="6452"/>
                    <a:pt x="4305" y="6452"/>
                  </a:cubicBezTo>
                  <a:close/>
                  <a:moveTo>
                    <a:pt x="2983" y="9449"/>
                  </a:moveTo>
                  <a:cubicBezTo>
                    <a:pt x="3331" y="9449"/>
                    <a:pt x="3684" y="9752"/>
                    <a:pt x="3539" y="10191"/>
                  </a:cubicBezTo>
                  <a:lnTo>
                    <a:pt x="3361" y="10727"/>
                  </a:lnTo>
                  <a:cubicBezTo>
                    <a:pt x="3270" y="10997"/>
                    <a:pt x="3059" y="11113"/>
                    <a:pt x="2845" y="11113"/>
                  </a:cubicBezTo>
                  <a:cubicBezTo>
                    <a:pt x="2498" y="11113"/>
                    <a:pt x="2143" y="10808"/>
                    <a:pt x="2289" y="10368"/>
                  </a:cubicBezTo>
                  <a:lnTo>
                    <a:pt x="2467" y="9832"/>
                  </a:lnTo>
                  <a:cubicBezTo>
                    <a:pt x="2558" y="9564"/>
                    <a:pt x="2770" y="9449"/>
                    <a:pt x="2983" y="9449"/>
                  </a:cubicBezTo>
                  <a:close/>
                  <a:moveTo>
                    <a:pt x="5649" y="1"/>
                  </a:moveTo>
                  <a:lnTo>
                    <a:pt x="356" y="2117"/>
                  </a:lnTo>
                  <a:cubicBezTo>
                    <a:pt x="142" y="2202"/>
                    <a:pt x="3" y="2410"/>
                    <a:pt x="3" y="2641"/>
                  </a:cubicBezTo>
                  <a:lnTo>
                    <a:pt x="3" y="16192"/>
                  </a:lnTo>
                  <a:cubicBezTo>
                    <a:pt x="1" y="16516"/>
                    <a:pt x="265" y="16758"/>
                    <a:pt x="564" y="16758"/>
                  </a:cubicBezTo>
                  <a:cubicBezTo>
                    <a:pt x="634" y="16758"/>
                    <a:pt x="706" y="16745"/>
                    <a:pt x="777" y="16716"/>
                  </a:cubicBezTo>
                  <a:lnTo>
                    <a:pt x="5649" y="14768"/>
                  </a:lnTo>
                  <a:lnTo>
                    <a:pt x="56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86" name="Google Shape;4786;p82"/>
            <p:cNvSpPr/>
            <p:nvPr/>
          </p:nvSpPr>
          <p:spPr>
            <a:xfrm>
              <a:off x="2254900" y="2061050"/>
              <a:ext cx="143050" cy="415650"/>
            </a:xfrm>
            <a:custGeom>
              <a:avLst/>
              <a:gdLst/>
              <a:ahLst/>
              <a:cxnLst/>
              <a:rect l="l" t="t" r="r" b="b"/>
              <a:pathLst>
                <a:path w="5722" h="16626" extrusionOk="0">
                  <a:moveTo>
                    <a:pt x="2504" y="6585"/>
                  </a:moveTo>
                  <a:cubicBezTo>
                    <a:pt x="2647" y="6585"/>
                    <a:pt x="2794" y="6645"/>
                    <a:pt x="2916" y="6788"/>
                  </a:cubicBezTo>
                  <a:cubicBezTo>
                    <a:pt x="3153" y="7068"/>
                    <a:pt x="3349" y="7378"/>
                    <a:pt x="3500" y="7709"/>
                  </a:cubicBezTo>
                  <a:cubicBezTo>
                    <a:pt x="3766" y="8258"/>
                    <a:pt x="3464" y="8654"/>
                    <a:pt x="3096" y="8654"/>
                  </a:cubicBezTo>
                  <a:cubicBezTo>
                    <a:pt x="2878" y="8654"/>
                    <a:pt x="2636" y="8515"/>
                    <a:pt x="2476" y="8185"/>
                  </a:cubicBezTo>
                  <a:cubicBezTo>
                    <a:pt x="2367" y="7947"/>
                    <a:pt x="2226" y="7724"/>
                    <a:pt x="2057" y="7523"/>
                  </a:cubicBezTo>
                  <a:cubicBezTo>
                    <a:pt x="1694" y="7098"/>
                    <a:pt x="2083" y="6585"/>
                    <a:pt x="2504" y="6585"/>
                  </a:cubicBezTo>
                  <a:close/>
                  <a:moveTo>
                    <a:pt x="1" y="0"/>
                  </a:moveTo>
                  <a:lnTo>
                    <a:pt x="1" y="5475"/>
                  </a:lnTo>
                  <a:cubicBezTo>
                    <a:pt x="217" y="5475"/>
                    <a:pt x="434" y="5496"/>
                    <a:pt x="648" y="5532"/>
                  </a:cubicBezTo>
                  <a:cubicBezTo>
                    <a:pt x="1334" y="5657"/>
                    <a:pt x="1201" y="6655"/>
                    <a:pt x="564" y="6655"/>
                  </a:cubicBezTo>
                  <a:cubicBezTo>
                    <a:pt x="525" y="6655"/>
                    <a:pt x="483" y="6651"/>
                    <a:pt x="440" y="6643"/>
                  </a:cubicBezTo>
                  <a:cubicBezTo>
                    <a:pt x="296" y="6622"/>
                    <a:pt x="148" y="6610"/>
                    <a:pt x="1" y="6604"/>
                  </a:cubicBezTo>
                  <a:lnTo>
                    <a:pt x="1" y="14744"/>
                  </a:lnTo>
                  <a:lnTo>
                    <a:pt x="5722" y="16626"/>
                  </a:lnTo>
                  <a:lnTo>
                    <a:pt x="5722" y="10395"/>
                  </a:lnTo>
                  <a:cubicBezTo>
                    <a:pt x="5704" y="10397"/>
                    <a:pt x="5684" y="10397"/>
                    <a:pt x="5661" y="10397"/>
                  </a:cubicBezTo>
                  <a:cubicBezTo>
                    <a:pt x="5400" y="10397"/>
                    <a:pt x="4871" y="10299"/>
                    <a:pt x="4388" y="10085"/>
                  </a:cubicBezTo>
                  <a:cubicBezTo>
                    <a:pt x="3793" y="9819"/>
                    <a:pt x="4068" y="8997"/>
                    <a:pt x="4603" y="8997"/>
                  </a:cubicBezTo>
                  <a:cubicBezTo>
                    <a:pt x="4680" y="8997"/>
                    <a:pt x="4763" y="9014"/>
                    <a:pt x="4849" y="9052"/>
                  </a:cubicBezTo>
                  <a:cubicBezTo>
                    <a:pt x="5123" y="9176"/>
                    <a:pt x="5418" y="9251"/>
                    <a:pt x="5722" y="9275"/>
                  </a:cubicBezTo>
                  <a:lnTo>
                    <a:pt x="5722" y="1882"/>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87" name="Google Shape;4787;p82"/>
            <p:cNvSpPr/>
            <p:nvPr/>
          </p:nvSpPr>
          <p:spPr>
            <a:xfrm>
              <a:off x="2426175" y="2057100"/>
              <a:ext cx="141175" cy="418925"/>
            </a:xfrm>
            <a:custGeom>
              <a:avLst/>
              <a:gdLst/>
              <a:ahLst/>
              <a:cxnLst/>
              <a:rect l="l" t="t" r="r" b="b"/>
              <a:pathLst>
                <a:path w="5647" h="16757" extrusionOk="0">
                  <a:moveTo>
                    <a:pt x="2800" y="5647"/>
                  </a:moveTo>
                  <a:cubicBezTo>
                    <a:pt x="3154" y="5647"/>
                    <a:pt x="3516" y="5968"/>
                    <a:pt x="3349" y="6410"/>
                  </a:cubicBezTo>
                  <a:lnTo>
                    <a:pt x="3153" y="6937"/>
                  </a:lnTo>
                  <a:cubicBezTo>
                    <a:pt x="3055" y="7196"/>
                    <a:pt x="2850" y="7305"/>
                    <a:pt x="2643" y="7305"/>
                  </a:cubicBezTo>
                  <a:cubicBezTo>
                    <a:pt x="2288" y="7305"/>
                    <a:pt x="1929" y="6984"/>
                    <a:pt x="2096" y="6539"/>
                  </a:cubicBezTo>
                  <a:lnTo>
                    <a:pt x="2295" y="6012"/>
                  </a:lnTo>
                  <a:cubicBezTo>
                    <a:pt x="2390" y="5755"/>
                    <a:pt x="2594" y="5647"/>
                    <a:pt x="2800" y="5647"/>
                  </a:cubicBezTo>
                  <a:close/>
                  <a:moveTo>
                    <a:pt x="1700" y="8178"/>
                  </a:moveTo>
                  <a:cubicBezTo>
                    <a:pt x="2108" y="8178"/>
                    <a:pt x="2500" y="8655"/>
                    <a:pt x="2168" y="9090"/>
                  </a:cubicBezTo>
                  <a:cubicBezTo>
                    <a:pt x="1906" y="9433"/>
                    <a:pt x="1587" y="9725"/>
                    <a:pt x="1226" y="9960"/>
                  </a:cubicBezTo>
                  <a:cubicBezTo>
                    <a:pt x="1118" y="10030"/>
                    <a:pt x="1011" y="10060"/>
                    <a:pt x="911" y="10060"/>
                  </a:cubicBezTo>
                  <a:cubicBezTo>
                    <a:pt x="424" y="10060"/>
                    <a:pt x="97" y="9344"/>
                    <a:pt x="612" y="9012"/>
                  </a:cubicBezTo>
                  <a:cubicBezTo>
                    <a:pt x="867" y="8849"/>
                    <a:pt x="1090" y="8641"/>
                    <a:pt x="1274" y="8403"/>
                  </a:cubicBezTo>
                  <a:cubicBezTo>
                    <a:pt x="1394" y="8244"/>
                    <a:pt x="1548" y="8178"/>
                    <a:pt x="1700" y="8178"/>
                  </a:cubicBezTo>
                  <a:close/>
                  <a:moveTo>
                    <a:pt x="5080" y="0"/>
                  </a:moveTo>
                  <a:cubicBezTo>
                    <a:pt x="5010" y="0"/>
                    <a:pt x="4939" y="13"/>
                    <a:pt x="4869" y="41"/>
                  </a:cubicBezTo>
                  <a:lnTo>
                    <a:pt x="0" y="1989"/>
                  </a:lnTo>
                  <a:lnTo>
                    <a:pt x="0" y="16756"/>
                  </a:lnTo>
                  <a:lnTo>
                    <a:pt x="5291" y="14640"/>
                  </a:lnTo>
                  <a:cubicBezTo>
                    <a:pt x="5505" y="14555"/>
                    <a:pt x="5646" y="14347"/>
                    <a:pt x="5646" y="14116"/>
                  </a:cubicBezTo>
                  <a:lnTo>
                    <a:pt x="5646" y="565"/>
                  </a:lnTo>
                  <a:cubicBezTo>
                    <a:pt x="5644" y="240"/>
                    <a:pt x="5378" y="0"/>
                    <a:pt x="5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788" name="Google Shape;4788;p82"/>
          <p:cNvGrpSpPr/>
          <p:nvPr/>
        </p:nvGrpSpPr>
        <p:grpSpPr>
          <a:xfrm>
            <a:off x="2081868" y="3582592"/>
            <a:ext cx="339306" cy="251698"/>
            <a:chOff x="2678275" y="2090100"/>
            <a:chExt cx="481900" cy="357475"/>
          </a:xfrm>
        </p:grpSpPr>
        <p:sp>
          <p:nvSpPr>
            <p:cNvPr id="4789" name="Google Shape;4789;p82"/>
            <p:cNvSpPr/>
            <p:nvPr/>
          </p:nvSpPr>
          <p:spPr>
            <a:xfrm>
              <a:off x="2899450" y="2249100"/>
              <a:ext cx="39550" cy="39550"/>
            </a:xfrm>
            <a:custGeom>
              <a:avLst/>
              <a:gdLst/>
              <a:ahLst/>
              <a:cxnLst/>
              <a:rect l="l" t="t" r="r" b="b"/>
              <a:pathLst>
                <a:path w="1582" h="1582" extrusionOk="0">
                  <a:moveTo>
                    <a:pt x="793" y="1"/>
                  </a:moveTo>
                  <a:cubicBezTo>
                    <a:pt x="356" y="1"/>
                    <a:pt x="1" y="353"/>
                    <a:pt x="1" y="790"/>
                  </a:cubicBezTo>
                  <a:cubicBezTo>
                    <a:pt x="1" y="1226"/>
                    <a:pt x="356" y="1581"/>
                    <a:pt x="793" y="1581"/>
                  </a:cubicBezTo>
                  <a:cubicBezTo>
                    <a:pt x="1227" y="1581"/>
                    <a:pt x="1582" y="1226"/>
                    <a:pt x="1582" y="790"/>
                  </a:cubicBezTo>
                  <a:cubicBezTo>
                    <a:pt x="1582" y="353"/>
                    <a:pt x="1227" y="1"/>
                    <a:pt x="7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90" name="Google Shape;4790;p82"/>
            <p:cNvSpPr/>
            <p:nvPr/>
          </p:nvSpPr>
          <p:spPr>
            <a:xfrm>
              <a:off x="3092400" y="2249100"/>
              <a:ext cx="39550" cy="39550"/>
            </a:xfrm>
            <a:custGeom>
              <a:avLst/>
              <a:gdLst/>
              <a:ahLst/>
              <a:cxnLst/>
              <a:rect l="l" t="t" r="r" b="b"/>
              <a:pathLst>
                <a:path w="1582" h="1582" extrusionOk="0">
                  <a:moveTo>
                    <a:pt x="790" y="1"/>
                  </a:moveTo>
                  <a:cubicBezTo>
                    <a:pt x="353" y="1"/>
                    <a:pt x="1" y="353"/>
                    <a:pt x="1" y="790"/>
                  </a:cubicBezTo>
                  <a:cubicBezTo>
                    <a:pt x="1" y="1226"/>
                    <a:pt x="353" y="1581"/>
                    <a:pt x="790" y="1581"/>
                  </a:cubicBezTo>
                  <a:cubicBezTo>
                    <a:pt x="1226" y="1581"/>
                    <a:pt x="1582" y="1226"/>
                    <a:pt x="1582" y="790"/>
                  </a:cubicBezTo>
                  <a:cubicBezTo>
                    <a:pt x="1582" y="353"/>
                    <a:pt x="1226" y="1"/>
                    <a:pt x="7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91" name="Google Shape;4791;p82"/>
            <p:cNvSpPr/>
            <p:nvPr/>
          </p:nvSpPr>
          <p:spPr>
            <a:xfrm>
              <a:off x="2678350" y="2389425"/>
              <a:ext cx="481825" cy="58150"/>
            </a:xfrm>
            <a:custGeom>
              <a:avLst/>
              <a:gdLst/>
              <a:ahLst/>
              <a:cxnLst/>
              <a:rect l="l" t="t" r="r" b="b"/>
              <a:pathLst>
                <a:path w="19273" h="2326" extrusionOk="0">
                  <a:moveTo>
                    <a:pt x="1" y="1"/>
                  </a:moveTo>
                  <a:lnTo>
                    <a:pt x="1" y="1759"/>
                  </a:lnTo>
                  <a:cubicBezTo>
                    <a:pt x="1" y="2072"/>
                    <a:pt x="251" y="2325"/>
                    <a:pt x="564" y="2325"/>
                  </a:cubicBezTo>
                  <a:lnTo>
                    <a:pt x="18707" y="2325"/>
                  </a:lnTo>
                  <a:cubicBezTo>
                    <a:pt x="19020" y="2325"/>
                    <a:pt x="19273" y="2072"/>
                    <a:pt x="19273" y="1759"/>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92" name="Google Shape;4792;p82"/>
            <p:cNvSpPr/>
            <p:nvPr/>
          </p:nvSpPr>
          <p:spPr>
            <a:xfrm>
              <a:off x="2706600" y="2249100"/>
              <a:ext cx="39550" cy="39550"/>
            </a:xfrm>
            <a:custGeom>
              <a:avLst/>
              <a:gdLst/>
              <a:ahLst/>
              <a:cxnLst/>
              <a:rect l="l" t="t" r="r" b="b"/>
              <a:pathLst>
                <a:path w="1582" h="1582" extrusionOk="0">
                  <a:moveTo>
                    <a:pt x="789" y="1"/>
                  </a:moveTo>
                  <a:cubicBezTo>
                    <a:pt x="352" y="1"/>
                    <a:pt x="0" y="353"/>
                    <a:pt x="0" y="790"/>
                  </a:cubicBezTo>
                  <a:cubicBezTo>
                    <a:pt x="0" y="1226"/>
                    <a:pt x="352" y="1581"/>
                    <a:pt x="789" y="1581"/>
                  </a:cubicBezTo>
                  <a:cubicBezTo>
                    <a:pt x="1226" y="1581"/>
                    <a:pt x="1581" y="1226"/>
                    <a:pt x="1581" y="790"/>
                  </a:cubicBezTo>
                  <a:cubicBezTo>
                    <a:pt x="1581" y="353"/>
                    <a:pt x="1226" y="1"/>
                    <a:pt x="7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93" name="Google Shape;4793;p82"/>
            <p:cNvSpPr/>
            <p:nvPr/>
          </p:nvSpPr>
          <p:spPr>
            <a:xfrm>
              <a:off x="2678275" y="2090100"/>
              <a:ext cx="481900" cy="271125"/>
            </a:xfrm>
            <a:custGeom>
              <a:avLst/>
              <a:gdLst/>
              <a:ahLst/>
              <a:cxnLst/>
              <a:rect l="l" t="t" r="r" b="b"/>
              <a:pathLst>
                <a:path w="19276" h="10845" extrusionOk="0">
                  <a:moveTo>
                    <a:pt x="9638" y="5229"/>
                  </a:moveTo>
                  <a:cubicBezTo>
                    <a:pt x="9885" y="5229"/>
                    <a:pt x="10134" y="5277"/>
                    <a:pt x="10372" y="5376"/>
                  </a:cubicBezTo>
                  <a:cubicBezTo>
                    <a:pt x="11091" y="5674"/>
                    <a:pt x="11558" y="6373"/>
                    <a:pt x="11558" y="7150"/>
                  </a:cubicBezTo>
                  <a:cubicBezTo>
                    <a:pt x="11558" y="8209"/>
                    <a:pt x="10697" y="9068"/>
                    <a:pt x="9640" y="9071"/>
                  </a:cubicBezTo>
                  <a:cubicBezTo>
                    <a:pt x="8863" y="9071"/>
                    <a:pt x="8161" y="8601"/>
                    <a:pt x="7866" y="7884"/>
                  </a:cubicBezTo>
                  <a:cubicBezTo>
                    <a:pt x="7568" y="7168"/>
                    <a:pt x="7731" y="6343"/>
                    <a:pt x="8282" y="5791"/>
                  </a:cubicBezTo>
                  <a:cubicBezTo>
                    <a:pt x="8648" y="5425"/>
                    <a:pt x="9139" y="5229"/>
                    <a:pt x="9638" y="5229"/>
                  </a:cubicBezTo>
                  <a:close/>
                  <a:moveTo>
                    <a:pt x="571" y="1"/>
                  </a:moveTo>
                  <a:cubicBezTo>
                    <a:pt x="281" y="1"/>
                    <a:pt x="3" y="226"/>
                    <a:pt x="1" y="567"/>
                  </a:cubicBezTo>
                  <a:lnTo>
                    <a:pt x="1" y="7150"/>
                  </a:lnTo>
                  <a:cubicBezTo>
                    <a:pt x="1" y="6373"/>
                    <a:pt x="471" y="5674"/>
                    <a:pt x="1187" y="5376"/>
                  </a:cubicBezTo>
                  <a:cubicBezTo>
                    <a:pt x="1425" y="5277"/>
                    <a:pt x="1674" y="5229"/>
                    <a:pt x="1921" y="5229"/>
                  </a:cubicBezTo>
                  <a:cubicBezTo>
                    <a:pt x="2420" y="5229"/>
                    <a:pt x="2912" y="5425"/>
                    <a:pt x="3280" y="5791"/>
                  </a:cubicBezTo>
                  <a:cubicBezTo>
                    <a:pt x="3828" y="6343"/>
                    <a:pt x="3994" y="7168"/>
                    <a:pt x="3696" y="7884"/>
                  </a:cubicBezTo>
                  <a:cubicBezTo>
                    <a:pt x="3398" y="8601"/>
                    <a:pt x="2699" y="9071"/>
                    <a:pt x="1922" y="9071"/>
                  </a:cubicBezTo>
                  <a:cubicBezTo>
                    <a:pt x="862" y="9068"/>
                    <a:pt x="4" y="8209"/>
                    <a:pt x="1" y="7150"/>
                  </a:cubicBezTo>
                  <a:lnTo>
                    <a:pt x="1" y="10844"/>
                  </a:lnTo>
                  <a:lnTo>
                    <a:pt x="19276" y="10844"/>
                  </a:lnTo>
                  <a:lnTo>
                    <a:pt x="19276" y="7150"/>
                  </a:lnTo>
                  <a:cubicBezTo>
                    <a:pt x="19276" y="7926"/>
                    <a:pt x="18806" y="8625"/>
                    <a:pt x="18089" y="8923"/>
                  </a:cubicBezTo>
                  <a:cubicBezTo>
                    <a:pt x="17852" y="9022"/>
                    <a:pt x="17603" y="9070"/>
                    <a:pt x="17356" y="9070"/>
                  </a:cubicBezTo>
                  <a:cubicBezTo>
                    <a:pt x="16857" y="9070"/>
                    <a:pt x="16365" y="8874"/>
                    <a:pt x="15997" y="8508"/>
                  </a:cubicBezTo>
                  <a:cubicBezTo>
                    <a:pt x="15449" y="7957"/>
                    <a:pt x="15283" y="7131"/>
                    <a:pt x="15581" y="6415"/>
                  </a:cubicBezTo>
                  <a:cubicBezTo>
                    <a:pt x="15879" y="5698"/>
                    <a:pt x="16578" y="5231"/>
                    <a:pt x="17355" y="5231"/>
                  </a:cubicBezTo>
                  <a:cubicBezTo>
                    <a:pt x="18415" y="5231"/>
                    <a:pt x="19273" y="6090"/>
                    <a:pt x="19276" y="7150"/>
                  </a:cubicBezTo>
                  <a:lnTo>
                    <a:pt x="19276" y="567"/>
                  </a:lnTo>
                  <a:cubicBezTo>
                    <a:pt x="19276" y="341"/>
                    <a:pt x="19137" y="133"/>
                    <a:pt x="18927" y="46"/>
                  </a:cubicBezTo>
                  <a:cubicBezTo>
                    <a:pt x="18857" y="17"/>
                    <a:pt x="18783" y="2"/>
                    <a:pt x="18709" y="2"/>
                  </a:cubicBezTo>
                  <a:cubicBezTo>
                    <a:pt x="18564" y="2"/>
                    <a:pt x="18420" y="58"/>
                    <a:pt x="18312" y="166"/>
                  </a:cubicBezTo>
                  <a:lnTo>
                    <a:pt x="14783" y="3641"/>
                  </a:lnTo>
                  <a:lnTo>
                    <a:pt x="9971" y="112"/>
                  </a:lnTo>
                  <a:cubicBezTo>
                    <a:pt x="9871" y="38"/>
                    <a:pt x="9754" y="1"/>
                    <a:pt x="9636" y="1"/>
                  </a:cubicBezTo>
                  <a:cubicBezTo>
                    <a:pt x="9517" y="1"/>
                    <a:pt x="9397" y="39"/>
                    <a:pt x="9297" y="115"/>
                  </a:cubicBezTo>
                  <a:lnTo>
                    <a:pt x="4656" y="3641"/>
                  </a:lnTo>
                  <a:lnTo>
                    <a:pt x="952" y="154"/>
                  </a:lnTo>
                  <a:cubicBezTo>
                    <a:pt x="840" y="48"/>
                    <a:pt x="704" y="1"/>
                    <a:pt x="5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794" name="Google Shape;4794;p82"/>
          <p:cNvGrpSpPr/>
          <p:nvPr/>
        </p:nvGrpSpPr>
        <p:grpSpPr>
          <a:xfrm>
            <a:off x="2559072" y="3594790"/>
            <a:ext cx="219345" cy="227301"/>
            <a:chOff x="3357325" y="2093500"/>
            <a:chExt cx="311525" cy="322825"/>
          </a:xfrm>
        </p:grpSpPr>
        <p:sp>
          <p:nvSpPr>
            <p:cNvPr id="4795" name="Google Shape;4795;p82"/>
            <p:cNvSpPr/>
            <p:nvPr/>
          </p:nvSpPr>
          <p:spPr>
            <a:xfrm>
              <a:off x="3357325" y="2210550"/>
              <a:ext cx="85700" cy="205775"/>
            </a:xfrm>
            <a:custGeom>
              <a:avLst/>
              <a:gdLst/>
              <a:ahLst/>
              <a:cxnLst/>
              <a:rect l="l" t="t" r="r" b="b"/>
              <a:pathLst>
                <a:path w="3428" h="8231" extrusionOk="0">
                  <a:moveTo>
                    <a:pt x="566" y="1"/>
                  </a:moveTo>
                  <a:cubicBezTo>
                    <a:pt x="253" y="1"/>
                    <a:pt x="0" y="251"/>
                    <a:pt x="0" y="564"/>
                  </a:cubicBezTo>
                  <a:lnTo>
                    <a:pt x="0" y="7664"/>
                  </a:lnTo>
                  <a:cubicBezTo>
                    <a:pt x="0" y="7978"/>
                    <a:pt x="253" y="8231"/>
                    <a:pt x="566" y="8231"/>
                  </a:cubicBezTo>
                  <a:lnTo>
                    <a:pt x="2861" y="8231"/>
                  </a:lnTo>
                  <a:cubicBezTo>
                    <a:pt x="3174" y="8231"/>
                    <a:pt x="3427" y="7978"/>
                    <a:pt x="3427" y="7664"/>
                  </a:cubicBezTo>
                  <a:lnTo>
                    <a:pt x="3427" y="564"/>
                  </a:lnTo>
                  <a:cubicBezTo>
                    <a:pt x="3427" y="251"/>
                    <a:pt x="3174" y="1"/>
                    <a:pt x="2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96" name="Google Shape;4796;p82"/>
            <p:cNvSpPr/>
            <p:nvPr/>
          </p:nvSpPr>
          <p:spPr>
            <a:xfrm>
              <a:off x="3471225" y="2152075"/>
              <a:ext cx="84725" cy="264250"/>
            </a:xfrm>
            <a:custGeom>
              <a:avLst/>
              <a:gdLst/>
              <a:ahLst/>
              <a:cxnLst/>
              <a:rect l="l" t="t" r="r" b="b"/>
              <a:pathLst>
                <a:path w="3389" h="10570" extrusionOk="0">
                  <a:moveTo>
                    <a:pt x="563" y="0"/>
                  </a:moveTo>
                  <a:cubicBezTo>
                    <a:pt x="253" y="0"/>
                    <a:pt x="0" y="250"/>
                    <a:pt x="0" y="563"/>
                  </a:cubicBezTo>
                  <a:lnTo>
                    <a:pt x="0" y="10003"/>
                  </a:lnTo>
                  <a:cubicBezTo>
                    <a:pt x="0" y="10317"/>
                    <a:pt x="253" y="10570"/>
                    <a:pt x="563" y="10570"/>
                  </a:cubicBezTo>
                  <a:lnTo>
                    <a:pt x="2822" y="10570"/>
                  </a:lnTo>
                  <a:cubicBezTo>
                    <a:pt x="3135" y="10570"/>
                    <a:pt x="3388" y="10317"/>
                    <a:pt x="3388" y="10003"/>
                  </a:cubicBezTo>
                  <a:lnTo>
                    <a:pt x="3388" y="563"/>
                  </a:lnTo>
                  <a:cubicBezTo>
                    <a:pt x="3388" y="250"/>
                    <a:pt x="3135" y="0"/>
                    <a:pt x="2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797" name="Google Shape;4797;p82"/>
            <p:cNvSpPr/>
            <p:nvPr/>
          </p:nvSpPr>
          <p:spPr>
            <a:xfrm>
              <a:off x="3584150" y="2093500"/>
              <a:ext cx="84700" cy="322825"/>
            </a:xfrm>
            <a:custGeom>
              <a:avLst/>
              <a:gdLst/>
              <a:ahLst/>
              <a:cxnLst/>
              <a:rect l="l" t="t" r="r" b="b"/>
              <a:pathLst>
                <a:path w="3388" h="12913" extrusionOk="0">
                  <a:moveTo>
                    <a:pt x="563" y="0"/>
                  </a:moveTo>
                  <a:cubicBezTo>
                    <a:pt x="253" y="0"/>
                    <a:pt x="0" y="253"/>
                    <a:pt x="0" y="566"/>
                  </a:cubicBezTo>
                  <a:lnTo>
                    <a:pt x="0" y="12346"/>
                  </a:lnTo>
                  <a:cubicBezTo>
                    <a:pt x="0" y="12660"/>
                    <a:pt x="253" y="12913"/>
                    <a:pt x="563" y="12913"/>
                  </a:cubicBezTo>
                  <a:lnTo>
                    <a:pt x="2822" y="12913"/>
                  </a:lnTo>
                  <a:cubicBezTo>
                    <a:pt x="3135" y="12913"/>
                    <a:pt x="3388" y="12660"/>
                    <a:pt x="3388" y="12346"/>
                  </a:cubicBezTo>
                  <a:lnTo>
                    <a:pt x="3388" y="566"/>
                  </a:lnTo>
                  <a:cubicBezTo>
                    <a:pt x="3388" y="253"/>
                    <a:pt x="3135" y="0"/>
                    <a:pt x="2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4798" name="Google Shape;4798;p82"/>
          <p:cNvSpPr/>
          <p:nvPr/>
        </p:nvSpPr>
        <p:spPr>
          <a:xfrm>
            <a:off x="2914345" y="3550464"/>
            <a:ext cx="333673" cy="315824"/>
          </a:xfrm>
          <a:custGeom>
            <a:avLst/>
            <a:gdLst/>
            <a:ahLst/>
            <a:cxnLst/>
            <a:rect l="l" t="t" r="r" b="b"/>
            <a:pathLst>
              <a:path w="18956" h="17942" extrusionOk="0">
                <a:moveTo>
                  <a:pt x="6270" y="9375"/>
                </a:moveTo>
                <a:lnTo>
                  <a:pt x="6267" y="16812"/>
                </a:lnTo>
                <a:lnTo>
                  <a:pt x="1130" y="16812"/>
                </a:lnTo>
                <a:lnTo>
                  <a:pt x="1130" y="13545"/>
                </a:lnTo>
                <a:lnTo>
                  <a:pt x="6270" y="9375"/>
                </a:lnTo>
                <a:close/>
                <a:moveTo>
                  <a:pt x="7399" y="9116"/>
                </a:moveTo>
                <a:lnTo>
                  <a:pt x="12103" y="11534"/>
                </a:lnTo>
                <a:lnTo>
                  <a:pt x="12100" y="16812"/>
                </a:lnTo>
                <a:lnTo>
                  <a:pt x="7399" y="16812"/>
                </a:lnTo>
                <a:lnTo>
                  <a:pt x="7399" y="9116"/>
                </a:lnTo>
                <a:close/>
                <a:moveTo>
                  <a:pt x="564" y="1"/>
                </a:moveTo>
                <a:cubicBezTo>
                  <a:pt x="251" y="1"/>
                  <a:pt x="1" y="254"/>
                  <a:pt x="1" y="564"/>
                </a:cubicBezTo>
                <a:lnTo>
                  <a:pt x="1" y="13274"/>
                </a:lnTo>
                <a:lnTo>
                  <a:pt x="1" y="17376"/>
                </a:lnTo>
                <a:cubicBezTo>
                  <a:pt x="1" y="17689"/>
                  <a:pt x="251" y="17942"/>
                  <a:pt x="564" y="17942"/>
                </a:cubicBezTo>
                <a:lnTo>
                  <a:pt x="18324" y="17942"/>
                </a:lnTo>
                <a:cubicBezTo>
                  <a:pt x="18637" y="17942"/>
                  <a:pt x="18890" y="17689"/>
                  <a:pt x="18890" y="17376"/>
                </a:cubicBezTo>
                <a:cubicBezTo>
                  <a:pt x="18890" y="17062"/>
                  <a:pt x="18637" y="16812"/>
                  <a:pt x="18324" y="16812"/>
                </a:cubicBezTo>
                <a:lnTo>
                  <a:pt x="13232" y="16812"/>
                </a:lnTo>
                <a:lnTo>
                  <a:pt x="13232" y="11425"/>
                </a:lnTo>
                <a:lnTo>
                  <a:pt x="16210" y="8444"/>
                </a:lnTo>
                <a:lnTo>
                  <a:pt x="17400" y="9634"/>
                </a:lnTo>
                <a:cubicBezTo>
                  <a:pt x="17514" y="9748"/>
                  <a:pt x="17656" y="9799"/>
                  <a:pt x="17796" y="9799"/>
                </a:cubicBezTo>
                <a:cubicBezTo>
                  <a:pt x="18059" y="9799"/>
                  <a:pt x="18314" y="9616"/>
                  <a:pt x="18357" y="9317"/>
                </a:cubicBezTo>
                <a:lnTo>
                  <a:pt x="18905" y="5592"/>
                </a:lnTo>
                <a:cubicBezTo>
                  <a:pt x="18955" y="5247"/>
                  <a:pt x="18683" y="4948"/>
                  <a:pt x="18347" y="4948"/>
                </a:cubicBezTo>
                <a:cubicBezTo>
                  <a:pt x="18320" y="4948"/>
                  <a:pt x="18292" y="4950"/>
                  <a:pt x="18264" y="4954"/>
                </a:cubicBezTo>
                <a:lnTo>
                  <a:pt x="14539" y="5502"/>
                </a:lnTo>
                <a:cubicBezTo>
                  <a:pt x="14078" y="5568"/>
                  <a:pt x="13895" y="6132"/>
                  <a:pt x="14223" y="6460"/>
                </a:cubicBezTo>
                <a:lnTo>
                  <a:pt x="15412" y="7649"/>
                </a:lnTo>
                <a:lnTo>
                  <a:pt x="12558" y="10501"/>
                </a:lnTo>
                <a:lnTo>
                  <a:pt x="7092" y="7688"/>
                </a:lnTo>
                <a:lnTo>
                  <a:pt x="7059" y="7673"/>
                </a:lnTo>
                <a:lnTo>
                  <a:pt x="7044" y="7667"/>
                </a:lnTo>
                <a:cubicBezTo>
                  <a:pt x="7032" y="7661"/>
                  <a:pt x="7020" y="7658"/>
                  <a:pt x="7008" y="7655"/>
                </a:cubicBezTo>
                <a:cubicBezTo>
                  <a:pt x="7002" y="7652"/>
                  <a:pt x="6996" y="7649"/>
                  <a:pt x="6990" y="7649"/>
                </a:cubicBezTo>
                <a:lnTo>
                  <a:pt x="6957" y="7640"/>
                </a:lnTo>
                <a:lnTo>
                  <a:pt x="6942" y="7637"/>
                </a:lnTo>
                <a:cubicBezTo>
                  <a:pt x="6926" y="7634"/>
                  <a:pt x="6908" y="7631"/>
                  <a:pt x="6893" y="7628"/>
                </a:cubicBezTo>
                <a:lnTo>
                  <a:pt x="6770" y="7628"/>
                </a:lnTo>
                <a:cubicBezTo>
                  <a:pt x="6758" y="7631"/>
                  <a:pt x="6743" y="7634"/>
                  <a:pt x="6728" y="7637"/>
                </a:cubicBezTo>
                <a:lnTo>
                  <a:pt x="6710" y="7640"/>
                </a:lnTo>
                <a:lnTo>
                  <a:pt x="6680" y="7649"/>
                </a:lnTo>
                <a:lnTo>
                  <a:pt x="6658" y="7652"/>
                </a:lnTo>
                <a:cubicBezTo>
                  <a:pt x="6646" y="7658"/>
                  <a:pt x="6631" y="7664"/>
                  <a:pt x="6616" y="7670"/>
                </a:cubicBezTo>
                <a:cubicBezTo>
                  <a:pt x="6610" y="7670"/>
                  <a:pt x="6607" y="7673"/>
                  <a:pt x="6601" y="7676"/>
                </a:cubicBezTo>
                <a:cubicBezTo>
                  <a:pt x="6595" y="7679"/>
                  <a:pt x="6583" y="7685"/>
                  <a:pt x="6574" y="7688"/>
                </a:cubicBezTo>
                <a:lnTo>
                  <a:pt x="6556" y="7700"/>
                </a:lnTo>
                <a:cubicBezTo>
                  <a:pt x="6547" y="7703"/>
                  <a:pt x="6538" y="7709"/>
                  <a:pt x="6529" y="7715"/>
                </a:cubicBezTo>
                <a:lnTo>
                  <a:pt x="6514" y="7724"/>
                </a:lnTo>
                <a:cubicBezTo>
                  <a:pt x="6502" y="7733"/>
                  <a:pt x="6490" y="7743"/>
                  <a:pt x="6475" y="7752"/>
                </a:cubicBezTo>
                <a:lnTo>
                  <a:pt x="6475" y="7755"/>
                </a:lnTo>
                <a:lnTo>
                  <a:pt x="1130" y="12091"/>
                </a:lnTo>
                <a:lnTo>
                  <a:pt x="1130" y="564"/>
                </a:lnTo>
                <a:cubicBezTo>
                  <a:pt x="1130" y="254"/>
                  <a:pt x="877" y="1"/>
                  <a:pt x="5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4799" name="Google Shape;4799;p82"/>
          <p:cNvGrpSpPr/>
          <p:nvPr/>
        </p:nvGrpSpPr>
        <p:grpSpPr>
          <a:xfrm>
            <a:off x="3353262" y="3538814"/>
            <a:ext cx="292078" cy="339253"/>
            <a:chOff x="4492800" y="2027925"/>
            <a:chExt cx="414825" cy="481825"/>
          </a:xfrm>
        </p:grpSpPr>
        <p:sp>
          <p:nvSpPr>
            <p:cNvPr id="4800" name="Google Shape;4800;p82"/>
            <p:cNvSpPr/>
            <p:nvPr/>
          </p:nvSpPr>
          <p:spPr>
            <a:xfrm>
              <a:off x="4492800" y="2027925"/>
              <a:ext cx="54600" cy="481825"/>
            </a:xfrm>
            <a:custGeom>
              <a:avLst/>
              <a:gdLst/>
              <a:ahLst/>
              <a:cxnLst/>
              <a:rect l="l" t="t" r="r" b="b"/>
              <a:pathLst>
                <a:path w="2184" h="19273" extrusionOk="0">
                  <a:moveTo>
                    <a:pt x="912" y="1"/>
                  </a:moveTo>
                  <a:cubicBezTo>
                    <a:pt x="407" y="1"/>
                    <a:pt x="0" y="407"/>
                    <a:pt x="0" y="913"/>
                  </a:cubicBezTo>
                  <a:lnTo>
                    <a:pt x="0" y="18360"/>
                  </a:lnTo>
                  <a:cubicBezTo>
                    <a:pt x="0" y="18866"/>
                    <a:pt x="407" y="19273"/>
                    <a:pt x="912" y="19273"/>
                  </a:cubicBezTo>
                  <a:lnTo>
                    <a:pt x="1271" y="19273"/>
                  </a:lnTo>
                  <a:cubicBezTo>
                    <a:pt x="1777" y="19273"/>
                    <a:pt x="2183" y="18866"/>
                    <a:pt x="2183" y="18360"/>
                  </a:cubicBezTo>
                  <a:lnTo>
                    <a:pt x="2183" y="913"/>
                  </a:lnTo>
                  <a:cubicBezTo>
                    <a:pt x="2183" y="407"/>
                    <a:pt x="1777" y="1"/>
                    <a:pt x="12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01" name="Google Shape;4801;p82"/>
            <p:cNvSpPr/>
            <p:nvPr/>
          </p:nvSpPr>
          <p:spPr>
            <a:xfrm>
              <a:off x="4575600" y="2051425"/>
              <a:ext cx="332025" cy="262450"/>
            </a:xfrm>
            <a:custGeom>
              <a:avLst/>
              <a:gdLst/>
              <a:ahLst/>
              <a:cxnLst/>
              <a:rect l="l" t="t" r="r" b="b"/>
              <a:pathLst>
                <a:path w="13281" h="10498" extrusionOk="0">
                  <a:moveTo>
                    <a:pt x="0" y="0"/>
                  </a:moveTo>
                  <a:lnTo>
                    <a:pt x="0" y="10497"/>
                  </a:lnTo>
                  <a:lnTo>
                    <a:pt x="12485" y="10497"/>
                  </a:lnTo>
                  <a:cubicBezTo>
                    <a:pt x="13006" y="10494"/>
                    <a:pt x="13280" y="9874"/>
                    <a:pt x="12925" y="9488"/>
                  </a:cubicBezTo>
                  <a:lnTo>
                    <a:pt x="9010" y="5249"/>
                  </a:lnTo>
                  <a:lnTo>
                    <a:pt x="12925" y="1006"/>
                  </a:lnTo>
                  <a:cubicBezTo>
                    <a:pt x="13280" y="620"/>
                    <a:pt x="13006" y="0"/>
                    <a:pt x="124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802" name="Google Shape;4802;p82"/>
          <p:cNvGrpSpPr/>
          <p:nvPr/>
        </p:nvGrpSpPr>
        <p:grpSpPr>
          <a:xfrm>
            <a:off x="3752354" y="3538805"/>
            <a:ext cx="339200" cy="339271"/>
            <a:chOff x="5049725" y="2027900"/>
            <a:chExt cx="481750" cy="481850"/>
          </a:xfrm>
        </p:grpSpPr>
        <p:sp>
          <p:nvSpPr>
            <p:cNvPr id="4803" name="Google Shape;4803;p82"/>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04" name="Google Shape;4804;p82"/>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05" name="Google Shape;4805;p82"/>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06" name="Google Shape;4806;p82"/>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07" name="Google Shape;4807;p82"/>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08" name="Google Shape;4808;p82"/>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09" name="Google Shape;4809;p82"/>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10" name="Google Shape;4810;p82"/>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811" name="Google Shape;4811;p82"/>
          <p:cNvGrpSpPr/>
          <p:nvPr/>
        </p:nvGrpSpPr>
        <p:grpSpPr>
          <a:xfrm>
            <a:off x="4225950" y="3538893"/>
            <a:ext cx="219890" cy="339095"/>
            <a:chOff x="5726350" y="2028150"/>
            <a:chExt cx="312300" cy="481600"/>
          </a:xfrm>
        </p:grpSpPr>
        <p:sp>
          <p:nvSpPr>
            <p:cNvPr id="4812" name="Google Shape;4812;p82"/>
            <p:cNvSpPr/>
            <p:nvPr/>
          </p:nvSpPr>
          <p:spPr>
            <a:xfrm>
              <a:off x="5756075" y="2028150"/>
              <a:ext cx="252825" cy="83275"/>
            </a:xfrm>
            <a:custGeom>
              <a:avLst/>
              <a:gdLst/>
              <a:ahLst/>
              <a:cxnLst/>
              <a:rect l="l" t="t" r="r" b="b"/>
              <a:pathLst>
                <a:path w="10113" h="3331" extrusionOk="0">
                  <a:moveTo>
                    <a:pt x="1639" y="1"/>
                  </a:moveTo>
                  <a:cubicBezTo>
                    <a:pt x="730" y="13"/>
                    <a:pt x="1" y="753"/>
                    <a:pt x="1" y="1666"/>
                  </a:cubicBezTo>
                  <a:cubicBezTo>
                    <a:pt x="1" y="2575"/>
                    <a:pt x="730" y="3316"/>
                    <a:pt x="1639" y="3331"/>
                  </a:cubicBezTo>
                  <a:lnTo>
                    <a:pt x="8474" y="3331"/>
                  </a:lnTo>
                  <a:cubicBezTo>
                    <a:pt x="9384" y="3316"/>
                    <a:pt x="10113" y="2575"/>
                    <a:pt x="10113" y="1666"/>
                  </a:cubicBezTo>
                  <a:cubicBezTo>
                    <a:pt x="10113" y="753"/>
                    <a:pt x="9384" y="13"/>
                    <a:pt x="8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13" name="Google Shape;4813;p82"/>
            <p:cNvSpPr/>
            <p:nvPr/>
          </p:nvSpPr>
          <p:spPr>
            <a:xfrm>
              <a:off x="5726350" y="2139650"/>
              <a:ext cx="312300" cy="224425"/>
            </a:xfrm>
            <a:custGeom>
              <a:avLst/>
              <a:gdLst/>
              <a:ahLst/>
              <a:cxnLst/>
              <a:rect l="l" t="t" r="r" b="b"/>
              <a:pathLst>
                <a:path w="12492" h="8977" extrusionOk="0">
                  <a:moveTo>
                    <a:pt x="2822" y="0"/>
                  </a:moveTo>
                  <a:lnTo>
                    <a:pt x="2822" y="4800"/>
                  </a:lnTo>
                  <a:cubicBezTo>
                    <a:pt x="1527" y="5589"/>
                    <a:pt x="542" y="6797"/>
                    <a:pt x="36" y="8224"/>
                  </a:cubicBezTo>
                  <a:lnTo>
                    <a:pt x="30" y="8233"/>
                  </a:lnTo>
                  <a:cubicBezTo>
                    <a:pt x="27" y="8242"/>
                    <a:pt x="24" y="8254"/>
                    <a:pt x="21" y="8266"/>
                  </a:cubicBezTo>
                  <a:cubicBezTo>
                    <a:pt x="18" y="8278"/>
                    <a:pt x="15" y="8281"/>
                    <a:pt x="15" y="8287"/>
                  </a:cubicBezTo>
                  <a:cubicBezTo>
                    <a:pt x="12" y="8296"/>
                    <a:pt x="9" y="8308"/>
                    <a:pt x="9" y="8317"/>
                  </a:cubicBezTo>
                  <a:cubicBezTo>
                    <a:pt x="6" y="8326"/>
                    <a:pt x="6" y="8335"/>
                    <a:pt x="3" y="8347"/>
                  </a:cubicBezTo>
                  <a:cubicBezTo>
                    <a:pt x="3" y="8356"/>
                    <a:pt x="3" y="8362"/>
                    <a:pt x="3" y="8368"/>
                  </a:cubicBezTo>
                  <a:cubicBezTo>
                    <a:pt x="0" y="8378"/>
                    <a:pt x="3" y="8393"/>
                    <a:pt x="3" y="8405"/>
                  </a:cubicBezTo>
                  <a:cubicBezTo>
                    <a:pt x="3" y="8408"/>
                    <a:pt x="3" y="8411"/>
                    <a:pt x="3" y="8414"/>
                  </a:cubicBezTo>
                  <a:lnTo>
                    <a:pt x="3" y="8426"/>
                  </a:lnTo>
                  <a:cubicBezTo>
                    <a:pt x="3" y="8438"/>
                    <a:pt x="3" y="8450"/>
                    <a:pt x="3" y="8462"/>
                  </a:cubicBezTo>
                  <a:lnTo>
                    <a:pt x="6" y="8483"/>
                  </a:lnTo>
                  <a:cubicBezTo>
                    <a:pt x="6" y="8495"/>
                    <a:pt x="9" y="8504"/>
                    <a:pt x="12" y="8513"/>
                  </a:cubicBezTo>
                  <a:cubicBezTo>
                    <a:pt x="12" y="8525"/>
                    <a:pt x="15" y="8531"/>
                    <a:pt x="15" y="8540"/>
                  </a:cubicBezTo>
                  <a:cubicBezTo>
                    <a:pt x="18" y="8549"/>
                    <a:pt x="21" y="8558"/>
                    <a:pt x="21" y="8564"/>
                  </a:cubicBezTo>
                  <a:cubicBezTo>
                    <a:pt x="24" y="8573"/>
                    <a:pt x="27" y="8585"/>
                    <a:pt x="33" y="8594"/>
                  </a:cubicBezTo>
                  <a:cubicBezTo>
                    <a:pt x="36" y="8606"/>
                    <a:pt x="36" y="8609"/>
                    <a:pt x="40" y="8615"/>
                  </a:cubicBezTo>
                  <a:cubicBezTo>
                    <a:pt x="43" y="8624"/>
                    <a:pt x="49" y="8636"/>
                    <a:pt x="52" y="8646"/>
                  </a:cubicBezTo>
                  <a:cubicBezTo>
                    <a:pt x="58" y="8658"/>
                    <a:pt x="58" y="8661"/>
                    <a:pt x="61" y="8667"/>
                  </a:cubicBezTo>
                  <a:cubicBezTo>
                    <a:pt x="67" y="8673"/>
                    <a:pt x="73" y="8685"/>
                    <a:pt x="76" y="8694"/>
                  </a:cubicBezTo>
                  <a:cubicBezTo>
                    <a:pt x="82" y="8703"/>
                    <a:pt x="85" y="8709"/>
                    <a:pt x="88" y="8715"/>
                  </a:cubicBezTo>
                  <a:cubicBezTo>
                    <a:pt x="94" y="8721"/>
                    <a:pt x="100" y="8730"/>
                    <a:pt x="106" y="8739"/>
                  </a:cubicBezTo>
                  <a:cubicBezTo>
                    <a:pt x="112" y="8748"/>
                    <a:pt x="115" y="8754"/>
                    <a:pt x="121" y="8760"/>
                  </a:cubicBezTo>
                  <a:cubicBezTo>
                    <a:pt x="127" y="8769"/>
                    <a:pt x="133" y="8775"/>
                    <a:pt x="139" y="8781"/>
                  </a:cubicBezTo>
                  <a:cubicBezTo>
                    <a:pt x="145" y="8787"/>
                    <a:pt x="151" y="8796"/>
                    <a:pt x="157" y="8802"/>
                  </a:cubicBezTo>
                  <a:lnTo>
                    <a:pt x="175" y="8820"/>
                  </a:lnTo>
                  <a:cubicBezTo>
                    <a:pt x="181" y="8826"/>
                    <a:pt x="190" y="8832"/>
                    <a:pt x="196" y="8841"/>
                  </a:cubicBezTo>
                  <a:lnTo>
                    <a:pt x="217" y="8856"/>
                  </a:lnTo>
                  <a:lnTo>
                    <a:pt x="238" y="8874"/>
                  </a:lnTo>
                  <a:lnTo>
                    <a:pt x="262" y="8889"/>
                  </a:lnTo>
                  <a:lnTo>
                    <a:pt x="283" y="8901"/>
                  </a:lnTo>
                  <a:lnTo>
                    <a:pt x="314" y="8917"/>
                  </a:lnTo>
                  <a:cubicBezTo>
                    <a:pt x="320" y="8920"/>
                    <a:pt x="326" y="8923"/>
                    <a:pt x="332" y="8926"/>
                  </a:cubicBezTo>
                  <a:cubicBezTo>
                    <a:pt x="341" y="8929"/>
                    <a:pt x="356" y="8938"/>
                    <a:pt x="368" y="8941"/>
                  </a:cubicBezTo>
                  <a:lnTo>
                    <a:pt x="377" y="8947"/>
                  </a:lnTo>
                  <a:lnTo>
                    <a:pt x="386" y="8947"/>
                  </a:lnTo>
                  <a:lnTo>
                    <a:pt x="413" y="8956"/>
                  </a:lnTo>
                  <a:lnTo>
                    <a:pt x="437" y="8962"/>
                  </a:lnTo>
                  <a:lnTo>
                    <a:pt x="461" y="8968"/>
                  </a:lnTo>
                  <a:cubicBezTo>
                    <a:pt x="473" y="8971"/>
                    <a:pt x="485" y="8971"/>
                    <a:pt x="497" y="8974"/>
                  </a:cubicBezTo>
                  <a:lnTo>
                    <a:pt x="512" y="8977"/>
                  </a:lnTo>
                  <a:lnTo>
                    <a:pt x="11928" y="8977"/>
                  </a:lnTo>
                  <a:cubicBezTo>
                    <a:pt x="11946" y="8977"/>
                    <a:pt x="11967" y="8977"/>
                    <a:pt x="11985" y="8974"/>
                  </a:cubicBezTo>
                  <a:lnTo>
                    <a:pt x="11991" y="8974"/>
                  </a:lnTo>
                  <a:cubicBezTo>
                    <a:pt x="12006" y="8974"/>
                    <a:pt x="12021" y="8971"/>
                    <a:pt x="12033" y="8968"/>
                  </a:cubicBezTo>
                  <a:lnTo>
                    <a:pt x="12051" y="8965"/>
                  </a:lnTo>
                  <a:cubicBezTo>
                    <a:pt x="12063" y="8962"/>
                    <a:pt x="12072" y="8959"/>
                    <a:pt x="12085" y="8956"/>
                  </a:cubicBezTo>
                  <a:lnTo>
                    <a:pt x="12106" y="8950"/>
                  </a:lnTo>
                  <a:lnTo>
                    <a:pt x="12118" y="8947"/>
                  </a:lnTo>
                  <a:lnTo>
                    <a:pt x="12130" y="8941"/>
                  </a:lnTo>
                  <a:lnTo>
                    <a:pt x="12160" y="8929"/>
                  </a:lnTo>
                  <a:lnTo>
                    <a:pt x="12184" y="8917"/>
                  </a:lnTo>
                  <a:cubicBezTo>
                    <a:pt x="12193" y="8914"/>
                    <a:pt x="12199" y="8907"/>
                    <a:pt x="12208" y="8904"/>
                  </a:cubicBezTo>
                  <a:cubicBezTo>
                    <a:pt x="12214" y="8898"/>
                    <a:pt x="12226" y="8892"/>
                    <a:pt x="12235" y="8889"/>
                  </a:cubicBezTo>
                  <a:lnTo>
                    <a:pt x="12253" y="8877"/>
                  </a:lnTo>
                  <a:cubicBezTo>
                    <a:pt x="12262" y="8868"/>
                    <a:pt x="12271" y="8862"/>
                    <a:pt x="12280" y="8856"/>
                  </a:cubicBezTo>
                  <a:lnTo>
                    <a:pt x="12295" y="8844"/>
                  </a:lnTo>
                  <a:cubicBezTo>
                    <a:pt x="12304" y="8835"/>
                    <a:pt x="12313" y="8826"/>
                    <a:pt x="12319" y="8820"/>
                  </a:cubicBezTo>
                  <a:lnTo>
                    <a:pt x="12334" y="8805"/>
                  </a:lnTo>
                  <a:cubicBezTo>
                    <a:pt x="12343" y="8796"/>
                    <a:pt x="12349" y="8790"/>
                    <a:pt x="12359" y="8781"/>
                  </a:cubicBezTo>
                  <a:lnTo>
                    <a:pt x="12371" y="8763"/>
                  </a:lnTo>
                  <a:lnTo>
                    <a:pt x="12389" y="8739"/>
                  </a:lnTo>
                  <a:lnTo>
                    <a:pt x="12404" y="8718"/>
                  </a:lnTo>
                  <a:cubicBezTo>
                    <a:pt x="12410" y="8709"/>
                    <a:pt x="12413" y="8703"/>
                    <a:pt x="12419" y="8694"/>
                  </a:cubicBezTo>
                  <a:cubicBezTo>
                    <a:pt x="12422" y="8688"/>
                    <a:pt x="12428" y="8679"/>
                    <a:pt x="12431" y="8670"/>
                  </a:cubicBezTo>
                  <a:cubicBezTo>
                    <a:pt x="12437" y="8661"/>
                    <a:pt x="12440" y="8655"/>
                    <a:pt x="12443" y="8646"/>
                  </a:cubicBezTo>
                  <a:cubicBezTo>
                    <a:pt x="12446" y="8639"/>
                    <a:pt x="12449" y="8627"/>
                    <a:pt x="12455" y="8618"/>
                  </a:cubicBezTo>
                  <a:cubicBezTo>
                    <a:pt x="12458" y="8609"/>
                    <a:pt x="12461" y="8603"/>
                    <a:pt x="12461" y="8594"/>
                  </a:cubicBezTo>
                  <a:cubicBezTo>
                    <a:pt x="12464" y="8588"/>
                    <a:pt x="12467" y="8576"/>
                    <a:pt x="12470" y="8567"/>
                  </a:cubicBezTo>
                  <a:cubicBezTo>
                    <a:pt x="12473" y="8558"/>
                    <a:pt x="12476" y="8549"/>
                    <a:pt x="12479" y="8540"/>
                  </a:cubicBezTo>
                  <a:cubicBezTo>
                    <a:pt x="12479" y="8534"/>
                    <a:pt x="12482" y="8525"/>
                    <a:pt x="12482" y="8516"/>
                  </a:cubicBezTo>
                  <a:cubicBezTo>
                    <a:pt x="12485" y="8507"/>
                    <a:pt x="12485" y="8495"/>
                    <a:pt x="12488" y="8486"/>
                  </a:cubicBezTo>
                  <a:lnTo>
                    <a:pt x="12491" y="8462"/>
                  </a:lnTo>
                  <a:cubicBezTo>
                    <a:pt x="12491" y="8450"/>
                    <a:pt x="12491" y="8438"/>
                    <a:pt x="12491" y="8426"/>
                  </a:cubicBezTo>
                  <a:lnTo>
                    <a:pt x="12491" y="8414"/>
                  </a:lnTo>
                  <a:cubicBezTo>
                    <a:pt x="12491" y="8411"/>
                    <a:pt x="12491" y="8408"/>
                    <a:pt x="12491" y="8405"/>
                  </a:cubicBezTo>
                  <a:lnTo>
                    <a:pt x="12491" y="8371"/>
                  </a:lnTo>
                  <a:cubicBezTo>
                    <a:pt x="12491" y="8359"/>
                    <a:pt x="12491" y="8356"/>
                    <a:pt x="12491" y="8347"/>
                  </a:cubicBezTo>
                  <a:cubicBezTo>
                    <a:pt x="12488" y="8338"/>
                    <a:pt x="12488" y="8329"/>
                    <a:pt x="12485" y="8317"/>
                  </a:cubicBezTo>
                  <a:cubicBezTo>
                    <a:pt x="12482" y="8308"/>
                    <a:pt x="12482" y="8299"/>
                    <a:pt x="12479" y="8290"/>
                  </a:cubicBezTo>
                  <a:cubicBezTo>
                    <a:pt x="12476" y="8278"/>
                    <a:pt x="12476" y="8275"/>
                    <a:pt x="12473" y="8266"/>
                  </a:cubicBezTo>
                  <a:cubicBezTo>
                    <a:pt x="12473" y="8260"/>
                    <a:pt x="12467" y="8245"/>
                    <a:pt x="12464" y="8233"/>
                  </a:cubicBezTo>
                  <a:lnTo>
                    <a:pt x="12461" y="8224"/>
                  </a:lnTo>
                  <a:cubicBezTo>
                    <a:pt x="11955" y="6797"/>
                    <a:pt x="10970" y="5589"/>
                    <a:pt x="9676" y="4803"/>
                  </a:cubicBezTo>
                  <a:lnTo>
                    <a:pt x="96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14" name="Google Shape;4814;p82"/>
            <p:cNvSpPr/>
            <p:nvPr/>
          </p:nvSpPr>
          <p:spPr>
            <a:xfrm>
              <a:off x="5842500" y="2392350"/>
              <a:ext cx="79975" cy="117400"/>
            </a:xfrm>
            <a:custGeom>
              <a:avLst/>
              <a:gdLst/>
              <a:ahLst/>
              <a:cxnLst/>
              <a:rect l="l" t="t" r="r" b="b"/>
              <a:pathLst>
                <a:path w="3199" h="4696" extrusionOk="0">
                  <a:moveTo>
                    <a:pt x="4" y="1"/>
                  </a:moveTo>
                  <a:lnTo>
                    <a:pt x="4" y="1651"/>
                  </a:lnTo>
                  <a:cubicBezTo>
                    <a:pt x="1" y="2591"/>
                    <a:pt x="287" y="3509"/>
                    <a:pt x="820" y="4283"/>
                  </a:cubicBezTo>
                  <a:cubicBezTo>
                    <a:pt x="994" y="4542"/>
                    <a:pt x="1287" y="4696"/>
                    <a:pt x="1600" y="4696"/>
                  </a:cubicBezTo>
                  <a:cubicBezTo>
                    <a:pt x="1913" y="4696"/>
                    <a:pt x="2205" y="4542"/>
                    <a:pt x="2380" y="4283"/>
                  </a:cubicBezTo>
                  <a:cubicBezTo>
                    <a:pt x="2913" y="3509"/>
                    <a:pt x="3199" y="2591"/>
                    <a:pt x="3196" y="1651"/>
                  </a:cubicBezTo>
                  <a:lnTo>
                    <a:pt x="31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815" name="Google Shape;4815;p82"/>
          <p:cNvGrpSpPr/>
          <p:nvPr/>
        </p:nvGrpSpPr>
        <p:grpSpPr>
          <a:xfrm>
            <a:off x="4586141" y="3542000"/>
            <a:ext cx="332881" cy="332881"/>
            <a:chOff x="6239925" y="2032450"/>
            <a:chExt cx="472775" cy="472775"/>
          </a:xfrm>
        </p:grpSpPr>
        <p:sp>
          <p:nvSpPr>
            <p:cNvPr id="4816" name="Google Shape;4816;p82"/>
            <p:cNvSpPr/>
            <p:nvPr/>
          </p:nvSpPr>
          <p:spPr>
            <a:xfrm>
              <a:off x="6239925" y="2032450"/>
              <a:ext cx="472775" cy="472775"/>
            </a:xfrm>
            <a:custGeom>
              <a:avLst/>
              <a:gdLst/>
              <a:ahLst/>
              <a:cxnLst/>
              <a:rect l="l" t="t" r="r" b="b"/>
              <a:pathLst>
                <a:path w="18911" h="18911" extrusionOk="0">
                  <a:moveTo>
                    <a:pt x="9455" y="2466"/>
                  </a:moveTo>
                  <a:cubicBezTo>
                    <a:pt x="13307" y="2466"/>
                    <a:pt x="16442" y="5601"/>
                    <a:pt x="16442" y="9456"/>
                  </a:cubicBezTo>
                  <a:cubicBezTo>
                    <a:pt x="16442" y="13310"/>
                    <a:pt x="13307" y="16445"/>
                    <a:pt x="9455" y="16445"/>
                  </a:cubicBezTo>
                  <a:cubicBezTo>
                    <a:pt x="5601" y="16445"/>
                    <a:pt x="2466" y="13310"/>
                    <a:pt x="2466" y="9456"/>
                  </a:cubicBezTo>
                  <a:cubicBezTo>
                    <a:pt x="2466" y="5601"/>
                    <a:pt x="5601" y="2466"/>
                    <a:pt x="9455" y="2466"/>
                  </a:cubicBezTo>
                  <a:close/>
                  <a:moveTo>
                    <a:pt x="9455" y="0"/>
                  </a:moveTo>
                  <a:cubicBezTo>
                    <a:pt x="4228" y="0"/>
                    <a:pt x="0" y="4228"/>
                    <a:pt x="0" y="9456"/>
                  </a:cubicBezTo>
                  <a:cubicBezTo>
                    <a:pt x="0" y="14683"/>
                    <a:pt x="4228" y="18911"/>
                    <a:pt x="9455" y="18911"/>
                  </a:cubicBezTo>
                  <a:cubicBezTo>
                    <a:pt x="14680" y="18911"/>
                    <a:pt x="18911" y="14683"/>
                    <a:pt x="18911" y="9456"/>
                  </a:cubicBezTo>
                  <a:cubicBezTo>
                    <a:pt x="18911" y="4231"/>
                    <a:pt x="14680" y="0"/>
                    <a:pt x="94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17" name="Google Shape;4817;p82"/>
            <p:cNvSpPr/>
            <p:nvPr/>
          </p:nvSpPr>
          <p:spPr>
            <a:xfrm>
              <a:off x="6329800" y="2122325"/>
              <a:ext cx="292950" cy="293025"/>
            </a:xfrm>
            <a:custGeom>
              <a:avLst/>
              <a:gdLst/>
              <a:ahLst/>
              <a:cxnLst/>
              <a:rect l="l" t="t" r="r" b="b"/>
              <a:pathLst>
                <a:path w="11718" h="11721" extrusionOk="0">
                  <a:moveTo>
                    <a:pt x="5860" y="1043"/>
                  </a:moveTo>
                  <a:cubicBezTo>
                    <a:pt x="6171" y="1043"/>
                    <a:pt x="6424" y="1295"/>
                    <a:pt x="6424" y="1609"/>
                  </a:cubicBezTo>
                  <a:lnTo>
                    <a:pt x="6424" y="2542"/>
                  </a:lnTo>
                  <a:cubicBezTo>
                    <a:pt x="7264" y="2792"/>
                    <a:pt x="7839" y="3566"/>
                    <a:pt x="7842" y="4442"/>
                  </a:cubicBezTo>
                  <a:cubicBezTo>
                    <a:pt x="7842" y="4755"/>
                    <a:pt x="7589" y="5008"/>
                    <a:pt x="7276" y="5008"/>
                  </a:cubicBezTo>
                  <a:cubicBezTo>
                    <a:pt x="6966" y="5008"/>
                    <a:pt x="6713" y="4755"/>
                    <a:pt x="6713" y="4442"/>
                  </a:cubicBezTo>
                  <a:cubicBezTo>
                    <a:pt x="6713" y="3929"/>
                    <a:pt x="6292" y="3588"/>
                    <a:pt x="5853" y="3588"/>
                  </a:cubicBezTo>
                  <a:cubicBezTo>
                    <a:pt x="5644" y="3588"/>
                    <a:pt x="5429" y="3666"/>
                    <a:pt x="5255" y="3840"/>
                  </a:cubicBezTo>
                  <a:cubicBezTo>
                    <a:pt x="4719" y="4376"/>
                    <a:pt x="5099" y="5297"/>
                    <a:pt x="5860" y="5297"/>
                  </a:cubicBezTo>
                  <a:cubicBezTo>
                    <a:pt x="5862" y="5297"/>
                    <a:pt x="5865" y="5297"/>
                    <a:pt x="5867" y="5297"/>
                  </a:cubicBezTo>
                  <a:cubicBezTo>
                    <a:pt x="6849" y="5297"/>
                    <a:pt x="7680" y="6019"/>
                    <a:pt x="7821" y="6993"/>
                  </a:cubicBezTo>
                  <a:cubicBezTo>
                    <a:pt x="7962" y="7968"/>
                    <a:pt x="7369" y="8899"/>
                    <a:pt x="6424" y="9179"/>
                  </a:cubicBezTo>
                  <a:lnTo>
                    <a:pt x="6424" y="10115"/>
                  </a:lnTo>
                  <a:cubicBezTo>
                    <a:pt x="6424" y="10426"/>
                    <a:pt x="6171" y="10679"/>
                    <a:pt x="5860" y="10679"/>
                  </a:cubicBezTo>
                  <a:cubicBezTo>
                    <a:pt x="5547" y="10679"/>
                    <a:pt x="5294" y="10426"/>
                    <a:pt x="5294" y="10115"/>
                  </a:cubicBezTo>
                  <a:lnTo>
                    <a:pt x="5294" y="9179"/>
                  </a:lnTo>
                  <a:cubicBezTo>
                    <a:pt x="4454" y="8929"/>
                    <a:pt x="3879" y="8155"/>
                    <a:pt x="3876" y="7279"/>
                  </a:cubicBezTo>
                  <a:cubicBezTo>
                    <a:pt x="3876" y="6966"/>
                    <a:pt x="4129" y="6713"/>
                    <a:pt x="4442" y="6713"/>
                  </a:cubicBezTo>
                  <a:cubicBezTo>
                    <a:pt x="4752" y="6713"/>
                    <a:pt x="5005" y="6966"/>
                    <a:pt x="5005" y="7279"/>
                  </a:cubicBezTo>
                  <a:cubicBezTo>
                    <a:pt x="5005" y="7792"/>
                    <a:pt x="5426" y="8133"/>
                    <a:pt x="5865" y="8133"/>
                  </a:cubicBezTo>
                  <a:cubicBezTo>
                    <a:pt x="6074" y="8133"/>
                    <a:pt x="6288" y="8055"/>
                    <a:pt x="6463" y="7881"/>
                  </a:cubicBezTo>
                  <a:cubicBezTo>
                    <a:pt x="6999" y="7345"/>
                    <a:pt x="6619" y="6427"/>
                    <a:pt x="5860" y="6427"/>
                  </a:cubicBezTo>
                  <a:cubicBezTo>
                    <a:pt x="4873" y="6427"/>
                    <a:pt x="4039" y="5704"/>
                    <a:pt x="3897" y="4728"/>
                  </a:cubicBezTo>
                  <a:cubicBezTo>
                    <a:pt x="3756" y="3753"/>
                    <a:pt x="4349" y="2822"/>
                    <a:pt x="5294" y="2542"/>
                  </a:cubicBezTo>
                  <a:lnTo>
                    <a:pt x="5294" y="1609"/>
                  </a:lnTo>
                  <a:cubicBezTo>
                    <a:pt x="5294" y="1295"/>
                    <a:pt x="5547" y="1043"/>
                    <a:pt x="5860" y="1043"/>
                  </a:cubicBezTo>
                  <a:close/>
                  <a:moveTo>
                    <a:pt x="5860" y="1"/>
                  </a:moveTo>
                  <a:cubicBezTo>
                    <a:pt x="2629" y="1"/>
                    <a:pt x="1" y="2629"/>
                    <a:pt x="1" y="5861"/>
                  </a:cubicBezTo>
                  <a:cubicBezTo>
                    <a:pt x="1" y="9092"/>
                    <a:pt x="2629" y="11720"/>
                    <a:pt x="5860" y="11720"/>
                  </a:cubicBezTo>
                  <a:cubicBezTo>
                    <a:pt x="9088" y="11720"/>
                    <a:pt x="11717" y="9092"/>
                    <a:pt x="11717" y="5861"/>
                  </a:cubicBezTo>
                  <a:cubicBezTo>
                    <a:pt x="11717" y="2629"/>
                    <a:pt x="9088" y="1"/>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818" name="Google Shape;4818;p82"/>
          <p:cNvGrpSpPr/>
          <p:nvPr/>
        </p:nvGrpSpPr>
        <p:grpSpPr>
          <a:xfrm>
            <a:off x="5035233" y="2364092"/>
            <a:ext cx="334641" cy="185425"/>
            <a:chOff x="903075" y="2730000"/>
            <a:chExt cx="475275" cy="263350"/>
          </a:xfrm>
        </p:grpSpPr>
        <p:sp>
          <p:nvSpPr>
            <p:cNvPr id="4819" name="Google Shape;4819;p82"/>
            <p:cNvSpPr/>
            <p:nvPr/>
          </p:nvSpPr>
          <p:spPr>
            <a:xfrm>
              <a:off x="986725" y="2807325"/>
              <a:ext cx="308000" cy="108800"/>
            </a:xfrm>
            <a:custGeom>
              <a:avLst/>
              <a:gdLst/>
              <a:ahLst/>
              <a:cxnLst/>
              <a:rect l="l" t="t" r="r" b="b"/>
              <a:pathLst>
                <a:path w="12320" h="4352" extrusionOk="0">
                  <a:moveTo>
                    <a:pt x="6161" y="482"/>
                  </a:moveTo>
                  <a:cubicBezTo>
                    <a:pt x="6845" y="482"/>
                    <a:pt x="7462" y="894"/>
                    <a:pt x="7724" y="1527"/>
                  </a:cubicBezTo>
                  <a:cubicBezTo>
                    <a:pt x="7986" y="2159"/>
                    <a:pt x="7838" y="2888"/>
                    <a:pt x="7357" y="3370"/>
                  </a:cubicBezTo>
                  <a:cubicBezTo>
                    <a:pt x="7032" y="3694"/>
                    <a:pt x="6599" y="3866"/>
                    <a:pt x="6158" y="3866"/>
                  </a:cubicBezTo>
                  <a:cubicBezTo>
                    <a:pt x="5940" y="3866"/>
                    <a:pt x="5720" y="3824"/>
                    <a:pt x="5511" y="3737"/>
                  </a:cubicBezTo>
                  <a:cubicBezTo>
                    <a:pt x="4881" y="3475"/>
                    <a:pt x="4469" y="2858"/>
                    <a:pt x="4469" y="2174"/>
                  </a:cubicBezTo>
                  <a:cubicBezTo>
                    <a:pt x="4469" y="1241"/>
                    <a:pt x="5225" y="482"/>
                    <a:pt x="6161" y="482"/>
                  </a:cubicBezTo>
                  <a:close/>
                  <a:moveTo>
                    <a:pt x="1418" y="0"/>
                  </a:moveTo>
                  <a:cubicBezTo>
                    <a:pt x="1220" y="684"/>
                    <a:pt x="684" y="1220"/>
                    <a:pt x="0" y="1415"/>
                  </a:cubicBezTo>
                  <a:lnTo>
                    <a:pt x="0" y="2933"/>
                  </a:lnTo>
                  <a:cubicBezTo>
                    <a:pt x="684" y="3129"/>
                    <a:pt x="1220" y="3665"/>
                    <a:pt x="1418" y="4351"/>
                  </a:cubicBezTo>
                  <a:lnTo>
                    <a:pt x="10904" y="4351"/>
                  </a:lnTo>
                  <a:cubicBezTo>
                    <a:pt x="11100" y="3665"/>
                    <a:pt x="11636" y="3129"/>
                    <a:pt x="12319" y="2933"/>
                  </a:cubicBezTo>
                  <a:lnTo>
                    <a:pt x="12319" y="1415"/>
                  </a:lnTo>
                  <a:cubicBezTo>
                    <a:pt x="11636" y="1220"/>
                    <a:pt x="11100" y="684"/>
                    <a:pt x="10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20" name="Google Shape;4820;p82"/>
            <p:cNvSpPr/>
            <p:nvPr/>
          </p:nvSpPr>
          <p:spPr>
            <a:xfrm>
              <a:off x="1126675" y="2847600"/>
              <a:ext cx="28100" cy="28175"/>
            </a:xfrm>
            <a:custGeom>
              <a:avLst/>
              <a:gdLst/>
              <a:ahLst/>
              <a:cxnLst/>
              <a:rect l="l" t="t" r="r" b="b"/>
              <a:pathLst>
                <a:path w="1124" h="1127" extrusionOk="0">
                  <a:moveTo>
                    <a:pt x="563" y="0"/>
                  </a:moveTo>
                  <a:cubicBezTo>
                    <a:pt x="250" y="0"/>
                    <a:pt x="0" y="253"/>
                    <a:pt x="0" y="563"/>
                  </a:cubicBezTo>
                  <a:cubicBezTo>
                    <a:pt x="0" y="873"/>
                    <a:pt x="250" y="1126"/>
                    <a:pt x="563" y="1126"/>
                  </a:cubicBezTo>
                  <a:cubicBezTo>
                    <a:pt x="873" y="1126"/>
                    <a:pt x="1123" y="873"/>
                    <a:pt x="1123" y="563"/>
                  </a:cubicBezTo>
                  <a:cubicBezTo>
                    <a:pt x="1123" y="253"/>
                    <a:pt x="873" y="0"/>
                    <a:pt x="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21" name="Google Shape;4821;p82"/>
            <p:cNvSpPr/>
            <p:nvPr/>
          </p:nvSpPr>
          <p:spPr>
            <a:xfrm>
              <a:off x="903075" y="2730000"/>
              <a:ext cx="475275" cy="263350"/>
            </a:xfrm>
            <a:custGeom>
              <a:avLst/>
              <a:gdLst/>
              <a:ahLst/>
              <a:cxnLst/>
              <a:rect l="l" t="t" r="r" b="b"/>
              <a:pathLst>
                <a:path w="19011" h="10534" extrusionOk="0">
                  <a:moveTo>
                    <a:pt x="14735" y="1964"/>
                  </a:moveTo>
                  <a:cubicBezTo>
                    <a:pt x="15045" y="1964"/>
                    <a:pt x="15298" y="2217"/>
                    <a:pt x="15298" y="2530"/>
                  </a:cubicBezTo>
                  <a:cubicBezTo>
                    <a:pt x="15298" y="3042"/>
                    <a:pt x="15716" y="3460"/>
                    <a:pt x="16231" y="3460"/>
                  </a:cubicBezTo>
                  <a:cubicBezTo>
                    <a:pt x="16541" y="3460"/>
                    <a:pt x="16794" y="3713"/>
                    <a:pt x="16794" y="4026"/>
                  </a:cubicBezTo>
                  <a:lnTo>
                    <a:pt x="16794" y="6511"/>
                  </a:lnTo>
                  <a:cubicBezTo>
                    <a:pt x="16794" y="6821"/>
                    <a:pt x="16541" y="7074"/>
                    <a:pt x="16231" y="7074"/>
                  </a:cubicBezTo>
                  <a:cubicBezTo>
                    <a:pt x="15716" y="7074"/>
                    <a:pt x="15298" y="7492"/>
                    <a:pt x="15298" y="8007"/>
                  </a:cubicBezTo>
                  <a:cubicBezTo>
                    <a:pt x="15298" y="8318"/>
                    <a:pt x="15045" y="8570"/>
                    <a:pt x="14735" y="8570"/>
                  </a:cubicBezTo>
                  <a:lnTo>
                    <a:pt x="4277" y="8570"/>
                  </a:lnTo>
                  <a:cubicBezTo>
                    <a:pt x="3966" y="8570"/>
                    <a:pt x="3714" y="8318"/>
                    <a:pt x="3714" y="8007"/>
                  </a:cubicBezTo>
                  <a:cubicBezTo>
                    <a:pt x="3714" y="7492"/>
                    <a:pt x="3295" y="7074"/>
                    <a:pt x="2783" y="7074"/>
                  </a:cubicBezTo>
                  <a:cubicBezTo>
                    <a:pt x="2470" y="7074"/>
                    <a:pt x="2217" y="6821"/>
                    <a:pt x="2217" y="6511"/>
                  </a:cubicBezTo>
                  <a:lnTo>
                    <a:pt x="2217" y="4026"/>
                  </a:lnTo>
                  <a:cubicBezTo>
                    <a:pt x="2217" y="3713"/>
                    <a:pt x="2470" y="3460"/>
                    <a:pt x="2783" y="3460"/>
                  </a:cubicBezTo>
                  <a:cubicBezTo>
                    <a:pt x="3295" y="3460"/>
                    <a:pt x="3714" y="3042"/>
                    <a:pt x="3714" y="2530"/>
                  </a:cubicBezTo>
                  <a:cubicBezTo>
                    <a:pt x="3714" y="2217"/>
                    <a:pt x="3966" y="1964"/>
                    <a:pt x="4277" y="1964"/>
                  </a:cubicBezTo>
                  <a:close/>
                  <a:moveTo>
                    <a:pt x="567" y="0"/>
                  </a:moveTo>
                  <a:cubicBezTo>
                    <a:pt x="254" y="0"/>
                    <a:pt x="1" y="253"/>
                    <a:pt x="1" y="567"/>
                  </a:cubicBezTo>
                  <a:lnTo>
                    <a:pt x="1" y="9968"/>
                  </a:lnTo>
                  <a:cubicBezTo>
                    <a:pt x="1" y="10281"/>
                    <a:pt x="254" y="10534"/>
                    <a:pt x="567" y="10534"/>
                  </a:cubicBezTo>
                  <a:lnTo>
                    <a:pt x="18445" y="10534"/>
                  </a:lnTo>
                  <a:cubicBezTo>
                    <a:pt x="18758" y="10534"/>
                    <a:pt x="19011" y="10281"/>
                    <a:pt x="19011" y="9968"/>
                  </a:cubicBezTo>
                  <a:lnTo>
                    <a:pt x="19011" y="567"/>
                  </a:lnTo>
                  <a:cubicBezTo>
                    <a:pt x="19011" y="253"/>
                    <a:pt x="18758" y="0"/>
                    <a:pt x="184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822" name="Google Shape;4822;p82"/>
          <p:cNvGrpSpPr/>
          <p:nvPr/>
        </p:nvGrpSpPr>
        <p:grpSpPr>
          <a:xfrm>
            <a:off x="1239624" y="3538814"/>
            <a:ext cx="339253" cy="339253"/>
            <a:chOff x="1492675" y="2027925"/>
            <a:chExt cx="481825" cy="481825"/>
          </a:xfrm>
        </p:grpSpPr>
        <p:sp>
          <p:nvSpPr>
            <p:cNvPr id="4823" name="Google Shape;4823;p82"/>
            <p:cNvSpPr/>
            <p:nvPr/>
          </p:nvSpPr>
          <p:spPr>
            <a:xfrm>
              <a:off x="1719425" y="2170050"/>
              <a:ext cx="28250" cy="28250"/>
            </a:xfrm>
            <a:custGeom>
              <a:avLst/>
              <a:gdLst/>
              <a:ahLst/>
              <a:cxnLst/>
              <a:rect l="l" t="t" r="r" b="b"/>
              <a:pathLst>
                <a:path w="1130" h="1130"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24" name="Google Shape;4824;p82"/>
            <p:cNvSpPr/>
            <p:nvPr/>
          </p:nvSpPr>
          <p:spPr>
            <a:xfrm>
              <a:off x="1832350" y="2254750"/>
              <a:ext cx="28250" cy="28250"/>
            </a:xfrm>
            <a:custGeom>
              <a:avLst/>
              <a:gdLst/>
              <a:ahLst/>
              <a:cxnLst/>
              <a:rect l="l" t="t" r="r" b="b"/>
              <a:pathLst>
                <a:path w="1130" h="1130" extrusionOk="0">
                  <a:moveTo>
                    <a:pt x="567" y="0"/>
                  </a:moveTo>
                  <a:cubicBezTo>
                    <a:pt x="253" y="0"/>
                    <a:pt x="0" y="250"/>
                    <a:pt x="0" y="564"/>
                  </a:cubicBezTo>
                  <a:cubicBezTo>
                    <a:pt x="0" y="877"/>
                    <a:pt x="253" y="1130"/>
                    <a:pt x="567" y="1130"/>
                  </a:cubicBezTo>
                  <a:cubicBezTo>
                    <a:pt x="877" y="1130"/>
                    <a:pt x="1130" y="877"/>
                    <a:pt x="1130" y="564"/>
                  </a:cubicBezTo>
                  <a:cubicBezTo>
                    <a:pt x="1130" y="250"/>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25" name="Google Shape;4825;p82"/>
            <p:cNvSpPr/>
            <p:nvPr/>
          </p:nvSpPr>
          <p:spPr>
            <a:xfrm>
              <a:off x="1606500" y="2254750"/>
              <a:ext cx="28250" cy="28250"/>
            </a:xfrm>
            <a:custGeom>
              <a:avLst/>
              <a:gdLst/>
              <a:ahLst/>
              <a:cxnLst/>
              <a:rect l="l" t="t" r="r" b="b"/>
              <a:pathLst>
                <a:path w="1130" h="1130" extrusionOk="0">
                  <a:moveTo>
                    <a:pt x="567" y="0"/>
                  </a:moveTo>
                  <a:cubicBezTo>
                    <a:pt x="254" y="0"/>
                    <a:pt x="1" y="250"/>
                    <a:pt x="1" y="564"/>
                  </a:cubicBezTo>
                  <a:cubicBezTo>
                    <a:pt x="1" y="877"/>
                    <a:pt x="254" y="1130"/>
                    <a:pt x="567" y="1130"/>
                  </a:cubicBezTo>
                  <a:cubicBezTo>
                    <a:pt x="877" y="1130"/>
                    <a:pt x="1130" y="877"/>
                    <a:pt x="1130" y="564"/>
                  </a:cubicBezTo>
                  <a:cubicBezTo>
                    <a:pt x="1130" y="250"/>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26" name="Google Shape;4826;p82"/>
            <p:cNvSpPr/>
            <p:nvPr/>
          </p:nvSpPr>
          <p:spPr>
            <a:xfrm>
              <a:off x="1492675" y="2425025"/>
              <a:ext cx="481825" cy="84725"/>
            </a:xfrm>
            <a:custGeom>
              <a:avLst/>
              <a:gdLst/>
              <a:ahLst/>
              <a:cxnLst/>
              <a:rect l="l" t="t" r="r" b="b"/>
              <a:pathLst>
                <a:path w="19273" h="3389" extrusionOk="0">
                  <a:moveTo>
                    <a:pt x="1" y="1"/>
                  </a:moveTo>
                  <a:lnTo>
                    <a:pt x="1" y="1696"/>
                  </a:lnTo>
                  <a:cubicBezTo>
                    <a:pt x="1" y="2630"/>
                    <a:pt x="757" y="3389"/>
                    <a:pt x="1693" y="3389"/>
                  </a:cubicBezTo>
                  <a:lnTo>
                    <a:pt x="17577" y="3389"/>
                  </a:lnTo>
                  <a:cubicBezTo>
                    <a:pt x="18514" y="3389"/>
                    <a:pt x="19270" y="2630"/>
                    <a:pt x="19273" y="1696"/>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27" name="Google Shape;4827;p82"/>
            <p:cNvSpPr/>
            <p:nvPr/>
          </p:nvSpPr>
          <p:spPr>
            <a:xfrm>
              <a:off x="1492675" y="2027925"/>
              <a:ext cx="481825" cy="368000"/>
            </a:xfrm>
            <a:custGeom>
              <a:avLst/>
              <a:gdLst/>
              <a:ahLst/>
              <a:cxnLst/>
              <a:rect l="l" t="t" r="r" b="b"/>
              <a:pathLst>
                <a:path w="19273" h="14720" extrusionOk="0">
                  <a:moveTo>
                    <a:pt x="5120" y="2259"/>
                  </a:moveTo>
                  <a:cubicBezTo>
                    <a:pt x="5430" y="2259"/>
                    <a:pt x="5683" y="2512"/>
                    <a:pt x="5683" y="2825"/>
                  </a:cubicBezTo>
                  <a:lnTo>
                    <a:pt x="5683" y="8047"/>
                  </a:lnTo>
                  <a:cubicBezTo>
                    <a:pt x="6360" y="8281"/>
                    <a:pt x="6812" y="8920"/>
                    <a:pt x="6812" y="9637"/>
                  </a:cubicBezTo>
                  <a:cubicBezTo>
                    <a:pt x="6812" y="10353"/>
                    <a:pt x="6360" y="10992"/>
                    <a:pt x="5683" y="11226"/>
                  </a:cubicBezTo>
                  <a:lnTo>
                    <a:pt x="5683" y="13024"/>
                  </a:lnTo>
                  <a:cubicBezTo>
                    <a:pt x="5683" y="13337"/>
                    <a:pt x="5430" y="13587"/>
                    <a:pt x="5120" y="13587"/>
                  </a:cubicBezTo>
                  <a:cubicBezTo>
                    <a:pt x="4807" y="13587"/>
                    <a:pt x="4554" y="13337"/>
                    <a:pt x="4554" y="13024"/>
                  </a:cubicBezTo>
                  <a:lnTo>
                    <a:pt x="4554" y="11226"/>
                  </a:lnTo>
                  <a:cubicBezTo>
                    <a:pt x="3876" y="10992"/>
                    <a:pt x="3425" y="10353"/>
                    <a:pt x="3425" y="9637"/>
                  </a:cubicBezTo>
                  <a:cubicBezTo>
                    <a:pt x="3425" y="8920"/>
                    <a:pt x="3876" y="8281"/>
                    <a:pt x="4554" y="8047"/>
                  </a:cubicBezTo>
                  <a:lnTo>
                    <a:pt x="4554" y="2825"/>
                  </a:lnTo>
                  <a:cubicBezTo>
                    <a:pt x="4554" y="2512"/>
                    <a:pt x="4807" y="2259"/>
                    <a:pt x="5120" y="2259"/>
                  </a:cubicBezTo>
                  <a:close/>
                  <a:moveTo>
                    <a:pt x="9637" y="2259"/>
                  </a:moveTo>
                  <a:cubicBezTo>
                    <a:pt x="9947" y="2259"/>
                    <a:pt x="10200" y="2512"/>
                    <a:pt x="10200" y="2825"/>
                  </a:cubicBezTo>
                  <a:lnTo>
                    <a:pt x="10200" y="4659"/>
                  </a:lnTo>
                  <a:cubicBezTo>
                    <a:pt x="10877" y="4894"/>
                    <a:pt x="11329" y="5532"/>
                    <a:pt x="11329" y="6249"/>
                  </a:cubicBezTo>
                  <a:cubicBezTo>
                    <a:pt x="11329" y="6966"/>
                    <a:pt x="10877" y="7604"/>
                    <a:pt x="10200" y="7839"/>
                  </a:cubicBezTo>
                  <a:lnTo>
                    <a:pt x="10200" y="13024"/>
                  </a:lnTo>
                  <a:cubicBezTo>
                    <a:pt x="10200" y="13337"/>
                    <a:pt x="9947" y="13587"/>
                    <a:pt x="9637" y="13587"/>
                  </a:cubicBezTo>
                  <a:cubicBezTo>
                    <a:pt x="9324" y="13587"/>
                    <a:pt x="9071" y="13337"/>
                    <a:pt x="9071" y="13024"/>
                  </a:cubicBezTo>
                  <a:lnTo>
                    <a:pt x="9071" y="7839"/>
                  </a:lnTo>
                  <a:cubicBezTo>
                    <a:pt x="8393" y="7604"/>
                    <a:pt x="7941" y="6966"/>
                    <a:pt x="7941" y="6249"/>
                  </a:cubicBezTo>
                  <a:cubicBezTo>
                    <a:pt x="7941" y="5532"/>
                    <a:pt x="8393" y="4894"/>
                    <a:pt x="9071" y="4659"/>
                  </a:cubicBezTo>
                  <a:lnTo>
                    <a:pt x="9071" y="2825"/>
                  </a:lnTo>
                  <a:cubicBezTo>
                    <a:pt x="9071" y="2512"/>
                    <a:pt x="9324" y="2259"/>
                    <a:pt x="9637" y="2259"/>
                  </a:cubicBezTo>
                  <a:close/>
                  <a:moveTo>
                    <a:pt x="14154" y="2259"/>
                  </a:moveTo>
                  <a:cubicBezTo>
                    <a:pt x="14464" y="2259"/>
                    <a:pt x="14717" y="2512"/>
                    <a:pt x="14717" y="2825"/>
                  </a:cubicBezTo>
                  <a:lnTo>
                    <a:pt x="14717" y="8047"/>
                  </a:lnTo>
                  <a:cubicBezTo>
                    <a:pt x="15394" y="8281"/>
                    <a:pt x="15846" y="8920"/>
                    <a:pt x="15846" y="9637"/>
                  </a:cubicBezTo>
                  <a:cubicBezTo>
                    <a:pt x="15846" y="10353"/>
                    <a:pt x="15394" y="10992"/>
                    <a:pt x="14717" y="11226"/>
                  </a:cubicBezTo>
                  <a:lnTo>
                    <a:pt x="14717" y="13024"/>
                  </a:lnTo>
                  <a:cubicBezTo>
                    <a:pt x="14717" y="13337"/>
                    <a:pt x="14464" y="13587"/>
                    <a:pt x="14154" y="13587"/>
                  </a:cubicBezTo>
                  <a:cubicBezTo>
                    <a:pt x="13840" y="13587"/>
                    <a:pt x="13587" y="13337"/>
                    <a:pt x="13587" y="13024"/>
                  </a:cubicBezTo>
                  <a:lnTo>
                    <a:pt x="13587" y="11226"/>
                  </a:lnTo>
                  <a:cubicBezTo>
                    <a:pt x="12910" y="10992"/>
                    <a:pt x="12458" y="10353"/>
                    <a:pt x="12458" y="9637"/>
                  </a:cubicBezTo>
                  <a:cubicBezTo>
                    <a:pt x="12458" y="8920"/>
                    <a:pt x="12910" y="8281"/>
                    <a:pt x="13587" y="8047"/>
                  </a:cubicBezTo>
                  <a:lnTo>
                    <a:pt x="13587" y="2825"/>
                  </a:lnTo>
                  <a:cubicBezTo>
                    <a:pt x="13587" y="2512"/>
                    <a:pt x="13840" y="2259"/>
                    <a:pt x="14154" y="2259"/>
                  </a:cubicBezTo>
                  <a:close/>
                  <a:moveTo>
                    <a:pt x="1693" y="1"/>
                  </a:moveTo>
                  <a:cubicBezTo>
                    <a:pt x="757" y="1"/>
                    <a:pt x="1" y="759"/>
                    <a:pt x="1" y="1696"/>
                  </a:cubicBezTo>
                  <a:lnTo>
                    <a:pt x="1" y="14720"/>
                  </a:lnTo>
                  <a:lnTo>
                    <a:pt x="19273" y="14720"/>
                  </a:lnTo>
                  <a:lnTo>
                    <a:pt x="19273" y="1696"/>
                  </a:lnTo>
                  <a:cubicBezTo>
                    <a:pt x="19270" y="759"/>
                    <a:pt x="18514" y="1"/>
                    <a:pt x="17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828" name="Google Shape;4828;p82"/>
          <p:cNvGrpSpPr/>
          <p:nvPr/>
        </p:nvGrpSpPr>
        <p:grpSpPr>
          <a:xfrm>
            <a:off x="5466000" y="2287178"/>
            <a:ext cx="339253" cy="339253"/>
            <a:chOff x="1492675" y="2620775"/>
            <a:chExt cx="481825" cy="481825"/>
          </a:xfrm>
        </p:grpSpPr>
        <p:sp>
          <p:nvSpPr>
            <p:cNvPr id="4829" name="Google Shape;4829;p82"/>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30" name="Google Shape;4830;p82"/>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4831" name="Google Shape;4831;p82"/>
          <p:cNvSpPr/>
          <p:nvPr/>
        </p:nvSpPr>
        <p:spPr>
          <a:xfrm>
            <a:off x="5865948" y="2287094"/>
            <a:ext cx="352508" cy="339253"/>
          </a:xfrm>
          <a:custGeom>
            <a:avLst/>
            <a:gdLst/>
            <a:ahLst/>
            <a:cxnLst/>
            <a:rect l="l" t="t" r="r" b="b"/>
            <a:pathLst>
              <a:path w="20026" h="19273" extrusionOk="0">
                <a:moveTo>
                  <a:pt x="14841" y="2901"/>
                </a:moveTo>
                <a:cubicBezTo>
                  <a:pt x="15282" y="2901"/>
                  <a:pt x="15717" y="3074"/>
                  <a:pt x="16042" y="3397"/>
                </a:cubicBezTo>
                <a:cubicBezTo>
                  <a:pt x="16704" y="4059"/>
                  <a:pt x="16704" y="5131"/>
                  <a:pt x="16042" y="5794"/>
                </a:cubicBezTo>
                <a:cubicBezTo>
                  <a:pt x="15717" y="6118"/>
                  <a:pt x="15284" y="6290"/>
                  <a:pt x="14843" y="6290"/>
                </a:cubicBezTo>
                <a:cubicBezTo>
                  <a:pt x="14625" y="6290"/>
                  <a:pt x="14405" y="6248"/>
                  <a:pt x="14196" y="6161"/>
                </a:cubicBezTo>
                <a:cubicBezTo>
                  <a:pt x="13563" y="5899"/>
                  <a:pt x="13151" y="5282"/>
                  <a:pt x="13151" y="4595"/>
                </a:cubicBezTo>
                <a:cubicBezTo>
                  <a:pt x="13151" y="3912"/>
                  <a:pt x="13563" y="3294"/>
                  <a:pt x="14196" y="3029"/>
                </a:cubicBezTo>
                <a:cubicBezTo>
                  <a:pt x="14404" y="2943"/>
                  <a:pt x="14623" y="2901"/>
                  <a:pt x="14841" y="2901"/>
                </a:cubicBezTo>
                <a:close/>
                <a:moveTo>
                  <a:pt x="10859" y="4837"/>
                </a:moveTo>
                <a:cubicBezTo>
                  <a:pt x="11001" y="4837"/>
                  <a:pt x="11142" y="4890"/>
                  <a:pt x="11251" y="4996"/>
                </a:cubicBezTo>
                <a:lnTo>
                  <a:pt x="12049" y="5794"/>
                </a:lnTo>
                <a:cubicBezTo>
                  <a:pt x="12269" y="6014"/>
                  <a:pt x="12269" y="6372"/>
                  <a:pt x="12049" y="6592"/>
                </a:cubicBezTo>
                <a:cubicBezTo>
                  <a:pt x="11939" y="6702"/>
                  <a:pt x="11794" y="6757"/>
                  <a:pt x="11650" y="6757"/>
                </a:cubicBezTo>
                <a:cubicBezTo>
                  <a:pt x="11505" y="6757"/>
                  <a:pt x="11361" y="6702"/>
                  <a:pt x="11251" y="6592"/>
                </a:cubicBezTo>
                <a:lnTo>
                  <a:pt x="10453" y="5794"/>
                </a:lnTo>
                <a:cubicBezTo>
                  <a:pt x="10239" y="5571"/>
                  <a:pt x="10242" y="5219"/>
                  <a:pt x="10459" y="5002"/>
                </a:cubicBezTo>
                <a:cubicBezTo>
                  <a:pt x="10570" y="4892"/>
                  <a:pt x="10715" y="4837"/>
                  <a:pt x="10859" y="4837"/>
                </a:cubicBezTo>
                <a:close/>
                <a:moveTo>
                  <a:pt x="13255" y="7232"/>
                </a:moveTo>
                <a:cubicBezTo>
                  <a:pt x="13396" y="7232"/>
                  <a:pt x="13538" y="7284"/>
                  <a:pt x="13648" y="7390"/>
                </a:cubicBezTo>
                <a:lnTo>
                  <a:pt x="14446" y="8188"/>
                </a:lnTo>
                <a:cubicBezTo>
                  <a:pt x="14665" y="8411"/>
                  <a:pt x="14665" y="8766"/>
                  <a:pt x="14446" y="8989"/>
                </a:cubicBezTo>
                <a:cubicBezTo>
                  <a:pt x="14336" y="9099"/>
                  <a:pt x="14191" y="9154"/>
                  <a:pt x="14047" y="9154"/>
                </a:cubicBezTo>
                <a:cubicBezTo>
                  <a:pt x="13902" y="9154"/>
                  <a:pt x="13758" y="9099"/>
                  <a:pt x="13648" y="8989"/>
                </a:cubicBezTo>
                <a:lnTo>
                  <a:pt x="12850" y="8188"/>
                </a:lnTo>
                <a:cubicBezTo>
                  <a:pt x="12633" y="7968"/>
                  <a:pt x="12636" y="7616"/>
                  <a:pt x="12856" y="7399"/>
                </a:cubicBezTo>
                <a:cubicBezTo>
                  <a:pt x="12966" y="7287"/>
                  <a:pt x="13110" y="7232"/>
                  <a:pt x="13255" y="7232"/>
                </a:cubicBezTo>
                <a:close/>
                <a:moveTo>
                  <a:pt x="10846" y="8029"/>
                </a:moveTo>
                <a:cubicBezTo>
                  <a:pt x="10991" y="8029"/>
                  <a:pt x="11135" y="8084"/>
                  <a:pt x="11245" y="8194"/>
                </a:cubicBezTo>
                <a:cubicBezTo>
                  <a:pt x="11462" y="8411"/>
                  <a:pt x="11465" y="8763"/>
                  <a:pt x="11251" y="8986"/>
                </a:cubicBezTo>
                <a:lnTo>
                  <a:pt x="11251" y="8989"/>
                </a:lnTo>
                <a:lnTo>
                  <a:pt x="10778" y="9461"/>
                </a:lnTo>
                <a:cubicBezTo>
                  <a:pt x="11088" y="10106"/>
                  <a:pt x="10959" y="10874"/>
                  <a:pt x="10453" y="11383"/>
                </a:cubicBezTo>
                <a:cubicBezTo>
                  <a:pt x="10343" y="11493"/>
                  <a:pt x="10198" y="11548"/>
                  <a:pt x="10054" y="11548"/>
                </a:cubicBezTo>
                <a:cubicBezTo>
                  <a:pt x="9909" y="11548"/>
                  <a:pt x="9765" y="11493"/>
                  <a:pt x="9655" y="11383"/>
                </a:cubicBezTo>
                <a:cubicBezTo>
                  <a:pt x="9435" y="11163"/>
                  <a:pt x="9435" y="10804"/>
                  <a:pt x="9655" y="10585"/>
                </a:cubicBezTo>
                <a:cubicBezTo>
                  <a:pt x="10010" y="10229"/>
                  <a:pt x="9757" y="9621"/>
                  <a:pt x="9254" y="9621"/>
                </a:cubicBezTo>
                <a:cubicBezTo>
                  <a:pt x="8751" y="9621"/>
                  <a:pt x="8498" y="10229"/>
                  <a:pt x="8857" y="10585"/>
                </a:cubicBezTo>
                <a:cubicBezTo>
                  <a:pt x="9441" y="11166"/>
                  <a:pt x="9519" y="12084"/>
                  <a:pt x="9043" y="12756"/>
                </a:cubicBezTo>
                <a:cubicBezTo>
                  <a:pt x="8717" y="13218"/>
                  <a:pt x="8196" y="13472"/>
                  <a:pt x="7661" y="13472"/>
                </a:cubicBezTo>
                <a:cubicBezTo>
                  <a:pt x="7415" y="13472"/>
                  <a:pt x="7167" y="13419"/>
                  <a:pt x="6933" y="13307"/>
                </a:cubicBezTo>
                <a:lnTo>
                  <a:pt x="6460" y="13777"/>
                </a:lnTo>
                <a:cubicBezTo>
                  <a:pt x="6351" y="13882"/>
                  <a:pt x="6210" y="13935"/>
                  <a:pt x="6068" y="13935"/>
                </a:cubicBezTo>
                <a:cubicBezTo>
                  <a:pt x="5924" y="13935"/>
                  <a:pt x="5779" y="13880"/>
                  <a:pt x="5668" y="13771"/>
                </a:cubicBezTo>
                <a:cubicBezTo>
                  <a:pt x="5451" y="13551"/>
                  <a:pt x="5448" y="13198"/>
                  <a:pt x="5662" y="12979"/>
                </a:cubicBezTo>
                <a:lnTo>
                  <a:pt x="6135" y="12506"/>
                </a:lnTo>
                <a:cubicBezTo>
                  <a:pt x="5824" y="11861"/>
                  <a:pt x="5957" y="11091"/>
                  <a:pt x="6460" y="10582"/>
                </a:cubicBezTo>
                <a:cubicBezTo>
                  <a:pt x="6570" y="10476"/>
                  <a:pt x="6711" y="10424"/>
                  <a:pt x="6852" y="10424"/>
                </a:cubicBezTo>
                <a:cubicBezTo>
                  <a:pt x="6997" y="10424"/>
                  <a:pt x="7142" y="10479"/>
                  <a:pt x="7252" y="10591"/>
                </a:cubicBezTo>
                <a:cubicBezTo>
                  <a:pt x="7469" y="10808"/>
                  <a:pt x="7472" y="11160"/>
                  <a:pt x="7258" y="11383"/>
                </a:cubicBezTo>
                <a:cubicBezTo>
                  <a:pt x="6902" y="11738"/>
                  <a:pt x="7155" y="12346"/>
                  <a:pt x="7658" y="12346"/>
                </a:cubicBezTo>
                <a:cubicBezTo>
                  <a:pt x="8161" y="12346"/>
                  <a:pt x="8414" y="11738"/>
                  <a:pt x="8059" y="11383"/>
                </a:cubicBezTo>
                <a:cubicBezTo>
                  <a:pt x="7475" y="10798"/>
                  <a:pt x="7393" y="9883"/>
                  <a:pt x="7869" y="9209"/>
                </a:cubicBezTo>
                <a:cubicBezTo>
                  <a:pt x="8195" y="8749"/>
                  <a:pt x="8716" y="8495"/>
                  <a:pt x="9251" y="8495"/>
                </a:cubicBezTo>
                <a:cubicBezTo>
                  <a:pt x="9497" y="8495"/>
                  <a:pt x="9746" y="8549"/>
                  <a:pt x="9980" y="8660"/>
                </a:cubicBezTo>
                <a:lnTo>
                  <a:pt x="10453" y="8188"/>
                </a:lnTo>
                <a:cubicBezTo>
                  <a:pt x="10563" y="8082"/>
                  <a:pt x="10705" y="8029"/>
                  <a:pt x="10846" y="8029"/>
                </a:cubicBezTo>
                <a:close/>
                <a:moveTo>
                  <a:pt x="13208" y="0"/>
                </a:moveTo>
                <a:cubicBezTo>
                  <a:pt x="11632" y="0"/>
                  <a:pt x="10059" y="597"/>
                  <a:pt x="8857" y="1801"/>
                </a:cubicBezTo>
                <a:lnTo>
                  <a:pt x="8456" y="2201"/>
                </a:lnTo>
                <a:lnTo>
                  <a:pt x="9655" y="3397"/>
                </a:lnTo>
                <a:cubicBezTo>
                  <a:pt x="9869" y="3620"/>
                  <a:pt x="9866" y="3972"/>
                  <a:pt x="9646" y="4189"/>
                </a:cubicBezTo>
                <a:cubicBezTo>
                  <a:pt x="9536" y="4300"/>
                  <a:pt x="9391" y="4356"/>
                  <a:pt x="9246" y="4356"/>
                </a:cubicBezTo>
                <a:cubicBezTo>
                  <a:pt x="9106" y="4356"/>
                  <a:pt x="8965" y="4303"/>
                  <a:pt x="8857" y="4198"/>
                </a:cubicBezTo>
                <a:lnTo>
                  <a:pt x="7658" y="2999"/>
                </a:lnTo>
                <a:lnTo>
                  <a:pt x="663" y="9994"/>
                </a:lnTo>
                <a:cubicBezTo>
                  <a:pt x="1" y="10654"/>
                  <a:pt x="1" y="11726"/>
                  <a:pt x="663" y="12388"/>
                </a:cubicBezTo>
                <a:lnTo>
                  <a:pt x="7053" y="18775"/>
                </a:lnTo>
                <a:cubicBezTo>
                  <a:pt x="7383" y="19107"/>
                  <a:pt x="7816" y="19272"/>
                  <a:pt x="8249" y="19272"/>
                </a:cubicBezTo>
                <a:cubicBezTo>
                  <a:pt x="8682" y="19272"/>
                  <a:pt x="9116" y="19107"/>
                  <a:pt x="9447" y="18775"/>
                </a:cubicBezTo>
                <a:lnTo>
                  <a:pt x="16442" y="11783"/>
                </a:lnTo>
                <a:lnTo>
                  <a:pt x="15244" y="10585"/>
                </a:lnTo>
                <a:cubicBezTo>
                  <a:pt x="15030" y="10362"/>
                  <a:pt x="15033" y="10010"/>
                  <a:pt x="15250" y="9793"/>
                </a:cubicBezTo>
                <a:cubicBezTo>
                  <a:pt x="15361" y="9683"/>
                  <a:pt x="15506" y="9628"/>
                  <a:pt x="15650" y="9628"/>
                </a:cubicBezTo>
                <a:cubicBezTo>
                  <a:pt x="15792" y="9628"/>
                  <a:pt x="15933" y="9681"/>
                  <a:pt x="16042" y="9787"/>
                </a:cubicBezTo>
                <a:lnTo>
                  <a:pt x="17240" y="10982"/>
                </a:lnTo>
                <a:lnTo>
                  <a:pt x="17641" y="10585"/>
                </a:lnTo>
                <a:cubicBezTo>
                  <a:pt x="19923" y="8299"/>
                  <a:pt x="20025" y="4677"/>
                  <a:pt x="17999" y="2240"/>
                </a:cubicBezTo>
                <a:lnTo>
                  <a:pt x="19237" y="1003"/>
                </a:lnTo>
                <a:cubicBezTo>
                  <a:pt x="19456" y="783"/>
                  <a:pt x="19456" y="425"/>
                  <a:pt x="19237" y="205"/>
                </a:cubicBezTo>
                <a:cubicBezTo>
                  <a:pt x="19127" y="95"/>
                  <a:pt x="18982" y="40"/>
                  <a:pt x="18838" y="40"/>
                </a:cubicBezTo>
                <a:cubicBezTo>
                  <a:pt x="18693" y="40"/>
                  <a:pt x="18548" y="95"/>
                  <a:pt x="18439" y="205"/>
                </a:cubicBezTo>
                <a:lnTo>
                  <a:pt x="17198" y="1443"/>
                </a:lnTo>
                <a:cubicBezTo>
                  <a:pt x="16045" y="483"/>
                  <a:pt x="14625" y="0"/>
                  <a:pt x="132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4832" name="Google Shape;4832;p82"/>
          <p:cNvGrpSpPr/>
          <p:nvPr/>
        </p:nvGrpSpPr>
        <p:grpSpPr>
          <a:xfrm>
            <a:off x="6289754" y="2303161"/>
            <a:ext cx="333585" cy="307287"/>
            <a:chOff x="2682350" y="2643425"/>
            <a:chExt cx="473775" cy="436425"/>
          </a:xfrm>
        </p:grpSpPr>
        <p:sp>
          <p:nvSpPr>
            <p:cNvPr id="4833" name="Google Shape;4833;p82"/>
            <p:cNvSpPr/>
            <p:nvPr/>
          </p:nvSpPr>
          <p:spPr>
            <a:xfrm>
              <a:off x="2682350" y="2725775"/>
              <a:ext cx="70175" cy="73425"/>
            </a:xfrm>
            <a:custGeom>
              <a:avLst/>
              <a:gdLst/>
              <a:ahLst/>
              <a:cxnLst/>
              <a:rect l="l" t="t" r="r" b="b"/>
              <a:pathLst>
                <a:path w="2807" h="2937" extrusionOk="0">
                  <a:moveTo>
                    <a:pt x="1130" y="1"/>
                  </a:moveTo>
                  <a:cubicBezTo>
                    <a:pt x="506" y="1"/>
                    <a:pt x="1" y="504"/>
                    <a:pt x="1" y="1130"/>
                  </a:cubicBezTo>
                  <a:lnTo>
                    <a:pt x="1" y="2937"/>
                  </a:lnTo>
                  <a:lnTo>
                    <a:pt x="1991" y="2937"/>
                  </a:lnTo>
                  <a:cubicBezTo>
                    <a:pt x="2443" y="2937"/>
                    <a:pt x="2807" y="2572"/>
                    <a:pt x="2807" y="2124"/>
                  </a:cubicBezTo>
                  <a:lnTo>
                    <a:pt x="2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34" name="Google Shape;4834;p82"/>
            <p:cNvSpPr/>
            <p:nvPr/>
          </p:nvSpPr>
          <p:spPr>
            <a:xfrm>
              <a:off x="2682350" y="3006350"/>
              <a:ext cx="70175" cy="73500"/>
            </a:xfrm>
            <a:custGeom>
              <a:avLst/>
              <a:gdLst/>
              <a:ahLst/>
              <a:cxnLst/>
              <a:rect l="l" t="t" r="r" b="b"/>
              <a:pathLst>
                <a:path w="2807" h="2940" extrusionOk="0">
                  <a:moveTo>
                    <a:pt x="1" y="1"/>
                  </a:moveTo>
                  <a:lnTo>
                    <a:pt x="1" y="1811"/>
                  </a:lnTo>
                  <a:cubicBezTo>
                    <a:pt x="1" y="2434"/>
                    <a:pt x="506" y="2940"/>
                    <a:pt x="1130" y="2940"/>
                  </a:cubicBezTo>
                  <a:lnTo>
                    <a:pt x="2807" y="2940"/>
                  </a:lnTo>
                  <a:lnTo>
                    <a:pt x="2807" y="817"/>
                  </a:lnTo>
                  <a:cubicBezTo>
                    <a:pt x="2807" y="365"/>
                    <a:pt x="2443" y="4"/>
                    <a:pt x="19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35" name="Google Shape;4835;p82"/>
            <p:cNvSpPr/>
            <p:nvPr/>
          </p:nvSpPr>
          <p:spPr>
            <a:xfrm>
              <a:off x="3085925" y="2725700"/>
              <a:ext cx="70200" cy="73500"/>
            </a:xfrm>
            <a:custGeom>
              <a:avLst/>
              <a:gdLst/>
              <a:ahLst/>
              <a:cxnLst/>
              <a:rect l="l" t="t" r="r" b="b"/>
              <a:pathLst>
                <a:path w="2808" h="2940" extrusionOk="0">
                  <a:moveTo>
                    <a:pt x="1" y="1"/>
                  </a:moveTo>
                  <a:lnTo>
                    <a:pt x="1" y="2127"/>
                  </a:lnTo>
                  <a:cubicBezTo>
                    <a:pt x="1" y="2575"/>
                    <a:pt x="365" y="2940"/>
                    <a:pt x="817" y="2940"/>
                  </a:cubicBezTo>
                  <a:lnTo>
                    <a:pt x="2807" y="2940"/>
                  </a:lnTo>
                  <a:lnTo>
                    <a:pt x="2807" y="1130"/>
                  </a:lnTo>
                  <a:cubicBezTo>
                    <a:pt x="2807" y="507"/>
                    <a:pt x="2301" y="1"/>
                    <a:pt x="16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36" name="Google Shape;4836;p82"/>
            <p:cNvSpPr/>
            <p:nvPr/>
          </p:nvSpPr>
          <p:spPr>
            <a:xfrm>
              <a:off x="2825150" y="2843075"/>
              <a:ext cx="180700" cy="107375"/>
            </a:xfrm>
            <a:custGeom>
              <a:avLst/>
              <a:gdLst/>
              <a:ahLst/>
              <a:cxnLst/>
              <a:rect l="l" t="t" r="r" b="b"/>
              <a:pathLst>
                <a:path w="7228" h="4295" extrusionOk="0">
                  <a:moveTo>
                    <a:pt x="5024" y="714"/>
                  </a:moveTo>
                  <a:cubicBezTo>
                    <a:pt x="5337" y="714"/>
                    <a:pt x="5590" y="967"/>
                    <a:pt x="5590" y="1277"/>
                  </a:cubicBezTo>
                  <a:cubicBezTo>
                    <a:pt x="5590" y="1590"/>
                    <a:pt x="5337" y="1843"/>
                    <a:pt x="5024" y="1843"/>
                  </a:cubicBezTo>
                  <a:lnTo>
                    <a:pt x="2503" y="1843"/>
                  </a:lnTo>
                  <a:cubicBezTo>
                    <a:pt x="2190" y="1843"/>
                    <a:pt x="1937" y="1590"/>
                    <a:pt x="1937" y="1277"/>
                  </a:cubicBezTo>
                  <a:cubicBezTo>
                    <a:pt x="1937" y="967"/>
                    <a:pt x="2190" y="714"/>
                    <a:pt x="2503" y="714"/>
                  </a:cubicBezTo>
                  <a:close/>
                  <a:moveTo>
                    <a:pt x="6078" y="2452"/>
                  </a:moveTo>
                  <a:cubicBezTo>
                    <a:pt x="6391" y="2452"/>
                    <a:pt x="6644" y="2704"/>
                    <a:pt x="6644" y="3018"/>
                  </a:cubicBezTo>
                  <a:cubicBezTo>
                    <a:pt x="6644" y="3328"/>
                    <a:pt x="6391" y="3581"/>
                    <a:pt x="6078" y="3581"/>
                  </a:cubicBezTo>
                  <a:lnTo>
                    <a:pt x="1449" y="3581"/>
                  </a:lnTo>
                  <a:cubicBezTo>
                    <a:pt x="1136" y="3581"/>
                    <a:pt x="883" y="3328"/>
                    <a:pt x="883" y="3018"/>
                  </a:cubicBezTo>
                  <a:cubicBezTo>
                    <a:pt x="883" y="2704"/>
                    <a:pt x="1136" y="2452"/>
                    <a:pt x="1449" y="2452"/>
                  </a:cubicBezTo>
                  <a:close/>
                  <a:moveTo>
                    <a:pt x="1" y="0"/>
                  </a:moveTo>
                  <a:lnTo>
                    <a:pt x="1" y="4294"/>
                  </a:lnTo>
                  <a:lnTo>
                    <a:pt x="7228" y="4294"/>
                  </a:lnTo>
                  <a:lnTo>
                    <a:pt x="72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37" name="Google Shape;4837;p82"/>
            <p:cNvSpPr/>
            <p:nvPr/>
          </p:nvSpPr>
          <p:spPr>
            <a:xfrm>
              <a:off x="2682350" y="2725700"/>
              <a:ext cx="473775" cy="354150"/>
            </a:xfrm>
            <a:custGeom>
              <a:avLst/>
              <a:gdLst/>
              <a:ahLst/>
              <a:cxnLst/>
              <a:rect l="l" t="t" r="r" b="b"/>
              <a:pathLst>
                <a:path w="18951" h="14166" extrusionOk="0">
                  <a:moveTo>
                    <a:pt x="13503" y="3566"/>
                  </a:moveTo>
                  <a:cubicBezTo>
                    <a:pt x="13816" y="3566"/>
                    <a:pt x="14069" y="3819"/>
                    <a:pt x="14069" y="4129"/>
                  </a:cubicBezTo>
                  <a:lnTo>
                    <a:pt x="14069" y="9556"/>
                  </a:lnTo>
                  <a:cubicBezTo>
                    <a:pt x="14069" y="9866"/>
                    <a:pt x="13816" y="10119"/>
                    <a:pt x="13503" y="10119"/>
                  </a:cubicBezTo>
                  <a:lnTo>
                    <a:pt x="5147" y="10119"/>
                  </a:lnTo>
                  <a:cubicBezTo>
                    <a:pt x="4834" y="10119"/>
                    <a:pt x="4584" y="9866"/>
                    <a:pt x="4584" y="9556"/>
                  </a:cubicBezTo>
                  <a:lnTo>
                    <a:pt x="4584" y="4129"/>
                  </a:lnTo>
                  <a:cubicBezTo>
                    <a:pt x="4584" y="3819"/>
                    <a:pt x="4834" y="3566"/>
                    <a:pt x="5147" y="3566"/>
                  </a:cubicBezTo>
                  <a:close/>
                  <a:moveTo>
                    <a:pt x="3936" y="1"/>
                  </a:moveTo>
                  <a:lnTo>
                    <a:pt x="3936" y="2127"/>
                  </a:lnTo>
                  <a:cubicBezTo>
                    <a:pt x="3933" y="3199"/>
                    <a:pt x="3066" y="4069"/>
                    <a:pt x="1991" y="4069"/>
                  </a:cubicBezTo>
                  <a:lnTo>
                    <a:pt x="1" y="4069"/>
                  </a:lnTo>
                  <a:lnTo>
                    <a:pt x="1" y="10098"/>
                  </a:lnTo>
                  <a:lnTo>
                    <a:pt x="1991" y="10098"/>
                  </a:lnTo>
                  <a:cubicBezTo>
                    <a:pt x="3066" y="10101"/>
                    <a:pt x="3933" y="10968"/>
                    <a:pt x="3936" y="12043"/>
                  </a:cubicBezTo>
                  <a:lnTo>
                    <a:pt x="3936" y="14166"/>
                  </a:lnTo>
                  <a:lnTo>
                    <a:pt x="15015" y="14166"/>
                  </a:lnTo>
                  <a:lnTo>
                    <a:pt x="15015" y="12043"/>
                  </a:lnTo>
                  <a:cubicBezTo>
                    <a:pt x="15018" y="10968"/>
                    <a:pt x="15885" y="10101"/>
                    <a:pt x="16960" y="10098"/>
                  </a:cubicBezTo>
                  <a:lnTo>
                    <a:pt x="18950" y="10098"/>
                  </a:lnTo>
                  <a:lnTo>
                    <a:pt x="18950" y="4069"/>
                  </a:lnTo>
                  <a:lnTo>
                    <a:pt x="16960" y="4069"/>
                  </a:lnTo>
                  <a:cubicBezTo>
                    <a:pt x="15885" y="4069"/>
                    <a:pt x="15018" y="3199"/>
                    <a:pt x="15015" y="2127"/>
                  </a:cubicBezTo>
                  <a:lnTo>
                    <a:pt x="150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38" name="Google Shape;4838;p82"/>
            <p:cNvSpPr/>
            <p:nvPr/>
          </p:nvSpPr>
          <p:spPr>
            <a:xfrm>
              <a:off x="3085925" y="3006350"/>
              <a:ext cx="70200" cy="73500"/>
            </a:xfrm>
            <a:custGeom>
              <a:avLst/>
              <a:gdLst/>
              <a:ahLst/>
              <a:cxnLst/>
              <a:rect l="l" t="t" r="r" b="b"/>
              <a:pathLst>
                <a:path w="2808" h="2940" extrusionOk="0">
                  <a:moveTo>
                    <a:pt x="817" y="1"/>
                  </a:moveTo>
                  <a:cubicBezTo>
                    <a:pt x="365" y="4"/>
                    <a:pt x="1" y="365"/>
                    <a:pt x="1" y="817"/>
                  </a:cubicBezTo>
                  <a:lnTo>
                    <a:pt x="1" y="2940"/>
                  </a:lnTo>
                  <a:lnTo>
                    <a:pt x="1678" y="2940"/>
                  </a:lnTo>
                  <a:cubicBezTo>
                    <a:pt x="2301" y="2940"/>
                    <a:pt x="2807" y="2434"/>
                    <a:pt x="2807" y="1811"/>
                  </a:cubicBezTo>
                  <a:lnTo>
                    <a:pt x="2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39" name="Google Shape;4839;p82"/>
            <p:cNvSpPr/>
            <p:nvPr/>
          </p:nvSpPr>
          <p:spPr>
            <a:xfrm>
              <a:off x="2825450" y="2643425"/>
              <a:ext cx="187550" cy="54075"/>
            </a:xfrm>
            <a:custGeom>
              <a:avLst/>
              <a:gdLst/>
              <a:ahLst/>
              <a:cxnLst/>
              <a:rect l="l" t="t" r="r" b="b"/>
              <a:pathLst>
                <a:path w="7502" h="2163" extrusionOk="0">
                  <a:moveTo>
                    <a:pt x="1862" y="1"/>
                  </a:moveTo>
                  <a:cubicBezTo>
                    <a:pt x="835" y="4"/>
                    <a:pt x="1" y="835"/>
                    <a:pt x="1" y="1861"/>
                  </a:cubicBezTo>
                  <a:lnTo>
                    <a:pt x="1" y="2163"/>
                  </a:lnTo>
                  <a:lnTo>
                    <a:pt x="1130" y="2163"/>
                  </a:lnTo>
                  <a:lnTo>
                    <a:pt x="1130" y="1861"/>
                  </a:lnTo>
                  <a:cubicBezTo>
                    <a:pt x="1130" y="1458"/>
                    <a:pt x="1458" y="1133"/>
                    <a:pt x="1862" y="1130"/>
                  </a:cubicBezTo>
                  <a:lnTo>
                    <a:pt x="5641" y="1130"/>
                  </a:lnTo>
                  <a:cubicBezTo>
                    <a:pt x="6044" y="1133"/>
                    <a:pt x="6373" y="1458"/>
                    <a:pt x="6373" y="1861"/>
                  </a:cubicBezTo>
                  <a:lnTo>
                    <a:pt x="6373" y="2163"/>
                  </a:lnTo>
                  <a:lnTo>
                    <a:pt x="7502" y="2163"/>
                  </a:lnTo>
                  <a:lnTo>
                    <a:pt x="7502" y="1861"/>
                  </a:lnTo>
                  <a:cubicBezTo>
                    <a:pt x="7502" y="835"/>
                    <a:pt x="6668" y="4"/>
                    <a:pt x="56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840" name="Google Shape;4840;p82"/>
          <p:cNvGrpSpPr/>
          <p:nvPr/>
        </p:nvGrpSpPr>
        <p:grpSpPr>
          <a:xfrm>
            <a:off x="6755243" y="2287178"/>
            <a:ext cx="238531" cy="339253"/>
            <a:chOff x="3342725" y="2620775"/>
            <a:chExt cx="338775" cy="481825"/>
          </a:xfrm>
        </p:grpSpPr>
        <p:sp>
          <p:nvSpPr>
            <p:cNvPr id="4841" name="Google Shape;4841;p82"/>
            <p:cNvSpPr/>
            <p:nvPr/>
          </p:nvSpPr>
          <p:spPr>
            <a:xfrm>
              <a:off x="3342725" y="2620775"/>
              <a:ext cx="338775" cy="56475"/>
            </a:xfrm>
            <a:custGeom>
              <a:avLst/>
              <a:gdLst/>
              <a:ahLst/>
              <a:cxnLst/>
              <a:rect l="l" t="t" r="r" b="b"/>
              <a:pathLst>
                <a:path w="13551" h="2259" extrusionOk="0">
                  <a:moveTo>
                    <a:pt x="1693" y="0"/>
                  </a:moveTo>
                  <a:cubicBezTo>
                    <a:pt x="756" y="0"/>
                    <a:pt x="0" y="759"/>
                    <a:pt x="0" y="1695"/>
                  </a:cubicBezTo>
                  <a:lnTo>
                    <a:pt x="0" y="2259"/>
                  </a:lnTo>
                  <a:lnTo>
                    <a:pt x="13551" y="2259"/>
                  </a:lnTo>
                  <a:lnTo>
                    <a:pt x="13551" y="1695"/>
                  </a:lnTo>
                  <a:cubicBezTo>
                    <a:pt x="13548" y="759"/>
                    <a:pt x="12792" y="0"/>
                    <a:pt x="118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42" name="Google Shape;4842;p82"/>
            <p:cNvSpPr/>
            <p:nvPr/>
          </p:nvSpPr>
          <p:spPr>
            <a:xfrm>
              <a:off x="3342725" y="2705450"/>
              <a:ext cx="338775" cy="284225"/>
            </a:xfrm>
            <a:custGeom>
              <a:avLst/>
              <a:gdLst/>
              <a:ahLst/>
              <a:cxnLst/>
              <a:rect l="l" t="t" r="r" b="b"/>
              <a:pathLst>
                <a:path w="13551" h="11369" extrusionOk="0">
                  <a:moveTo>
                    <a:pt x="0" y="1"/>
                  </a:moveTo>
                  <a:lnTo>
                    <a:pt x="0" y="11368"/>
                  </a:lnTo>
                  <a:lnTo>
                    <a:pt x="13551" y="11368"/>
                  </a:lnTo>
                  <a:lnTo>
                    <a:pt x="135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43" name="Google Shape;4843;p82"/>
            <p:cNvSpPr/>
            <p:nvPr/>
          </p:nvSpPr>
          <p:spPr>
            <a:xfrm>
              <a:off x="3342725" y="3017875"/>
              <a:ext cx="338775" cy="84725"/>
            </a:xfrm>
            <a:custGeom>
              <a:avLst/>
              <a:gdLst/>
              <a:ahLst/>
              <a:cxnLst/>
              <a:rect l="l" t="t" r="r" b="b"/>
              <a:pathLst>
                <a:path w="13551" h="3389" extrusionOk="0">
                  <a:moveTo>
                    <a:pt x="8224" y="1205"/>
                  </a:moveTo>
                  <a:cubicBezTo>
                    <a:pt x="8534" y="1205"/>
                    <a:pt x="8787" y="1458"/>
                    <a:pt x="8787" y="1771"/>
                  </a:cubicBezTo>
                  <a:cubicBezTo>
                    <a:pt x="8787" y="2081"/>
                    <a:pt x="8534" y="2334"/>
                    <a:pt x="8224" y="2334"/>
                  </a:cubicBezTo>
                  <a:lnTo>
                    <a:pt x="5324" y="2334"/>
                  </a:lnTo>
                  <a:cubicBezTo>
                    <a:pt x="5014" y="2334"/>
                    <a:pt x="4761" y="2081"/>
                    <a:pt x="4761" y="1771"/>
                  </a:cubicBezTo>
                  <a:cubicBezTo>
                    <a:pt x="4761" y="1458"/>
                    <a:pt x="5014" y="1205"/>
                    <a:pt x="5324" y="1205"/>
                  </a:cubicBezTo>
                  <a:close/>
                  <a:moveTo>
                    <a:pt x="0" y="0"/>
                  </a:moveTo>
                  <a:lnTo>
                    <a:pt x="0" y="1696"/>
                  </a:lnTo>
                  <a:cubicBezTo>
                    <a:pt x="0" y="2629"/>
                    <a:pt x="756" y="3388"/>
                    <a:pt x="1693" y="3388"/>
                  </a:cubicBezTo>
                  <a:lnTo>
                    <a:pt x="11855" y="3388"/>
                  </a:lnTo>
                  <a:cubicBezTo>
                    <a:pt x="12792" y="3388"/>
                    <a:pt x="13548" y="2629"/>
                    <a:pt x="13551" y="1696"/>
                  </a:cubicBezTo>
                  <a:lnTo>
                    <a:pt x="135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844" name="Google Shape;4844;p82"/>
          <p:cNvGrpSpPr/>
          <p:nvPr/>
        </p:nvGrpSpPr>
        <p:grpSpPr>
          <a:xfrm>
            <a:off x="7148994" y="2287178"/>
            <a:ext cx="278296" cy="339253"/>
            <a:chOff x="3907325" y="2620775"/>
            <a:chExt cx="395250" cy="481825"/>
          </a:xfrm>
        </p:grpSpPr>
        <p:sp>
          <p:nvSpPr>
            <p:cNvPr id="4845" name="Google Shape;4845;p82"/>
            <p:cNvSpPr/>
            <p:nvPr/>
          </p:nvSpPr>
          <p:spPr>
            <a:xfrm>
              <a:off x="3907325" y="3016975"/>
              <a:ext cx="74550" cy="56475"/>
            </a:xfrm>
            <a:custGeom>
              <a:avLst/>
              <a:gdLst/>
              <a:ahLst/>
              <a:cxnLst/>
              <a:rect l="l" t="t" r="r" b="b"/>
              <a:pathLst>
                <a:path w="2982" h="2259" extrusionOk="0">
                  <a:moveTo>
                    <a:pt x="1" y="0"/>
                  </a:moveTo>
                  <a:lnTo>
                    <a:pt x="1" y="563"/>
                  </a:lnTo>
                  <a:cubicBezTo>
                    <a:pt x="1" y="1500"/>
                    <a:pt x="756" y="2256"/>
                    <a:pt x="1693" y="2259"/>
                  </a:cubicBezTo>
                  <a:lnTo>
                    <a:pt x="2982" y="2259"/>
                  </a:lnTo>
                  <a:cubicBezTo>
                    <a:pt x="2711" y="1527"/>
                    <a:pt x="2515" y="768"/>
                    <a:pt x="24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46" name="Google Shape;4846;p82"/>
            <p:cNvSpPr/>
            <p:nvPr/>
          </p:nvSpPr>
          <p:spPr>
            <a:xfrm>
              <a:off x="3907325" y="2705450"/>
              <a:ext cx="282325" cy="283325"/>
            </a:xfrm>
            <a:custGeom>
              <a:avLst/>
              <a:gdLst/>
              <a:ahLst/>
              <a:cxnLst/>
              <a:rect l="l" t="t" r="r" b="b"/>
              <a:pathLst>
                <a:path w="11293" h="11333" extrusionOk="0">
                  <a:moveTo>
                    <a:pt x="1" y="1"/>
                  </a:moveTo>
                  <a:lnTo>
                    <a:pt x="1" y="11332"/>
                  </a:lnTo>
                  <a:lnTo>
                    <a:pt x="2283" y="11332"/>
                  </a:lnTo>
                  <a:cubicBezTo>
                    <a:pt x="2274" y="11142"/>
                    <a:pt x="2259" y="10956"/>
                    <a:pt x="2259" y="10766"/>
                  </a:cubicBezTo>
                  <a:lnTo>
                    <a:pt x="2259" y="9637"/>
                  </a:lnTo>
                  <a:cubicBezTo>
                    <a:pt x="2259" y="8396"/>
                    <a:pt x="2834" y="7249"/>
                    <a:pt x="3834" y="6490"/>
                  </a:cubicBezTo>
                  <a:lnTo>
                    <a:pt x="4517" y="5975"/>
                  </a:lnTo>
                  <a:lnTo>
                    <a:pt x="4517" y="3145"/>
                  </a:lnTo>
                  <a:cubicBezTo>
                    <a:pt x="4517" y="2051"/>
                    <a:pt x="5400" y="1169"/>
                    <a:pt x="6493" y="1169"/>
                  </a:cubicBezTo>
                  <a:cubicBezTo>
                    <a:pt x="7583" y="1169"/>
                    <a:pt x="8468" y="2051"/>
                    <a:pt x="8468" y="3145"/>
                  </a:cubicBezTo>
                  <a:lnTo>
                    <a:pt x="8468" y="3617"/>
                  </a:lnTo>
                  <a:cubicBezTo>
                    <a:pt x="8743" y="3487"/>
                    <a:pt x="9031" y="3426"/>
                    <a:pt x="9314" y="3426"/>
                  </a:cubicBezTo>
                  <a:cubicBezTo>
                    <a:pt x="10141" y="3426"/>
                    <a:pt x="10923" y="3949"/>
                    <a:pt x="11196" y="4795"/>
                  </a:cubicBezTo>
                  <a:cubicBezTo>
                    <a:pt x="11226" y="4780"/>
                    <a:pt x="11260" y="4771"/>
                    <a:pt x="11293" y="4759"/>
                  </a:cubicBezTo>
                  <a:lnTo>
                    <a:pt x="112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47" name="Google Shape;4847;p82"/>
            <p:cNvSpPr/>
            <p:nvPr/>
          </p:nvSpPr>
          <p:spPr>
            <a:xfrm>
              <a:off x="3907325" y="2620775"/>
              <a:ext cx="282325" cy="56475"/>
            </a:xfrm>
            <a:custGeom>
              <a:avLst/>
              <a:gdLst/>
              <a:ahLst/>
              <a:cxnLst/>
              <a:rect l="l" t="t" r="r" b="b"/>
              <a:pathLst>
                <a:path w="11293" h="2259" extrusionOk="0">
                  <a:moveTo>
                    <a:pt x="1693" y="0"/>
                  </a:moveTo>
                  <a:cubicBezTo>
                    <a:pt x="756" y="0"/>
                    <a:pt x="1" y="759"/>
                    <a:pt x="1" y="1695"/>
                  </a:cubicBezTo>
                  <a:lnTo>
                    <a:pt x="1" y="2259"/>
                  </a:lnTo>
                  <a:lnTo>
                    <a:pt x="11293" y="2259"/>
                  </a:lnTo>
                  <a:lnTo>
                    <a:pt x="11293" y="1695"/>
                  </a:lnTo>
                  <a:cubicBezTo>
                    <a:pt x="11290" y="759"/>
                    <a:pt x="10534" y="0"/>
                    <a:pt x="9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48" name="Google Shape;4848;p82"/>
            <p:cNvSpPr/>
            <p:nvPr/>
          </p:nvSpPr>
          <p:spPr>
            <a:xfrm>
              <a:off x="3992025" y="2762900"/>
              <a:ext cx="310550" cy="339700"/>
            </a:xfrm>
            <a:custGeom>
              <a:avLst/>
              <a:gdLst/>
              <a:ahLst/>
              <a:cxnLst/>
              <a:rect l="l" t="t" r="r" b="b"/>
              <a:pathLst>
                <a:path w="12422" h="13588" extrusionOk="0">
                  <a:moveTo>
                    <a:pt x="3105" y="0"/>
                  </a:moveTo>
                  <a:cubicBezTo>
                    <a:pt x="2635" y="0"/>
                    <a:pt x="2259" y="377"/>
                    <a:pt x="2259" y="847"/>
                  </a:cubicBezTo>
                  <a:lnTo>
                    <a:pt x="2259" y="8468"/>
                  </a:lnTo>
                  <a:cubicBezTo>
                    <a:pt x="2259" y="8781"/>
                    <a:pt x="2006" y="9031"/>
                    <a:pt x="1693" y="9031"/>
                  </a:cubicBezTo>
                  <a:cubicBezTo>
                    <a:pt x="1379" y="9031"/>
                    <a:pt x="1129" y="8781"/>
                    <a:pt x="1129" y="8468"/>
                  </a:cubicBezTo>
                  <a:lnTo>
                    <a:pt x="1129" y="5095"/>
                  </a:lnTo>
                  <a:cubicBezTo>
                    <a:pt x="419" y="5622"/>
                    <a:pt x="0" y="6453"/>
                    <a:pt x="0" y="7339"/>
                  </a:cubicBezTo>
                  <a:lnTo>
                    <a:pt x="0" y="8468"/>
                  </a:lnTo>
                  <a:cubicBezTo>
                    <a:pt x="0" y="10052"/>
                    <a:pt x="368" y="11615"/>
                    <a:pt x="1069" y="13036"/>
                  </a:cubicBezTo>
                  <a:cubicBezTo>
                    <a:pt x="1223" y="13346"/>
                    <a:pt x="1322" y="13587"/>
                    <a:pt x="1693" y="13587"/>
                  </a:cubicBezTo>
                  <a:lnTo>
                    <a:pt x="10726" y="13587"/>
                  </a:lnTo>
                  <a:cubicBezTo>
                    <a:pt x="11097" y="13587"/>
                    <a:pt x="11196" y="13346"/>
                    <a:pt x="11350" y="13036"/>
                  </a:cubicBezTo>
                  <a:cubicBezTo>
                    <a:pt x="12051" y="11615"/>
                    <a:pt x="12419" y="10052"/>
                    <a:pt x="12422" y="8468"/>
                  </a:cubicBezTo>
                  <a:lnTo>
                    <a:pt x="12422" y="5363"/>
                  </a:lnTo>
                  <a:cubicBezTo>
                    <a:pt x="12422" y="4894"/>
                    <a:pt x="12042" y="4517"/>
                    <a:pt x="11572" y="4517"/>
                  </a:cubicBezTo>
                  <a:cubicBezTo>
                    <a:pt x="11106" y="4517"/>
                    <a:pt x="10726" y="4894"/>
                    <a:pt x="10726" y="5363"/>
                  </a:cubicBezTo>
                  <a:lnTo>
                    <a:pt x="10726" y="7339"/>
                  </a:lnTo>
                  <a:cubicBezTo>
                    <a:pt x="10726" y="7652"/>
                    <a:pt x="10473" y="7902"/>
                    <a:pt x="10163" y="7902"/>
                  </a:cubicBezTo>
                  <a:cubicBezTo>
                    <a:pt x="9850" y="7902"/>
                    <a:pt x="9597" y="7652"/>
                    <a:pt x="9597" y="7339"/>
                  </a:cubicBezTo>
                  <a:lnTo>
                    <a:pt x="9597" y="6297"/>
                  </a:lnTo>
                  <a:lnTo>
                    <a:pt x="9597" y="4234"/>
                  </a:lnTo>
                  <a:cubicBezTo>
                    <a:pt x="9597" y="3764"/>
                    <a:pt x="9218" y="3388"/>
                    <a:pt x="8751" y="3388"/>
                  </a:cubicBezTo>
                  <a:cubicBezTo>
                    <a:pt x="8281" y="3388"/>
                    <a:pt x="7905" y="3764"/>
                    <a:pt x="7905" y="4234"/>
                  </a:cubicBezTo>
                  <a:lnTo>
                    <a:pt x="7905" y="6210"/>
                  </a:lnTo>
                  <a:cubicBezTo>
                    <a:pt x="7905" y="6523"/>
                    <a:pt x="7652" y="6773"/>
                    <a:pt x="7339" y="6773"/>
                  </a:cubicBezTo>
                  <a:cubicBezTo>
                    <a:pt x="7025" y="6773"/>
                    <a:pt x="6776" y="6523"/>
                    <a:pt x="6776" y="6210"/>
                  </a:cubicBezTo>
                  <a:lnTo>
                    <a:pt x="6776" y="3105"/>
                  </a:lnTo>
                  <a:cubicBezTo>
                    <a:pt x="6776" y="2635"/>
                    <a:pt x="6396" y="2259"/>
                    <a:pt x="5926" y="2259"/>
                  </a:cubicBezTo>
                  <a:cubicBezTo>
                    <a:pt x="5460" y="2259"/>
                    <a:pt x="5080" y="2635"/>
                    <a:pt x="5080" y="3105"/>
                  </a:cubicBezTo>
                  <a:lnTo>
                    <a:pt x="5080" y="6210"/>
                  </a:lnTo>
                  <a:cubicBezTo>
                    <a:pt x="5080" y="6523"/>
                    <a:pt x="4827" y="6773"/>
                    <a:pt x="4517" y="6773"/>
                  </a:cubicBezTo>
                  <a:cubicBezTo>
                    <a:pt x="4204" y="6773"/>
                    <a:pt x="3951" y="6523"/>
                    <a:pt x="3951" y="6210"/>
                  </a:cubicBezTo>
                  <a:lnTo>
                    <a:pt x="3951" y="847"/>
                  </a:lnTo>
                  <a:cubicBezTo>
                    <a:pt x="3951" y="377"/>
                    <a:pt x="3572" y="0"/>
                    <a:pt x="31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849" name="Google Shape;4849;p82"/>
          <p:cNvGrpSpPr/>
          <p:nvPr/>
        </p:nvGrpSpPr>
        <p:grpSpPr>
          <a:xfrm>
            <a:off x="7542181" y="2297783"/>
            <a:ext cx="339253" cy="318042"/>
            <a:chOff x="4456875" y="2635825"/>
            <a:chExt cx="481825" cy="451700"/>
          </a:xfrm>
        </p:grpSpPr>
        <p:sp>
          <p:nvSpPr>
            <p:cNvPr id="4850" name="Google Shape;4850;p82"/>
            <p:cNvSpPr/>
            <p:nvPr/>
          </p:nvSpPr>
          <p:spPr>
            <a:xfrm>
              <a:off x="4542475" y="3031050"/>
              <a:ext cx="189725" cy="56475"/>
            </a:xfrm>
            <a:custGeom>
              <a:avLst/>
              <a:gdLst/>
              <a:ahLst/>
              <a:cxnLst/>
              <a:rect l="l" t="t" r="r" b="b"/>
              <a:pathLst>
                <a:path w="7589" h="2259" extrusionOk="0">
                  <a:moveTo>
                    <a:pt x="2792" y="0"/>
                  </a:moveTo>
                  <a:lnTo>
                    <a:pt x="2415" y="1130"/>
                  </a:lnTo>
                  <a:lnTo>
                    <a:pt x="567" y="1130"/>
                  </a:lnTo>
                  <a:cubicBezTo>
                    <a:pt x="253" y="1130"/>
                    <a:pt x="0" y="1383"/>
                    <a:pt x="0" y="1696"/>
                  </a:cubicBezTo>
                  <a:cubicBezTo>
                    <a:pt x="0" y="2006"/>
                    <a:pt x="253" y="2259"/>
                    <a:pt x="567" y="2259"/>
                  </a:cubicBezTo>
                  <a:lnTo>
                    <a:pt x="7589" y="2259"/>
                  </a:lnTo>
                  <a:cubicBezTo>
                    <a:pt x="7101" y="1831"/>
                    <a:pt x="6821" y="1214"/>
                    <a:pt x="6821" y="567"/>
                  </a:cubicBezTo>
                  <a:lnTo>
                    <a:pt x="68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51" name="Google Shape;4851;p82"/>
            <p:cNvSpPr/>
            <p:nvPr/>
          </p:nvSpPr>
          <p:spPr>
            <a:xfrm>
              <a:off x="4456875" y="2946350"/>
              <a:ext cx="256125" cy="56500"/>
            </a:xfrm>
            <a:custGeom>
              <a:avLst/>
              <a:gdLst/>
              <a:ahLst/>
              <a:cxnLst/>
              <a:rect l="l" t="t" r="r" b="b"/>
              <a:pathLst>
                <a:path w="10245" h="2260" extrusionOk="0">
                  <a:moveTo>
                    <a:pt x="1" y="1"/>
                  </a:moveTo>
                  <a:lnTo>
                    <a:pt x="1" y="567"/>
                  </a:lnTo>
                  <a:cubicBezTo>
                    <a:pt x="1" y="1500"/>
                    <a:pt x="756" y="2259"/>
                    <a:pt x="1693" y="2259"/>
                  </a:cubicBezTo>
                  <a:lnTo>
                    <a:pt x="10245" y="2259"/>
                  </a:lnTo>
                  <a:lnTo>
                    <a:pt x="1024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52" name="Google Shape;4852;p82"/>
            <p:cNvSpPr/>
            <p:nvPr/>
          </p:nvSpPr>
          <p:spPr>
            <a:xfrm>
              <a:off x="4741225" y="2861675"/>
              <a:ext cx="169400" cy="141175"/>
            </a:xfrm>
            <a:custGeom>
              <a:avLst/>
              <a:gdLst/>
              <a:ahLst/>
              <a:cxnLst/>
              <a:rect l="l" t="t" r="r" b="b"/>
              <a:pathLst>
                <a:path w="6776" h="5647" extrusionOk="0">
                  <a:moveTo>
                    <a:pt x="0" y="0"/>
                  </a:moveTo>
                  <a:lnTo>
                    <a:pt x="0" y="5646"/>
                  </a:lnTo>
                  <a:lnTo>
                    <a:pt x="6775" y="5646"/>
                  </a:lnTo>
                  <a:lnTo>
                    <a:pt x="67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53" name="Google Shape;4853;p82"/>
            <p:cNvSpPr/>
            <p:nvPr/>
          </p:nvSpPr>
          <p:spPr>
            <a:xfrm>
              <a:off x="4741225" y="3031050"/>
              <a:ext cx="169400" cy="42400"/>
            </a:xfrm>
            <a:custGeom>
              <a:avLst/>
              <a:gdLst/>
              <a:ahLst/>
              <a:cxnLst/>
              <a:rect l="l" t="t" r="r" b="b"/>
              <a:pathLst>
                <a:path w="6776" h="1696" extrusionOk="0">
                  <a:moveTo>
                    <a:pt x="0" y="0"/>
                  </a:moveTo>
                  <a:lnTo>
                    <a:pt x="0" y="567"/>
                  </a:lnTo>
                  <a:cubicBezTo>
                    <a:pt x="0" y="1190"/>
                    <a:pt x="506" y="1696"/>
                    <a:pt x="1129" y="1696"/>
                  </a:cubicBezTo>
                  <a:lnTo>
                    <a:pt x="5646" y="1696"/>
                  </a:lnTo>
                  <a:cubicBezTo>
                    <a:pt x="6270" y="1696"/>
                    <a:pt x="6775" y="1190"/>
                    <a:pt x="6775" y="567"/>
                  </a:cubicBezTo>
                  <a:lnTo>
                    <a:pt x="67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54" name="Google Shape;4854;p82"/>
            <p:cNvSpPr/>
            <p:nvPr/>
          </p:nvSpPr>
          <p:spPr>
            <a:xfrm>
              <a:off x="4456875" y="2635825"/>
              <a:ext cx="481825" cy="282325"/>
            </a:xfrm>
            <a:custGeom>
              <a:avLst/>
              <a:gdLst/>
              <a:ahLst/>
              <a:cxnLst/>
              <a:rect l="l" t="t" r="r" b="b"/>
              <a:pathLst>
                <a:path w="19273" h="11293" extrusionOk="0">
                  <a:moveTo>
                    <a:pt x="1693" y="0"/>
                  </a:moveTo>
                  <a:cubicBezTo>
                    <a:pt x="756" y="0"/>
                    <a:pt x="1" y="759"/>
                    <a:pt x="1" y="1696"/>
                  </a:cubicBezTo>
                  <a:lnTo>
                    <a:pt x="1" y="11293"/>
                  </a:lnTo>
                  <a:lnTo>
                    <a:pt x="10245" y="11293"/>
                  </a:lnTo>
                  <a:lnTo>
                    <a:pt x="10245" y="7342"/>
                  </a:lnTo>
                  <a:cubicBezTo>
                    <a:pt x="10245" y="6092"/>
                    <a:pt x="11257" y="5083"/>
                    <a:pt x="12503" y="5083"/>
                  </a:cubicBezTo>
                  <a:lnTo>
                    <a:pt x="17020" y="5083"/>
                  </a:lnTo>
                  <a:cubicBezTo>
                    <a:pt x="18201" y="5083"/>
                    <a:pt x="19179" y="5993"/>
                    <a:pt x="19273" y="7167"/>
                  </a:cubicBezTo>
                  <a:lnTo>
                    <a:pt x="19273" y="1696"/>
                  </a:lnTo>
                  <a:cubicBezTo>
                    <a:pt x="19270" y="759"/>
                    <a:pt x="18514" y="0"/>
                    <a:pt x="17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55" name="Google Shape;4855;p82"/>
            <p:cNvSpPr/>
            <p:nvPr/>
          </p:nvSpPr>
          <p:spPr>
            <a:xfrm>
              <a:off x="4741225" y="2791125"/>
              <a:ext cx="169400" cy="42325"/>
            </a:xfrm>
            <a:custGeom>
              <a:avLst/>
              <a:gdLst/>
              <a:ahLst/>
              <a:cxnLst/>
              <a:rect l="l" t="t" r="r" b="b"/>
              <a:pathLst>
                <a:path w="6776" h="1693" extrusionOk="0">
                  <a:moveTo>
                    <a:pt x="1129" y="1"/>
                  </a:moveTo>
                  <a:cubicBezTo>
                    <a:pt x="506" y="1"/>
                    <a:pt x="0" y="503"/>
                    <a:pt x="0" y="1130"/>
                  </a:cubicBezTo>
                  <a:lnTo>
                    <a:pt x="0" y="1693"/>
                  </a:lnTo>
                  <a:lnTo>
                    <a:pt x="6775" y="1693"/>
                  </a:lnTo>
                  <a:lnTo>
                    <a:pt x="6775" y="1130"/>
                  </a:lnTo>
                  <a:cubicBezTo>
                    <a:pt x="6775" y="503"/>
                    <a:pt x="6270" y="1"/>
                    <a:pt x="56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856" name="Google Shape;4856;p82"/>
          <p:cNvGrpSpPr/>
          <p:nvPr/>
        </p:nvGrpSpPr>
        <p:grpSpPr>
          <a:xfrm>
            <a:off x="7967105" y="2297783"/>
            <a:ext cx="339253" cy="318042"/>
            <a:chOff x="5049725" y="2635825"/>
            <a:chExt cx="481825" cy="451700"/>
          </a:xfrm>
        </p:grpSpPr>
        <p:sp>
          <p:nvSpPr>
            <p:cNvPr id="4857" name="Google Shape;4857;p82"/>
            <p:cNvSpPr/>
            <p:nvPr/>
          </p:nvSpPr>
          <p:spPr>
            <a:xfrm>
              <a:off x="5135325" y="3031050"/>
              <a:ext cx="310550" cy="56475"/>
            </a:xfrm>
            <a:custGeom>
              <a:avLst/>
              <a:gdLst/>
              <a:ahLst/>
              <a:cxnLst/>
              <a:rect l="l" t="t" r="r" b="b"/>
              <a:pathLst>
                <a:path w="12422" h="2259" extrusionOk="0">
                  <a:moveTo>
                    <a:pt x="2791" y="0"/>
                  </a:moveTo>
                  <a:lnTo>
                    <a:pt x="2415" y="1130"/>
                  </a:lnTo>
                  <a:lnTo>
                    <a:pt x="566" y="1130"/>
                  </a:lnTo>
                  <a:cubicBezTo>
                    <a:pt x="253" y="1130"/>
                    <a:pt x="0" y="1383"/>
                    <a:pt x="0" y="1696"/>
                  </a:cubicBezTo>
                  <a:cubicBezTo>
                    <a:pt x="0" y="2006"/>
                    <a:pt x="253" y="2259"/>
                    <a:pt x="566" y="2259"/>
                  </a:cubicBezTo>
                  <a:lnTo>
                    <a:pt x="11858" y="2259"/>
                  </a:lnTo>
                  <a:cubicBezTo>
                    <a:pt x="12169" y="2259"/>
                    <a:pt x="12421" y="2006"/>
                    <a:pt x="12421" y="1696"/>
                  </a:cubicBezTo>
                  <a:cubicBezTo>
                    <a:pt x="12421" y="1383"/>
                    <a:pt x="12169" y="1130"/>
                    <a:pt x="11858" y="1130"/>
                  </a:cubicBezTo>
                  <a:lnTo>
                    <a:pt x="10006" y="1130"/>
                  </a:lnTo>
                  <a:lnTo>
                    <a:pt x="96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58" name="Google Shape;4858;p82"/>
            <p:cNvSpPr/>
            <p:nvPr/>
          </p:nvSpPr>
          <p:spPr>
            <a:xfrm>
              <a:off x="5049725" y="2946350"/>
              <a:ext cx="481825" cy="56500"/>
            </a:xfrm>
            <a:custGeom>
              <a:avLst/>
              <a:gdLst/>
              <a:ahLst/>
              <a:cxnLst/>
              <a:rect l="l" t="t" r="r" b="b"/>
              <a:pathLst>
                <a:path w="19273" h="2260" extrusionOk="0">
                  <a:moveTo>
                    <a:pt x="0" y="1"/>
                  </a:moveTo>
                  <a:lnTo>
                    <a:pt x="0" y="567"/>
                  </a:lnTo>
                  <a:cubicBezTo>
                    <a:pt x="0" y="1500"/>
                    <a:pt x="756" y="2259"/>
                    <a:pt x="1693" y="2259"/>
                  </a:cubicBezTo>
                  <a:lnTo>
                    <a:pt x="17577" y="2259"/>
                  </a:lnTo>
                  <a:cubicBezTo>
                    <a:pt x="18513" y="2259"/>
                    <a:pt x="19269" y="1500"/>
                    <a:pt x="19272" y="567"/>
                  </a:cubicBezTo>
                  <a:lnTo>
                    <a:pt x="192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59" name="Google Shape;4859;p82"/>
            <p:cNvSpPr/>
            <p:nvPr/>
          </p:nvSpPr>
          <p:spPr>
            <a:xfrm>
              <a:off x="5049725" y="2635825"/>
              <a:ext cx="481825" cy="282325"/>
            </a:xfrm>
            <a:custGeom>
              <a:avLst/>
              <a:gdLst/>
              <a:ahLst/>
              <a:cxnLst/>
              <a:rect l="l" t="t" r="r" b="b"/>
              <a:pathLst>
                <a:path w="19273" h="11293" extrusionOk="0">
                  <a:moveTo>
                    <a:pt x="1693" y="0"/>
                  </a:moveTo>
                  <a:cubicBezTo>
                    <a:pt x="756" y="0"/>
                    <a:pt x="0" y="759"/>
                    <a:pt x="0" y="1696"/>
                  </a:cubicBezTo>
                  <a:lnTo>
                    <a:pt x="0" y="11293"/>
                  </a:lnTo>
                  <a:lnTo>
                    <a:pt x="19272" y="11293"/>
                  </a:lnTo>
                  <a:lnTo>
                    <a:pt x="19272" y="1696"/>
                  </a:lnTo>
                  <a:cubicBezTo>
                    <a:pt x="19269" y="759"/>
                    <a:pt x="18513" y="0"/>
                    <a:pt x="17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860" name="Google Shape;4860;p82"/>
          <p:cNvGrpSpPr/>
          <p:nvPr/>
        </p:nvGrpSpPr>
        <p:grpSpPr>
          <a:xfrm>
            <a:off x="2211475" y="3952243"/>
            <a:ext cx="338566" cy="338373"/>
            <a:chOff x="5643000" y="2621375"/>
            <a:chExt cx="480850" cy="480575"/>
          </a:xfrm>
        </p:grpSpPr>
        <p:sp>
          <p:nvSpPr>
            <p:cNvPr id="4861" name="Google Shape;4861;p82"/>
            <p:cNvSpPr/>
            <p:nvPr/>
          </p:nvSpPr>
          <p:spPr>
            <a:xfrm>
              <a:off x="5837150" y="2812950"/>
              <a:ext cx="92625" cy="88125"/>
            </a:xfrm>
            <a:custGeom>
              <a:avLst/>
              <a:gdLst/>
              <a:ahLst/>
              <a:cxnLst/>
              <a:rect l="l" t="t" r="r" b="b"/>
              <a:pathLst>
                <a:path w="3705" h="3525" extrusionOk="0">
                  <a:moveTo>
                    <a:pt x="1853" y="1"/>
                  </a:moveTo>
                  <a:lnTo>
                    <a:pt x="1" y="1347"/>
                  </a:lnTo>
                  <a:lnTo>
                    <a:pt x="706" y="3524"/>
                  </a:lnTo>
                  <a:lnTo>
                    <a:pt x="2997" y="3524"/>
                  </a:lnTo>
                  <a:lnTo>
                    <a:pt x="3705" y="1347"/>
                  </a:lnTo>
                  <a:lnTo>
                    <a:pt x="18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62" name="Google Shape;4862;p82"/>
            <p:cNvSpPr/>
            <p:nvPr/>
          </p:nvSpPr>
          <p:spPr>
            <a:xfrm>
              <a:off x="5643000" y="2631975"/>
              <a:ext cx="480850" cy="469975"/>
            </a:xfrm>
            <a:custGeom>
              <a:avLst/>
              <a:gdLst/>
              <a:ahLst/>
              <a:cxnLst/>
              <a:rect l="l" t="t" r="r" b="b"/>
              <a:pathLst>
                <a:path w="19234" h="18799" extrusionOk="0">
                  <a:moveTo>
                    <a:pt x="9617" y="5978"/>
                  </a:moveTo>
                  <a:cubicBezTo>
                    <a:pt x="9734" y="5978"/>
                    <a:pt x="9851" y="6014"/>
                    <a:pt x="9950" y="6087"/>
                  </a:cubicBezTo>
                  <a:lnTo>
                    <a:pt x="12464" y="7914"/>
                  </a:lnTo>
                  <a:cubicBezTo>
                    <a:pt x="12663" y="8059"/>
                    <a:pt x="12745" y="8312"/>
                    <a:pt x="12669" y="8547"/>
                  </a:cubicBezTo>
                  <a:lnTo>
                    <a:pt x="11709" y="11504"/>
                  </a:lnTo>
                  <a:cubicBezTo>
                    <a:pt x="11633" y="11736"/>
                    <a:pt x="11417" y="11892"/>
                    <a:pt x="11173" y="11892"/>
                  </a:cubicBezTo>
                  <a:lnTo>
                    <a:pt x="8062" y="11892"/>
                  </a:lnTo>
                  <a:cubicBezTo>
                    <a:pt x="7818" y="11892"/>
                    <a:pt x="7601" y="11736"/>
                    <a:pt x="7526" y="11504"/>
                  </a:cubicBezTo>
                  <a:lnTo>
                    <a:pt x="6565" y="8547"/>
                  </a:lnTo>
                  <a:cubicBezTo>
                    <a:pt x="6490" y="8312"/>
                    <a:pt x="6571" y="8059"/>
                    <a:pt x="6770" y="7914"/>
                  </a:cubicBezTo>
                  <a:lnTo>
                    <a:pt x="9285" y="6087"/>
                  </a:lnTo>
                  <a:cubicBezTo>
                    <a:pt x="9384" y="6014"/>
                    <a:pt x="9501" y="5978"/>
                    <a:pt x="9617" y="5978"/>
                  </a:cubicBezTo>
                  <a:close/>
                  <a:moveTo>
                    <a:pt x="6785" y="1"/>
                  </a:moveTo>
                  <a:lnTo>
                    <a:pt x="6785" y="1"/>
                  </a:lnTo>
                  <a:cubicBezTo>
                    <a:pt x="5289" y="462"/>
                    <a:pt x="3928" y="1284"/>
                    <a:pt x="2822" y="2395"/>
                  </a:cubicBezTo>
                  <a:cubicBezTo>
                    <a:pt x="2431" y="2783"/>
                    <a:pt x="2076" y="3208"/>
                    <a:pt x="1756" y="3656"/>
                  </a:cubicBezTo>
                  <a:lnTo>
                    <a:pt x="3072" y="3834"/>
                  </a:lnTo>
                  <a:cubicBezTo>
                    <a:pt x="3289" y="3864"/>
                    <a:pt x="3467" y="4015"/>
                    <a:pt x="3533" y="4220"/>
                  </a:cubicBezTo>
                  <a:lnTo>
                    <a:pt x="4497" y="7177"/>
                  </a:lnTo>
                  <a:cubicBezTo>
                    <a:pt x="4572" y="7408"/>
                    <a:pt x="4488" y="7664"/>
                    <a:pt x="4289" y="7809"/>
                  </a:cubicBezTo>
                  <a:lnTo>
                    <a:pt x="1775" y="9637"/>
                  </a:lnTo>
                  <a:cubicBezTo>
                    <a:pt x="1677" y="9708"/>
                    <a:pt x="1560" y="9743"/>
                    <a:pt x="1444" y="9743"/>
                  </a:cubicBezTo>
                  <a:cubicBezTo>
                    <a:pt x="1351" y="9743"/>
                    <a:pt x="1259" y="9721"/>
                    <a:pt x="1175" y="9676"/>
                  </a:cubicBezTo>
                  <a:lnTo>
                    <a:pt x="7" y="9047"/>
                  </a:lnTo>
                  <a:cubicBezTo>
                    <a:pt x="7" y="9092"/>
                    <a:pt x="7" y="9140"/>
                    <a:pt x="7" y="9188"/>
                  </a:cubicBezTo>
                  <a:cubicBezTo>
                    <a:pt x="1" y="11269"/>
                    <a:pt x="675" y="13292"/>
                    <a:pt x="1925" y="14955"/>
                  </a:cubicBezTo>
                  <a:lnTo>
                    <a:pt x="2500" y="13756"/>
                  </a:lnTo>
                  <a:cubicBezTo>
                    <a:pt x="2594" y="13560"/>
                    <a:pt x="2792" y="13437"/>
                    <a:pt x="3009" y="13437"/>
                  </a:cubicBezTo>
                  <a:lnTo>
                    <a:pt x="6120" y="13437"/>
                  </a:lnTo>
                  <a:cubicBezTo>
                    <a:pt x="6364" y="13437"/>
                    <a:pt x="6580" y="13594"/>
                    <a:pt x="6656" y="13828"/>
                  </a:cubicBezTo>
                  <a:lnTo>
                    <a:pt x="7616" y="16786"/>
                  </a:lnTo>
                  <a:cubicBezTo>
                    <a:pt x="7683" y="16990"/>
                    <a:pt x="7625" y="17216"/>
                    <a:pt x="7469" y="17367"/>
                  </a:cubicBezTo>
                  <a:lnTo>
                    <a:pt x="6508" y="18288"/>
                  </a:lnTo>
                  <a:cubicBezTo>
                    <a:pt x="7515" y="18628"/>
                    <a:pt x="8566" y="18799"/>
                    <a:pt x="9616" y="18799"/>
                  </a:cubicBezTo>
                  <a:cubicBezTo>
                    <a:pt x="10667" y="18799"/>
                    <a:pt x="11718" y="18628"/>
                    <a:pt x="12726" y="18288"/>
                  </a:cubicBezTo>
                  <a:lnTo>
                    <a:pt x="11763" y="17367"/>
                  </a:lnTo>
                  <a:cubicBezTo>
                    <a:pt x="11606" y="17216"/>
                    <a:pt x="11549" y="16990"/>
                    <a:pt x="11615" y="16786"/>
                  </a:cubicBezTo>
                  <a:lnTo>
                    <a:pt x="12576" y="13828"/>
                  </a:lnTo>
                  <a:cubicBezTo>
                    <a:pt x="12651" y="13594"/>
                    <a:pt x="12868" y="13437"/>
                    <a:pt x="13115" y="13437"/>
                  </a:cubicBezTo>
                  <a:lnTo>
                    <a:pt x="16223" y="13437"/>
                  </a:lnTo>
                  <a:cubicBezTo>
                    <a:pt x="16439" y="13437"/>
                    <a:pt x="16638" y="13560"/>
                    <a:pt x="16731" y="13756"/>
                  </a:cubicBezTo>
                  <a:lnTo>
                    <a:pt x="17307" y="14955"/>
                  </a:lnTo>
                  <a:cubicBezTo>
                    <a:pt x="18559" y="13292"/>
                    <a:pt x="19234" y="11269"/>
                    <a:pt x="19228" y="9188"/>
                  </a:cubicBezTo>
                  <a:cubicBezTo>
                    <a:pt x="19228" y="9140"/>
                    <a:pt x="19228" y="9092"/>
                    <a:pt x="19225" y="9044"/>
                  </a:cubicBezTo>
                  <a:lnTo>
                    <a:pt x="18059" y="9673"/>
                  </a:lnTo>
                  <a:cubicBezTo>
                    <a:pt x="17975" y="9719"/>
                    <a:pt x="17883" y="9742"/>
                    <a:pt x="17791" y="9742"/>
                  </a:cubicBezTo>
                  <a:cubicBezTo>
                    <a:pt x="17674" y="9742"/>
                    <a:pt x="17557" y="9705"/>
                    <a:pt x="17457" y="9634"/>
                  </a:cubicBezTo>
                  <a:lnTo>
                    <a:pt x="14943" y="7806"/>
                  </a:lnTo>
                  <a:cubicBezTo>
                    <a:pt x="14744" y="7661"/>
                    <a:pt x="14663" y="7408"/>
                    <a:pt x="14738" y="7174"/>
                  </a:cubicBezTo>
                  <a:lnTo>
                    <a:pt x="15702" y="4220"/>
                  </a:lnTo>
                  <a:cubicBezTo>
                    <a:pt x="15768" y="4012"/>
                    <a:pt x="15945" y="3864"/>
                    <a:pt x="16162" y="3834"/>
                  </a:cubicBezTo>
                  <a:lnTo>
                    <a:pt x="17478" y="3656"/>
                  </a:lnTo>
                  <a:cubicBezTo>
                    <a:pt x="17162" y="3208"/>
                    <a:pt x="16804" y="2783"/>
                    <a:pt x="16415" y="2395"/>
                  </a:cubicBezTo>
                  <a:cubicBezTo>
                    <a:pt x="15307" y="1284"/>
                    <a:pt x="13946" y="462"/>
                    <a:pt x="12449" y="1"/>
                  </a:cubicBezTo>
                  <a:lnTo>
                    <a:pt x="12449" y="1"/>
                  </a:lnTo>
                  <a:lnTo>
                    <a:pt x="12690" y="1311"/>
                  </a:lnTo>
                  <a:cubicBezTo>
                    <a:pt x="12726" y="1524"/>
                    <a:pt x="12642" y="1741"/>
                    <a:pt x="12464" y="1868"/>
                  </a:cubicBezTo>
                  <a:lnTo>
                    <a:pt x="9950" y="3696"/>
                  </a:lnTo>
                  <a:cubicBezTo>
                    <a:pt x="9851" y="3768"/>
                    <a:pt x="9734" y="3804"/>
                    <a:pt x="9618" y="3804"/>
                  </a:cubicBezTo>
                  <a:cubicBezTo>
                    <a:pt x="9501" y="3804"/>
                    <a:pt x="9385" y="3768"/>
                    <a:pt x="9288" y="3696"/>
                  </a:cubicBezTo>
                  <a:lnTo>
                    <a:pt x="6770" y="1868"/>
                  </a:lnTo>
                  <a:cubicBezTo>
                    <a:pt x="6596" y="1741"/>
                    <a:pt x="6508" y="1524"/>
                    <a:pt x="6547" y="1311"/>
                  </a:cubicBezTo>
                  <a:lnTo>
                    <a:pt x="67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63" name="Google Shape;4863;p82"/>
            <p:cNvSpPr/>
            <p:nvPr/>
          </p:nvSpPr>
          <p:spPr>
            <a:xfrm>
              <a:off x="6041550" y="2749725"/>
              <a:ext cx="79750" cy="95025"/>
            </a:xfrm>
            <a:custGeom>
              <a:avLst/>
              <a:gdLst/>
              <a:ahLst/>
              <a:cxnLst/>
              <a:rect l="l" t="t" r="r" b="b"/>
              <a:pathLst>
                <a:path w="3190" h="3801" extrusionOk="0">
                  <a:moveTo>
                    <a:pt x="2184" y="0"/>
                  </a:moveTo>
                  <a:lnTo>
                    <a:pt x="723" y="196"/>
                  </a:lnTo>
                  <a:lnTo>
                    <a:pt x="0" y="2424"/>
                  </a:lnTo>
                  <a:lnTo>
                    <a:pt x="1895" y="3801"/>
                  </a:lnTo>
                  <a:lnTo>
                    <a:pt x="3189" y="3102"/>
                  </a:lnTo>
                  <a:cubicBezTo>
                    <a:pt x="3036" y="2018"/>
                    <a:pt x="2696" y="967"/>
                    <a:pt x="21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64" name="Google Shape;4864;p82"/>
            <p:cNvSpPr/>
            <p:nvPr/>
          </p:nvSpPr>
          <p:spPr>
            <a:xfrm>
              <a:off x="5963025" y="2996125"/>
              <a:ext cx="92625" cy="81175"/>
            </a:xfrm>
            <a:custGeom>
              <a:avLst/>
              <a:gdLst/>
              <a:ahLst/>
              <a:cxnLst/>
              <a:rect l="l" t="t" r="r" b="b"/>
              <a:pathLst>
                <a:path w="3705" h="3247" extrusionOk="0">
                  <a:moveTo>
                    <a:pt x="723" y="0"/>
                  </a:moveTo>
                  <a:lnTo>
                    <a:pt x="1" y="2229"/>
                  </a:lnTo>
                  <a:lnTo>
                    <a:pt x="1067" y="3246"/>
                  </a:lnTo>
                  <a:cubicBezTo>
                    <a:pt x="2009" y="2780"/>
                    <a:pt x="2870" y="2162"/>
                    <a:pt x="3614" y="1416"/>
                  </a:cubicBezTo>
                  <a:cubicBezTo>
                    <a:pt x="3644" y="1388"/>
                    <a:pt x="3674" y="1355"/>
                    <a:pt x="3705" y="1325"/>
                  </a:cubicBezTo>
                  <a:lnTo>
                    <a:pt x="306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65" name="Google Shape;4865;p82"/>
            <p:cNvSpPr/>
            <p:nvPr/>
          </p:nvSpPr>
          <p:spPr>
            <a:xfrm>
              <a:off x="5711225" y="2996200"/>
              <a:ext cx="92600" cy="81100"/>
            </a:xfrm>
            <a:custGeom>
              <a:avLst/>
              <a:gdLst/>
              <a:ahLst/>
              <a:cxnLst/>
              <a:rect l="l" t="t" r="r" b="b"/>
              <a:pathLst>
                <a:path w="3704" h="3244" extrusionOk="0">
                  <a:moveTo>
                    <a:pt x="635" y="0"/>
                  </a:moveTo>
                  <a:lnTo>
                    <a:pt x="0" y="1322"/>
                  </a:lnTo>
                  <a:cubicBezTo>
                    <a:pt x="30" y="1355"/>
                    <a:pt x="60" y="1385"/>
                    <a:pt x="93" y="1416"/>
                  </a:cubicBezTo>
                  <a:cubicBezTo>
                    <a:pt x="834" y="2162"/>
                    <a:pt x="1695" y="2780"/>
                    <a:pt x="2638" y="3243"/>
                  </a:cubicBezTo>
                  <a:lnTo>
                    <a:pt x="3704" y="2229"/>
                  </a:lnTo>
                  <a:lnTo>
                    <a:pt x="298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66" name="Google Shape;4866;p82"/>
            <p:cNvSpPr/>
            <p:nvPr/>
          </p:nvSpPr>
          <p:spPr>
            <a:xfrm>
              <a:off x="5645575" y="2749725"/>
              <a:ext cx="79825" cy="95100"/>
            </a:xfrm>
            <a:custGeom>
              <a:avLst/>
              <a:gdLst/>
              <a:ahLst/>
              <a:cxnLst/>
              <a:rect l="l" t="t" r="r" b="b"/>
              <a:pathLst>
                <a:path w="3193" h="3804" extrusionOk="0">
                  <a:moveTo>
                    <a:pt x="1009" y="0"/>
                  </a:moveTo>
                  <a:cubicBezTo>
                    <a:pt x="497" y="967"/>
                    <a:pt x="154" y="2018"/>
                    <a:pt x="0" y="3105"/>
                  </a:cubicBezTo>
                  <a:lnTo>
                    <a:pt x="1295" y="3804"/>
                  </a:lnTo>
                  <a:lnTo>
                    <a:pt x="3192" y="2424"/>
                  </a:lnTo>
                  <a:lnTo>
                    <a:pt x="2467" y="196"/>
                  </a:ln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67" name="Google Shape;4867;p82"/>
            <p:cNvSpPr/>
            <p:nvPr/>
          </p:nvSpPr>
          <p:spPr>
            <a:xfrm>
              <a:off x="5836025" y="2621375"/>
              <a:ext cx="94800" cy="74100"/>
            </a:xfrm>
            <a:custGeom>
              <a:avLst/>
              <a:gdLst/>
              <a:ahLst/>
              <a:cxnLst/>
              <a:rect l="l" t="t" r="r" b="b"/>
              <a:pathLst>
                <a:path w="3792" h="2964" extrusionOk="0">
                  <a:moveTo>
                    <a:pt x="1897" y="1"/>
                  </a:moveTo>
                  <a:cubicBezTo>
                    <a:pt x="1351" y="1"/>
                    <a:pt x="805" y="47"/>
                    <a:pt x="266" y="139"/>
                  </a:cubicBezTo>
                  <a:lnTo>
                    <a:pt x="1" y="1587"/>
                  </a:lnTo>
                  <a:lnTo>
                    <a:pt x="1898" y="2963"/>
                  </a:lnTo>
                  <a:lnTo>
                    <a:pt x="3792" y="1587"/>
                  </a:lnTo>
                  <a:lnTo>
                    <a:pt x="3530" y="139"/>
                  </a:lnTo>
                  <a:cubicBezTo>
                    <a:pt x="2989" y="47"/>
                    <a:pt x="2443" y="1"/>
                    <a:pt x="18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868" name="Google Shape;4868;p82"/>
          <p:cNvGrpSpPr/>
          <p:nvPr/>
        </p:nvGrpSpPr>
        <p:grpSpPr>
          <a:xfrm>
            <a:off x="4032695" y="3951803"/>
            <a:ext cx="339359" cy="339253"/>
            <a:chOff x="6235250" y="2620775"/>
            <a:chExt cx="481975" cy="481825"/>
          </a:xfrm>
        </p:grpSpPr>
        <p:sp>
          <p:nvSpPr>
            <p:cNvPr id="4869" name="Google Shape;4869;p82"/>
            <p:cNvSpPr/>
            <p:nvPr/>
          </p:nvSpPr>
          <p:spPr>
            <a:xfrm>
              <a:off x="6405675" y="2620775"/>
              <a:ext cx="28275" cy="56475"/>
            </a:xfrm>
            <a:custGeom>
              <a:avLst/>
              <a:gdLst/>
              <a:ahLst/>
              <a:cxnLst/>
              <a:rect l="l" t="t" r="r" b="b"/>
              <a:pathLst>
                <a:path w="1131"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70" name="Google Shape;4870;p82"/>
            <p:cNvSpPr/>
            <p:nvPr/>
          </p:nvSpPr>
          <p:spPr>
            <a:xfrm>
              <a:off x="6518600" y="2620775"/>
              <a:ext cx="28250" cy="56475"/>
            </a:xfrm>
            <a:custGeom>
              <a:avLst/>
              <a:gdLst/>
              <a:ahLst/>
              <a:cxnLst/>
              <a:rect l="l" t="t" r="r" b="b"/>
              <a:pathLst>
                <a:path w="1130"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71" name="Google Shape;4871;p82"/>
            <p:cNvSpPr/>
            <p:nvPr/>
          </p:nvSpPr>
          <p:spPr>
            <a:xfrm>
              <a:off x="6603300" y="2649000"/>
              <a:ext cx="28250" cy="56475"/>
            </a:xfrm>
            <a:custGeom>
              <a:avLst/>
              <a:gdLst/>
              <a:ahLst/>
              <a:cxnLst/>
              <a:rect l="l" t="t" r="r" b="b"/>
              <a:pathLst>
                <a:path w="1130" h="2259" extrusionOk="0">
                  <a:moveTo>
                    <a:pt x="567" y="0"/>
                  </a:moveTo>
                  <a:cubicBezTo>
                    <a:pt x="253" y="0"/>
                    <a:pt x="0" y="253"/>
                    <a:pt x="0" y="566"/>
                  </a:cubicBezTo>
                  <a:lnTo>
                    <a:pt x="0" y="1696"/>
                  </a:lnTo>
                  <a:cubicBezTo>
                    <a:pt x="0" y="2006"/>
                    <a:pt x="253" y="2259"/>
                    <a:pt x="567" y="2259"/>
                  </a:cubicBezTo>
                  <a:cubicBezTo>
                    <a:pt x="877" y="2259"/>
                    <a:pt x="1130" y="2006"/>
                    <a:pt x="1130" y="1696"/>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72" name="Google Shape;4872;p82"/>
            <p:cNvSpPr/>
            <p:nvPr/>
          </p:nvSpPr>
          <p:spPr>
            <a:xfrm>
              <a:off x="6321000" y="2649000"/>
              <a:ext cx="28250" cy="56475"/>
            </a:xfrm>
            <a:custGeom>
              <a:avLst/>
              <a:gdLst/>
              <a:ahLst/>
              <a:cxnLst/>
              <a:rect l="l" t="t" r="r" b="b"/>
              <a:pathLst>
                <a:path w="1130" h="2259" extrusionOk="0">
                  <a:moveTo>
                    <a:pt x="566" y="0"/>
                  </a:moveTo>
                  <a:cubicBezTo>
                    <a:pt x="253" y="0"/>
                    <a:pt x="0" y="253"/>
                    <a:pt x="0" y="566"/>
                  </a:cubicBezTo>
                  <a:lnTo>
                    <a:pt x="0" y="1696"/>
                  </a:lnTo>
                  <a:cubicBezTo>
                    <a:pt x="0" y="2006"/>
                    <a:pt x="253" y="2259"/>
                    <a:pt x="566" y="2259"/>
                  </a:cubicBezTo>
                  <a:cubicBezTo>
                    <a:pt x="876" y="2259"/>
                    <a:pt x="1129" y="2006"/>
                    <a:pt x="1129" y="1696"/>
                  </a:cubicBezTo>
                  <a:lnTo>
                    <a:pt x="1129" y="566"/>
                  </a:lnTo>
                  <a:cubicBezTo>
                    <a:pt x="1129" y="253"/>
                    <a:pt x="876" y="0"/>
                    <a:pt x="5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73" name="Google Shape;4873;p82"/>
            <p:cNvSpPr/>
            <p:nvPr/>
          </p:nvSpPr>
          <p:spPr>
            <a:xfrm>
              <a:off x="6235250" y="2677225"/>
              <a:ext cx="481975" cy="425375"/>
            </a:xfrm>
            <a:custGeom>
              <a:avLst/>
              <a:gdLst/>
              <a:ahLst/>
              <a:cxnLst/>
              <a:rect l="l" t="t" r="r" b="b"/>
              <a:pathLst>
                <a:path w="19279" h="17015" extrusionOk="0">
                  <a:moveTo>
                    <a:pt x="9639" y="1"/>
                  </a:moveTo>
                  <a:cubicBezTo>
                    <a:pt x="9326" y="1"/>
                    <a:pt x="9073" y="254"/>
                    <a:pt x="9073" y="567"/>
                  </a:cubicBezTo>
                  <a:lnTo>
                    <a:pt x="9073" y="1202"/>
                  </a:lnTo>
                  <a:cubicBezTo>
                    <a:pt x="7920" y="1470"/>
                    <a:pt x="6872" y="2548"/>
                    <a:pt x="6252" y="4156"/>
                  </a:cubicBezTo>
                  <a:cubicBezTo>
                    <a:pt x="6164" y="4380"/>
                    <a:pt x="5952" y="4518"/>
                    <a:pt x="5726" y="4518"/>
                  </a:cubicBezTo>
                  <a:cubicBezTo>
                    <a:pt x="5658" y="4518"/>
                    <a:pt x="5588" y="4505"/>
                    <a:pt x="5520" y="4478"/>
                  </a:cubicBezTo>
                  <a:cubicBezTo>
                    <a:pt x="5231" y="4367"/>
                    <a:pt x="5083" y="4042"/>
                    <a:pt x="5198" y="3750"/>
                  </a:cubicBezTo>
                  <a:cubicBezTo>
                    <a:pt x="5532" y="2876"/>
                    <a:pt x="5987" y="2130"/>
                    <a:pt x="6517" y="1536"/>
                  </a:cubicBezTo>
                  <a:lnTo>
                    <a:pt x="6517" y="1536"/>
                  </a:lnTo>
                  <a:cubicBezTo>
                    <a:pt x="2753" y="2527"/>
                    <a:pt x="0" y="5258"/>
                    <a:pt x="0" y="8468"/>
                  </a:cubicBezTo>
                  <a:lnTo>
                    <a:pt x="0" y="9034"/>
                  </a:lnTo>
                  <a:cubicBezTo>
                    <a:pt x="0" y="9347"/>
                    <a:pt x="253" y="9597"/>
                    <a:pt x="564" y="9597"/>
                  </a:cubicBezTo>
                  <a:cubicBezTo>
                    <a:pt x="877" y="9597"/>
                    <a:pt x="1130" y="9347"/>
                    <a:pt x="1130" y="9034"/>
                  </a:cubicBezTo>
                  <a:cubicBezTo>
                    <a:pt x="1130" y="8423"/>
                    <a:pt x="1904" y="7905"/>
                    <a:pt x="2822" y="7905"/>
                  </a:cubicBezTo>
                  <a:cubicBezTo>
                    <a:pt x="3740" y="7905"/>
                    <a:pt x="4553" y="8423"/>
                    <a:pt x="4553" y="9034"/>
                  </a:cubicBezTo>
                  <a:cubicBezTo>
                    <a:pt x="4553" y="9347"/>
                    <a:pt x="4806" y="9597"/>
                    <a:pt x="5120" y="9597"/>
                  </a:cubicBezTo>
                  <a:cubicBezTo>
                    <a:pt x="5430" y="9597"/>
                    <a:pt x="5683" y="9347"/>
                    <a:pt x="5683" y="9034"/>
                  </a:cubicBezTo>
                  <a:cubicBezTo>
                    <a:pt x="5683" y="8423"/>
                    <a:pt x="6460" y="7905"/>
                    <a:pt x="7378" y="7905"/>
                  </a:cubicBezTo>
                  <a:cubicBezTo>
                    <a:pt x="8296" y="7905"/>
                    <a:pt x="9070" y="8423"/>
                    <a:pt x="9070" y="9034"/>
                  </a:cubicBezTo>
                  <a:lnTo>
                    <a:pt x="9070" y="14756"/>
                  </a:lnTo>
                  <a:cubicBezTo>
                    <a:pt x="9070" y="15379"/>
                    <a:pt x="8564" y="15885"/>
                    <a:pt x="7941" y="15885"/>
                  </a:cubicBezTo>
                  <a:cubicBezTo>
                    <a:pt x="7318" y="15885"/>
                    <a:pt x="6812" y="15379"/>
                    <a:pt x="6812" y="14756"/>
                  </a:cubicBezTo>
                  <a:lnTo>
                    <a:pt x="6812" y="14190"/>
                  </a:lnTo>
                  <a:cubicBezTo>
                    <a:pt x="6812" y="13879"/>
                    <a:pt x="6559" y="13626"/>
                    <a:pt x="6249" y="13626"/>
                  </a:cubicBezTo>
                  <a:cubicBezTo>
                    <a:pt x="5936" y="13626"/>
                    <a:pt x="5683" y="13879"/>
                    <a:pt x="5683" y="14190"/>
                  </a:cubicBezTo>
                  <a:lnTo>
                    <a:pt x="5683" y="14756"/>
                  </a:lnTo>
                  <a:cubicBezTo>
                    <a:pt x="5683" y="16002"/>
                    <a:pt x="6694" y="17014"/>
                    <a:pt x="7941" y="17014"/>
                  </a:cubicBezTo>
                  <a:cubicBezTo>
                    <a:pt x="9188" y="17014"/>
                    <a:pt x="10200" y="16002"/>
                    <a:pt x="10200" y="14756"/>
                  </a:cubicBezTo>
                  <a:lnTo>
                    <a:pt x="10200" y="9034"/>
                  </a:lnTo>
                  <a:cubicBezTo>
                    <a:pt x="10200" y="8423"/>
                    <a:pt x="10976" y="7905"/>
                    <a:pt x="11895" y="7905"/>
                  </a:cubicBezTo>
                  <a:cubicBezTo>
                    <a:pt x="12813" y="7905"/>
                    <a:pt x="13587" y="8423"/>
                    <a:pt x="13587" y="9034"/>
                  </a:cubicBezTo>
                  <a:cubicBezTo>
                    <a:pt x="13587" y="9347"/>
                    <a:pt x="13840" y="9597"/>
                    <a:pt x="14153" y="9597"/>
                  </a:cubicBezTo>
                  <a:cubicBezTo>
                    <a:pt x="14463" y="9597"/>
                    <a:pt x="14716" y="9347"/>
                    <a:pt x="14716" y="9034"/>
                  </a:cubicBezTo>
                  <a:cubicBezTo>
                    <a:pt x="14716" y="8423"/>
                    <a:pt x="15529" y="7905"/>
                    <a:pt x="16448" y="7905"/>
                  </a:cubicBezTo>
                  <a:cubicBezTo>
                    <a:pt x="17366" y="7905"/>
                    <a:pt x="18143" y="8423"/>
                    <a:pt x="18143" y="9034"/>
                  </a:cubicBezTo>
                  <a:cubicBezTo>
                    <a:pt x="18143" y="9347"/>
                    <a:pt x="18396" y="9597"/>
                    <a:pt x="18706" y="9597"/>
                  </a:cubicBezTo>
                  <a:cubicBezTo>
                    <a:pt x="19019" y="9597"/>
                    <a:pt x="19272" y="9347"/>
                    <a:pt x="19272" y="9034"/>
                  </a:cubicBezTo>
                  <a:lnTo>
                    <a:pt x="19272" y="8471"/>
                  </a:lnTo>
                  <a:cubicBezTo>
                    <a:pt x="19278" y="5258"/>
                    <a:pt x="16523" y="2527"/>
                    <a:pt x="12759" y="1536"/>
                  </a:cubicBezTo>
                  <a:lnTo>
                    <a:pt x="12759" y="1536"/>
                  </a:lnTo>
                  <a:cubicBezTo>
                    <a:pt x="13292" y="2130"/>
                    <a:pt x="13744" y="2876"/>
                    <a:pt x="14081" y="3750"/>
                  </a:cubicBezTo>
                  <a:cubicBezTo>
                    <a:pt x="14192" y="4042"/>
                    <a:pt x="14048" y="4367"/>
                    <a:pt x="13756" y="4478"/>
                  </a:cubicBezTo>
                  <a:cubicBezTo>
                    <a:pt x="13688" y="4505"/>
                    <a:pt x="13618" y="4518"/>
                    <a:pt x="13550" y="4518"/>
                  </a:cubicBezTo>
                  <a:cubicBezTo>
                    <a:pt x="13324" y="4518"/>
                    <a:pt x="13113" y="4380"/>
                    <a:pt x="13027" y="4156"/>
                  </a:cubicBezTo>
                  <a:cubicBezTo>
                    <a:pt x="12407" y="2548"/>
                    <a:pt x="11359" y="1470"/>
                    <a:pt x="10203" y="1202"/>
                  </a:cubicBezTo>
                  <a:lnTo>
                    <a:pt x="10203" y="567"/>
                  </a:lnTo>
                  <a:cubicBezTo>
                    <a:pt x="10203" y="254"/>
                    <a:pt x="9950" y="1"/>
                    <a:pt x="9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4874" name="Google Shape;4874;p82"/>
          <p:cNvSpPr/>
          <p:nvPr/>
        </p:nvSpPr>
        <p:spPr>
          <a:xfrm>
            <a:off x="5030010" y="2720693"/>
            <a:ext cx="345027" cy="320295"/>
          </a:xfrm>
          <a:custGeom>
            <a:avLst/>
            <a:gdLst/>
            <a:ahLst/>
            <a:cxnLst/>
            <a:rect l="l" t="t" r="r" b="b"/>
            <a:pathLst>
              <a:path w="19601" h="18196" extrusionOk="0">
                <a:moveTo>
                  <a:pt x="9798" y="0"/>
                </a:moveTo>
                <a:cubicBezTo>
                  <a:pt x="9597" y="0"/>
                  <a:pt x="9397" y="104"/>
                  <a:pt x="9293" y="312"/>
                </a:cubicBezTo>
                <a:lnTo>
                  <a:pt x="6619" y="5666"/>
                </a:lnTo>
                <a:lnTo>
                  <a:pt x="648" y="6524"/>
                </a:lnTo>
                <a:cubicBezTo>
                  <a:pt x="184" y="6590"/>
                  <a:pt x="1" y="7163"/>
                  <a:pt x="338" y="7488"/>
                </a:cubicBezTo>
                <a:lnTo>
                  <a:pt x="4659" y="11652"/>
                </a:lnTo>
                <a:lnTo>
                  <a:pt x="3638" y="17530"/>
                </a:lnTo>
                <a:cubicBezTo>
                  <a:pt x="3574" y="17898"/>
                  <a:pt x="3865" y="18195"/>
                  <a:pt x="4195" y="18195"/>
                </a:cubicBezTo>
                <a:cubicBezTo>
                  <a:pt x="4281" y="18195"/>
                  <a:pt x="4371" y="18175"/>
                  <a:pt x="4457" y="18129"/>
                </a:cubicBezTo>
                <a:lnTo>
                  <a:pt x="9802" y="15350"/>
                </a:lnTo>
                <a:lnTo>
                  <a:pt x="15147" y="18129"/>
                </a:lnTo>
                <a:cubicBezTo>
                  <a:pt x="15233" y="18175"/>
                  <a:pt x="15322" y="18195"/>
                  <a:pt x="15408" y="18195"/>
                </a:cubicBezTo>
                <a:cubicBezTo>
                  <a:pt x="15736" y="18195"/>
                  <a:pt x="16025" y="17898"/>
                  <a:pt x="15963" y="17533"/>
                </a:cubicBezTo>
                <a:lnTo>
                  <a:pt x="14942" y="11652"/>
                </a:lnTo>
                <a:lnTo>
                  <a:pt x="19263" y="7491"/>
                </a:lnTo>
                <a:cubicBezTo>
                  <a:pt x="19601" y="7163"/>
                  <a:pt x="19417" y="6590"/>
                  <a:pt x="18950" y="6524"/>
                </a:cubicBezTo>
                <a:lnTo>
                  <a:pt x="12976" y="5666"/>
                </a:lnTo>
                <a:lnTo>
                  <a:pt x="10302" y="312"/>
                </a:lnTo>
                <a:cubicBezTo>
                  <a:pt x="10198" y="104"/>
                  <a:pt x="9998" y="0"/>
                  <a:pt x="97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4875" name="Google Shape;4875;p82"/>
          <p:cNvGrpSpPr/>
          <p:nvPr/>
        </p:nvGrpSpPr>
        <p:grpSpPr>
          <a:xfrm>
            <a:off x="5465078" y="2711317"/>
            <a:ext cx="341101" cy="339253"/>
            <a:chOff x="1535000" y="3223325"/>
            <a:chExt cx="484450" cy="481825"/>
          </a:xfrm>
        </p:grpSpPr>
        <p:sp>
          <p:nvSpPr>
            <p:cNvPr id="4876" name="Google Shape;4876;p82"/>
            <p:cNvSpPr/>
            <p:nvPr/>
          </p:nvSpPr>
          <p:spPr>
            <a:xfrm>
              <a:off x="1760150" y="3308225"/>
              <a:ext cx="143825" cy="140600"/>
            </a:xfrm>
            <a:custGeom>
              <a:avLst/>
              <a:gdLst/>
              <a:ahLst/>
              <a:cxnLst/>
              <a:rect l="l" t="t" r="r" b="b"/>
              <a:pathLst>
                <a:path w="5753"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4" y="5310"/>
                  </a:cubicBezTo>
                  <a:lnTo>
                    <a:pt x="4102" y="3973"/>
                  </a:lnTo>
                  <a:lnTo>
                    <a:pt x="5439" y="3304"/>
                  </a:lnTo>
                  <a:cubicBezTo>
                    <a:pt x="5629" y="3208"/>
                    <a:pt x="5752" y="3012"/>
                    <a:pt x="5752" y="2798"/>
                  </a:cubicBezTo>
                  <a:cubicBezTo>
                    <a:pt x="5752" y="2585"/>
                    <a:pt x="5632" y="2389"/>
                    <a:pt x="5439" y="2295"/>
                  </a:cubicBezTo>
                  <a:lnTo>
                    <a:pt x="4102" y="1627"/>
                  </a:lnTo>
                  <a:lnTo>
                    <a:pt x="3434" y="287"/>
                  </a:lnTo>
                  <a:cubicBezTo>
                    <a:pt x="3337" y="96"/>
                    <a:pt x="3132" y="0"/>
                    <a:pt x="29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77" name="Google Shape;4877;p82"/>
            <p:cNvSpPr/>
            <p:nvPr/>
          </p:nvSpPr>
          <p:spPr>
            <a:xfrm>
              <a:off x="1873075" y="3421150"/>
              <a:ext cx="146375" cy="140600"/>
            </a:xfrm>
            <a:custGeom>
              <a:avLst/>
              <a:gdLst/>
              <a:ahLst/>
              <a:cxnLst/>
              <a:rect l="l" t="t" r="r" b="b"/>
              <a:pathLst>
                <a:path w="5855"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3" y="5310"/>
                  </a:cubicBezTo>
                  <a:lnTo>
                    <a:pt x="4102" y="3973"/>
                  </a:lnTo>
                  <a:lnTo>
                    <a:pt x="5439" y="3304"/>
                  </a:lnTo>
                  <a:cubicBezTo>
                    <a:pt x="5854" y="3096"/>
                    <a:pt x="5854" y="2503"/>
                    <a:pt x="5439" y="2295"/>
                  </a:cubicBezTo>
                  <a:lnTo>
                    <a:pt x="4102" y="1627"/>
                  </a:lnTo>
                  <a:lnTo>
                    <a:pt x="3433" y="287"/>
                  </a:lnTo>
                  <a:cubicBezTo>
                    <a:pt x="3337" y="96"/>
                    <a:pt x="3132" y="0"/>
                    <a:pt x="29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78" name="Google Shape;4878;p82"/>
            <p:cNvSpPr/>
            <p:nvPr/>
          </p:nvSpPr>
          <p:spPr>
            <a:xfrm>
              <a:off x="1535000" y="3223325"/>
              <a:ext cx="406450" cy="481825"/>
            </a:xfrm>
            <a:custGeom>
              <a:avLst/>
              <a:gdLst/>
              <a:ahLst/>
              <a:cxnLst/>
              <a:rect l="l" t="t" r="r" b="b"/>
              <a:pathLst>
                <a:path w="16258" h="19273" extrusionOk="0">
                  <a:moveTo>
                    <a:pt x="9660" y="0"/>
                  </a:moveTo>
                  <a:cubicBezTo>
                    <a:pt x="4399" y="0"/>
                    <a:pt x="0" y="4351"/>
                    <a:pt x="0" y="9636"/>
                  </a:cubicBezTo>
                  <a:cubicBezTo>
                    <a:pt x="0" y="14927"/>
                    <a:pt x="4381" y="19272"/>
                    <a:pt x="9675" y="19272"/>
                  </a:cubicBezTo>
                  <a:cubicBezTo>
                    <a:pt x="12012" y="19269"/>
                    <a:pt x="14270" y="18411"/>
                    <a:pt x="16023" y="16860"/>
                  </a:cubicBezTo>
                  <a:cubicBezTo>
                    <a:pt x="16195" y="16707"/>
                    <a:pt x="16258" y="16463"/>
                    <a:pt x="16176" y="16243"/>
                  </a:cubicBezTo>
                  <a:cubicBezTo>
                    <a:pt x="16098" y="16026"/>
                    <a:pt x="15893" y="15879"/>
                    <a:pt x="15662" y="15872"/>
                  </a:cubicBezTo>
                  <a:cubicBezTo>
                    <a:pt x="11352" y="15752"/>
                    <a:pt x="7980" y="12250"/>
                    <a:pt x="7980" y="7941"/>
                  </a:cubicBezTo>
                  <a:cubicBezTo>
                    <a:pt x="7974" y="5207"/>
                    <a:pt x="9380" y="2662"/>
                    <a:pt x="11696" y="1211"/>
                  </a:cubicBezTo>
                  <a:cubicBezTo>
                    <a:pt x="12129" y="937"/>
                    <a:pt x="12006" y="274"/>
                    <a:pt x="11503" y="178"/>
                  </a:cubicBezTo>
                  <a:cubicBezTo>
                    <a:pt x="10881" y="58"/>
                    <a:pt x="10265" y="0"/>
                    <a:pt x="96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879" name="Google Shape;4879;p82"/>
          <p:cNvGrpSpPr/>
          <p:nvPr/>
        </p:nvGrpSpPr>
        <p:grpSpPr>
          <a:xfrm>
            <a:off x="5872645" y="2746618"/>
            <a:ext cx="339253" cy="268649"/>
            <a:chOff x="2085525" y="3263750"/>
            <a:chExt cx="481825" cy="381550"/>
          </a:xfrm>
        </p:grpSpPr>
        <p:sp>
          <p:nvSpPr>
            <p:cNvPr id="4880" name="Google Shape;4880;p82"/>
            <p:cNvSpPr/>
            <p:nvPr/>
          </p:nvSpPr>
          <p:spPr>
            <a:xfrm>
              <a:off x="2320325" y="3263750"/>
              <a:ext cx="227825" cy="141025"/>
            </a:xfrm>
            <a:custGeom>
              <a:avLst/>
              <a:gdLst/>
              <a:ahLst/>
              <a:cxnLst/>
              <a:rect l="l" t="t" r="r" b="b"/>
              <a:pathLst>
                <a:path w="9113" h="5641" extrusionOk="0">
                  <a:moveTo>
                    <a:pt x="4066" y="0"/>
                  </a:moveTo>
                  <a:cubicBezTo>
                    <a:pt x="2283" y="3"/>
                    <a:pt x="675" y="1081"/>
                    <a:pt x="0" y="2731"/>
                  </a:cubicBezTo>
                  <a:cubicBezTo>
                    <a:pt x="1527" y="2939"/>
                    <a:pt x="2912" y="3734"/>
                    <a:pt x="3861" y="4948"/>
                  </a:cubicBezTo>
                  <a:cubicBezTo>
                    <a:pt x="4331" y="4823"/>
                    <a:pt x="4810" y="4761"/>
                    <a:pt x="5287" y="4761"/>
                  </a:cubicBezTo>
                  <a:cubicBezTo>
                    <a:pt x="6338" y="4761"/>
                    <a:pt x="7378" y="5060"/>
                    <a:pt x="8281" y="5640"/>
                  </a:cubicBezTo>
                  <a:cubicBezTo>
                    <a:pt x="9112" y="2825"/>
                    <a:pt x="7002" y="0"/>
                    <a:pt x="40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81" name="Google Shape;4881;p82"/>
            <p:cNvSpPr/>
            <p:nvPr/>
          </p:nvSpPr>
          <p:spPr>
            <a:xfrm>
              <a:off x="2085525" y="3355200"/>
              <a:ext cx="481825" cy="290100"/>
            </a:xfrm>
            <a:custGeom>
              <a:avLst/>
              <a:gdLst/>
              <a:ahLst/>
              <a:cxnLst/>
              <a:rect l="l" t="t" r="r" b="b"/>
              <a:pathLst>
                <a:path w="19273" h="11604" extrusionOk="0">
                  <a:moveTo>
                    <a:pt x="8620" y="1"/>
                  </a:moveTo>
                  <a:cubicBezTo>
                    <a:pt x="8610" y="1"/>
                    <a:pt x="8599" y="1"/>
                    <a:pt x="8588" y="1"/>
                  </a:cubicBezTo>
                  <a:cubicBezTo>
                    <a:pt x="7468" y="4"/>
                    <a:pt x="6384" y="407"/>
                    <a:pt x="5535" y="1139"/>
                  </a:cubicBezTo>
                  <a:cubicBezTo>
                    <a:pt x="4818" y="1756"/>
                    <a:pt x="4288" y="2563"/>
                    <a:pt x="4005" y="3470"/>
                  </a:cubicBezTo>
                  <a:lnTo>
                    <a:pt x="3891" y="3470"/>
                  </a:lnTo>
                  <a:cubicBezTo>
                    <a:pt x="1747" y="3470"/>
                    <a:pt x="0" y="5295"/>
                    <a:pt x="0" y="7538"/>
                  </a:cubicBezTo>
                  <a:cubicBezTo>
                    <a:pt x="0" y="9781"/>
                    <a:pt x="1744" y="11603"/>
                    <a:pt x="3891" y="11603"/>
                  </a:cubicBezTo>
                  <a:lnTo>
                    <a:pt x="14798" y="11603"/>
                  </a:lnTo>
                  <a:cubicBezTo>
                    <a:pt x="17264" y="11603"/>
                    <a:pt x="19272" y="9504"/>
                    <a:pt x="19272" y="6924"/>
                  </a:cubicBezTo>
                  <a:cubicBezTo>
                    <a:pt x="19272" y="6044"/>
                    <a:pt x="19034" y="5180"/>
                    <a:pt x="18583" y="4427"/>
                  </a:cubicBezTo>
                  <a:cubicBezTo>
                    <a:pt x="18152" y="3705"/>
                    <a:pt x="17529" y="3118"/>
                    <a:pt x="16782" y="2726"/>
                  </a:cubicBezTo>
                  <a:cubicBezTo>
                    <a:pt x="16161" y="2403"/>
                    <a:pt x="15480" y="2241"/>
                    <a:pt x="14799" y="2241"/>
                  </a:cubicBezTo>
                  <a:cubicBezTo>
                    <a:pt x="14135" y="2241"/>
                    <a:pt x="13471" y="2394"/>
                    <a:pt x="12861" y="2702"/>
                  </a:cubicBezTo>
                  <a:cubicBezTo>
                    <a:pt x="12232" y="1443"/>
                    <a:pt x="11118" y="513"/>
                    <a:pt x="9784" y="157"/>
                  </a:cubicBezTo>
                  <a:cubicBezTo>
                    <a:pt x="9403" y="55"/>
                    <a:pt x="9013" y="1"/>
                    <a:pt x="86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4882" name="Google Shape;4882;p82"/>
          <p:cNvSpPr/>
          <p:nvPr/>
        </p:nvSpPr>
        <p:spPr>
          <a:xfrm>
            <a:off x="6286830" y="2778690"/>
            <a:ext cx="339253" cy="204295"/>
          </a:xfrm>
          <a:custGeom>
            <a:avLst/>
            <a:gdLst/>
            <a:ahLst/>
            <a:cxnLst/>
            <a:rect l="l" t="t" r="r" b="b"/>
            <a:pathLst>
              <a:path w="19273" h="11606" extrusionOk="0">
                <a:moveTo>
                  <a:pt x="8589" y="0"/>
                </a:moveTo>
                <a:cubicBezTo>
                  <a:pt x="7469" y="3"/>
                  <a:pt x="6385" y="407"/>
                  <a:pt x="5536" y="1138"/>
                </a:cubicBezTo>
                <a:cubicBezTo>
                  <a:pt x="4819" y="1759"/>
                  <a:pt x="4289" y="2566"/>
                  <a:pt x="4006" y="3469"/>
                </a:cubicBezTo>
                <a:lnTo>
                  <a:pt x="3891" y="3469"/>
                </a:lnTo>
                <a:cubicBezTo>
                  <a:pt x="1747" y="3469"/>
                  <a:pt x="1" y="5294"/>
                  <a:pt x="1" y="7537"/>
                </a:cubicBezTo>
                <a:cubicBezTo>
                  <a:pt x="1" y="9781"/>
                  <a:pt x="1744" y="11605"/>
                  <a:pt x="3891" y="11605"/>
                </a:cubicBezTo>
                <a:lnTo>
                  <a:pt x="14798" y="11605"/>
                </a:lnTo>
                <a:cubicBezTo>
                  <a:pt x="17264" y="11605"/>
                  <a:pt x="19273" y="9507"/>
                  <a:pt x="19273" y="6923"/>
                </a:cubicBezTo>
                <a:cubicBezTo>
                  <a:pt x="19273" y="6044"/>
                  <a:pt x="19035" y="5182"/>
                  <a:pt x="18583" y="4430"/>
                </a:cubicBezTo>
                <a:cubicBezTo>
                  <a:pt x="18153" y="3707"/>
                  <a:pt x="17529" y="3117"/>
                  <a:pt x="16783" y="2728"/>
                </a:cubicBezTo>
                <a:cubicBezTo>
                  <a:pt x="16161" y="2404"/>
                  <a:pt x="15479" y="2243"/>
                  <a:pt x="14797" y="2243"/>
                </a:cubicBezTo>
                <a:cubicBezTo>
                  <a:pt x="14134" y="2243"/>
                  <a:pt x="13470" y="2395"/>
                  <a:pt x="12862" y="2701"/>
                </a:cubicBezTo>
                <a:cubicBezTo>
                  <a:pt x="12233" y="1442"/>
                  <a:pt x="11118" y="512"/>
                  <a:pt x="9784" y="157"/>
                </a:cubicBezTo>
                <a:cubicBezTo>
                  <a:pt x="9393" y="54"/>
                  <a:pt x="8992" y="0"/>
                  <a:pt x="85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4883" name="Google Shape;4883;p82"/>
          <p:cNvGrpSpPr/>
          <p:nvPr/>
        </p:nvGrpSpPr>
        <p:grpSpPr>
          <a:xfrm>
            <a:off x="6704407" y="2711308"/>
            <a:ext cx="340204" cy="339271"/>
            <a:chOff x="3270450" y="3213625"/>
            <a:chExt cx="483175" cy="481850"/>
          </a:xfrm>
        </p:grpSpPr>
        <p:sp>
          <p:nvSpPr>
            <p:cNvPr id="4884" name="Google Shape;4884;p82"/>
            <p:cNvSpPr/>
            <p:nvPr/>
          </p:nvSpPr>
          <p:spPr>
            <a:xfrm>
              <a:off x="3392550" y="3335025"/>
              <a:ext cx="239050" cy="239050"/>
            </a:xfrm>
            <a:custGeom>
              <a:avLst/>
              <a:gdLst/>
              <a:ahLst/>
              <a:cxnLst/>
              <a:rect l="l" t="t" r="r" b="b"/>
              <a:pathLst>
                <a:path w="9562" h="9562" extrusionOk="0">
                  <a:moveTo>
                    <a:pt x="4782" y="1"/>
                  </a:moveTo>
                  <a:cubicBezTo>
                    <a:pt x="2142" y="1"/>
                    <a:pt x="1" y="2139"/>
                    <a:pt x="1" y="4780"/>
                  </a:cubicBezTo>
                  <a:cubicBezTo>
                    <a:pt x="1" y="7421"/>
                    <a:pt x="2142" y="9562"/>
                    <a:pt x="4782" y="9562"/>
                  </a:cubicBezTo>
                  <a:cubicBezTo>
                    <a:pt x="7420" y="9562"/>
                    <a:pt x="9561" y="7421"/>
                    <a:pt x="9561" y="4780"/>
                  </a:cubicBezTo>
                  <a:cubicBezTo>
                    <a:pt x="9561" y="2139"/>
                    <a:pt x="7420" y="1"/>
                    <a:pt x="47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85" name="Google Shape;4885;p82"/>
            <p:cNvSpPr/>
            <p:nvPr/>
          </p:nvSpPr>
          <p:spPr>
            <a:xfrm>
              <a:off x="3270450" y="3213625"/>
              <a:ext cx="483175" cy="481850"/>
            </a:xfrm>
            <a:custGeom>
              <a:avLst/>
              <a:gdLst/>
              <a:ahLst/>
              <a:cxnLst/>
              <a:rect l="l" t="t" r="r" b="b"/>
              <a:pathLst>
                <a:path w="19327" h="19274" extrusionOk="0">
                  <a:moveTo>
                    <a:pt x="9666" y="3728"/>
                  </a:moveTo>
                  <a:cubicBezTo>
                    <a:pt x="12925" y="3728"/>
                    <a:pt x="15575" y="6378"/>
                    <a:pt x="15575" y="9636"/>
                  </a:cubicBezTo>
                  <a:cubicBezTo>
                    <a:pt x="15575" y="12894"/>
                    <a:pt x="12925" y="15547"/>
                    <a:pt x="9666" y="15547"/>
                  </a:cubicBezTo>
                  <a:cubicBezTo>
                    <a:pt x="6405" y="15547"/>
                    <a:pt x="3755" y="12894"/>
                    <a:pt x="3755" y="9636"/>
                  </a:cubicBezTo>
                  <a:cubicBezTo>
                    <a:pt x="3755" y="6378"/>
                    <a:pt x="6405" y="3728"/>
                    <a:pt x="9666" y="3728"/>
                  </a:cubicBezTo>
                  <a:close/>
                  <a:moveTo>
                    <a:pt x="9665" y="0"/>
                  </a:moveTo>
                  <a:cubicBezTo>
                    <a:pt x="9575" y="0"/>
                    <a:pt x="9484" y="22"/>
                    <a:pt x="9402" y="66"/>
                  </a:cubicBezTo>
                  <a:lnTo>
                    <a:pt x="7532" y="1054"/>
                  </a:lnTo>
                  <a:lnTo>
                    <a:pt x="5418" y="1054"/>
                  </a:lnTo>
                  <a:cubicBezTo>
                    <a:pt x="5231" y="1054"/>
                    <a:pt x="5056" y="1144"/>
                    <a:pt x="4954" y="1301"/>
                  </a:cubicBezTo>
                  <a:lnTo>
                    <a:pt x="3752" y="3053"/>
                  </a:lnTo>
                  <a:lnTo>
                    <a:pt x="1879" y="4041"/>
                  </a:lnTo>
                  <a:cubicBezTo>
                    <a:pt x="1717" y="4128"/>
                    <a:pt x="1605" y="4288"/>
                    <a:pt x="1584" y="4474"/>
                  </a:cubicBezTo>
                  <a:lnTo>
                    <a:pt x="1328" y="6588"/>
                  </a:lnTo>
                  <a:lnTo>
                    <a:pt x="127" y="8341"/>
                  </a:lnTo>
                  <a:cubicBezTo>
                    <a:pt x="24" y="8491"/>
                    <a:pt x="0" y="8687"/>
                    <a:pt x="67" y="8859"/>
                  </a:cubicBezTo>
                  <a:lnTo>
                    <a:pt x="816" y="10852"/>
                  </a:lnTo>
                  <a:lnTo>
                    <a:pt x="560" y="12966"/>
                  </a:lnTo>
                  <a:cubicBezTo>
                    <a:pt x="536" y="13150"/>
                    <a:pt x="606" y="13334"/>
                    <a:pt x="744" y="13457"/>
                  </a:cubicBezTo>
                  <a:lnTo>
                    <a:pt x="2325" y="14869"/>
                  </a:lnTo>
                  <a:lnTo>
                    <a:pt x="3075" y="16860"/>
                  </a:lnTo>
                  <a:cubicBezTo>
                    <a:pt x="3141" y="17034"/>
                    <a:pt x="3289" y="17164"/>
                    <a:pt x="3466" y="17209"/>
                  </a:cubicBezTo>
                  <a:lnTo>
                    <a:pt x="5520" y="17718"/>
                  </a:lnTo>
                  <a:lnTo>
                    <a:pt x="7101" y="19130"/>
                  </a:lnTo>
                  <a:cubicBezTo>
                    <a:pt x="7205" y="19223"/>
                    <a:pt x="7340" y="19273"/>
                    <a:pt x="7477" y="19273"/>
                  </a:cubicBezTo>
                  <a:cubicBezTo>
                    <a:pt x="7523" y="19273"/>
                    <a:pt x="7568" y="19268"/>
                    <a:pt x="7613" y="19257"/>
                  </a:cubicBezTo>
                  <a:lnTo>
                    <a:pt x="9666" y="18745"/>
                  </a:lnTo>
                  <a:lnTo>
                    <a:pt x="11717" y="19254"/>
                  </a:lnTo>
                  <a:cubicBezTo>
                    <a:pt x="11759" y="19266"/>
                    <a:pt x="11807" y="19272"/>
                    <a:pt x="11853" y="19272"/>
                  </a:cubicBezTo>
                  <a:cubicBezTo>
                    <a:pt x="11991" y="19272"/>
                    <a:pt x="12124" y="19221"/>
                    <a:pt x="12229" y="19127"/>
                  </a:cubicBezTo>
                  <a:lnTo>
                    <a:pt x="13810" y="17715"/>
                  </a:lnTo>
                  <a:lnTo>
                    <a:pt x="15861" y="17206"/>
                  </a:lnTo>
                  <a:cubicBezTo>
                    <a:pt x="16041" y="17161"/>
                    <a:pt x="16186" y="17031"/>
                    <a:pt x="16252" y="16857"/>
                  </a:cubicBezTo>
                  <a:lnTo>
                    <a:pt x="17002" y="14866"/>
                  </a:lnTo>
                  <a:lnTo>
                    <a:pt x="18583" y="13454"/>
                  </a:lnTo>
                  <a:cubicBezTo>
                    <a:pt x="18721" y="13331"/>
                    <a:pt x="18791" y="13147"/>
                    <a:pt x="18766" y="12963"/>
                  </a:cubicBezTo>
                  <a:lnTo>
                    <a:pt x="18514" y="10849"/>
                  </a:lnTo>
                  <a:lnTo>
                    <a:pt x="19263" y="8856"/>
                  </a:lnTo>
                  <a:cubicBezTo>
                    <a:pt x="19327" y="8684"/>
                    <a:pt x="19306" y="8491"/>
                    <a:pt x="19200" y="8338"/>
                  </a:cubicBezTo>
                  <a:lnTo>
                    <a:pt x="18002" y="6588"/>
                  </a:lnTo>
                  <a:lnTo>
                    <a:pt x="17746" y="4471"/>
                  </a:lnTo>
                  <a:cubicBezTo>
                    <a:pt x="17725" y="4288"/>
                    <a:pt x="17613" y="4128"/>
                    <a:pt x="17451" y="4041"/>
                  </a:cubicBezTo>
                  <a:lnTo>
                    <a:pt x="15578" y="3050"/>
                  </a:lnTo>
                  <a:lnTo>
                    <a:pt x="14379" y="1298"/>
                  </a:lnTo>
                  <a:cubicBezTo>
                    <a:pt x="14274" y="1144"/>
                    <a:pt x="14099" y="1054"/>
                    <a:pt x="13912" y="1054"/>
                  </a:cubicBezTo>
                  <a:lnTo>
                    <a:pt x="11798" y="1054"/>
                  </a:lnTo>
                  <a:lnTo>
                    <a:pt x="9928" y="66"/>
                  </a:lnTo>
                  <a:cubicBezTo>
                    <a:pt x="9846" y="22"/>
                    <a:pt x="9755" y="0"/>
                    <a:pt x="9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886" name="Google Shape;4886;p82"/>
          <p:cNvGrpSpPr/>
          <p:nvPr/>
        </p:nvGrpSpPr>
        <p:grpSpPr>
          <a:xfrm>
            <a:off x="7203676" y="2711317"/>
            <a:ext cx="168931" cy="339253"/>
            <a:chOff x="3984950" y="3213600"/>
            <a:chExt cx="239925" cy="481825"/>
          </a:xfrm>
        </p:grpSpPr>
        <p:sp>
          <p:nvSpPr>
            <p:cNvPr id="4887" name="Google Shape;4887;p82"/>
            <p:cNvSpPr/>
            <p:nvPr/>
          </p:nvSpPr>
          <p:spPr>
            <a:xfrm>
              <a:off x="3984950" y="3213600"/>
              <a:ext cx="239925" cy="481825"/>
            </a:xfrm>
            <a:custGeom>
              <a:avLst/>
              <a:gdLst/>
              <a:ahLst/>
              <a:cxnLst/>
              <a:rect l="l" t="t" r="r" b="b"/>
              <a:pathLst>
                <a:path w="9597" h="19273" extrusionOk="0">
                  <a:moveTo>
                    <a:pt x="4800" y="3355"/>
                  </a:moveTo>
                  <a:cubicBezTo>
                    <a:pt x="5110" y="3355"/>
                    <a:pt x="5363" y="3608"/>
                    <a:pt x="5363" y="3918"/>
                  </a:cubicBezTo>
                  <a:lnTo>
                    <a:pt x="5363" y="12121"/>
                  </a:lnTo>
                  <a:cubicBezTo>
                    <a:pt x="6556" y="12407"/>
                    <a:pt x="7345" y="13542"/>
                    <a:pt x="7203" y="14759"/>
                  </a:cubicBezTo>
                  <a:cubicBezTo>
                    <a:pt x="7059" y="15978"/>
                    <a:pt x="6026" y="16897"/>
                    <a:pt x="4800" y="16897"/>
                  </a:cubicBezTo>
                  <a:cubicBezTo>
                    <a:pt x="3571" y="16897"/>
                    <a:pt x="2539" y="15978"/>
                    <a:pt x="2394" y="14759"/>
                  </a:cubicBezTo>
                  <a:cubicBezTo>
                    <a:pt x="2253" y="13542"/>
                    <a:pt x="3042" y="12407"/>
                    <a:pt x="4234" y="12121"/>
                  </a:cubicBezTo>
                  <a:lnTo>
                    <a:pt x="4234" y="3918"/>
                  </a:lnTo>
                  <a:cubicBezTo>
                    <a:pt x="4234" y="3608"/>
                    <a:pt x="4487" y="3355"/>
                    <a:pt x="4800" y="3355"/>
                  </a:cubicBezTo>
                  <a:close/>
                  <a:moveTo>
                    <a:pt x="4800" y="1"/>
                  </a:moveTo>
                  <a:cubicBezTo>
                    <a:pt x="3219" y="1"/>
                    <a:pt x="1939" y="1281"/>
                    <a:pt x="1939" y="2861"/>
                  </a:cubicBezTo>
                  <a:lnTo>
                    <a:pt x="1939" y="10567"/>
                  </a:lnTo>
                  <a:cubicBezTo>
                    <a:pt x="723" y="11501"/>
                    <a:pt x="9" y="12943"/>
                    <a:pt x="0" y="14476"/>
                  </a:cubicBezTo>
                  <a:cubicBezTo>
                    <a:pt x="0" y="17123"/>
                    <a:pt x="2150" y="19273"/>
                    <a:pt x="4800" y="19273"/>
                  </a:cubicBezTo>
                  <a:cubicBezTo>
                    <a:pt x="7450" y="19273"/>
                    <a:pt x="9597" y="17123"/>
                    <a:pt x="9597" y="14476"/>
                  </a:cubicBezTo>
                  <a:cubicBezTo>
                    <a:pt x="9597" y="13651"/>
                    <a:pt x="9395" y="12844"/>
                    <a:pt x="9007" y="12118"/>
                  </a:cubicBezTo>
                  <a:cubicBezTo>
                    <a:pt x="8679" y="11510"/>
                    <a:pt x="8221" y="10980"/>
                    <a:pt x="7664" y="10567"/>
                  </a:cubicBezTo>
                  <a:lnTo>
                    <a:pt x="7661" y="2861"/>
                  </a:lnTo>
                  <a:cubicBezTo>
                    <a:pt x="7661" y="1281"/>
                    <a:pt x="6378" y="1"/>
                    <a:pt x="48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88" name="Google Shape;4888;p82"/>
            <p:cNvSpPr/>
            <p:nvPr/>
          </p:nvSpPr>
          <p:spPr>
            <a:xfrm>
              <a:off x="4072650" y="3543175"/>
              <a:ext cx="64525" cy="64625"/>
            </a:xfrm>
            <a:custGeom>
              <a:avLst/>
              <a:gdLst/>
              <a:ahLst/>
              <a:cxnLst/>
              <a:rect l="l" t="t" r="r" b="b"/>
              <a:pathLst>
                <a:path w="2581" h="2585" extrusionOk="0">
                  <a:moveTo>
                    <a:pt x="1292" y="1"/>
                  </a:moveTo>
                  <a:cubicBezTo>
                    <a:pt x="578" y="1"/>
                    <a:pt x="0" y="579"/>
                    <a:pt x="0" y="1293"/>
                  </a:cubicBezTo>
                  <a:cubicBezTo>
                    <a:pt x="0" y="2006"/>
                    <a:pt x="578" y="2585"/>
                    <a:pt x="1292" y="2585"/>
                  </a:cubicBezTo>
                  <a:cubicBezTo>
                    <a:pt x="2003" y="2585"/>
                    <a:pt x="2581" y="2006"/>
                    <a:pt x="2581" y="1293"/>
                  </a:cubicBezTo>
                  <a:cubicBezTo>
                    <a:pt x="2581" y="579"/>
                    <a:pt x="2003" y="1"/>
                    <a:pt x="12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4889" name="Google Shape;4889;p82"/>
          <p:cNvSpPr/>
          <p:nvPr/>
        </p:nvSpPr>
        <p:spPr>
          <a:xfrm>
            <a:off x="7542004" y="2711214"/>
            <a:ext cx="339306" cy="339253"/>
          </a:xfrm>
          <a:custGeom>
            <a:avLst/>
            <a:gdLst/>
            <a:ahLst/>
            <a:cxnLst/>
            <a:rect l="l" t="t" r="r" b="b"/>
            <a:pathLst>
              <a:path w="19276" h="19273" extrusionOk="0">
                <a:moveTo>
                  <a:pt x="9640" y="5686"/>
                </a:moveTo>
                <a:cubicBezTo>
                  <a:pt x="11236" y="5686"/>
                  <a:pt x="12678" y="6647"/>
                  <a:pt x="13289" y="8125"/>
                </a:cubicBezTo>
                <a:cubicBezTo>
                  <a:pt x="13901" y="9601"/>
                  <a:pt x="13563" y="11302"/>
                  <a:pt x="12434" y="12431"/>
                </a:cubicBezTo>
                <a:cubicBezTo>
                  <a:pt x="11676" y="13187"/>
                  <a:pt x="10664" y="13590"/>
                  <a:pt x="9635" y="13590"/>
                </a:cubicBezTo>
                <a:cubicBezTo>
                  <a:pt x="9126" y="13590"/>
                  <a:pt x="8614" y="13491"/>
                  <a:pt x="8125" y="13289"/>
                </a:cubicBezTo>
                <a:cubicBezTo>
                  <a:pt x="6649" y="12675"/>
                  <a:pt x="5686" y="11236"/>
                  <a:pt x="5686" y="9637"/>
                </a:cubicBezTo>
                <a:cubicBezTo>
                  <a:pt x="5689" y="7454"/>
                  <a:pt x="7457" y="5686"/>
                  <a:pt x="9640" y="5686"/>
                </a:cubicBezTo>
                <a:close/>
                <a:moveTo>
                  <a:pt x="9640" y="1"/>
                </a:moveTo>
                <a:cubicBezTo>
                  <a:pt x="8297" y="1"/>
                  <a:pt x="7068" y="748"/>
                  <a:pt x="6451" y="1940"/>
                </a:cubicBezTo>
                <a:cubicBezTo>
                  <a:pt x="6093" y="1826"/>
                  <a:pt x="5726" y="1771"/>
                  <a:pt x="5363" y="1771"/>
                </a:cubicBezTo>
                <a:cubicBezTo>
                  <a:pt x="4425" y="1771"/>
                  <a:pt x="3509" y="2139"/>
                  <a:pt x="2825" y="2822"/>
                </a:cubicBezTo>
                <a:cubicBezTo>
                  <a:pt x="1877" y="3771"/>
                  <a:pt x="1536" y="5168"/>
                  <a:pt x="1940" y="6448"/>
                </a:cubicBezTo>
                <a:cubicBezTo>
                  <a:pt x="750" y="7065"/>
                  <a:pt x="1" y="8297"/>
                  <a:pt x="1" y="9637"/>
                </a:cubicBezTo>
                <a:cubicBezTo>
                  <a:pt x="1" y="10977"/>
                  <a:pt x="750" y="12208"/>
                  <a:pt x="1940" y="12826"/>
                </a:cubicBezTo>
                <a:cubicBezTo>
                  <a:pt x="1536" y="14105"/>
                  <a:pt x="1877" y="15503"/>
                  <a:pt x="2825" y="16451"/>
                </a:cubicBezTo>
                <a:cubicBezTo>
                  <a:pt x="3510" y="17136"/>
                  <a:pt x="4428" y="17504"/>
                  <a:pt x="5367" y="17504"/>
                </a:cubicBezTo>
                <a:cubicBezTo>
                  <a:pt x="5729" y="17504"/>
                  <a:pt x="6095" y="17449"/>
                  <a:pt x="6451" y="17337"/>
                </a:cubicBezTo>
                <a:cubicBezTo>
                  <a:pt x="7068" y="18526"/>
                  <a:pt x="8297" y="19273"/>
                  <a:pt x="9640" y="19273"/>
                </a:cubicBezTo>
                <a:cubicBezTo>
                  <a:pt x="10980" y="19273"/>
                  <a:pt x="12208" y="18526"/>
                  <a:pt x="12826" y="17337"/>
                </a:cubicBezTo>
                <a:cubicBezTo>
                  <a:pt x="13182" y="17449"/>
                  <a:pt x="13547" y="17504"/>
                  <a:pt x="13909" y="17504"/>
                </a:cubicBezTo>
                <a:cubicBezTo>
                  <a:pt x="14848" y="17504"/>
                  <a:pt x="15767" y="17136"/>
                  <a:pt x="16451" y="16451"/>
                </a:cubicBezTo>
                <a:cubicBezTo>
                  <a:pt x="17400" y="15503"/>
                  <a:pt x="17740" y="14105"/>
                  <a:pt x="17336" y="12826"/>
                </a:cubicBezTo>
                <a:cubicBezTo>
                  <a:pt x="18526" y="12208"/>
                  <a:pt x="19276" y="10977"/>
                  <a:pt x="19276" y="9637"/>
                </a:cubicBezTo>
                <a:cubicBezTo>
                  <a:pt x="19276" y="8297"/>
                  <a:pt x="18526" y="7065"/>
                  <a:pt x="17336" y="6448"/>
                </a:cubicBezTo>
                <a:cubicBezTo>
                  <a:pt x="17740" y="5168"/>
                  <a:pt x="17400" y="3771"/>
                  <a:pt x="16451" y="2822"/>
                </a:cubicBezTo>
                <a:cubicBezTo>
                  <a:pt x="15768" y="2139"/>
                  <a:pt x="14851" y="1771"/>
                  <a:pt x="13914" y="1771"/>
                </a:cubicBezTo>
                <a:cubicBezTo>
                  <a:pt x="13550" y="1771"/>
                  <a:pt x="13183" y="1826"/>
                  <a:pt x="12826" y="1940"/>
                </a:cubicBezTo>
                <a:cubicBezTo>
                  <a:pt x="12208" y="748"/>
                  <a:pt x="10980" y="1"/>
                  <a:pt x="96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90" name="Google Shape;4890;p82"/>
          <p:cNvSpPr/>
          <p:nvPr/>
        </p:nvSpPr>
        <p:spPr>
          <a:xfrm>
            <a:off x="7966934" y="2731069"/>
            <a:ext cx="339253" cy="299542"/>
          </a:xfrm>
          <a:custGeom>
            <a:avLst/>
            <a:gdLst/>
            <a:ahLst/>
            <a:cxnLst/>
            <a:rect l="l" t="t" r="r" b="b"/>
            <a:pathLst>
              <a:path w="19273" h="17017" extrusionOk="0">
                <a:moveTo>
                  <a:pt x="5119" y="1"/>
                </a:moveTo>
                <a:cubicBezTo>
                  <a:pt x="2198" y="1"/>
                  <a:pt x="0" y="2389"/>
                  <a:pt x="0" y="5554"/>
                </a:cubicBezTo>
                <a:cubicBezTo>
                  <a:pt x="0" y="8974"/>
                  <a:pt x="2744" y="11311"/>
                  <a:pt x="6902" y="14855"/>
                </a:cubicBezTo>
                <a:cubicBezTo>
                  <a:pt x="7607" y="15458"/>
                  <a:pt x="8408" y="16138"/>
                  <a:pt x="9239" y="16867"/>
                </a:cubicBezTo>
                <a:cubicBezTo>
                  <a:pt x="9352" y="16966"/>
                  <a:pt x="9493" y="17016"/>
                  <a:pt x="9635" y="17016"/>
                </a:cubicBezTo>
                <a:cubicBezTo>
                  <a:pt x="9776" y="17016"/>
                  <a:pt x="9918" y="16966"/>
                  <a:pt x="10031" y="16867"/>
                </a:cubicBezTo>
                <a:cubicBezTo>
                  <a:pt x="10862" y="16138"/>
                  <a:pt x="11663" y="15458"/>
                  <a:pt x="12370" y="14855"/>
                </a:cubicBezTo>
                <a:cubicBezTo>
                  <a:pt x="16526" y="11314"/>
                  <a:pt x="19272" y="8974"/>
                  <a:pt x="19272" y="5554"/>
                </a:cubicBezTo>
                <a:cubicBezTo>
                  <a:pt x="19272" y="2389"/>
                  <a:pt x="17071" y="1"/>
                  <a:pt x="14153" y="1"/>
                </a:cubicBezTo>
                <a:cubicBezTo>
                  <a:pt x="13105" y="1"/>
                  <a:pt x="12148" y="332"/>
                  <a:pt x="11301" y="986"/>
                </a:cubicBezTo>
                <a:cubicBezTo>
                  <a:pt x="10491" y="1612"/>
                  <a:pt x="9952" y="2410"/>
                  <a:pt x="9636" y="2991"/>
                </a:cubicBezTo>
                <a:cubicBezTo>
                  <a:pt x="9317" y="2410"/>
                  <a:pt x="8778" y="1612"/>
                  <a:pt x="7968" y="986"/>
                </a:cubicBezTo>
                <a:cubicBezTo>
                  <a:pt x="7122" y="332"/>
                  <a:pt x="6164" y="1"/>
                  <a:pt x="5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4891" name="Google Shape;4891;p82"/>
          <p:cNvGrpSpPr/>
          <p:nvPr/>
        </p:nvGrpSpPr>
        <p:grpSpPr>
          <a:xfrm>
            <a:off x="1736111" y="3981487"/>
            <a:ext cx="355218" cy="279880"/>
            <a:chOff x="5629975" y="3255775"/>
            <a:chExt cx="504500" cy="397500"/>
          </a:xfrm>
        </p:grpSpPr>
        <p:sp>
          <p:nvSpPr>
            <p:cNvPr id="4892" name="Google Shape;4892;p82"/>
            <p:cNvSpPr/>
            <p:nvPr/>
          </p:nvSpPr>
          <p:spPr>
            <a:xfrm>
              <a:off x="5756375" y="3255775"/>
              <a:ext cx="112950" cy="143425"/>
            </a:xfrm>
            <a:custGeom>
              <a:avLst/>
              <a:gdLst/>
              <a:ahLst/>
              <a:cxnLst/>
              <a:rect l="l" t="t" r="r" b="b"/>
              <a:pathLst>
                <a:path w="4518" h="5737" extrusionOk="0">
                  <a:moveTo>
                    <a:pt x="2259" y="0"/>
                  </a:moveTo>
                  <a:cubicBezTo>
                    <a:pt x="793" y="0"/>
                    <a:pt x="1" y="2469"/>
                    <a:pt x="1" y="3478"/>
                  </a:cubicBezTo>
                  <a:cubicBezTo>
                    <a:pt x="1" y="4725"/>
                    <a:pt x="1013" y="5733"/>
                    <a:pt x="2259" y="5736"/>
                  </a:cubicBezTo>
                  <a:cubicBezTo>
                    <a:pt x="3506" y="5733"/>
                    <a:pt x="4518" y="4725"/>
                    <a:pt x="4518" y="3478"/>
                  </a:cubicBezTo>
                  <a:cubicBezTo>
                    <a:pt x="4518" y="2469"/>
                    <a:pt x="3729"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93" name="Google Shape;4893;p82"/>
            <p:cNvSpPr/>
            <p:nvPr/>
          </p:nvSpPr>
          <p:spPr>
            <a:xfrm>
              <a:off x="5629975" y="3374400"/>
              <a:ext cx="140575" cy="136175"/>
            </a:xfrm>
            <a:custGeom>
              <a:avLst/>
              <a:gdLst/>
              <a:ahLst/>
              <a:cxnLst/>
              <a:rect l="l" t="t" r="r" b="b"/>
              <a:pathLst>
                <a:path w="5623" h="5447" extrusionOk="0">
                  <a:moveTo>
                    <a:pt x="1951" y="0"/>
                  </a:moveTo>
                  <a:cubicBezTo>
                    <a:pt x="1711" y="0"/>
                    <a:pt x="1480" y="53"/>
                    <a:pt x="1269" y="175"/>
                  </a:cubicBezTo>
                  <a:cubicBezTo>
                    <a:pt x="1" y="907"/>
                    <a:pt x="582" y="3443"/>
                    <a:pt x="1088" y="4316"/>
                  </a:cubicBezTo>
                  <a:cubicBezTo>
                    <a:pt x="1506" y="5041"/>
                    <a:pt x="2265" y="5447"/>
                    <a:pt x="3045" y="5447"/>
                  </a:cubicBezTo>
                  <a:cubicBezTo>
                    <a:pt x="3428" y="5447"/>
                    <a:pt x="3816" y="5349"/>
                    <a:pt x="4172" y="5144"/>
                  </a:cubicBezTo>
                  <a:cubicBezTo>
                    <a:pt x="5253" y="4521"/>
                    <a:pt x="5623" y="3138"/>
                    <a:pt x="5000" y="2057"/>
                  </a:cubicBezTo>
                  <a:cubicBezTo>
                    <a:pt x="4578" y="1330"/>
                    <a:pt x="3149" y="0"/>
                    <a:pt x="19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94" name="Google Shape;4894;p82"/>
            <p:cNvSpPr/>
            <p:nvPr/>
          </p:nvSpPr>
          <p:spPr>
            <a:xfrm>
              <a:off x="5897525" y="3255775"/>
              <a:ext cx="112950" cy="143425"/>
            </a:xfrm>
            <a:custGeom>
              <a:avLst/>
              <a:gdLst/>
              <a:ahLst/>
              <a:cxnLst/>
              <a:rect l="l" t="t" r="r" b="b"/>
              <a:pathLst>
                <a:path w="4518" h="5737" extrusionOk="0">
                  <a:moveTo>
                    <a:pt x="2259" y="0"/>
                  </a:moveTo>
                  <a:cubicBezTo>
                    <a:pt x="793" y="0"/>
                    <a:pt x="1" y="2469"/>
                    <a:pt x="1" y="3478"/>
                  </a:cubicBezTo>
                  <a:cubicBezTo>
                    <a:pt x="1" y="4725"/>
                    <a:pt x="1013" y="5736"/>
                    <a:pt x="2259" y="5736"/>
                  </a:cubicBezTo>
                  <a:cubicBezTo>
                    <a:pt x="3506" y="5736"/>
                    <a:pt x="4518" y="4725"/>
                    <a:pt x="4518" y="3478"/>
                  </a:cubicBezTo>
                  <a:cubicBezTo>
                    <a:pt x="4518" y="2469"/>
                    <a:pt x="3729"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95" name="Google Shape;4895;p82"/>
            <p:cNvSpPr/>
            <p:nvPr/>
          </p:nvSpPr>
          <p:spPr>
            <a:xfrm>
              <a:off x="5996075" y="3373900"/>
              <a:ext cx="138400" cy="136200"/>
            </a:xfrm>
            <a:custGeom>
              <a:avLst/>
              <a:gdLst/>
              <a:ahLst/>
              <a:cxnLst/>
              <a:rect l="l" t="t" r="r" b="b"/>
              <a:pathLst>
                <a:path w="5536" h="5448" extrusionOk="0">
                  <a:moveTo>
                    <a:pt x="3670" y="1"/>
                  </a:moveTo>
                  <a:cubicBezTo>
                    <a:pt x="2471" y="1"/>
                    <a:pt x="1045" y="1330"/>
                    <a:pt x="624" y="2059"/>
                  </a:cubicBezTo>
                  <a:cubicBezTo>
                    <a:pt x="1" y="3137"/>
                    <a:pt x="371" y="4523"/>
                    <a:pt x="1452" y="5146"/>
                  </a:cubicBezTo>
                  <a:cubicBezTo>
                    <a:pt x="1808" y="5351"/>
                    <a:pt x="2199" y="5448"/>
                    <a:pt x="2586" y="5448"/>
                  </a:cubicBezTo>
                  <a:cubicBezTo>
                    <a:pt x="3381" y="5448"/>
                    <a:pt x="4158" y="5039"/>
                    <a:pt x="4575" y="4318"/>
                  </a:cubicBezTo>
                  <a:cubicBezTo>
                    <a:pt x="5168" y="3288"/>
                    <a:pt x="5535" y="858"/>
                    <a:pt x="4355" y="177"/>
                  </a:cubicBezTo>
                  <a:cubicBezTo>
                    <a:pt x="4142" y="54"/>
                    <a:pt x="3911" y="1"/>
                    <a:pt x="3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96" name="Google Shape;4896;p82"/>
            <p:cNvSpPr/>
            <p:nvPr/>
          </p:nvSpPr>
          <p:spPr>
            <a:xfrm>
              <a:off x="5728150" y="3427400"/>
              <a:ext cx="310575" cy="225875"/>
            </a:xfrm>
            <a:custGeom>
              <a:avLst/>
              <a:gdLst/>
              <a:ahLst/>
              <a:cxnLst/>
              <a:rect l="l" t="t" r="r" b="b"/>
              <a:pathLst>
                <a:path w="12423" h="9035" extrusionOk="0">
                  <a:moveTo>
                    <a:pt x="6213" y="1"/>
                  </a:moveTo>
                  <a:cubicBezTo>
                    <a:pt x="5234" y="1"/>
                    <a:pt x="2259" y="1"/>
                    <a:pt x="2259" y="2822"/>
                  </a:cubicBezTo>
                  <a:lnTo>
                    <a:pt x="2259" y="3147"/>
                  </a:lnTo>
                  <a:cubicBezTo>
                    <a:pt x="2259" y="3376"/>
                    <a:pt x="2121" y="3584"/>
                    <a:pt x="1907" y="3671"/>
                  </a:cubicBezTo>
                  <a:cubicBezTo>
                    <a:pt x="750" y="4144"/>
                    <a:pt x="1" y="5141"/>
                    <a:pt x="1" y="6210"/>
                  </a:cubicBezTo>
                  <a:cubicBezTo>
                    <a:pt x="1" y="7767"/>
                    <a:pt x="1521" y="9034"/>
                    <a:pt x="3388" y="9034"/>
                  </a:cubicBezTo>
                  <a:cubicBezTo>
                    <a:pt x="3400" y="9035"/>
                    <a:pt x="3413" y="9035"/>
                    <a:pt x="3425" y="9035"/>
                  </a:cubicBezTo>
                  <a:cubicBezTo>
                    <a:pt x="3753" y="9035"/>
                    <a:pt x="4081" y="8995"/>
                    <a:pt x="4400" y="8917"/>
                  </a:cubicBezTo>
                  <a:cubicBezTo>
                    <a:pt x="4995" y="8766"/>
                    <a:pt x="5604" y="8691"/>
                    <a:pt x="6213" y="8691"/>
                  </a:cubicBezTo>
                  <a:cubicBezTo>
                    <a:pt x="6823" y="8691"/>
                    <a:pt x="7432" y="8766"/>
                    <a:pt x="8029" y="8917"/>
                  </a:cubicBezTo>
                  <a:cubicBezTo>
                    <a:pt x="8345" y="8995"/>
                    <a:pt x="8670" y="9035"/>
                    <a:pt x="8998" y="9035"/>
                  </a:cubicBezTo>
                  <a:cubicBezTo>
                    <a:pt x="9010" y="9035"/>
                    <a:pt x="9022" y="9035"/>
                    <a:pt x="9034" y="9034"/>
                  </a:cubicBezTo>
                  <a:cubicBezTo>
                    <a:pt x="10901" y="9034"/>
                    <a:pt x="12422" y="7767"/>
                    <a:pt x="12422" y="6210"/>
                  </a:cubicBezTo>
                  <a:cubicBezTo>
                    <a:pt x="12422" y="5138"/>
                    <a:pt x="11675" y="4141"/>
                    <a:pt x="10516" y="3671"/>
                  </a:cubicBezTo>
                  <a:cubicBezTo>
                    <a:pt x="10302" y="3584"/>
                    <a:pt x="10164" y="3376"/>
                    <a:pt x="10164" y="3147"/>
                  </a:cubicBezTo>
                  <a:lnTo>
                    <a:pt x="10164" y="2822"/>
                  </a:lnTo>
                  <a:cubicBezTo>
                    <a:pt x="10164" y="1"/>
                    <a:pt x="7191" y="1"/>
                    <a:pt x="62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897" name="Google Shape;4897;p82"/>
          <p:cNvGrpSpPr/>
          <p:nvPr/>
        </p:nvGrpSpPr>
        <p:grpSpPr>
          <a:xfrm>
            <a:off x="3572294" y="3981593"/>
            <a:ext cx="340256" cy="279669"/>
            <a:chOff x="6234950" y="3255925"/>
            <a:chExt cx="483250" cy="397200"/>
          </a:xfrm>
        </p:grpSpPr>
        <p:sp>
          <p:nvSpPr>
            <p:cNvPr id="4898" name="Google Shape;4898;p82"/>
            <p:cNvSpPr/>
            <p:nvPr/>
          </p:nvSpPr>
          <p:spPr>
            <a:xfrm>
              <a:off x="6444675" y="3255925"/>
              <a:ext cx="128300" cy="90200"/>
            </a:xfrm>
            <a:custGeom>
              <a:avLst/>
              <a:gdLst/>
              <a:ahLst/>
              <a:cxnLst/>
              <a:rect l="l" t="t" r="r" b="b"/>
              <a:pathLst>
                <a:path w="5132" h="3608" extrusionOk="0">
                  <a:moveTo>
                    <a:pt x="567" y="0"/>
                  </a:moveTo>
                  <a:cubicBezTo>
                    <a:pt x="254" y="0"/>
                    <a:pt x="1" y="253"/>
                    <a:pt x="1" y="563"/>
                  </a:cubicBezTo>
                  <a:cubicBezTo>
                    <a:pt x="7" y="1662"/>
                    <a:pt x="368" y="2731"/>
                    <a:pt x="1034" y="3608"/>
                  </a:cubicBezTo>
                  <a:cubicBezTo>
                    <a:pt x="2097" y="3138"/>
                    <a:pt x="3325" y="2864"/>
                    <a:pt x="5014" y="2864"/>
                  </a:cubicBezTo>
                  <a:cubicBezTo>
                    <a:pt x="5054" y="2864"/>
                    <a:pt x="5093" y="2873"/>
                    <a:pt x="5132" y="2873"/>
                  </a:cubicBezTo>
                  <a:cubicBezTo>
                    <a:pt x="4289" y="1117"/>
                    <a:pt x="2515"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899" name="Google Shape;4899;p82"/>
            <p:cNvSpPr/>
            <p:nvPr/>
          </p:nvSpPr>
          <p:spPr>
            <a:xfrm>
              <a:off x="6444750" y="3563200"/>
              <a:ext cx="128225" cy="89925"/>
            </a:xfrm>
            <a:custGeom>
              <a:avLst/>
              <a:gdLst/>
              <a:ahLst/>
              <a:cxnLst/>
              <a:rect l="l" t="t" r="r" b="b"/>
              <a:pathLst>
                <a:path w="5129" h="3597" extrusionOk="0">
                  <a:moveTo>
                    <a:pt x="1022" y="1"/>
                  </a:moveTo>
                  <a:cubicBezTo>
                    <a:pt x="362" y="874"/>
                    <a:pt x="4" y="1937"/>
                    <a:pt x="1" y="3033"/>
                  </a:cubicBezTo>
                  <a:cubicBezTo>
                    <a:pt x="1" y="3343"/>
                    <a:pt x="251" y="3596"/>
                    <a:pt x="564" y="3596"/>
                  </a:cubicBezTo>
                  <a:cubicBezTo>
                    <a:pt x="2512" y="3596"/>
                    <a:pt x="4286" y="2479"/>
                    <a:pt x="5129" y="724"/>
                  </a:cubicBezTo>
                  <a:cubicBezTo>
                    <a:pt x="5093" y="724"/>
                    <a:pt x="5051" y="736"/>
                    <a:pt x="5011" y="736"/>
                  </a:cubicBezTo>
                  <a:cubicBezTo>
                    <a:pt x="3319" y="736"/>
                    <a:pt x="2088" y="462"/>
                    <a:pt x="10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00" name="Google Shape;4900;p82"/>
            <p:cNvSpPr/>
            <p:nvPr/>
          </p:nvSpPr>
          <p:spPr>
            <a:xfrm>
              <a:off x="6375350" y="3355650"/>
              <a:ext cx="244750" cy="197650"/>
            </a:xfrm>
            <a:custGeom>
              <a:avLst/>
              <a:gdLst/>
              <a:ahLst/>
              <a:cxnLst/>
              <a:rect l="l" t="t" r="r" b="b"/>
              <a:pathLst>
                <a:path w="9790" h="7906" extrusionOk="0">
                  <a:moveTo>
                    <a:pt x="6045" y="2610"/>
                  </a:moveTo>
                  <a:cubicBezTo>
                    <a:pt x="6190" y="2610"/>
                    <a:pt x="6335" y="2666"/>
                    <a:pt x="6444" y="2777"/>
                  </a:cubicBezTo>
                  <a:cubicBezTo>
                    <a:pt x="6664" y="2997"/>
                    <a:pt x="6664" y="3356"/>
                    <a:pt x="6444" y="3575"/>
                  </a:cubicBezTo>
                  <a:cubicBezTo>
                    <a:pt x="6225" y="3795"/>
                    <a:pt x="6225" y="4153"/>
                    <a:pt x="6444" y="4373"/>
                  </a:cubicBezTo>
                  <a:cubicBezTo>
                    <a:pt x="6664" y="4593"/>
                    <a:pt x="6664" y="4951"/>
                    <a:pt x="6444" y="5171"/>
                  </a:cubicBezTo>
                  <a:cubicBezTo>
                    <a:pt x="6335" y="5281"/>
                    <a:pt x="6190" y="5336"/>
                    <a:pt x="6045" y="5336"/>
                  </a:cubicBezTo>
                  <a:cubicBezTo>
                    <a:pt x="5901" y="5336"/>
                    <a:pt x="5756" y="5281"/>
                    <a:pt x="5646" y="5171"/>
                  </a:cubicBezTo>
                  <a:cubicBezTo>
                    <a:pt x="4984" y="4509"/>
                    <a:pt x="4984" y="3440"/>
                    <a:pt x="5646" y="2777"/>
                  </a:cubicBezTo>
                  <a:cubicBezTo>
                    <a:pt x="5756" y="2666"/>
                    <a:pt x="5901" y="2610"/>
                    <a:pt x="6045" y="2610"/>
                  </a:cubicBezTo>
                  <a:close/>
                  <a:moveTo>
                    <a:pt x="7787" y="1"/>
                  </a:moveTo>
                  <a:cubicBezTo>
                    <a:pt x="4463" y="1"/>
                    <a:pt x="3204" y="1064"/>
                    <a:pt x="919" y="2997"/>
                  </a:cubicBezTo>
                  <a:lnTo>
                    <a:pt x="271" y="3542"/>
                  </a:lnTo>
                  <a:cubicBezTo>
                    <a:pt x="0" y="3765"/>
                    <a:pt x="0" y="4181"/>
                    <a:pt x="271" y="4406"/>
                  </a:cubicBezTo>
                  <a:lnTo>
                    <a:pt x="856" y="4897"/>
                  </a:lnTo>
                  <a:cubicBezTo>
                    <a:pt x="3147" y="6837"/>
                    <a:pt x="4412" y="7906"/>
                    <a:pt x="7787" y="7906"/>
                  </a:cubicBezTo>
                  <a:cubicBezTo>
                    <a:pt x="8450" y="7902"/>
                    <a:pt x="9106" y="7788"/>
                    <a:pt x="9730" y="7574"/>
                  </a:cubicBezTo>
                  <a:cubicBezTo>
                    <a:pt x="8357" y="6951"/>
                    <a:pt x="7456" y="5602"/>
                    <a:pt x="7411" y="4093"/>
                  </a:cubicBezTo>
                  <a:cubicBezTo>
                    <a:pt x="7366" y="2588"/>
                    <a:pt x="8179" y="1184"/>
                    <a:pt x="9513" y="480"/>
                  </a:cubicBezTo>
                  <a:cubicBezTo>
                    <a:pt x="9603" y="432"/>
                    <a:pt x="9697" y="398"/>
                    <a:pt x="9790" y="356"/>
                  </a:cubicBezTo>
                  <a:cubicBezTo>
                    <a:pt x="9149" y="124"/>
                    <a:pt x="8471" y="4"/>
                    <a:pt x="77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01" name="Google Shape;4901;p82"/>
            <p:cNvSpPr/>
            <p:nvPr/>
          </p:nvSpPr>
          <p:spPr>
            <a:xfrm>
              <a:off x="6587875" y="3385100"/>
              <a:ext cx="130325" cy="140500"/>
            </a:xfrm>
            <a:custGeom>
              <a:avLst/>
              <a:gdLst/>
              <a:ahLst/>
              <a:cxnLst/>
              <a:rect l="l" t="t" r="r" b="b"/>
              <a:pathLst>
                <a:path w="5213" h="5620" extrusionOk="0">
                  <a:moveTo>
                    <a:pt x="2343" y="1789"/>
                  </a:moveTo>
                  <a:cubicBezTo>
                    <a:pt x="2633" y="1789"/>
                    <a:pt x="2912" y="2015"/>
                    <a:pt x="2912" y="2355"/>
                  </a:cubicBezTo>
                  <a:cubicBezTo>
                    <a:pt x="2912" y="2665"/>
                    <a:pt x="2659" y="2918"/>
                    <a:pt x="2349" y="2918"/>
                  </a:cubicBezTo>
                  <a:cubicBezTo>
                    <a:pt x="1846" y="2918"/>
                    <a:pt x="1593" y="2310"/>
                    <a:pt x="1948" y="1955"/>
                  </a:cubicBezTo>
                  <a:cubicBezTo>
                    <a:pt x="2063" y="1840"/>
                    <a:pt x="2204" y="1789"/>
                    <a:pt x="2343" y="1789"/>
                  </a:cubicBezTo>
                  <a:close/>
                  <a:moveTo>
                    <a:pt x="2846" y="0"/>
                  </a:moveTo>
                  <a:cubicBezTo>
                    <a:pt x="2394" y="0"/>
                    <a:pt x="1947" y="85"/>
                    <a:pt x="1539" y="301"/>
                  </a:cubicBezTo>
                  <a:cubicBezTo>
                    <a:pt x="645" y="774"/>
                    <a:pt x="72" y="1687"/>
                    <a:pt x="36" y="2698"/>
                  </a:cubicBezTo>
                  <a:cubicBezTo>
                    <a:pt x="0" y="3707"/>
                    <a:pt x="506" y="4662"/>
                    <a:pt x="1367" y="5195"/>
                  </a:cubicBezTo>
                  <a:cubicBezTo>
                    <a:pt x="1792" y="5460"/>
                    <a:pt x="2280" y="5607"/>
                    <a:pt x="2782" y="5619"/>
                  </a:cubicBezTo>
                  <a:cubicBezTo>
                    <a:pt x="3752" y="4957"/>
                    <a:pt x="4550" y="4078"/>
                    <a:pt x="5119" y="3051"/>
                  </a:cubicBezTo>
                  <a:cubicBezTo>
                    <a:pt x="5213" y="2882"/>
                    <a:pt x="5213" y="2674"/>
                    <a:pt x="5119" y="2506"/>
                  </a:cubicBezTo>
                  <a:cubicBezTo>
                    <a:pt x="4568" y="1512"/>
                    <a:pt x="3797" y="654"/>
                    <a:pt x="2870" y="0"/>
                  </a:cubicBezTo>
                  <a:cubicBezTo>
                    <a:pt x="2862" y="0"/>
                    <a:pt x="2854" y="0"/>
                    <a:pt x="28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02" name="Google Shape;4902;p82"/>
            <p:cNvSpPr/>
            <p:nvPr/>
          </p:nvSpPr>
          <p:spPr>
            <a:xfrm>
              <a:off x="6234950" y="3469100"/>
              <a:ext cx="165050" cy="141200"/>
            </a:xfrm>
            <a:custGeom>
              <a:avLst/>
              <a:gdLst/>
              <a:ahLst/>
              <a:cxnLst/>
              <a:rect l="l" t="t" r="r" b="b"/>
              <a:pathLst>
                <a:path w="6602" h="5648" extrusionOk="0">
                  <a:moveTo>
                    <a:pt x="3990" y="1"/>
                  </a:moveTo>
                  <a:cubicBezTo>
                    <a:pt x="1807" y="1"/>
                    <a:pt x="0" y="1772"/>
                    <a:pt x="0" y="3955"/>
                  </a:cubicBezTo>
                  <a:lnTo>
                    <a:pt x="0" y="5084"/>
                  </a:lnTo>
                  <a:cubicBezTo>
                    <a:pt x="0" y="5394"/>
                    <a:pt x="253" y="5647"/>
                    <a:pt x="566" y="5647"/>
                  </a:cubicBezTo>
                  <a:lnTo>
                    <a:pt x="1696" y="5647"/>
                  </a:lnTo>
                  <a:cubicBezTo>
                    <a:pt x="4014" y="5647"/>
                    <a:pt x="5996" y="4075"/>
                    <a:pt x="6601" y="1943"/>
                  </a:cubicBezTo>
                  <a:cubicBezTo>
                    <a:pt x="6324" y="1717"/>
                    <a:pt x="6041" y="1476"/>
                    <a:pt x="5740" y="1223"/>
                  </a:cubicBezTo>
                  <a:lnTo>
                    <a:pt x="5481" y="1004"/>
                  </a:lnTo>
                  <a:lnTo>
                    <a:pt x="4391" y="2097"/>
                  </a:lnTo>
                  <a:cubicBezTo>
                    <a:pt x="4281" y="2203"/>
                    <a:pt x="4139" y="2255"/>
                    <a:pt x="3997" y="2255"/>
                  </a:cubicBezTo>
                  <a:cubicBezTo>
                    <a:pt x="3852" y="2255"/>
                    <a:pt x="3708" y="2200"/>
                    <a:pt x="3599" y="2091"/>
                  </a:cubicBezTo>
                  <a:cubicBezTo>
                    <a:pt x="3379" y="1871"/>
                    <a:pt x="3376" y="1519"/>
                    <a:pt x="3593" y="1299"/>
                  </a:cubicBezTo>
                  <a:lnTo>
                    <a:pt x="4611" y="278"/>
                  </a:lnTo>
                  <a:lnTo>
                    <a:pt x="42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03" name="Google Shape;4903;p82"/>
            <p:cNvSpPr/>
            <p:nvPr/>
          </p:nvSpPr>
          <p:spPr>
            <a:xfrm>
              <a:off x="6234950" y="3299725"/>
              <a:ext cx="165050" cy="141175"/>
            </a:xfrm>
            <a:custGeom>
              <a:avLst/>
              <a:gdLst/>
              <a:ahLst/>
              <a:cxnLst/>
              <a:rect l="l" t="t" r="r" b="b"/>
              <a:pathLst>
                <a:path w="6602" h="5647" extrusionOk="0">
                  <a:moveTo>
                    <a:pt x="566" y="1"/>
                  </a:moveTo>
                  <a:cubicBezTo>
                    <a:pt x="253" y="1"/>
                    <a:pt x="3" y="254"/>
                    <a:pt x="3" y="567"/>
                  </a:cubicBezTo>
                  <a:lnTo>
                    <a:pt x="3" y="1699"/>
                  </a:lnTo>
                  <a:cubicBezTo>
                    <a:pt x="0" y="3879"/>
                    <a:pt x="1807" y="5647"/>
                    <a:pt x="3990" y="5647"/>
                  </a:cubicBezTo>
                  <a:lnTo>
                    <a:pt x="4285" y="5647"/>
                  </a:lnTo>
                  <a:lnTo>
                    <a:pt x="4611" y="5373"/>
                  </a:lnTo>
                  <a:lnTo>
                    <a:pt x="3593" y="4352"/>
                  </a:lnTo>
                  <a:cubicBezTo>
                    <a:pt x="3379" y="4132"/>
                    <a:pt x="3382" y="3780"/>
                    <a:pt x="3599" y="3563"/>
                  </a:cubicBezTo>
                  <a:cubicBezTo>
                    <a:pt x="3710" y="3451"/>
                    <a:pt x="3856" y="3396"/>
                    <a:pt x="4001" y="3396"/>
                  </a:cubicBezTo>
                  <a:cubicBezTo>
                    <a:pt x="4142" y="3396"/>
                    <a:pt x="4282" y="3448"/>
                    <a:pt x="4391" y="3554"/>
                  </a:cubicBezTo>
                  <a:lnTo>
                    <a:pt x="5481" y="4644"/>
                  </a:lnTo>
                  <a:lnTo>
                    <a:pt x="5809" y="4370"/>
                  </a:lnTo>
                  <a:cubicBezTo>
                    <a:pt x="6083" y="4138"/>
                    <a:pt x="6345" y="3918"/>
                    <a:pt x="6601" y="3704"/>
                  </a:cubicBezTo>
                  <a:cubicBezTo>
                    <a:pt x="5996" y="1575"/>
                    <a:pt x="4017" y="1"/>
                    <a:pt x="1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04" name="Google Shape;4904;p82"/>
          <p:cNvGrpSpPr/>
          <p:nvPr/>
        </p:nvGrpSpPr>
        <p:grpSpPr>
          <a:xfrm>
            <a:off x="5043532" y="3125970"/>
            <a:ext cx="318042" cy="339253"/>
            <a:chOff x="914900" y="3806450"/>
            <a:chExt cx="451700" cy="481825"/>
          </a:xfrm>
        </p:grpSpPr>
        <p:sp>
          <p:nvSpPr>
            <p:cNvPr id="4905" name="Google Shape;4905;p82"/>
            <p:cNvSpPr/>
            <p:nvPr/>
          </p:nvSpPr>
          <p:spPr>
            <a:xfrm>
              <a:off x="914900" y="4174425"/>
              <a:ext cx="423400" cy="113850"/>
            </a:xfrm>
            <a:custGeom>
              <a:avLst/>
              <a:gdLst/>
              <a:ahLst/>
              <a:cxnLst/>
              <a:rect l="l" t="t" r="r" b="b"/>
              <a:pathLst>
                <a:path w="16936" h="4554" extrusionOk="0">
                  <a:moveTo>
                    <a:pt x="564" y="0"/>
                  </a:moveTo>
                  <a:cubicBezTo>
                    <a:pt x="250" y="0"/>
                    <a:pt x="0" y="250"/>
                    <a:pt x="0" y="563"/>
                  </a:cubicBezTo>
                  <a:cubicBezTo>
                    <a:pt x="0" y="877"/>
                    <a:pt x="250" y="1130"/>
                    <a:pt x="564" y="1130"/>
                  </a:cubicBezTo>
                  <a:lnTo>
                    <a:pt x="2259" y="1130"/>
                  </a:lnTo>
                  <a:lnTo>
                    <a:pt x="2259" y="2861"/>
                  </a:lnTo>
                  <a:cubicBezTo>
                    <a:pt x="2259" y="3795"/>
                    <a:pt x="3015" y="4553"/>
                    <a:pt x="3951" y="4553"/>
                  </a:cubicBezTo>
                  <a:cubicBezTo>
                    <a:pt x="4264" y="4553"/>
                    <a:pt x="4517" y="4300"/>
                    <a:pt x="4517" y="3990"/>
                  </a:cubicBezTo>
                  <a:lnTo>
                    <a:pt x="4517" y="1130"/>
                  </a:lnTo>
                  <a:lnTo>
                    <a:pt x="5646" y="1130"/>
                  </a:lnTo>
                  <a:lnTo>
                    <a:pt x="5646" y="1693"/>
                  </a:lnTo>
                  <a:cubicBezTo>
                    <a:pt x="5646" y="2629"/>
                    <a:pt x="6402" y="3424"/>
                    <a:pt x="7339" y="3424"/>
                  </a:cubicBezTo>
                  <a:cubicBezTo>
                    <a:pt x="7652" y="3424"/>
                    <a:pt x="7905" y="3171"/>
                    <a:pt x="7905" y="2861"/>
                  </a:cubicBezTo>
                  <a:lnTo>
                    <a:pt x="7905" y="1130"/>
                  </a:lnTo>
                  <a:lnTo>
                    <a:pt x="9034" y="1130"/>
                  </a:lnTo>
                  <a:lnTo>
                    <a:pt x="9034" y="3990"/>
                  </a:lnTo>
                  <a:cubicBezTo>
                    <a:pt x="9034" y="4300"/>
                    <a:pt x="9284" y="4553"/>
                    <a:pt x="9597" y="4553"/>
                  </a:cubicBezTo>
                  <a:cubicBezTo>
                    <a:pt x="9910" y="4553"/>
                    <a:pt x="10163" y="4300"/>
                    <a:pt x="10163" y="3990"/>
                  </a:cubicBezTo>
                  <a:lnTo>
                    <a:pt x="10163" y="1130"/>
                  </a:lnTo>
                  <a:lnTo>
                    <a:pt x="16373" y="1130"/>
                  </a:lnTo>
                  <a:cubicBezTo>
                    <a:pt x="16686" y="1130"/>
                    <a:pt x="16936" y="877"/>
                    <a:pt x="16936" y="563"/>
                  </a:cubicBezTo>
                  <a:cubicBezTo>
                    <a:pt x="16936" y="250"/>
                    <a:pt x="16686" y="0"/>
                    <a:pt x="163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06" name="Google Shape;4906;p82"/>
            <p:cNvSpPr/>
            <p:nvPr/>
          </p:nvSpPr>
          <p:spPr>
            <a:xfrm>
              <a:off x="971350" y="3806450"/>
              <a:ext cx="254100" cy="339775"/>
            </a:xfrm>
            <a:custGeom>
              <a:avLst/>
              <a:gdLst/>
              <a:ahLst/>
              <a:cxnLst/>
              <a:rect l="l" t="t" r="r" b="b"/>
              <a:pathLst>
                <a:path w="10164" h="13591" extrusionOk="0">
                  <a:moveTo>
                    <a:pt x="7563" y="2032"/>
                  </a:moveTo>
                  <a:cubicBezTo>
                    <a:pt x="7853" y="2032"/>
                    <a:pt x="8131" y="2256"/>
                    <a:pt x="8131" y="2596"/>
                  </a:cubicBezTo>
                  <a:cubicBezTo>
                    <a:pt x="8131" y="2937"/>
                    <a:pt x="7852" y="3163"/>
                    <a:pt x="7562" y="3163"/>
                  </a:cubicBezTo>
                  <a:cubicBezTo>
                    <a:pt x="7423" y="3163"/>
                    <a:pt x="7282" y="3111"/>
                    <a:pt x="7168" y="2997"/>
                  </a:cubicBezTo>
                  <a:cubicBezTo>
                    <a:pt x="6945" y="2777"/>
                    <a:pt x="6945" y="2418"/>
                    <a:pt x="7168" y="2199"/>
                  </a:cubicBezTo>
                  <a:cubicBezTo>
                    <a:pt x="7283" y="2083"/>
                    <a:pt x="7425" y="2032"/>
                    <a:pt x="7563" y="2032"/>
                  </a:cubicBezTo>
                  <a:close/>
                  <a:moveTo>
                    <a:pt x="7339" y="0"/>
                  </a:moveTo>
                  <a:cubicBezTo>
                    <a:pt x="5412" y="0"/>
                    <a:pt x="3759" y="1087"/>
                    <a:pt x="2901" y="2668"/>
                  </a:cubicBezTo>
                  <a:cubicBezTo>
                    <a:pt x="2852" y="2674"/>
                    <a:pt x="2804" y="2686"/>
                    <a:pt x="2762" y="2704"/>
                  </a:cubicBezTo>
                  <a:cubicBezTo>
                    <a:pt x="2602" y="2782"/>
                    <a:pt x="2431" y="2819"/>
                    <a:pt x="2260" y="2819"/>
                  </a:cubicBezTo>
                  <a:cubicBezTo>
                    <a:pt x="1967" y="2819"/>
                    <a:pt x="1678" y="2707"/>
                    <a:pt x="1458" y="2494"/>
                  </a:cubicBezTo>
                  <a:cubicBezTo>
                    <a:pt x="1247" y="2280"/>
                    <a:pt x="1127" y="1994"/>
                    <a:pt x="1130" y="1696"/>
                  </a:cubicBezTo>
                  <a:cubicBezTo>
                    <a:pt x="1130" y="1395"/>
                    <a:pt x="1247" y="1178"/>
                    <a:pt x="1458" y="964"/>
                  </a:cubicBezTo>
                  <a:cubicBezTo>
                    <a:pt x="1681" y="744"/>
                    <a:pt x="1681" y="386"/>
                    <a:pt x="1458" y="166"/>
                  </a:cubicBezTo>
                  <a:cubicBezTo>
                    <a:pt x="1348" y="56"/>
                    <a:pt x="1204" y="1"/>
                    <a:pt x="1059" y="1"/>
                  </a:cubicBezTo>
                  <a:cubicBezTo>
                    <a:pt x="915" y="1"/>
                    <a:pt x="770" y="56"/>
                    <a:pt x="660" y="166"/>
                  </a:cubicBezTo>
                  <a:cubicBezTo>
                    <a:pt x="236" y="594"/>
                    <a:pt x="1" y="1093"/>
                    <a:pt x="1" y="1696"/>
                  </a:cubicBezTo>
                  <a:cubicBezTo>
                    <a:pt x="1" y="2942"/>
                    <a:pt x="1010" y="3954"/>
                    <a:pt x="2259" y="3954"/>
                  </a:cubicBezTo>
                  <a:cubicBezTo>
                    <a:pt x="2307" y="3954"/>
                    <a:pt x="2353" y="3939"/>
                    <a:pt x="2401" y="3936"/>
                  </a:cubicBezTo>
                  <a:lnTo>
                    <a:pt x="2401" y="3936"/>
                  </a:lnTo>
                  <a:cubicBezTo>
                    <a:pt x="2319" y="4282"/>
                    <a:pt x="2274" y="4635"/>
                    <a:pt x="2265" y="4990"/>
                  </a:cubicBezTo>
                  <a:cubicBezTo>
                    <a:pt x="2976" y="4680"/>
                    <a:pt x="3741" y="4517"/>
                    <a:pt x="4518" y="4517"/>
                  </a:cubicBezTo>
                  <a:lnTo>
                    <a:pt x="5081" y="4517"/>
                  </a:lnTo>
                  <a:cubicBezTo>
                    <a:pt x="6017" y="4517"/>
                    <a:pt x="6773" y="5276"/>
                    <a:pt x="6776" y="6213"/>
                  </a:cubicBezTo>
                  <a:lnTo>
                    <a:pt x="6776" y="9073"/>
                  </a:lnTo>
                  <a:cubicBezTo>
                    <a:pt x="6776" y="10925"/>
                    <a:pt x="5864" y="12557"/>
                    <a:pt x="4482" y="13590"/>
                  </a:cubicBezTo>
                  <a:lnTo>
                    <a:pt x="6210" y="13590"/>
                  </a:lnTo>
                  <a:cubicBezTo>
                    <a:pt x="8393" y="13590"/>
                    <a:pt x="10164" y="11820"/>
                    <a:pt x="10164" y="9636"/>
                  </a:cubicBezTo>
                  <a:lnTo>
                    <a:pt x="101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07" name="Google Shape;4907;p82"/>
            <p:cNvSpPr/>
            <p:nvPr/>
          </p:nvSpPr>
          <p:spPr>
            <a:xfrm>
              <a:off x="971350" y="3947600"/>
              <a:ext cx="141175" cy="198625"/>
            </a:xfrm>
            <a:custGeom>
              <a:avLst/>
              <a:gdLst/>
              <a:ahLst/>
              <a:cxnLst/>
              <a:rect l="l" t="t" r="r" b="b"/>
              <a:pathLst>
                <a:path w="5647" h="7945" extrusionOk="0">
                  <a:moveTo>
                    <a:pt x="4518" y="0"/>
                  </a:moveTo>
                  <a:cubicBezTo>
                    <a:pt x="2021" y="0"/>
                    <a:pt x="1" y="2060"/>
                    <a:pt x="1" y="4556"/>
                  </a:cubicBezTo>
                  <a:lnTo>
                    <a:pt x="1" y="6815"/>
                  </a:lnTo>
                  <a:cubicBezTo>
                    <a:pt x="934" y="6812"/>
                    <a:pt x="1693" y="6056"/>
                    <a:pt x="1693" y="5120"/>
                  </a:cubicBezTo>
                  <a:cubicBezTo>
                    <a:pt x="1693" y="4806"/>
                    <a:pt x="1946" y="4556"/>
                    <a:pt x="2259" y="4556"/>
                  </a:cubicBezTo>
                  <a:cubicBezTo>
                    <a:pt x="2569" y="4556"/>
                    <a:pt x="2822" y="4806"/>
                    <a:pt x="2822" y="5120"/>
                  </a:cubicBezTo>
                  <a:cubicBezTo>
                    <a:pt x="2822" y="6547"/>
                    <a:pt x="1753" y="7718"/>
                    <a:pt x="377" y="7905"/>
                  </a:cubicBezTo>
                  <a:cubicBezTo>
                    <a:pt x="434" y="7929"/>
                    <a:pt x="501" y="7941"/>
                    <a:pt x="564" y="7944"/>
                  </a:cubicBezTo>
                  <a:lnTo>
                    <a:pt x="1130" y="7944"/>
                  </a:lnTo>
                  <a:cubicBezTo>
                    <a:pt x="3623" y="7944"/>
                    <a:pt x="5647" y="5921"/>
                    <a:pt x="5647" y="3427"/>
                  </a:cubicBezTo>
                  <a:lnTo>
                    <a:pt x="5647" y="567"/>
                  </a:lnTo>
                  <a:cubicBezTo>
                    <a:pt x="5647" y="253"/>
                    <a:pt x="5394" y="0"/>
                    <a:pt x="50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08" name="Google Shape;4908;p82"/>
            <p:cNvSpPr/>
            <p:nvPr/>
          </p:nvSpPr>
          <p:spPr>
            <a:xfrm>
              <a:off x="1253675" y="3806450"/>
              <a:ext cx="112925" cy="90350"/>
            </a:xfrm>
            <a:custGeom>
              <a:avLst/>
              <a:gdLst/>
              <a:ahLst/>
              <a:cxnLst/>
              <a:rect l="l" t="t" r="r" b="b"/>
              <a:pathLst>
                <a:path w="4517" h="3614" extrusionOk="0">
                  <a:moveTo>
                    <a:pt x="0" y="0"/>
                  </a:moveTo>
                  <a:lnTo>
                    <a:pt x="0" y="1696"/>
                  </a:lnTo>
                  <a:cubicBezTo>
                    <a:pt x="142" y="1685"/>
                    <a:pt x="428" y="1669"/>
                    <a:pt x="771" y="1669"/>
                  </a:cubicBezTo>
                  <a:cubicBezTo>
                    <a:pt x="1415" y="1669"/>
                    <a:pt x="2264" y="1726"/>
                    <a:pt x="2749" y="1988"/>
                  </a:cubicBezTo>
                  <a:cubicBezTo>
                    <a:pt x="3355" y="2313"/>
                    <a:pt x="4062" y="3078"/>
                    <a:pt x="4517" y="3614"/>
                  </a:cubicBezTo>
                  <a:lnTo>
                    <a:pt x="4517" y="2259"/>
                  </a:lnTo>
                  <a:cubicBezTo>
                    <a:pt x="4517" y="1012"/>
                    <a:pt x="3505" y="0"/>
                    <a:pt x="22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09" name="Google Shape;4909;p82"/>
            <p:cNvSpPr/>
            <p:nvPr/>
          </p:nvSpPr>
          <p:spPr>
            <a:xfrm>
              <a:off x="1253600" y="3876425"/>
              <a:ext cx="95025" cy="42975"/>
            </a:xfrm>
            <a:custGeom>
              <a:avLst/>
              <a:gdLst/>
              <a:ahLst/>
              <a:cxnLst/>
              <a:rect l="l" t="t" r="r" b="b"/>
              <a:pathLst>
                <a:path w="3801" h="1719" extrusionOk="0">
                  <a:moveTo>
                    <a:pt x="726" y="0"/>
                  </a:moveTo>
                  <a:cubicBezTo>
                    <a:pt x="478" y="0"/>
                    <a:pt x="239" y="9"/>
                    <a:pt x="42" y="23"/>
                  </a:cubicBezTo>
                  <a:lnTo>
                    <a:pt x="0" y="23"/>
                  </a:lnTo>
                  <a:lnTo>
                    <a:pt x="3" y="1718"/>
                  </a:lnTo>
                  <a:lnTo>
                    <a:pt x="3800" y="1718"/>
                  </a:lnTo>
                  <a:cubicBezTo>
                    <a:pt x="3379" y="1203"/>
                    <a:pt x="2692" y="438"/>
                    <a:pt x="2219" y="182"/>
                  </a:cubicBezTo>
                  <a:cubicBezTo>
                    <a:pt x="1969" y="49"/>
                    <a:pt x="1321" y="0"/>
                    <a:pt x="7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10" name="Google Shape;4910;p82"/>
          <p:cNvGrpSpPr/>
          <p:nvPr/>
        </p:nvGrpSpPr>
        <p:grpSpPr>
          <a:xfrm>
            <a:off x="5462454" y="3125785"/>
            <a:ext cx="346347" cy="339623"/>
            <a:chOff x="1490050" y="3805975"/>
            <a:chExt cx="491900" cy="482350"/>
          </a:xfrm>
        </p:grpSpPr>
        <p:sp>
          <p:nvSpPr>
            <p:cNvPr id="4911" name="Google Shape;4911;p82"/>
            <p:cNvSpPr/>
            <p:nvPr/>
          </p:nvSpPr>
          <p:spPr>
            <a:xfrm>
              <a:off x="1541775" y="3877050"/>
              <a:ext cx="302500" cy="277225"/>
            </a:xfrm>
            <a:custGeom>
              <a:avLst/>
              <a:gdLst/>
              <a:ahLst/>
              <a:cxnLst/>
              <a:rect l="l" t="t" r="r" b="b"/>
              <a:pathLst>
                <a:path w="12100" h="11089" extrusionOk="0">
                  <a:moveTo>
                    <a:pt x="10512" y="1"/>
                  </a:moveTo>
                  <a:lnTo>
                    <a:pt x="0" y="10513"/>
                  </a:lnTo>
                  <a:cubicBezTo>
                    <a:pt x="207" y="10475"/>
                    <a:pt x="415" y="10456"/>
                    <a:pt x="622" y="10456"/>
                  </a:cubicBezTo>
                  <a:cubicBezTo>
                    <a:pt x="1327" y="10456"/>
                    <a:pt x="2020" y="10674"/>
                    <a:pt x="2602" y="11088"/>
                  </a:cubicBezTo>
                  <a:lnTo>
                    <a:pt x="12099" y="1588"/>
                  </a:lnTo>
                  <a:lnTo>
                    <a:pt x="105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12" name="Google Shape;4912;p82"/>
            <p:cNvSpPr/>
            <p:nvPr/>
          </p:nvSpPr>
          <p:spPr>
            <a:xfrm>
              <a:off x="1824450" y="3805975"/>
              <a:ext cx="157500" cy="150525"/>
            </a:xfrm>
            <a:custGeom>
              <a:avLst/>
              <a:gdLst/>
              <a:ahLst/>
              <a:cxnLst/>
              <a:rect l="l" t="t" r="r" b="b"/>
              <a:pathLst>
                <a:path w="6300" h="6021" extrusionOk="0">
                  <a:moveTo>
                    <a:pt x="3211" y="0"/>
                  </a:moveTo>
                  <a:cubicBezTo>
                    <a:pt x="2484" y="0"/>
                    <a:pt x="1758" y="281"/>
                    <a:pt x="1208" y="841"/>
                  </a:cubicBezTo>
                  <a:lnTo>
                    <a:pt x="0" y="2049"/>
                  </a:lnTo>
                  <a:lnTo>
                    <a:pt x="3972" y="6021"/>
                  </a:lnTo>
                  <a:lnTo>
                    <a:pt x="5180" y="4813"/>
                  </a:lnTo>
                  <a:cubicBezTo>
                    <a:pt x="6294" y="3717"/>
                    <a:pt x="6300" y="1925"/>
                    <a:pt x="5198" y="823"/>
                  </a:cubicBezTo>
                  <a:cubicBezTo>
                    <a:pt x="4649" y="274"/>
                    <a:pt x="3930" y="0"/>
                    <a:pt x="32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13" name="Google Shape;4913;p82"/>
            <p:cNvSpPr/>
            <p:nvPr/>
          </p:nvSpPr>
          <p:spPr>
            <a:xfrm>
              <a:off x="1626675" y="3936600"/>
              <a:ext cx="277225" cy="302600"/>
            </a:xfrm>
            <a:custGeom>
              <a:avLst/>
              <a:gdLst/>
              <a:ahLst/>
              <a:cxnLst/>
              <a:rect l="l" t="t" r="r" b="b"/>
              <a:pathLst>
                <a:path w="11089" h="12104" extrusionOk="0">
                  <a:moveTo>
                    <a:pt x="9501" y="1"/>
                  </a:moveTo>
                  <a:lnTo>
                    <a:pt x="1" y="9501"/>
                  </a:lnTo>
                  <a:cubicBezTo>
                    <a:pt x="537" y="10254"/>
                    <a:pt x="745" y="11194"/>
                    <a:pt x="576" y="12103"/>
                  </a:cubicBezTo>
                  <a:lnTo>
                    <a:pt x="11088" y="1591"/>
                  </a:lnTo>
                  <a:lnTo>
                    <a:pt x="950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14" name="Google Shape;4914;p82"/>
            <p:cNvSpPr/>
            <p:nvPr/>
          </p:nvSpPr>
          <p:spPr>
            <a:xfrm>
              <a:off x="1490050" y="4166500"/>
              <a:ext cx="129950" cy="121825"/>
            </a:xfrm>
            <a:custGeom>
              <a:avLst/>
              <a:gdLst/>
              <a:ahLst/>
              <a:cxnLst/>
              <a:rect l="l" t="t" r="r" b="b"/>
              <a:pathLst>
                <a:path w="5198" h="4873" extrusionOk="0">
                  <a:moveTo>
                    <a:pt x="2693" y="0"/>
                  </a:moveTo>
                  <a:cubicBezTo>
                    <a:pt x="2243" y="0"/>
                    <a:pt x="1790" y="133"/>
                    <a:pt x="1398" y="405"/>
                  </a:cubicBezTo>
                  <a:lnTo>
                    <a:pt x="1398" y="402"/>
                  </a:lnTo>
                  <a:lnTo>
                    <a:pt x="741" y="2446"/>
                  </a:lnTo>
                  <a:lnTo>
                    <a:pt x="139" y="4118"/>
                  </a:lnTo>
                  <a:cubicBezTo>
                    <a:pt x="0" y="4500"/>
                    <a:pt x="295" y="4872"/>
                    <a:pt x="664" y="4872"/>
                  </a:cubicBezTo>
                  <a:cubicBezTo>
                    <a:pt x="727" y="4872"/>
                    <a:pt x="793" y="4861"/>
                    <a:pt x="859" y="4837"/>
                  </a:cubicBezTo>
                  <a:lnTo>
                    <a:pt x="2530" y="4235"/>
                  </a:lnTo>
                  <a:lnTo>
                    <a:pt x="4574" y="3579"/>
                  </a:lnTo>
                  <a:cubicBezTo>
                    <a:pt x="5198" y="2672"/>
                    <a:pt x="5086" y="1450"/>
                    <a:pt x="4306" y="670"/>
                  </a:cubicBezTo>
                  <a:cubicBezTo>
                    <a:pt x="3866" y="228"/>
                    <a:pt x="3282" y="0"/>
                    <a:pt x="2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15" name="Google Shape;4915;p82"/>
          <p:cNvGrpSpPr/>
          <p:nvPr/>
        </p:nvGrpSpPr>
        <p:grpSpPr>
          <a:xfrm>
            <a:off x="5886322" y="3125970"/>
            <a:ext cx="311899" cy="339253"/>
            <a:chOff x="2104275" y="3806450"/>
            <a:chExt cx="442975" cy="481825"/>
          </a:xfrm>
        </p:grpSpPr>
        <p:sp>
          <p:nvSpPr>
            <p:cNvPr id="4916" name="Google Shape;4916;p82"/>
            <p:cNvSpPr/>
            <p:nvPr/>
          </p:nvSpPr>
          <p:spPr>
            <a:xfrm>
              <a:off x="2104275" y="3806450"/>
              <a:ext cx="442975" cy="481825"/>
            </a:xfrm>
            <a:custGeom>
              <a:avLst/>
              <a:gdLst/>
              <a:ahLst/>
              <a:cxnLst/>
              <a:rect l="l" t="t" r="r" b="b"/>
              <a:pathLst>
                <a:path w="17719" h="19273" extrusionOk="0">
                  <a:moveTo>
                    <a:pt x="8889" y="1130"/>
                  </a:moveTo>
                  <a:cubicBezTo>
                    <a:pt x="9660" y="1130"/>
                    <a:pt x="10482" y="2382"/>
                    <a:pt x="11039" y="4343"/>
                  </a:cubicBezTo>
                  <a:cubicBezTo>
                    <a:pt x="10308" y="4586"/>
                    <a:pt x="9594" y="4870"/>
                    <a:pt x="8895" y="5192"/>
                  </a:cubicBezTo>
                  <a:cubicBezTo>
                    <a:pt x="8194" y="4864"/>
                    <a:pt x="7474" y="4577"/>
                    <a:pt x="6742" y="4331"/>
                  </a:cubicBezTo>
                  <a:cubicBezTo>
                    <a:pt x="7302" y="2379"/>
                    <a:pt x="8121" y="1130"/>
                    <a:pt x="8889" y="1130"/>
                  </a:cubicBezTo>
                  <a:close/>
                  <a:moveTo>
                    <a:pt x="6471" y="5445"/>
                  </a:moveTo>
                  <a:cubicBezTo>
                    <a:pt x="6830" y="5565"/>
                    <a:pt x="7200" y="5704"/>
                    <a:pt x="7570" y="5854"/>
                  </a:cubicBezTo>
                  <a:cubicBezTo>
                    <a:pt x="6571" y="6393"/>
                    <a:pt x="6878" y="6243"/>
                    <a:pt x="6273" y="6616"/>
                  </a:cubicBezTo>
                  <a:cubicBezTo>
                    <a:pt x="6330" y="6210"/>
                    <a:pt x="6396" y="5815"/>
                    <a:pt x="6471" y="5445"/>
                  </a:cubicBezTo>
                  <a:close/>
                  <a:moveTo>
                    <a:pt x="11307" y="5445"/>
                  </a:moveTo>
                  <a:cubicBezTo>
                    <a:pt x="11386" y="5815"/>
                    <a:pt x="11449" y="6210"/>
                    <a:pt x="11506" y="6616"/>
                  </a:cubicBezTo>
                  <a:cubicBezTo>
                    <a:pt x="10895" y="6240"/>
                    <a:pt x="11220" y="6399"/>
                    <a:pt x="10208" y="5854"/>
                  </a:cubicBezTo>
                  <a:cubicBezTo>
                    <a:pt x="10582" y="5704"/>
                    <a:pt x="10949" y="5565"/>
                    <a:pt x="11307" y="5445"/>
                  </a:cubicBezTo>
                  <a:close/>
                  <a:moveTo>
                    <a:pt x="13999" y="4845"/>
                  </a:moveTo>
                  <a:cubicBezTo>
                    <a:pt x="14142" y="5686"/>
                    <a:pt x="14870" y="6249"/>
                    <a:pt x="15661" y="6249"/>
                  </a:cubicBezTo>
                  <a:cubicBezTo>
                    <a:pt x="15873" y="6249"/>
                    <a:pt x="16089" y="6209"/>
                    <a:pt x="16300" y="6122"/>
                  </a:cubicBezTo>
                  <a:lnTo>
                    <a:pt x="16300" y="6122"/>
                  </a:lnTo>
                  <a:cubicBezTo>
                    <a:pt x="16201" y="6676"/>
                    <a:pt x="15821" y="7384"/>
                    <a:pt x="15183" y="8158"/>
                  </a:cubicBezTo>
                  <a:cubicBezTo>
                    <a:pt x="14993" y="8390"/>
                    <a:pt x="14761" y="8625"/>
                    <a:pt x="14535" y="8856"/>
                  </a:cubicBezTo>
                  <a:cubicBezTo>
                    <a:pt x="13963" y="8345"/>
                    <a:pt x="13361" y="7866"/>
                    <a:pt x="12735" y="7423"/>
                  </a:cubicBezTo>
                  <a:cubicBezTo>
                    <a:pt x="12662" y="6652"/>
                    <a:pt x="12551" y="5884"/>
                    <a:pt x="12394" y="5125"/>
                  </a:cubicBezTo>
                  <a:cubicBezTo>
                    <a:pt x="12921" y="4990"/>
                    <a:pt x="13457" y="4897"/>
                    <a:pt x="13999" y="4845"/>
                  </a:cubicBezTo>
                  <a:close/>
                  <a:moveTo>
                    <a:pt x="3779" y="4845"/>
                  </a:moveTo>
                  <a:cubicBezTo>
                    <a:pt x="4321" y="4897"/>
                    <a:pt x="4857" y="4990"/>
                    <a:pt x="5384" y="5129"/>
                  </a:cubicBezTo>
                  <a:cubicBezTo>
                    <a:pt x="5231" y="5887"/>
                    <a:pt x="5116" y="6652"/>
                    <a:pt x="5047" y="7423"/>
                  </a:cubicBezTo>
                  <a:cubicBezTo>
                    <a:pt x="4421" y="7869"/>
                    <a:pt x="3818" y="8348"/>
                    <a:pt x="3246" y="8859"/>
                  </a:cubicBezTo>
                  <a:cubicBezTo>
                    <a:pt x="3020" y="8625"/>
                    <a:pt x="2789" y="8393"/>
                    <a:pt x="2599" y="8161"/>
                  </a:cubicBezTo>
                  <a:cubicBezTo>
                    <a:pt x="1963" y="7387"/>
                    <a:pt x="1584" y="6685"/>
                    <a:pt x="1485" y="6125"/>
                  </a:cubicBezTo>
                  <a:lnTo>
                    <a:pt x="1485" y="6125"/>
                  </a:lnTo>
                  <a:cubicBezTo>
                    <a:pt x="1683" y="6207"/>
                    <a:pt x="1897" y="6249"/>
                    <a:pt x="2114" y="6249"/>
                  </a:cubicBezTo>
                  <a:cubicBezTo>
                    <a:pt x="2936" y="6246"/>
                    <a:pt x="3638" y="5655"/>
                    <a:pt x="3779" y="4845"/>
                  </a:cubicBezTo>
                  <a:close/>
                  <a:moveTo>
                    <a:pt x="4951" y="8893"/>
                  </a:moveTo>
                  <a:lnTo>
                    <a:pt x="4951" y="8893"/>
                  </a:lnTo>
                  <a:cubicBezTo>
                    <a:pt x="4945" y="9143"/>
                    <a:pt x="4939" y="9389"/>
                    <a:pt x="4939" y="9636"/>
                  </a:cubicBezTo>
                  <a:cubicBezTo>
                    <a:pt x="4939" y="9882"/>
                    <a:pt x="4945" y="10128"/>
                    <a:pt x="4951" y="10377"/>
                  </a:cubicBezTo>
                  <a:lnTo>
                    <a:pt x="4951" y="10377"/>
                  </a:lnTo>
                  <a:cubicBezTo>
                    <a:pt x="4637" y="10133"/>
                    <a:pt x="4348" y="9886"/>
                    <a:pt x="4065" y="9636"/>
                  </a:cubicBezTo>
                  <a:cubicBezTo>
                    <a:pt x="4348" y="9386"/>
                    <a:pt x="4637" y="9139"/>
                    <a:pt x="4951" y="8893"/>
                  </a:cubicBezTo>
                  <a:close/>
                  <a:moveTo>
                    <a:pt x="12828" y="8896"/>
                  </a:moveTo>
                  <a:lnTo>
                    <a:pt x="12828" y="8896"/>
                  </a:lnTo>
                  <a:cubicBezTo>
                    <a:pt x="13144" y="9139"/>
                    <a:pt x="13430" y="9386"/>
                    <a:pt x="13713" y="9636"/>
                  </a:cubicBezTo>
                  <a:cubicBezTo>
                    <a:pt x="13433" y="9886"/>
                    <a:pt x="13144" y="10133"/>
                    <a:pt x="12828" y="10380"/>
                  </a:cubicBezTo>
                  <a:cubicBezTo>
                    <a:pt x="12837" y="10130"/>
                    <a:pt x="12843" y="9883"/>
                    <a:pt x="12843" y="9636"/>
                  </a:cubicBezTo>
                  <a:cubicBezTo>
                    <a:pt x="12843" y="9389"/>
                    <a:pt x="12837" y="9143"/>
                    <a:pt x="12828" y="8896"/>
                  </a:cubicBezTo>
                  <a:close/>
                  <a:moveTo>
                    <a:pt x="8889" y="6447"/>
                  </a:moveTo>
                  <a:cubicBezTo>
                    <a:pt x="9850" y="6908"/>
                    <a:pt x="10774" y="7441"/>
                    <a:pt x="11657" y="8040"/>
                  </a:cubicBezTo>
                  <a:cubicBezTo>
                    <a:pt x="11693" y="8555"/>
                    <a:pt x="11714" y="9088"/>
                    <a:pt x="11714" y="9636"/>
                  </a:cubicBezTo>
                  <a:cubicBezTo>
                    <a:pt x="11714" y="10187"/>
                    <a:pt x="11693" y="10717"/>
                    <a:pt x="11657" y="11232"/>
                  </a:cubicBezTo>
                  <a:cubicBezTo>
                    <a:pt x="10774" y="11832"/>
                    <a:pt x="9853" y="12365"/>
                    <a:pt x="8895" y="12828"/>
                  </a:cubicBezTo>
                  <a:cubicBezTo>
                    <a:pt x="7932" y="12368"/>
                    <a:pt x="7007" y="11832"/>
                    <a:pt x="6125" y="11232"/>
                  </a:cubicBezTo>
                  <a:cubicBezTo>
                    <a:pt x="6086" y="10717"/>
                    <a:pt x="6068" y="10187"/>
                    <a:pt x="6068" y="9636"/>
                  </a:cubicBezTo>
                  <a:cubicBezTo>
                    <a:pt x="6068" y="9088"/>
                    <a:pt x="6089" y="8555"/>
                    <a:pt x="6125" y="8040"/>
                  </a:cubicBezTo>
                  <a:cubicBezTo>
                    <a:pt x="7004" y="7441"/>
                    <a:pt x="7929" y="6908"/>
                    <a:pt x="8889" y="6447"/>
                  </a:cubicBezTo>
                  <a:close/>
                  <a:moveTo>
                    <a:pt x="6273" y="12657"/>
                  </a:moveTo>
                  <a:lnTo>
                    <a:pt x="6273" y="12657"/>
                  </a:lnTo>
                  <a:cubicBezTo>
                    <a:pt x="6878" y="13033"/>
                    <a:pt x="6571" y="12879"/>
                    <a:pt x="7570" y="13418"/>
                  </a:cubicBezTo>
                  <a:cubicBezTo>
                    <a:pt x="7194" y="13569"/>
                    <a:pt x="6827" y="13708"/>
                    <a:pt x="6471" y="13828"/>
                  </a:cubicBezTo>
                  <a:cubicBezTo>
                    <a:pt x="6393" y="13455"/>
                    <a:pt x="6330" y="13063"/>
                    <a:pt x="6273" y="12657"/>
                  </a:cubicBezTo>
                  <a:close/>
                  <a:moveTo>
                    <a:pt x="11506" y="12657"/>
                  </a:moveTo>
                  <a:cubicBezTo>
                    <a:pt x="11449" y="13063"/>
                    <a:pt x="11386" y="13458"/>
                    <a:pt x="11307" y="13828"/>
                  </a:cubicBezTo>
                  <a:cubicBezTo>
                    <a:pt x="10949" y="13711"/>
                    <a:pt x="10582" y="13569"/>
                    <a:pt x="10208" y="13418"/>
                  </a:cubicBezTo>
                  <a:cubicBezTo>
                    <a:pt x="11181" y="12898"/>
                    <a:pt x="10937" y="13009"/>
                    <a:pt x="11506" y="12657"/>
                  </a:cubicBezTo>
                  <a:close/>
                  <a:moveTo>
                    <a:pt x="14535" y="10416"/>
                  </a:moveTo>
                  <a:cubicBezTo>
                    <a:pt x="14761" y="10648"/>
                    <a:pt x="14993" y="10883"/>
                    <a:pt x="15183" y="11115"/>
                  </a:cubicBezTo>
                  <a:cubicBezTo>
                    <a:pt x="15818" y="11886"/>
                    <a:pt x="16198" y="12590"/>
                    <a:pt x="16294" y="13147"/>
                  </a:cubicBezTo>
                  <a:cubicBezTo>
                    <a:pt x="16095" y="13066"/>
                    <a:pt x="15881" y="13024"/>
                    <a:pt x="15665" y="13024"/>
                  </a:cubicBezTo>
                  <a:cubicBezTo>
                    <a:pt x="14843" y="13024"/>
                    <a:pt x="14141" y="13617"/>
                    <a:pt x="13999" y="14424"/>
                  </a:cubicBezTo>
                  <a:cubicBezTo>
                    <a:pt x="13457" y="14376"/>
                    <a:pt x="12921" y="14280"/>
                    <a:pt x="12394" y="14144"/>
                  </a:cubicBezTo>
                  <a:cubicBezTo>
                    <a:pt x="12551" y="13385"/>
                    <a:pt x="12662" y="12620"/>
                    <a:pt x="12735" y="11850"/>
                  </a:cubicBezTo>
                  <a:cubicBezTo>
                    <a:pt x="13361" y="11407"/>
                    <a:pt x="13963" y="10928"/>
                    <a:pt x="14535" y="10416"/>
                  </a:cubicBezTo>
                  <a:close/>
                  <a:moveTo>
                    <a:pt x="3243" y="10416"/>
                  </a:moveTo>
                  <a:cubicBezTo>
                    <a:pt x="3815" y="10928"/>
                    <a:pt x="4418" y="11407"/>
                    <a:pt x="5044" y="11850"/>
                  </a:cubicBezTo>
                  <a:cubicBezTo>
                    <a:pt x="5116" y="12620"/>
                    <a:pt x="5228" y="13385"/>
                    <a:pt x="5384" y="14144"/>
                  </a:cubicBezTo>
                  <a:cubicBezTo>
                    <a:pt x="4554" y="14353"/>
                    <a:pt x="3815" y="14456"/>
                    <a:pt x="3207" y="14456"/>
                  </a:cubicBezTo>
                  <a:cubicBezTo>
                    <a:pt x="2366" y="14456"/>
                    <a:pt x="1778" y="14258"/>
                    <a:pt x="1554" y="13870"/>
                  </a:cubicBezTo>
                  <a:cubicBezTo>
                    <a:pt x="1238" y="13322"/>
                    <a:pt x="1626" y="12292"/>
                    <a:pt x="2596" y="11115"/>
                  </a:cubicBezTo>
                  <a:cubicBezTo>
                    <a:pt x="2786" y="10883"/>
                    <a:pt x="3020" y="10648"/>
                    <a:pt x="3243" y="10416"/>
                  </a:cubicBezTo>
                  <a:close/>
                  <a:moveTo>
                    <a:pt x="8889" y="14081"/>
                  </a:moveTo>
                  <a:cubicBezTo>
                    <a:pt x="9588" y="14403"/>
                    <a:pt x="10308" y="14689"/>
                    <a:pt x="11039" y="14933"/>
                  </a:cubicBezTo>
                  <a:cubicBezTo>
                    <a:pt x="10482" y="16890"/>
                    <a:pt x="9660" y="18143"/>
                    <a:pt x="8889" y="18143"/>
                  </a:cubicBezTo>
                  <a:cubicBezTo>
                    <a:pt x="8118" y="18143"/>
                    <a:pt x="7296" y="16887"/>
                    <a:pt x="6739" y="14924"/>
                  </a:cubicBezTo>
                  <a:cubicBezTo>
                    <a:pt x="7471" y="14683"/>
                    <a:pt x="8188" y="14400"/>
                    <a:pt x="8889" y="14081"/>
                  </a:cubicBezTo>
                  <a:close/>
                  <a:moveTo>
                    <a:pt x="8889" y="0"/>
                  </a:moveTo>
                  <a:cubicBezTo>
                    <a:pt x="7396" y="0"/>
                    <a:pt x="6312" y="1708"/>
                    <a:pt x="5658" y="4014"/>
                  </a:cubicBezTo>
                  <a:cubicBezTo>
                    <a:pt x="4902" y="3825"/>
                    <a:pt x="4201" y="3719"/>
                    <a:pt x="3568" y="3698"/>
                  </a:cubicBezTo>
                  <a:cubicBezTo>
                    <a:pt x="3260" y="3171"/>
                    <a:pt x="2700" y="2861"/>
                    <a:pt x="2111" y="2861"/>
                  </a:cubicBezTo>
                  <a:cubicBezTo>
                    <a:pt x="1963" y="2861"/>
                    <a:pt x="1813" y="2881"/>
                    <a:pt x="1665" y="2921"/>
                  </a:cubicBezTo>
                  <a:cubicBezTo>
                    <a:pt x="928" y="3123"/>
                    <a:pt x="419" y="3792"/>
                    <a:pt x="422" y="4556"/>
                  </a:cubicBezTo>
                  <a:cubicBezTo>
                    <a:pt x="422" y="4716"/>
                    <a:pt x="449" y="4876"/>
                    <a:pt x="497" y="5026"/>
                  </a:cubicBezTo>
                  <a:cubicBezTo>
                    <a:pt x="63" y="6017"/>
                    <a:pt x="485" y="7372"/>
                    <a:pt x="1726" y="8878"/>
                  </a:cubicBezTo>
                  <a:cubicBezTo>
                    <a:pt x="1933" y="9130"/>
                    <a:pt x="2183" y="9383"/>
                    <a:pt x="2430" y="9636"/>
                  </a:cubicBezTo>
                  <a:cubicBezTo>
                    <a:pt x="2183" y="9892"/>
                    <a:pt x="1933" y="10145"/>
                    <a:pt x="1726" y="10398"/>
                  </a:cubicBezTo>
                  <a:cubicBezTo>
                    <a:pt x="407" y="12000"/>
                    <a:pt x="0" y="13434"/>
                    <a:pt x="578" y="14436"/>
                  </a:cubicBezTo>
                  <a:cubicBezTo>
                    <a:pt x="1045" y="15246"/>
                    <a:pt x="2003" y="15593"/>
                    <a:pt x="3225" y="15593"/>
                  </a:cubicBezTo>
                  <a:cubicBezTo>
                    <a:pt x="3954" y="15593"/>
                    <a:pt x="4782" y="15460"/>
                    <a:pt x="5652" y="15240"/>
                  </a:cubicBezTo>
                  <a:cubicBezTo>
                    <a:pt x="6306" y="17556"/>
                    <a:pt x="7396" y="19272"/>
                    <a:pt x="8889" y="19272"/>
                  </a:cubicBezTo>
                  <a:cubicBezTo>
                    <a:pt x="10383" y="19272"/>
                    <a:pt x="11473" y="17559"/>
                    <a:pt x="12126" y="15246"/>
                  </a:cubicBezTo>
                  <a:cubicBezTo>
                    <a:pt x="12810" y="15424"/>
                    <a:pt x="13509" y="15532"/>
                    <a:pt x="14210" y="15572"/>
                  </a:cubicBezTo>
                  <a:cubicBezTo>
                    <a:pt x="14519" y="16101"/>
                    <a:pt x="15083" y="16413"/>
                    <a:pt x="15674" y="16413"/>
                  </a:cubicBezTo>
                  <a:cubicBezTo>
                    <a:pt x="15820" y="16413"/>
                    <a:pt x="15968" y="16394"/>
                    <a:pt x="16113" y="16354"/>
                  </a:cubicBezTo>
                  <a:cubicBezTo>
                    <a:pt x="16851" y="16153"/>
                    <a:pt x="17363" y="15484"/>
                    <a:pt x="17360" y="14719"/>
                  </a:cubicBezTo>
                  <a:cubicBezTo>
                    <a:pt x="17357" y="14560"/>
                    <a:pt x="17333" y="14400"/>
                    <a:pt x="17285" y="14247"/>
                  </a:cubicBezTo>
                  <a:cubicBezTo>
                    <a:pt x="17718" y="13256"/>
                    <a:pt x="17297" y="11904"/>
                    <a:pt x="16056" y="10398"/>
                  </a:cubicBezTo>
                  <a:cubicBezTo>
                    <a:pt x="15848" y="10142"/>
                    <a:pt x="15595" y="9889"/>
                    <a:pt x="15351" y="9636"/>
                  </a:cubicBezTo>
                  <a:cubicBezTo>
                    <a:pt x="15595" y="9383"/>
                    <a:pt x="15848" y="9130"/>
                    <a:pt x="16056" y="8878"/>
                  </a:cubicBezTo>
                  <a:cubicBezTo>
                    <a:pt x="17261" y="7414"/>
                    <a:pt x="17694" y="6095"/>
                    <a:pt x="17279" y="5044"/>
                  </a:cubicBezTo>
                  <a:cubicBezTo>
                    <a:pt x="17330" y="4885"/>
                    <a:pt x="17357" y="4722"/>
                    <a:pt x="17360" y="4556"/>
                  </a:cubicBezTo>
                  <a:cubicBezTo>
                    <a:pt x="17363" y="3792"/>
                    <a:pt x="16851" y="3120"/>
                    <a:pt x="16113" y="2918"/>
                  </a:cubicBezTo>
                  <a:cubicBezTo>
                    <a:pt x="15967" y="2879"/>
                    <a:pt x="15819" y="2860"/>
                    <a:pt x="15673" y="2860"/>
                  </a:cubicBezTo>
                  <a:cubicBezTo>
                    <a:pt x="15080" y="2860"/>
                    <a:pt x="14517" y="3173"/>
                    <a:pt x="14210" y="3704"/>
                  </a:cubicBezTo>
                  <a:cubicBezTo>
                    <a:pt x="13506" y="3743"/>
                    <a:pt x="12810" y="3852"/>
                    <a:pt x="12126" y="4029"/>
                  </a:cubicBezTo>
                  <a:cubicBezTo>
                    <a:pt x="11473" y="1714"/>
                    <a:pt x="10383" y="0"/>
                    <a:pt x="88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17" name="Google Shape;4917;p82"/>
            <p:cNvSpPr/>
            <p:nvPr/>
          </p:nvSpPr>
          <p:spPr>
            <a:xfrm>
              <a:off x="2284200" y="4005050"/>
              <a:ext cx="84700" cy="84700"/>
            </a:xfrm>
            <a:custGeom>
              <a:avLst/>
              <a:gdLst/>
              <a:ahLst/>
              <a:cxnLst/>
              <a:rect l="l" t="t" r="r" b="b"/>
              <a:pathLst>
                <a:path w="3388" h="3388" extrusionOk="0">
                  <a:moveTo>
                    <a:pt x="1692" y="0"/>
                  </a:moveTo>
                  <a:cubicBezTo>
                    <a:pt x="756" y="0"/>
                    <a:pt x="0" y="756"/>
                    <a:pt x="0" y="1692"/>
                  </a:cubicBezTo>
                  <a:cubicBezTo>
                    <a:pt x="0" y="2629"/>
                    <a:pt x="756" y="3388"/>
                    <a:pt x="1692" y="3388"/>
                  </a:cubicBezTo>
                  <a:cubicBezTo>
                    <a:pt x="2629" y="3388"/>
                    <a:pt x="3388" y="2629"/>
                    <a:pt x="3388" y="1692"/>
                  </a:cubicBezTo>
                  <a:cubicBezTo>
                    <a:pt x="3388" y="756"/>
                    <a:pt x="2629" y="0"/>
                    <a:pt x="16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18" name="Google Shape;4918;p82"/>
          <p:cNvGrpSpPr/>
          <p:nvPr/>
        </p:nvGrpSpPr>
        <p:grpSpPr>
          <a:xfrm>
            <a:off x="6309839" y="3125970"/>
            <a:ext cx="293416" cy="339253"/>
            <a:chOff x="2710875" y="3806450"/>
            <a:chExt cx="416725" cy="481825"/>
          </a:xfrm>
        </p:grpSpPr>
        <p:sp>
          <p:nvSpPr>
            <p:cNvPr id="4919" name="Google Shape;4919;p82"/>
            <p:cNvSpPr/>
            <p:nvPr/>
          </p:nvSpPr>
          <p:spPr>
            <a:xfrm>
              <a:off x="2710875" y="4144450"/>
              <a:ext cx="416725" cy="143825"/>
            </a:xfrm>
            <a:custGeom>
              <a:avLst/>
              <a:gdLst/>
              <a:ahLst/>
              <a:cxnLst/>
              <a:rect l="l" t="t" r="r" b="b"/>
              <a:pathLst>
                <a:path w="16669" h="5753" extrusionOk="0">
                  <a:moveTo>
                    <a:pt x="2313" y="1"/>
                  </a:moveTo>
                  <a:lnTo>
                    <a:pt x="260" y="3590"/>
                  </a:lnTo>
                  <a:cubicBezTo>
                    <a:pt x="1" y="4039"/>
                    <a:pt x="1" y="4590"/>
                    <a:pt x="266" y="5036"/>
                  </a:cubicBezTo>
                  <a:cubicBezTo>
                    <a:pt x="517" y="5479"/>
                    <a:pt x="986" y="5752"/>
                    <a:pt x="1495" y="5752"/>
                  </a:cubicBezTo>
                  <a:cubicBezTo>
                    <a:pt x="1498" y="5752"/>
                    <a:pt x="1501" y="5752"/>
                    <a:pt x="1503" y="5752"/>
                  </a:cubicBezTo>
                  <a:lnTo>
                    <a:pt x="15165" y="5752"/>
                  </a:lnTo>
                  <a:cubicBezTo>
                    <a:pt x="15168" y="5752"/>
                    <a:pt x="15171" y="5752"/>
                    <a:pt x="15174" y="5752"/>
                  </a:cubicBezTo>
                  <a:cubicBezTo>
                    <a:pt x="15682" y="5752"/>
                    <a:pt x="16151" y="5479"/>
                    <a:pt x="16403" y="5036"/>
                  </a:cubicBezTo>
                  <a:cubicBezTo>
                    <a:pt x="16668" y="4590"/>
                    <a:pt x="16668" y="4039"/>
                    <a:pt x="16409" y="3590"/>
                  </a:cubicBezTo>
                  <a:lnTo>
                    <a:pt x="143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20" name="Google Shape;4920;p82"/>
            <p:cNvSpPr/>
            <p:nvPr/>
          </p:nvSpPr>
          <p:spPr>
            <a:xfrm>
              <a:off x="2784800" y="3806450"/>
              <a:ext cx="268850" cy="309800"/>
            </a:xfrm>
            <a:custGeom>
              <a:avLst/>
              <a:gdLst/>
              <a:ahLst/>
              <a:cxnLst/>
              <a:rect l="l" t="t" r="r" b="b"/>
              <a:pathLst>
                <a:path w="10754" h="12392" extrusionOk="0">
                  <a:moveTo>
                    <a:pt x="5379" y="8113"/>
                  </a:moveTo>
                  <a:cubicBezTo>
                    <a:pt x="5882" y="8113"/>
                    <a:pt x="6132" y="8721"/>
                    <a:pt x="5776" y="9076"/>
                  </a:cubicBezTo>
                  <a:cubicBezTo>
                    <a:pt x="5661" y="9192"/>
                    <a:pt x="5519" y="9244"/>
                    <a:pt x="5380" y="9244"/>
                  </a:cubicBezTo>
                  <a:cubicBezTo>
                    <a:pt x="5091" y="9244"/>
                    <a:pt x="4813" y="9019"/>
                    <a:pt x="4813" y="8679"/>
                  </a:cubicBezTo>
                  <a:cubicBezTo>
                    <a:pt x="4813" y="8366"/>
                    <a:pt x="5066" y="8113"/>
                    <a:pt x="5379" y="8113"/>
                  </a:cubicBezTo>
                  <a:close/>
                  <a:moveTo>
                    <a:pt x="4280" y="9989"/>
                  </a:moveTo>
                  <a:cubicBezTo>
                    <a:pt x="4783" y="9989"/>
                    <a:pt x="5036" y="10597"/>
                    <a:pt x="4680" y="10952"/>
                  </a:cubicBezTo>
                  <a:cubicBezTo>
                    <a:pt x="4566" y="11067"/>
                    <a:pt x="4425" y="11118"/>
                    <a:pt x="4286" y="11118"/>
                  </a:cubicBezTo>
                  <a:cubicBezTo>
                    <a:pt x="3996" y="11118"/>
                    <a:pt x="3717" y="10892"/>
                    <a:pt x="3717" y="10552"/>
                  </a:cubicBezTo>
                  <a:cubicBezTo>
                    <a:pt x="3717" y="10242"/>
                    <a:pt x="3970" y="9989"/>
                    <a:pt x="4280" y="9989"/>
                  </a:cubicBezTo>
                  <a:close/>
                  <a:moveTo>
                    <a:pt x="6475" y="9989"/>
                  </a:moveTo>
                  <a:cubicBezTo>
                    <a:pt x="6978" y="9989"/>
                    <a:pt x="7231" y="10597"/>
                    <a:pt x="6875" y="10952"/>
                  </a:cubicBezTo>
                  <a:cubicBezTo>
                    <a:pt x="6761" y="11067"/>
                    <a:pt x="6620" y="11118"/>
                    <a:pt x="6481" y="11118"/>
                  </a:cubicBezTo>
                  <a:cubicBezTo>
                    <a:pt x="6191" y="11118"/>
                    <a:pt x="5912" y="10892"/>
                    <a:pt x="5912" y="10552"/>
                  </a:cubicBezTo>
                  <a:cubicBezTo>
                    <a:pt x="5912" y="10242"/>
                    <a:pt x="6162" y="9989"/>
                    <a:pt x="6475" y="9989"/>
                  </a:cubicBezTo>
                  <a:close/>
                  <a:moveTo>
                    <a:pt x="1744" y="0"/>
                  </a:moveTo>
                  <a:cubicBezTo>
                    <a:pt x="1434" y="0"/>
                    <a:pt x="1181" y="253"/>
                    <a:pt x="1181" y="566"/>
                  </a:cubicBezTo>
                  <a:cubicBezTo>
                    <a:pt x="1181" y="877"/>
                    <a:pt x="1434" y="1130"/>
                    <a:pt x="1744" y="1130"/>
                  </a:cubicBezTo>
                  <a:lnTo>
                    <a:pt x="2259" y="1130"/>
                  </a:lnTo>
                  <a:lnTo>
                    <a:pt x="2259" y="8444"/>
                  </a:lnTo>
                  <a:lnTo>
                    <a:pt x="1" y="12392"/>
                  </a:lnTo>
                  <a:lnTo>
                    <a:pt x="10754" y="12392"/>
                  </a:lnTo>
                  <a:lnTo>
                    <a:pt x="8496" y="8444"/>
                  </a:lnTo>
                  <a:lnTo>
                    <a:pt x="8496" y="1130"/>
                  </a:lnTo>
                  <a:lnTo>
                    <a:pt x="9010" y="1130"/>
                  </a:lnTo>
                  <a:cubicBezTo>
                    <a:pt x="9321" y="1130"/>
                    <a:pt x="9574" y="877"/>
                    <a:pt x="9574" y="566"/>
                  </a:cubicBezTo>
                  <a:cubicBezTo>
                    <a:pt x="9574" y="253"/>
                    <a:pt x="9321" y="0"/>
                    <a:pt x="90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21" name="Google Shape;4921;p82"/>
          <p:cNvGrpSpPr/>
          <p:nvPr/>
        </p:nvGrpSpPr>
        <p:grpSpPr>
          <a:xfrm>
            <a:off x="6704883" y="3166412"/>
            <a:ext cx="339253" cy="258369"/>
            <a:chOff x="3271200" y="3863875"/>
            <a:chExt cx="481825" cy="366950"/>
          </a:xfrm>
        </p:grpSpPr>
        <p:sp>
          <p:nvSpPr>
            <p:cNvPr id="4922" name="Google Shape;4922;p82"/>
            <p:cNvSpPr/>
            <p:nvPr/>
          </p:nvSpPr>
          <p:spPr>
            <a:xfrm>
              <a:off x="3271200" y="3920350"/>
              <a:ext cx="283225" cy="310475"/>
            </a:xfrm>
            <a:custGeom>
              <a:avLst/>
              <a:gdLst/>
              <a:ahLst/>
              <a:cxnLst/>
              <a:rect l="l" t="t" r="r" b="b"/>
              <a:pathLst>
                <a:path w="11329" h="12419" extrusionOk="0">
                  <a:moveTo>
                    <a:pt x="1693" y="0"/>
                  </a:moveTo>
                  <a:cubicBezTo>
                    <a:pt x="756" y="0"/>
                    <a:pt x="0" y="756"/>
                    <a:pt x="0" y="1693"/>
                  </a:cubicBezTo>
                  <a:lnTo>
                    <a:pt x="0" y="8468"/>
                  </a:lnTo>
                  <a:cubicBezTo>
                    <a:pt x="0" y="9405"/>
                    <a:pt x="756" y="10160"/>
                    <a:pt x="1693" y="10163"/>
                  </a:cubicBezTo>
                  <a:lnTo>
                    <a:pt x="2861" y="10163"/>
                  </a:lnTo>
                  <a:cubicBezTo>
                    <a:pt x="2861" y="11410"/>
                    <a:pt x="3870" y="12419"/>
                    <a:pt x="5120" y="12419"/>
                  </a:cubicBezTo>
                  <a:cubicBezTo>
                    <a:pt x="6366" y="12419"/>
                    <a:pt x="7378" y="11410"/>
                    <a:pt x="7378" y="10163"/>
                  </a:cubicBezTo>
                  <a:lnTo>
                    <a:pt x="9070" y="10163"/>
                  </a:lnTo>
                  <a:lnTo>
                    <a:pt x="9070" y="6679"/>
                  </a:lnTo>
                  <a:cubicBezTo>
                    <a:pt x="9070" y="6356"/>
                    <a:pt x="9350" y="6116"/>
                    <a:pt x="9645" y="6116"/>
                  </a:cubicBezTo>
                  <a:cubicBezTo>
                    <a:pt x="9705" y="6116"/>
                    <a:pt x="9765" y="6126"/>
                    <a:pt x="9823" y="6146"/>
                  </a:cubicBezTo>
                  <a:cubicBezTo>
                    <a:pt x="9938" y="6187"/>
                    <a:pt x="10055" y="6206"/>
                    <a:pt x="10172" y="6206"/>
                  </a:cubicBezTo>
                  <a:cubicBezTo>
                    <a:pt x="10766" y="6206"/>
                    <a:pt x="11329" y="5708"/>
                    <a:pt x="11329" y="5080"/>
                  </a:cubicBezTo>
                  <a:cubicBezTo>
                    <a:pt x="11329" y="4453"/>
                    <a:pt x="10766" y="3954"/>
                    <a:pt x="10172" y="3954"/>
                  </a:cubicBezTo>
                  <a:cubicBezTo>
                    <a:pt x="10055" y="3954"/>
                    <a:pt x="9938" y="3974"/>
                    <a:pt x="9823" y="4014"/>
                  </a:cubicBezTo>
                  <a:cubicBezTo>
                    <a:pt x="9759" y="4037"/>
                    <a:pt x="9695" y="4048"/>
                    <a:pt x="9632" y="4048"/>
                  </a:cubicBezTo>
                  <a:cubicBezTo>
                    <a:pt x="9333" y="4048"/>
                    <a:pt x="9070" y="3805"/>
                    <a:pt x="9070" y="3484"/>
                  </a:cubicBezTo>
                  <a:lnTo>
                    <a:pt x="9070" y="0"/>
                  </a:lnTo>
                  <a:lnTo>
                    <a:pt x="6381" y="0"/>
                  </a:lnTo>
                  <a:cubicBezTo>
                    <a:pt x="5894" y="0"/>
                    <a:pt x="5635" y="576"/>
                    <a:pt x="5960" y="940"/>
                  </a:cubicBezTo>
                  <a:cubicBezTo>
                    <a:pt x="6610" y="1669"/>
                    <a:pt x="6095" y="2822"/>
                    <a:pt x="5120" y="2822"/>
                  </a:cubicBezTo>
                  <a:cubicBezTo>
                    <a:pt x="4141" y="2822"/>
                    <a:pt x="3626" y="1669"/>
                    <a:pt x="4276" y="940"/>
                  </a:cubicBezTo>
                  <a:cubicBezTo>
                    <a:pt x="4602" y="576"/>
                    <a:pt x="4343" y="0"/>
                    <a:pt x="38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23" name="Google Shape;4923;p82"/>
            <p:cNvSpPr/>
            <p:nvPr/>
          </p:nvSpPr>
          <p:spPr>
            <a:xfrm>
              <a:off x="3526175" y="3863875"/>
              <a:ext cx="226850" cy="310575"/>
            </a:xfrm>
            <a:custGeom>
              <a:avLst/>
              <a:gdLst/>
              <a:ahLst/>
              <a:cxnLst/>
              <a:rect l="l" t="t" r="r" b="b"/>
              <a:pathLst>
                <a:path w="9074" h="12423" extrusionOk="0">
                  <a:moveTo>
                    <a:pt x="3954" y="1"/>
                  </a:moveTo>
                  <a:cubicBezTo>
                    <a:pt x="2705" y="1"/>
                    <a:pt x="1696" y="1010"/>
                    <a:pt x="1696" y="2259"/>
                  </a:cubicBezTo>
                  <a:lnTo>
                    <a:pt x="1" y="2259"/>
                  </a:lnTo>
                  <a:lnTo>
                    <a:pt x="1" y="5081"/>
                  </a:lnTo>
                  <a:cubicBezTo>
                    <a:pt x="1247" y="5081"/>
                    <a:pt x="2259" y="6093"/>
                    <a:pt x="2259" y="7339"/>
                  </a:cubicBezTo>
                  <a:cubicBezTo>
                    <a:pt x="2259" y="8586"/>
                    <a:pt x="1247" y="9598"/>
                    <a:pt x="1" y="9598"/>
                  </a:cubicBezTo>
                  <a:lnTo>
                    <a:pt x="1" y="12422"/>
                  </a:lnTo>
                  <a:lnTo>
                    <a:pt x="7378" y="12422"/>
                  </a:lnTo>
                  <a:cubicBezTo>
                    <a:pt x="8315" y="12419"/>
                    <a:pt x="9070" y="11664"/>
                    <a:pt x="9073" y="10727"/>
                  </a:cubicBezTo>
                  <a:lnTo>
                    <a:pt x="9073" y="3952"/>
                  </a:lnTo>
                  <a:cubicBezTo>
                    <a:pt x="9070" y="3015"/>
                    <a:pt x="8315" y="2259"/>
                    <a:pt x="7378" y="2259"/>
                  </a:cubicBezTo>
                  <a:lnTo>
                    <a:pt x="6213" y="2259"/>
                  </a:lnTo>
                  <a:cubicBezTo>
                    <a:pt x="6213" y="1010"/>
                    <a:pt x="5201" y="1"/>
                    <a:pt x="39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24" name="Google Shape;4924;p82"/>
          <p:cNvGrpSpPr/>
          <p:nvPr/>
        </p:nvGrpSpPr>
        <p:grpSpPr>
          <a:xfrm>
            <a:off x="7140377" y="3126199"/>
            <a:ext cx="295528" cy="338795"/>
            <a:chOff x="3895050" y="3806775"/>
            <a:chExt cx="419725" cy="481175"/>
          </a:xfrm>
        </p:grpSpPr>
        <p:sp>
          <p:nvSpPr>
            <p:cNvPr id="4925" name="Google Shape;4925;p82"/>
            <p:cNvSpPr/>
            <p:nvPr/>
          </p:nvSpPr>
          <p:spPr>
            <a:xfrm>
              <a:off x="3895050" y="3942650"/>
              <a:ext cx="419725" cy="345300"/>
            </a:xfrm>
            <a:custGeom>
              <a:avLst/>
              <a:gdLst/>
              <a:ahLst/>
              <a:cxnLst/>
              <a:rect l="l" t="t" r="r" b="b"/>
              <a:pathLst>
                <a:path w="16789" h="13812" extrusionOk="0">
                  <a:moveTo>
                    <a:pt x="4448" y="1"/>
                  </a:moveTo>
                  <a:cubicBezTo>
                    <a:pt x="4233" y="1"/>
                    <a:pt x="4016" y="18"/>
                    <a:pt x="3801" y="54"/>
                  </a:cubicBezTo>
                  <a:cubicBezTo>
                    <a:pt x="1545" y="418"/>
                    <a:pt x="1" y="2604"/>
                    <a:pt x="356" y="4929"/>
                  </a:cubicBezTo>
                  <a:cubicBezTo>
                    <a:pt x="994" y="9100"/>
                    <a:pt x="2205" y="11942"/>
                    <a:pt x="3858" y="13147"/>
                  </a:cubicBezTo>
                  <a:cubicBezTo>
                    <a:pt x="4470" y="13592"/>
                    <a:pt x="5129" y="13811"/>
                    <a:pt x="5863" y="13811"/>
                  </a:cubicBezTo>
                  <a:cubicBezTo>
                    <a:pt x="6071" y="13811"/>
                    <a:pt x="6286" y="13793"/>
                    <a:pt x="6508" y="13758"/>
                  </a:cubicBezTo>
                  <a:cubicBezTo>
                    <a:pt x="7125" y="13659"/>
                    <a:pt x="7610" y="13406"/>
                    <a:pt x="7999" y="12987"/>
                  </a:cubicBezTo>
                  <a:lnTo>
                    <a:pt x="8396" y="12557"/>
                  </a:lnTo>
                  <a:lnTo>
                    <a:pt x="8791" y="12987"/>
                  </a:lnTo>
                  <a:cubicBezTo>
                    <a:pt x="9179" y="13406"/>
                    <a:pt x="9667" y="13659"/>
                    <a:pt x="10281" y="13758"/>
                  </a:cubicBezTo>
                  <a:cubicBezTo>
                    <a:pt x="10503" y="13793"/>
                    <a:pt x="10718" y="13811"/>
                    <a:pt x="10927" y="13811"/>
                  </a:cubicBezTo>
                  <a:cubicBezTo>
                    <a:pt x="11660" y="13811"/>
                    <a:pt x="12319" y="13592"/>
                    <a:pt x="12931" y="13147"/>
                  </a:cubicBezTo>
                  <a:cubicBezTo>
                    <a:pt x="14587" y="11942"/>
                    <a:pt x="15795" y="9100"/>
                    <a:pt x="16433" y="4929"/>
                  </a:cubicBezTo>
                  <a:cubicBezTo>
                    <a:pt x="16788" y="2604"/>
                    <a:pt x="15244" y="418"/>
                    <a:pt x="12988" y="54"/>
                  </a:cubicBezTo>
                  <a:cubicBezTo>
                    <a:pt x="12773" y="18"/>
                    <a:pt x="12556" y="1"/>
                    <a:pt x="12341" y="1"/>
                  </a:cubicBezTo>
                  <a:cubicBezTo>
                    <a:pt x="11461" y="1"/>
                    <a:pt x="10599" y="293"/>
                    <a:pt x="9893" y="840"/>
                  </a:cubicBezTo>
                  <a:cubicBezTo>
                    <a:pt x="9601" y="1063"/>
                    <a:pt x="9263" y="1216"/>
                    <a:pt x="8905" y="1292"/>
                  </a:cubicBezTo>
                  <a:cubicBezTo>
                    <a:pt x="8736" y="1326"/>
                    <a:pt x="8567" y="1343"/>
                    <a:pt x="8397" y="1343"/>
                  </a:cubicBezTo>
                  <a:cubicBezTo>
                    <a:pt x="8296" y="1343"/>
                    <a:pt x="8196" y="1337"/>
                    <a:pt x="8095" y="1325"/>
                  </a:cubicBezTo>
                  <a:cubicBezTo>
                    <a:pt x="7658" y="1273"/>
                    <a:pt x="7246" y="1105"/>
                    <a:pt x="6896" y="840"/>
                  </a:cubicBezTo>
                  <a:cubicBezTo>
                    <a:pt x="6190" y="293"/>
                    <a:pt x="5328" y="1"/>
                    <a:pt x="44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26" name="Google Shape;4926;p82"/>
            <p:cNvSpPr/>
            <p:nvPr/>
          </p:nvSpPr>
          <p:spPr>
            <a:xfrm>
              <a:off x="4016325" y="3806775"/>
              <a:ext cx="199225" cy="142475"/>
            </a:xfrm>
            <a:custGeom>
              <a:avLst/>
              <a:gdLst/>
              <a:ahLst/>
              <a:cxnLst/>
              <a:rect l="l" t="t" r="r" b="b"/>
              <a:pathLst>
                <a:path w="7969" h="5699" extrusionOk="0">
                  <a:moveTo>
                    <a:pt x="1350" y="0"/>
                  </a:moveTo>
                  <a:cubicBezTo>
                    <a:pt x="1132" y="0"/>
                    <a:pt x="925" y="129"/>
                    <a:pt x="832" y="343"/>
                  </a:cubicBezTo>
                  <a:cubicBezTo>
                    <a:pt x="799" y="424"/>
                    <a:pt x="1" y="2330"/>
                    <a:pt x="678" y="4101"/>
                  </a:cubicBezTo>
                  <a:cubicBezTo>
                    <a:pt x="736" y="4242"/>
                    <a:pt x="796" y="4381"/>
                    <a:pt x="868" y="4516"/>
                  </a:cubicBezTo>
                  <a:cubicBezTo>
                    <a:pt x="1534" y="4691"/>
                    <a:pt x="2157" y="4995"/>
                    <a:pt x="2702" y="5414"/>
                  </a:cubicBezTo>
                  <a:cubicBezTo>
                    <a:pt x="2950" y="5603"/>
                    <a:pt x="3247" y="5698"/>
                    <a:pt x="3544" y="5698"/>
                  </a:cubicBezTo>
                  <a:cubicBezTo>
                    <a:pt x="3840" y="5698"/>
                    <a:pt x="4137" y="5603"/>
                    <a:pt x="4385" y="5414"/>
                  </a:cubicBezTo>
                  <a:cubicBezTo>
                    <a:pt x="4442" y="5368"/>
                    <a:pt x="4503" y="5326"/>
                    <a:pt x="4563" y="5284"/>
                  </a:cubicBezTo>
                  <a:cubicBezTo>
                    <a:pt x="4870" y="4592"/>
                    <a:pt x="5355" y="3968"/>
                    <a:pt x="6020" y="3417"/>
                  </a:cubicBezTo>
                  <a:cubicBezTo>
                    <a:pt x="6478" y="3035"/>
                    <a:pt x="6987" y="2722"/>
                    <a:pt x="7532" y="2484"/>
                  </a:cubicBezTo>
                  <a:cubicBezTo>
                    <a:pt x="7824" y="2372"/>
                    <a:pt x="7969" y="2044"/>
                    <a:pt x="7854" y="1752"/>
                  </a:cubicBezTo>
                  <a:cubicBezTo>
                    <a:pt x="7768" y="1529"/>
                    <a:pt x="7554" y="1392"/>
                    <a:pt x="7327" y="1392"/>
                  </a:cubicBezTo>
                  <a:cubicBezTo>
                    <a:pt x="7260" y="1392"/>
                    <a:pt x="7192" y="1404"/>
                    <a:pt x="7125" y="1430"/>
                  </a:cubicBezTo>
                  <a:lnTo>
                    <a:pt x="7125" y="1433"/>
                  </a:lnTo>
                  <a:cubicBezTo>
                    <a:pt x="7089" y="1445"/>
                    <a:pt x="6243" y="1776"/>
                    <a:pt x="5334" y="2520"/>
                  </a:cubicBezTo>
                  <a:cubicBezTo>
                    <a:pt x="4997" y="2794"/>
                    <a:pt x="4689" y="3098"/>
                    <a:pt x="4412" y="3429"/>
                  </a:cubicBezTo>
                  <a:cubicBezTo>
                    <a:pt x="4367" y="3194"/>
                    <a:pt x="4301" y="2965"/>
                    <a:pt x="4217" y="2743"/>
                  </a:cubicBezTo>
                  <a:cubicBezTo>
                    <a:pt x="3536" y="972"/>
                    <a:pt x="1669" y="90"/>
                    <a:pt x="1588" y="54"/>
                  </a:cubicBezTo>
                  <a:cubicBezTo>
                    <a:pt x="1511" y="17"/>
                    <a:pt x="1430" y="0"/>
                    <a:pt x="13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27" name="Google Shape;4927;p82"/>
          <p:cNvGrpSpPr/>
          <p:nvPr/>
        </p:nvGrpSpPr>
        <p:grpSpPr>
          <a:xfrm>
            <a:off x="7543659" y="3125979"/>
            <a:ext cx="336296" cy="339235"/>
            <a:chOff x="4464775" y="3806475"/>
            <a:chExt cx="477625" cy="481800"/>
          </a:xfrm>
        </p:grpSpPr>
        <p:sp>
          <p:nvSpPr>
            <p:cNvPr id="4928" name="Google Shape;4928;p82"/>
            <p:cNvSpPr/>
            <p:nvPr/>
          </p:nvSpPr>
          <p:spPr>
            <a:xfrm>
              <a:off x="4726375" y="3806475"/>
              <a:ext cx="56500" cy="141125"/>
            </a:xfrm>
            <a:custGeom>
              <a:avLst/>
              <a:gdLst/>
              <a:ahLst/>
              <a:cxnLst/>
              <a:rect l="l" t="t" r="r" b="b"/>
              <a:pathLst>
                <a:path w="2260" h="5645" extrusionOk="0">
                  <a:moveTo>
                    <a:pt x="1133" y="1"/>
                  </a:moveTo>
                  <a:cubicBezTo>
                    <a:pt x="978" y="1"/>
                    <a:pt x="823" y="64"/>
                    <a:pt x="712" y="189"/>
                  </a:cubicBezTo>
                  <a:cubicBezTo>
                    <a:pt x="504" y="421"/>
                    <a:pt x="522" y="776"/>
                    <a:pt x="754" y="984"/>
                  </a:cubicBezTo>
                  <a:cubicBezTo>
                    <a:pt x="832" y="1056"/>
                    <a:pt x="1130" y="1385"/>
                    <a:pt x="1130" y="1695"/>
                  </a:cubicBezTo>
                  <a:cubicBezTo>
                    <a:pt x="1130" y="1990"/>
                    <a:pt x="850" y="2315"/>
                    <a:pt x="754" y="2402"/>
                  </a:cubicBezTo>
                  <a:cubicBezTo>
                    <a:pt x="678" y="2472"/>
                    <a:pt x="1" y="3101"/>
                    <a:pt x="1" y="3953"/>
                  </a:cubicBezTo>
                  <a:cubicBezTo>
                    <a:pt x="1" y="4802"/>
                    <a:pt x="675" y="5432"/>
                    <a:pt x="754" y="5501"/>
                  </a:cubicBezTo>
                  <a:cubicBezTo>
                    <a:pt x="861" y="5597"/>
                    <a:pt x="995" y="5644"/>
                    <a:pt x="1128" y="5644"/>
                  </a:cubicBezTo>
                  <a:cubicBezTo>
                    <a:pt x="1283" y="5644"/>
                    <a:pt x="1437" y="5580"/>
                    <a:pt x="1549" y="5456"/>
                  </a:cubicBezTo>
                  <a:cubicBezTo>
                    <a:pt x="1757" y="5224"/>
                    <a:pt x="1735" y="4869"/>
                    <a:pt x="1507" y="4661"/>
                  </a:cubicBezTo>
                  <a:cubicBezTo>
                    <a:pt x="1428" y="4588"/>
                    <a:pt x="1130" y="4260"/>
                    <a:pt x="1130" y="3950"/>
                  </a:cubicBezTo>
                  <a:cubicBezTo>
                    <a:pt x="1130" y="3655"/>
                    <a:pt x="1410" y="3330"/>
                    <a:pt x="1507" y="3242"/>
                  </a:cubicBezTo>
                  <a:cubicBezTo>
                    <a:pt x="1585" y="3173"/>
                    <a:pt x="2259" y="2544"/>
                    <a:pt x="2259" y="1692"/>
                  </a:cubicBezTo>
                  <a:cubicBezTo>
                    <a:pt x="2259" y="842"/>
                    <a:pt x="1585" y="213"/>
                    <a:pt x="1507" y="144"/>
                  </a:cubicBezTo>
                  <a:cubicBezTo>
                    <a:pt x="1399" y="48"/>
                    <a:pt x="1266" y="1"/>
                    <a:pt x="11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29" name="Google Shape;4929;p82"/>
            <p:cNvSpPr/>
            <p:nvPr/>
          </p:nvSpPr>
          <p:spPr>
            <a:xfrm>
              <a:off x="4641700" y="3806475"/>
              <a:ext cx="56475" cy="141125"/>
            </a:xfrm>
            <a:custGeom>
              <a:avLst/>
              <a:gdLst/>
              <a:ahLst/>
              <a:cxnLst/>
              <a:rect l="l" t="t" r="r" b="b"/>
              <a:pathLst>
                <a:path w="2259" h="5645" extrusionOk="0">
                  <a:moveTo>
                    <a:pt x="1132" y="1"/>
                  </a:moveTo>
                  <a:cubicBezTo>
                    <a:pt x="977" y="1"/>
                    <a:pt x="823" y="64"/>
                    <a:pt x="711" y="189"/>
                  </a:cubicBezTo>
                  <a:cubicBezTo>
                    <a:pt x="503" y="421"/>
                    <a:pt x="521" y="776"/>
                    <a:pt x="753" y="984"/>
                  </a:cubicBezTo>
                  <a:cubicBezTo>
                    <a:pt x="831" y="1056"/>
                    <a:pt x="1130" y="1385"/>
                    <a:pt x="1130" y="1695"/>
                  </a:cubicBezTo>
                  <a:cubicBezTo>
                    <a:pt x="1130" y="1990"/>
                    <a:pt x="849" y="2315"/>
                    <a:pt x="753" y="2402"/>
                  </a:cubicBezTo>
                  <a:cubicBezTo>
                    <a:pt x="678" y="2472"/>
                    <a:pt x="0" y="3101"/>
                    <a:pt x="0" y="3953"/>
                  </a:cubicBezTo>
                  <a:cubicBezTo>
                    <a:pt x="0" y="4802"/>
                    <a:pt x="675" y="5432"/>
                    <a:pt x="753" y="5501"/>
                  </a:cubicBezTo>
                  <a:cubicBezTo>
                    <a:pt x="860" y="5597"/>
                    <a:pt x="994" y="5644"/>
                    <a:pt x="1127" y="5644"/>
                  </a:cubicBezTo>
                  <a:cubicBezTo>
                    <a:pt x="1282" y="5644"/>
                    <a:pt x="1436" y="5580"/>
                    <a:pt x="1548" y="5456"/>
                  </a:cubicBezTo>
                  <a:cubicBezTo>
                    <a:pt x="1756" y="5224"/>
                    <a:pt x="1735" y="4869"/>
                    <a:pt x="1506" y="4661"/>
                  </a:cubicBezTo>
                  <a:cubicBezTo>
                    <a:pt x="1428" y="4588"/>
                    <a:pt x="1130" y="4260"/>
                    <a:pt x="1130" y="3950"/>
                  </a:cubicBezTo>
                  <a:cubicBezTo>
                    <a:pt x="1130" y="3655"/>
                    <a:pt x="1410" y="3330"/>
                    <a:pt x="1506" y="3242"/>
                  </a:cubicBezTo>
                  <a:cubicBezTo>
                    <a:pt x="1581" y="3173"/>
                    <a:pt x="2259" y="2544"/>
                    <a:pt x="2259" y="1692"/>
                  </a:cubicBezTo>
                  <a:cubicBezTo>
                    <a:pt x="2259" y="842"/>
                    <a:pt x="1581" y="213"/>
                    <a:pt x="1506" y="144"/>
                  </a:cubicBezTo>
                  <a:cubicBezTo>
                    <a:pt x="1399" y="48"/>
                    <a:pt x="1265" y="1"/>
                    <a:pt x="1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30" name="Google Shape;4930;p82"/>
            <p:cNvSpPr/>
            <p:nvPr/>
          </p:nvSpPr>
          <p:spPr>
            <a:xfrm>
              <a:off x="4557000" y="3806475"/>
              <a:ext cx="56500" cy="141125"/>
            </a:xfrm>
            <a:custGeom>
              <a:avLst/>
              <a:gdLst/>
              <a:ahLst/>
              <a:cxnLst/>
              <a:rect l="l" t="t" r="r" b="b"/>
              <a:pathLst>
                <a:path w="2260" h="5645" extrusionOk="0">
                  <a:moveTo>
                    <a:pt x="1132" y="1"/>
                  </a:moveTo>
                  <a:cubicBezTo>
                    <a:pt x="977" y="1"/>
                    <a:pt x="823" y="64"/>
                    <a:pt x="711" y="189"/>
                  </a:cubicBezTo>
                  <a:cubicBezTo>
                    <a:pt x="504" y="421"/>
                    <a:pt x="522" y="776"/>
                    <a:pt x="753" y="984"/>
                  </a:cubicBezTo>
                  <a:cubicBezTo>
                    <a:pt x="832" y="1056"/>
                    <a:pt x="1130" y="1385"/>
                    <a:pt x="1130" y="1695"/>
                  </a:cubicBezTo>
                  <a:cubicBezTo>
                    <a:pt x="1130" y="1990"/>
                    <a:pt x="850" y="2315"/>
                    <a:pt x="753" y="2402"/>
                  </a:cubicBezTo>
                  <a:cubicBezTo>
                    <a:pt x="678" y="2472"/>
                    <a:pt x="1" y="3101"/>
                    <a:pt x="1" y="3953"/>
                  </a:cubicBezTo>
                  <a:cubicBezTo>
                    <a:pt x="1" y="4802"/>
                    <a:pt x="675" y="5432"/>
                    <a:pt x="753" y="5501"/>
                  </a:cubicBezTo>
                  <a:cubicBezTo>
                    <a:pt x="861" y="5597"/>
                    <a:pt x="994" y="5644"/>
                    <a:pt x="1127" y="5644"/>
                  </a:cubicBezTo>
                  <a:cubicBezTo>
                    <a:pt x="1282" y="5644"/>
                    <a:pt x="1437" y="5580"/>
                    <a:pt x="1548" y="5456"/>
                  </a:cubicBezTo>
                  <a:cubicBezTo>
                    <a:pt x="1756" y="5224"/>
                    <a:pt x="1735" y="4869"/>
                    <a:pt x="1506" y="4661"/>
                  </a:cubicBezTo>
                  <a:cubicBezTo>
                    <a:pt x="1428" y="4588"/>
                    <a:pt x="1130" y="4260"/>
                    <a:pt x="1130" y="3950"/>
                  </a:cubicBezTo>
                  <a:cubicBezTo>
                    <a:pt x="1130" y="3655"/>
                    <a:pt x="1410" y="3330"/>
                    <a:pt x="1506" y="3242"/>
                  </a:cubicBezTo>
                  <a:cubicBezTo>
                    <a:pt x="1582" y="3173"/>
                    <a:pt x="2259" y="2544"/>
                    <a:pt x="2259" y="1692"/>
                  </a:cubicBezTo>
                  <a:cubicBezTo>
                    <a:pt x="2259" y="842"/>
                    <a:pt x="1582" y="213"/>
                    <a:pt x="1506" y="144"/>
                  </a:cubicBezTo>
                  <a:cubicBezTo>
                    <a:pt x="1399" y="48"/>
                    <a:pt x="1265" y="1"/>
                    <a:pt x="1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31" name="Google Shape;4931;p82"/>
            <p:cNvSpPr/>
            <p:nvPr/>
          </p:nvSpPr>
          <p:spPr>
            <a:xfrm>
              <a:off x="4464775" y="4230875"/>
              <a:ext cx="395250" cy="57400"/>
            </a:xfrm>
            <a:custGeom>
              <a:avLst/>
              <a:gdLst/>
              <a:ahLst/>
              <a:cxnLst/>
              <a:rect l="l" t="t" r="r" b="b"/>
              <a:pathLst>
                <a:path w="15810" h="2296" extrusionOk="0">
                  <a:moveTo>
                    <a:pt x="567" y="1"/>
                  </a:moveTo>
                  <a:cubicBezTo>
                    <a:pt x="254" y="1"/>
                    <a:pt x="1" y="251"/>
                    <a:pt x="1" y="564"/>
                  </a:cubicBezTo>
                  <a:cubicBezTo>
                    <a:pt x="1" y="877"/>
                    <a:pt x="254" y="1130"/>
                    <a:pt x="567" y="1130"/>
                  </a:cubicBezTo>
                  <a:lnTo>
                    <a:pt x="1910" y="1130"/>
                  </a:lnTo>
                  <a:lnTo>
                    <a:pt x="2006" y="1359"/>
                  </a:lnTo>
                  <a:cubicBezTo>
                    <a:pt x="2291" y="1932"/>
                    <a:pt x="2875" y="2295"/>
                    <a:pt x="3516" y="2295"/>
                  </a:cubicBezTo>
                  <a:cubicBezTo>
                    <a:pt x="3519" y="2295"/>
                    <a:pt x="3521" y="2295"/>
                    <a:pt x="3524" y="2295"/>
                  </a:cubicBezTo>
                  <a:lnTo>
                    <a:pt x="12290" y="2295"/>
                  </a:lnTo>
                  <a:cubicBezTo>
                    <a:pt x="12292" y="2295"/>
                    <a:pt x="12295" y="2295"/>
                    <a:pt x="12298" y="2295"/>
                  </a:cubicBezTo>
                  <a:cubicBezTo>
                    <a:pt x="12936" y="2295"/>
                    <a:pt x="13520" y="1932"/>
                    <a:pt x="13804" y="1359"/>
                  </a:cubicBezTo>
                  <a:lnTo>
                    <a:pt x="13901" y="1130"/>
                  </a:lnTo>
                  <a:lnTo>
                    <a:pt x="15247" y="1130"/>
                  </a:lnTo>
                  <a:cubicBezTo>
                    <a:pt x="15557" y="1130"/>
                    <a:pt x="15810" y="877"/>
                    <a:pt x="15810" y="564"/>
                  </a:cubicBezTo>
                  <a:cubicBezTo>
                    <a:pt x="15810" y="251"/>
                    <a:pt x="15557" y="1"/>
                    <a:pt x="152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32" name="Google Shape;4932;p82"/>
            <p:cNvSpPr/>
            <p:nvPr/>
          </p:nvSpPr>
          <p:spPr>
            <a:xfrm>
              <a:off x="4840675" y="4007300"/>
              <a:ext cx="101725" cy="166025"/>
            </a:xfrm>
            <a:custGeom>
              <a:avLst/>
              <a:gdLst/>
              <a:ahLst/>
              <a:cxnLst/>
              <a:rect l="l" t="t" r="r" b="b"/>
              <a:pathLst>
                <a:path w="4069" h="6641" extrusionOk="0">
                  <a:moveTo>
                    <a:pt x="1870" y="0"/>
                  </a:moveTo>
                  <a:cubicBezTo>
                    <a:pt x="1852" y="380"/>
                    <a:pt x="1837" y="759"/>
                    <a:pt x="1795" y="1130"/>
                  </a:cubicBezTo>
                  <a:cubicBezTo>
                    <a:pt x="1927" y="1181"/>
                    <a:pt x="2048" y="1256"/>
                    <a:pt x="2150" y="1355"/>
                  </a:cubicBezTo>
                  <a:cubicBezTo>
                    <a:pt x="2800" y="2006"/>
                    <a:pt x="2433" y="3469"/>
                    <a:pt x="1352" y="4550"/>
                  </a:cubicBezTo>
                  <a:cubicBezTo>
                    <a:pt x="1177" y="4722"/>
                    <a:pt x="991" y="4879"/>
                    <a:pt x="792" y="5017"/>
                  </a:cubicBezTo>
                  <a:cubicBezTo>
                    <a:pt x="566" y="5577"/>
                    <a:pt x="301" y="6119"/>
                    <a:pt x="0" y="6640"/>
                  </a:cubicBezTo>
                  <a:cubicBezTo>
                    <a:pt x="747" y="6429"/>
                    <a:pt x="1506" y="5993"/>
                    <a:pt x="2150" y="5348"/>
                  </a:cubicBezTo>
                  <a:cubicBezTo>
                    <a:pt x="3716" y="3782"/>
                    <a:pt x="4068" y="1678"/>
                    <a:pt x="2948" y="557"/>
                  </a:cubicBezTo>
                  <a:cubicBezTo>
                    <a:pt x="2656" y="268"/>
                    <a:pt x="2280" y="97"/>
                    <a:pt x="18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33" name="Google Shape;4933;p82"/>
            <p:cNvSpPr/>
            <p:nvPr/>
          </p:nvSpPr>
          <p:spPr>
            <a:xfrm>
              <a:off x="4464775" y="3976800"/>
              <a:ext cx="395250" cy="225875"/>
            </a:xfrm>
            <a:custGeom>
              <a:avLst/>
              <a:gdLst/>
              <a:ahLst/>
              <a:cxnLst/>
              <a:rect l="l" t="t" r="r" b="b"/>
              <a:pathLst>
                <a:path w="15810" h="9035" extrusionOk="0">
                  <a:moveTo>
                    <a:pt x="564" y="1"/>
                  </a:moveTo>
                  <a:cubicBezTo>
                    <a:pt x="254" y="1"/>
                    <a:pt x="1" y="251"/>
                    <a:pt x="1" y="564"/>
                  </a:cubicBezTo>
                  <a:cubicBezTo>
                    <a:pt x="1" y="3930"/>
                    <a:pt x="1157" y="7026"/>
                    <a:pt x="3075" y="9035"/>
                  </a:cubicBezTo>
                  <a:lnTo>
                    <a:pt x="12735" y="9035"/>
                  </a:lnTo>
                  <a:cubicBezTo>
                    <a:pt x="14654" y="7026"/>
                    <a:pt x="15810" y="3930"/>
                    <a:pt x="15810" y="564"/>
                  </a:cubicBezTo>
                  <a:cubicBezTo>
                    <a:pt x="15810" y="251"/>
                    <a:pt x="15557" y="1"/>
                    <a:pt x="152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34" name="Google Shape;4934;p82"/>
          <p:cNvGrpSpPr/>
          <p:nvPr/>
        </p:nvGrpSpPr>
        <p:grpSpPr>
          <a:xfrm>
            <a:off x="7967105" y="3125970"/>
            <a:ext cx="339253" cy="339253"/>
            <a:chOff x="5049725" y="3806450"/>
            <a:chExt cx="481825" cy="481825"/>
          </a:xfrm>
        </p:grpSpPr>
        <p:sp>
          <p:nvSpPr>
            <p:cNvPr id="4935" name="Google Shape;4935;p82"/>
            <p:cNvSpPr/>
            <p:nvPr/>
          </p:nvSpPr>
          <p:spPr>
            <a:xfrm>
              <a:off x="536115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36" name="Google Shape;4936;p82"/>
            <p:cNvSpPr/>
            <p:nvPr/>
          </p:nvSpPr>
          <p:spPr>
            <a:xfrm>
              <a:off x="519177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37" name="Google Shape;4937;p82"/>
            <p:cNvSpPr/>
            <p:nvPr/>
          </p:nvSpPr>
          <p:spPr>
            <a:xfrm>
              <a:off x="504972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0" y="8901"/>
                    <a:pt x="6686" y="9073"/>
                    <a:pt x="6246" y="9073"/>
                  </a:cubicBezTo>
                  <a:cubicBezTo>
                    <a:pt x="6028" y="9073"/>
                    <a:pt x="5808" y="9031"/>
                    <a:pt x="5598" y="8944"/>
                  </a:cubicBezTo>
                  <a:cubicBezTo>
                    <a:pt x="4966" y="8682"/>
                    <a:pt x="4553" y="8064"/>
                    <a:pt x="4553" y="7378"/>
                  </a:cubicBezTo>
                  <a:cubicBezTo>
                    <a:pt x="4553"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0"/>
                    <a:pt x="13024" y="9073"/>
                  </a:cubicBezTo>
                  <a:cubicBezTo>
                    <a:pt x="12337" y="9073"/>
                    <a:pt x="11720" y="8658"/>
                    <a:pt x="11458" y="8025"/>
                  </a:cubicBezTo>
                  <a:cubicBezTo>
                    <a:pt x="11196" y="7393"/>
                    <a:pt x="11341" y="6664"/>
                    <a:pt x="11825" y="6179"/>
                  </a:cubicBezTo>
                  <a:cubicBezTo>
                    <a:pt x="12150" y="5855"/>
                    <a:pt x="12583" y="5683"/>
                    <a:pt x="13024" y="5683"/>
                  </a:cubicBezTo>
                  <a:close/>
                  <a:moveTo>
                    <a:pt x="9636" y="10196"/>
                  </a:moveTo>
                  <a:cubicBezTo>
                    <a:pt x="11955" y="10196"/>
                    <a:pt x="13981" y="11765"/>
                    <a:pt x="14557" y="14012"/>
                  </a:cubicBezTo>
                  <a:cubicBezTo>
                    <a:pt x="14635" y="14316"/>
                    <a:pt x="14454" y="14623"/>
                    <a:pt x="14153" y="14701"/>
                  </a:cubicBezTo>
                  <a:cubicBezTo>
                    <a:pt x="14107" y="14713"/>
                    <a:pt x="14060" y="14718"/>
                    <a:pt x="14014" y="14718"/>
                  </a:cubicBezTo>
                  <a:cubicBezTo>
                    <a:pt x="13760" y="14718"/>
                    <a:pt x="13530" y="14550"/>
                    <a:pt x="13464" y="14295"/>
                  </a:cubicBezTo>
                  <a:cubicBezTo>
                    <a:pt x="13015" y="12548"/>
                    <a:pt x="11440" y="11326"/>
                    <a:pt x="9636" y="11326"/>
                  </a:cubicBezTo>
                  <a:cubicBezTo>
                    <a:pt x="7833" y="11326"/>
                    <a:pt x="6258" y="12548"/>
                    <a:pt x="5809" y="14295"/>
                  </a:cubicBezTo>
                  <a:cubicBezTo>
                    <a:pt x="5743" y="14550"/>
                    <a:pt x="5512" y="14718"/>
                    <a:pt x="5260" y="14718"/>
                  </a:cubicBezTo>
                  <a:cubicBezTo>
                    <a:pt x="5215" y="14718"/>
                    <a:pt x="5169" y="14713"/>
                    <a:pt x="5122" y="14701"/>
                  </a:cubicBezTo>
                  <a:cubicBezTo>
                    <a:pt x="4818" y="14623"/>
                    <a:pt x="4638" y="14316"/>
                    <a:pt x="4716" y="14012"/>
                  </a:cubicBezTo>
                  <a:cubicBezTo>
                    <a:pt x="5291" y="11765"/>
                    <a:pt x="7318" y="10196"/>
                    <a:pt x="9636" y="10196"/>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27" y="0"/>
                    <a:pt x="96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38" name="Google Shape;4938;p82"/>
          <p:cNvGrpSpPr/>
          <p:nvPr/>
        </p:nvGrpSpPr>
        <p:grpSpPr>
          <a:xfrm>
            <a:off x="1276714" y="3951798"/>
            <a:ext cx="339253" cy="339253"/>
            <a:chOff x="5651375" y="3806450"/>
            <a:chExt cx="481825" cy="481825"/>
          </a:xfrm>
        </p:grpSpPr>
        <p:sp>
          <p:nvSpPr>
            <p:cNvPr id="4939" name="Google Shape;4939;p82"/>
            <p:cNvSpPr/>
            <p:nvPr/>
          </p:nvSpPr>
          <p:spPr>
            <a:xfrm>
              <a:off x="579342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40" name="Google Shape;4940;p82"/>
            <p:cNvSpPr/>
            <p:nvPr/>
          </p:nvSpPr>
          <p:spPr>
            <a:xfrm>
              <a:off x="5794475" y="4089725"/>
              <a:ext cx="195600" cy="84725"/>
            </a:xfrm>
            <a:custGeom>
              <a:avLst/>
              <a:gdLst/>
              <a:ahLst/>
              <a:cxnLst/>
              <a:rect l="l" t="t" r="r" b="b"/>
              <a:pathLst>
                <a:path w="7824" h="3389" extrusionOk="0">
                  <a:moveTo>
                    <a:pt x="1" y="1"/>
                  </a:moveTo>
                  <a:cubicBezTo>
                    <a:pt x="284" y="1943"/>
                    <a:pt x="1949" y="3385"/>
                    <a:pt x="3912" y="3388"/>
                  </a:cubicBezTo>
                  <a:cubicBezTo>
                    <a:pt x="5875" y="3385"/>
                    <a:pt x="7541" y="1943"/>
                    <a:pt x="78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41" name="Google Shape;4941;p82"/>
            <p:cNvSpPr/>
            <p:nvPr/>
          </p:nvSpPr>
          <p:spPr>
            <a:xfrm>
              <a:off x="565137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2" y="8901"/>
                    <a:pt x="6689" y="9073"/>
                    <a:pt x="6248" y="9073"/>
                  </a:cubicBezTo>
                  <a:cubicBezTo>
                    <a:pt x="6029" y="9073"/>
                    <a:pt x="5808" y="9031"/>
                    <a:pt x="5598" y="8944"/>
                  </a:cubicBezTo>
                  <a:cubicBezTo>
                    <a:pt x="4966" y="8682"/>
                    <a:pt x="4553" y="8064"/>
                    <a:pt x="4553" y="7378"/>
                  </a:cubicBezTo>
                  <a:cubicBezTo>
                    <a:pt x="4556"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3"/>
                    <a:pt x="13024" y="9073"/>
                  </a:cubicBezTo>
                  <a:cubicBezTo>
                    <a:pt x="12337" y="9073"/>
                    <a:pt x="11720" y="8658"/>
                    <a:pt x="11458" y="8025"/>
                  </a:cubicBezTo>
                  <a:cubicBezTo>
                    <a:pt x="11196" y="7393"/>
                    <a:pt x="11341" y="6664"/>
                    <a:pt x="11825" y="6179"/>
                  </a:cubicBezTo>
                  <a:cubicBezTo>
                    <a:pt x="12150" y="5855"/>
                    <a:pt x="12583" y="5683"/>
                    <a:pt x="13024" y="5683"/>
                  </a:cubicBezTo>
                  <a:close/>
                  <a:moveTo>
                    <a:pt x="14153" y="10202"/>
                  </a:moveTo>
                  <a:cubicBezTo>
                    <a:pt x="14463" y="10202"/>
                    <a:pt x="14716" y="10452"/>
                    <a:pt x="14716" y="10766"/>
                  </a:cubicBezTo>
                  <a:cubicBezTo>
                    <a:pt x="14716" y="13566"/>
                    <a:pt x="12437" y="15849"/>
                    <a:pt x="9636" y="15849"/>
                  </a:cubicBezTo>
                  <a:cubicBezTo>
                    <a:pt x="6833" y="15849"/>
                    <a:pt x="4553" y="13566"/>
                    <a:pt x="4553" y="10766"/>
                  </a:cubicBezTo>
                  <a:cubicBezTo>
                    <a:pt x="4553" y="10452"/>
                    <a:pt x="4806" y="10202"/>
                    <a:pt x="5119" y="10202"/>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30" y="0"/>
                    <a:pt x="96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42" name="Google Shape;4942;p82"/>
            <p:cNvSpPr/>
            <p:nvPr/>
          </p:nvSpPr>
          <p:spPr>
            <a:xfrm>
              <a:off x="596280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43" name="Google Shape;4943;p82"/>
          <p:cNvGrpSpPr/>
          <p:nvPr/>
        </p:nvGrpSpPr>
        <p:grpSpPr>
          <a:xfrm>
            <a:off x="3153646" y="3953787"/>
            <a:ext cx="298503" cy="335275"/>
            <a:chOff x="6264300" y="3809300"/>
            <a:chExt cx="423950" cy="476175"/>
          </a:xfrm>
        </p:grpSpPr>
        <p:sp>
          <p:nvSpPr>
            <p:cNvPr id="4944" name="Google Shape;4944;p82"/>
            <p:cNvSpPr/>
            <p:nvPr/>
          </p:nvSpPr>
          <p:spPr>
            <a:xfrm>
              <a:off x="6346200" y="4002825"/>
              <a:ext cx="66950" cy="63225"/>
            </a:xfrm>
            <a:custGeom>
              <a:avLst/>
              <a:gdLst/>
              <a:ahLst/>
              <a:cxnLst/>
              <a:rect l="l" t="t" r="r" b="b"/>
              <a:pathLst>
                <a:path w="2678" h="2529" extrusionOk="0">
                  <a:moveTo>
                    <a:pt x="1365" y="1"/>
                  </a:moveTo>
                  <a:cubicBezTo>
                    <a:pt x="1058" y="1"/>
                    <a:pt x="751" y="118"/>
                    <a:pt x="516" y="351"/>
                  </a:cubicBezTo>
                  <a:cubicBezTo>
                    <a:pt x="272" y="598"/>
                    <a:pt x="88" y="992"/>
                    <a:pt x="46" y="1381"/>
                  </a:cubicBezTo>
                  <a:cubicBezTo>
                    <a:pt x="1" y="1757"/>
                    <a:pt x="88" y="2085"/>
                    <a:pt x="281" y="2281"/>
                  </a:cubicBezTo>
                  <a:cubicBezTo>
                    <a:pt x="454" y="2453"/>
                    <a:pt x="709" y="2528"/>
                    <a:pt x="985" y="2528"/>
                  </a:cubicBezTo>
                  <a:cubicBezTo>
                    <a:pt x="1425" y="2528"/>
                    <a:pt x="1917" y="2337"/>
                    <a:pt x="2211" y="2043"/>
                  </a:cubicBezTo>
                  <a:cubicBezTo>
                    <a:pt x="2678" y="1577"/>
                    <a:pt x="2678" y="818"/>
                    <a:pt x="2211" y="351"/>
                  </a:cubicBezTo>
                  <a:cubicBezTo>
                    <a:pt x="1978" y="118"/>
                    <a:pt x="1671" y="1"/>
                    <a:pt x="13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45" name="Google Shape;4945;p82"/>
            <p:cNvSpPr/>
            <p:nvPr/>
          </p:nvSpPr>
          <p:spPr>
            <a:xfrm>
              <a:off x="6539375" y="4002825"/>
              <a:ext cx="66950" cy="63200"/>
            </a:xfrm>
            <a:custGeom>
              <a:avLst/>
              <a:gdLst/>
              <a:ahLst/>
              <a:cxnLst/>
              <a:rect l="l" t="t" r="r" b="b"/>
              <a:pathLst>
                <a:path w="2678" h="2528" extrusionOk="0">
                  <a:moveTo>
                    <a:pt x="1314" y="1"/>
                  </a:moveTo>
                  <a:cubicBezTo>
                    <a:pt x="1007" y="1"/>
                    <a:pt x="701" y="118"/>
                    <a:pt x="468" y="351"/>
                  </a:cubicBezTo>
                  <a:cubicBezTo>
                    <a:pt x="1" y="818"/>
                    <a:pt x="1" y="1577"/>
                    <a:pt x="468" y="2043"/>
                  </a:cubicBezTo>
                  <a:cubicBezTo>
                    <a:pt x="761" y="2337"/>
                    <a:pt x="1252" y="2528"/>
                    <a:pt x="1691" y="2528"/>
                  </a:cubicBezTo>
                  <a:cubicBezTo>
                    <a:pt x="1968" y="2528"/>
                    <a:pt x="2224" y="2452"/>
                    <a:pt x="2398" y="2278"/>
                  </a:cubicBezTo>
                  <a:cubicBezTo>
                    <a:pt x="2591" y="2085"/>
                    <a:pt x="2678" y="1757"/>
                    <a:pt x="2633" y="1381"/>
                  </a:cubicBezTo>
                  <a:cubicBezTo>
                    <a:pt x="2588" y="992"/>
                    <a:pt x="2407" y="598"/>
                    <a:pt x="2160" y="351"/>
                  </a:cubicBezTo>
                  <a:cubicBezTo>
                    <a:pt x="1927" y="118"/>
                    <a:pt x="1620" y="1"/>
                    <a:pt x="13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46" name="Google Shape;4946;p82"/>
            <p:cNvSpPr/>
            <p:nvPr/>
          </p:nvSpPr>
          <p:spPr>
            <a:xfrm>
              <a:off x="6264300" y="3809300"/>
              <a:ext cx="423950" cy="476175"/>
            </a:xfrm>
            <a:custGeom>
              <a:avLst/>
              <a:gdLst/>
              <a:ahLst/>
              <a:cxnLst/>
              <a:rect l="l" t="t" r="r" b="b"/>
              <a:pathLst>
                <a:path w="16958" h="19047" extrusionOk="0">
                  <a:moveTo>
                    <a:pt x="4662" y="6571"/>
                  </a:moveTo>
                  <a:cubicBezTo>
                    <a:pt x="5263" y="6571"/>
                    <a:pt x="5864" y="6799"/>
                    <a:pt x="6324" y="7258"/>
                  </a:cubicBezTo>
                  <a:cubicBezTo>
                    <a:pt x="7249" y="8182"/>
                    <a:pt x="7240" y="9685"/>
                    <a:pt x="6303" y="10600"/>
                  </a:cubicBezTo>
                  <a:lnTo>
                    <a:pt x="6300" y="10600"/>
                  </a:lnTo>
                  <a:cubicBezTo>
                    <a:pt x="5791" y="11109"/>
                    <a:pt x="5014" y="11422"/>
                    <a:pt x="4268" y="11422"/>
                  </a:cubicBezTo>
                  <a:cubicBezTo>
                    <a:pt x="3705" y="11422"/>
                    <a:pt x="3154" y="11245"/>
                    <a:pt x="2744" y="10835"/>
                  </a:cubicBezTo>
                  <a:cubicBezTo>
                    <a:pt x="2301" y="10393"/>
                    <a:pt x="2094" y="9718"/>
                    <a:pt x="2181" y="8992"/>
                  </a:cubicBezTo>
                  <a:cubicBezTo>
                    <a:pt x="2256" y="8336"/>
                    <a:pt x="2548" y="7713"/>
                    <a:pt x="2982" y="7279"/>
                  </a:cubicBezTo>
                  <a:cubicBezTo>
                    <a:pt x="3442" y="6807"/>
                    <a:pt x="4052" y="6571"/>
                    <a:pt x="4662" y="6571"/>
                  </a:cubicBezTo>
                  <a:close/>
                  <a:moveTo>
                    <a:pt x="12317" y="6589"/>
                  </a:moveTo>
                  <a:cubicBezTo>
                    <a:pt x="12918" y="6589"/>
                    <a:pt x="13520" y="6818"/>
                    <a:pt x="13979" y="7276"/>
                  </a:cubicBezTo>
                  <a:cubicBezTo>
                    <a:pt x="14873" y="8173"/>
                    <a:pt x="15165" y="9884"/>
                    <a:pt x="14214" y="10835"/>
                  </a:cubicBezTo>
                  <a:cubicBezTo>
                    <a:pt x="13804" y="11245"/>
                    <a:pt x="13256" y="11422"/>
                    <a:pt x="12690" y="11422"/>
                  </a:cubicBezTo>
                  <a:cubicBezTo>
                    <a:pt x="11943" y="11422"/>
                    <a:pt x="11166" y="11109"/>
                    <a:pt x="10658" y="10600"/>
                  </a:cubicBezTo>
                  <a:cubicBezTo>
                    <a:pt x="9739" y="9682"/>
                    <a:pt x="9739" y="8194"/>
                    <a:pt x="10658" y="7276"/>
                  </a:cubicBezTo>
                  <a:cubicBezTo>
                    <a:pt x="11115" y="6818"/>
                    <a:pt x="11716" y="6589"/>
                    <a:pt x="12317" y="6589"/>
                  </a:cubicBezTo>
                  <a:close/>
                  <a:moveTo>
                    <a:pt x="8479" y="10841"/>
                  </a:moveTo>
                  <a:cubicBezTo>
                    <a:pt x="8669" y="10841"/>
                    <a:pt x="8858" y="10933"/>
                    <a:pt x="8971" y="11118"/>
                  </a:cubicBezTo>
                  <a:lnTo>
                    <a:pt x="10266" y="13238"/>
                  </a:lnTo>
                  <a:cubicBezTo>
                    <a:pt x="10435" y="13509"/>
                    <a:pt x="10347" y="13865"/>
                    <a:pt x="10076" y="14030"/>
                  </a:cubicBezTo>
                  <a:lnTo>
                    <a:pt x="10073" y="14030"/>
                  </a:lnTo>
                  <a:cubicBezTo>
                    <a:pt x="9980" y="14087"/>
                    <a:pt x="9877" y="14114"/>
                    <a:pt x="9775" y="14114"/>
                  </a:cubicBezTo>
                  <a:cubicBezTo>
                    <a:pt x="9582" y="14114"/>
                    <a:pt x="9393" y="14016"/>
                    <a:pt x="9284" y="13840"/>
                  </a:cubicBezTo>
                  <a:lnTo>
                    <a:pt x="8480" y="12522"/>
                  </a:lnTo>
                  <a:lnTo>
                    <a:pt x="7673" y="13840"/>
                  </a:lnTo>
                  <a:cubicBezTo>
                    <a:pt x="7565" y="14018"/>
                    <a:pt x="7376" y="14115"/>
                    <a:pt x="7182" y="14115"/>
                  </a:cubicBezTo>
                  <a:cubicBezTo>
                    <a:pt x="7079" y="14115"/>
                    <a:pt x="6975" y="14088"/>
                    <a:pt x="6881" y="14030"/>
                  </a:cubicBezTo>
                  <a:cubicBezTo>
                    <a:pt x="6610" y="13862"/>
                    <a:pt x="6526" y="13509"/>
                    <a:pt x="6692" y="13238"/>
                  </a:cubicBezTo>
                  <a:lnTo>
                    <a:pt x="7987" y="11118"/>
                  </a:lnTo>
                  <a:cubicBezTo>
                    <a:pt x="8100" y="10933"/>
                    <a:pt x="8289" y="10841"/>
                    <a:pt x="8479" y="10841"/>
                  </a:cubicBezTo>
                  <a:close/>
                  <a:moveTo>
                    <a:pt x="8474" y="1"/>
                  </a:moveTo>
                  <a:cubicBezTo>
                    <a:pt x="3801" y="1"/>
                    <a:pt x="1" y="3840"/>
                    <a:pt x="1" y="8553"/>
                  </a:cubicBezTo>
                  <a:lnTo>
                    <a:pt x="1" y="11856"/>
                  </a:lnTo>
                  <a:cubicBezTo>
                    <a:pt x="1" y="12883"/>
                    <a:pt x="449" y="13862"/>
                    <a:pt x="1229" y="14530"/>
                  </a:cubicBezTo>
                  <a:lnTo>
                    <a:pt x="2934" y="16000"/>
                  </a:lnTo>
                  <a:lnTo>
                    <a:pt x="2934" y="18472"/>
                  </a:lnTo>
                  <a:cubicBezTo>
                    <a:pt x="2934" y="18788"/>
                    <a:pt x="3193" y="19047"/>
                    <a:pt x="3512" y="19047"/>
                  </a:cubicBezTo>
                  <a:lnTo>
                    <a:pt x="5183" y="19047"/>
                  </a:lnTo>
                  <a:lnTo>
                    <a:pt x="5183" y="16536"/>
                  </a:lnTo>
                  <a:cubicBezTo>
                    <a:pt x="5192" y="16222"/>
                    <a:pt x="5448" y="15975"/>
                    <a:pt x="5761" y="15975"/>
                  </a:cubicBezTo>
                  <a:cubicBezTo>
                    <a:pt x="6071" y="15975"/>
                    <a:pt x="6327" y="16222"/>
                    <a:pt x="6336" y="16536"/>
                  </a:cubicBezTo>
                  <a:lnTo>
                    <a:pt x="6336" y="19047"/>
                  </a:lnTo>
                  <a:lnTo>
                    <a:pt x="7905" y="19047"/>
                  </a:lnTo>
                  <a:lnTo>
                    <a:pt x="7905" y="16536"/>
                  </a:lnTo>
                  <a:cubicBezTo>
                    <a:pt x="7905" y="16219"/>
                    <a:pt x="8161" y="15960"/>
                    <a:pt x="8480" y="15960"/>
                  </a:cubicBezTo>
                  <a:cubicBezTo>
                    <a:pt x="8797" y="15960"/>
                    <a:pt x="9056" y="16219"/>
                    <a:pt x="9056" y="16536"/>
                  </a:cubicBezTo>
                  <a:lnTo>
                    <a:pt x="9056" y="19047"/>
                  </a:lnTo>
                  <a:lnTo>
                    <a:pt x="10624" y="19047"/>
                  </a:lnTo>
                  <a:lnTo>
                    <a:pt x="10624" y="16536"/>
                  </a:lnTo>
                  <a:cubicBezTo>
                    <a:pt x="10630" y="16222"/>
                    <a:pt x="10886" y="15975"/>
                    <a:pt x="11200" y="15975"/>
                  </a:cubicBezTo>
                  <a:cubicBezTo>
                    <a:pt x="11513" y="15975"/>
                    <a:pt x="11766" y="16222"/>
                    <a:pt x="11775" y="16536"/>
                  </a:cubicBezTo>
                  <a:lnTo>
                    <a:pt x="11775" y="19047"/>
                  </a:lnTo>
                  <a:lnTo>
                    <a:pt x="13449" y="19047"/>
                  </a:lnTo>
                  <a:cubicBezTo>
                    <a:pt x="13765" y="19044"/>
                    <a:pt x="14024" y="18788"/>
                    <a:pt x="14024" y="18469"/>
                  </a:cubicBezTo>
                  <a:lnTo>
                    <a:pt x="14024" y="15997"/>
                  </a:lnTo>
                  <a:lnTo>
                    <a:pt x="15729" y="14530"/>
                  </a:lnTo>
                  <a:cubicBezTo>
                    <a:pt x="16508" y="13859"/>
                    <a:pt x="16957" y="12883"/>
                    <a:pt x="16957" y="11853"/>
                  </a:cubicBezTo>
                  <a:lnTo>
                    <a:pt x="16957" y="8462"/>
                  </a:lnTo>
                  <a:cubicBezTo>
                    <a:pt x="16948" y="3786"/>
                    <a:pt x="13154" y="1"/>
                    <a:pt x="84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47" name="Google Shape;4947;p82"/>
          <p:cNvGrpSpPr/>
          <p:nvPr/>
        </p:nvGrpSpPr>
        <p:grpSpPr>
          <a:xfrm>
            <a:off x="5032267" y="3538881"/>
            <a:ext cx="340573" cy="339271"/>
            <a:chOff x="898875" y="4399275"/>
            <a:chExt cx="483700" cy="481850"/>
          </a:xfrm>
        </p:grpSpPr>
        <p:sp>
          <p:nvSpPr>
            <p:cNvPr id="4948" name="Google Shape;4948;p82"/>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49" name="Google Shape;4949;p82"/>
            <p:cNvSpPr/>
            <p:nvPr/>
          </p:nvSpPr>
          <p:spPr>
            <a:xfrm>
              <a:off x="1138025" y="4763350"/>
              <a:ext cx="25" cy="25"/>
            </a:xfrm>
            <a:custGeom>
              <a:avLst/>
              <a:gdLst/>
              <a:ahLst/>
              <a:cxnLst/>
              <a:rect l="l" t="t" r="r" b="b"/>
              <a:pathLst>
                <a:path w="1" h="1" extrusionOk="0">
                  <a:moveTo>
                    <a:pt x="1" y="0"/>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50" name="Google Shape;4950;p82"/>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51" name="Google Shape;4951;p82"/>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52" name="Google Shape;4952;p82"/>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53" name="Google Shape;4953;p82"/>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54" name="Google Shape;4954;p82"/>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55" name="Google Shape;4955;p82"/>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56" name="Google Shape;4956;p82"/>
          <p:cNvGrpSpPr/>
          <p:nvPr/>
        </p:nvGrpSpPr>
        <p:grpSpPr>
          <a:xfrm>
            <a:off x="5466000" y="3554133"/>
            <a:ext cx="339253" cy="308765"/>
            <a:chOff x="1492675" y="4420975"/>
            <a:chExt cx="481825" cy="438525"/>
          </a:xfrm>
        </p:grpSpPr>
        <p:sp>
          <p:nvSpPr>
            <p:cNvPr id="4957" name="Google Shape;4957;p82"/>
            <p:cNvSpPr/>
            <p:nvPr/>
          </p:nvSpPr>
          <p:spPr>
            <a:xfrm>
              <a:off x="1841375" y="4649825"/>
              <a:ext cx="43325" cy="43300"/>
            </a:xfrm>
            <a:custGeom>
              <a:avLst/>
              <a:gdLst/>
              <a:ahLst/>
              <a:cxnLst/>
              <a:rect l="l" t="t" r="r" b="b"/>
              <a:pathLst>
                <a:path w="1733" h="1732" extrusionOk="0">
                  <a:moveTo>
                    <a:pt x="868" y="0"/>
                  </a:moveTo>
                  <a:cubicBezTo>
                    <a:pt x="389" y="0"/>
                    <a:pt x="1" y="386"/>
                    <a:pt x="1" y="865"/>
                  </a:cubicBezTo>
                  <a:cubicBezTo>
                    <a:pt x="1" y="1343"/>
                    <a:pt x="389" y="1732"/>
                    <a:pt x="868" y="1732"/>
                  </a:cubicBezTo>
                  <a:cubicBezTo>
                    <a:pt x="1347" y="1732"/>
                    <a:pt x="1732" y="1343"/>
                    <a:pt x="1732" y="865"/>
                  </a:cubicBezTo>
                  <a:cubicBezTo>
                    <a:pt x="1732" y="386"/>
                    <a:pt x="1347" y="0"/>
                    <a:pt x="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58" name="Google Shape;4958;p82"/>
            <p:cNvSpPr/>
            <p:nvPr/>
          </p:nvSpPr>
          <p:spPr>
            <a:xfrm>
              <a:off x="1582425" y="4649825"/>
              <a:ext cx="43300" cy="43300"/>
            </a:xfrm>
            <a:custGeom>
              <a:avLst/>
              <a:gdLst/>
              <a:ahLst/>
              <a:cxnLst/>
              <a:rect l="l" t="t" r="r" b="b"/>
              <a:pathLst>
                <a:path w="1732" h="1732" extrusionOk="0">
                  <a:moveTo>
                    <a:pt x="864" y="0"/>
                  </a:moveTo>
                  <a:cubicBezTo>
                    <a:pt x="386" y="0"/>
                    <a:pt x="0" y="386"/>
                    <a:pt x="0" y="865"/>
                  </a:cubicBezTo>
                  <a:cubicBezTo>
                    <a:pt x="0" y="1343"/>
                    <a:pt x="386" y="1732"/>
                    <a:pt x="864" y="1732"/>
                  </a:cubicBezTo>
                  <a:cubicBezTo>
                    <a:pt x="1343" y="1732"/>
                    <a:pt x="1732" y="1343"/>
                    <a:pt x="1732" y="865"/>
                  </a:cubicBezTo>
                  <a:cubicBezTo>
                    <a:pt x="1732" y="386"/>
                    <a:pt x="1343" y="0"/>
                    <a:pt x="8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59" name="Google Shape;4959;p82"/>
            <p:cNvSpPr/>
            <p:nvPr/>
          </p:nvSpPr>
          <p:spPr>
            <a:xfrm>
              <a:off x="1492675" y="4420975"/>
              <a:ext cx="481825" cy="356475"/>
            </a:xfrm>
            <a:custGeom>
              <a:avLst/>
              <a:gdLst/>
              <a:ahLst/>
              <a:cxnLst/>
              <a:rect l="l" t="t" r="r" b="b"/>
              <a:pathLst>
                <a:path w="19273" h="14259" extrusionOk="0">
                  <a:moveTo>
                    <a:pt x="12783" y="1126"/>
                  </a:moveTo>
                  <a:cubicBezTo>
                    <a:pt x="14322" y="1126"/>
                    <a:pt x="15629" y="2382"/>
                    <a:pt x="15822" y="4047"/>
                  </a:cubicBezTo>
                  <a:cubicBezTo>
                    <a:pt x="15825" y="4065"/>
                    <a:pt x="15828" y="4083"/>
                    <a:pt x="15831" y="4099"/>
                  </a:cubicBezTo>
                  <a:lnTo>
                    <a:pt x="16198" y="5854"/>
                  </a:lnTo>
                  <a:lnTo>
                    <a:pt x="9381" y="5854"/>
                  </a:lnTo>
                  <a:lnTo>
                    <a:pt x="11672" y="4099"/>
                  </a:lnTo>
                  <a:cubicBezTo>
                    <a:pt x="11925" y="3909"/>
                    <a:pt x="11973" y="3550"/>
                    <a:pt x="11784" y="3301"/>
                  </a:cubicBezTo>
                  <a:cubicBezTo>
                    <a:pt x="11672" y="3157"/>
                    <a:pt x="11504" y="3082"/>
                    <a:pt x="11334" y="3082"/>
                  </a:cubicBezTo>
                  <a:cubicBezTo>
                    <a:pt x="11212" y="3082"/>
                    <a:pt x="11089" y="3121"/>
                    <a:pt x="10986" y="3201"/>
                  </a:cubicBezTo>
                  <a:lnTo>
                    <a:pt x="7598" y="5800"/>
                  </a:lnTo>
                  <a:cubicBezTo>
                    <a:pt x="7577" y="5818"/>
                    <a:pt x="7556" y="5836"/>
                    <a:pt x="7535" y="5854"/>
                  </a:cubicBezTo>
                  <a:lnTo>
                    <a:pt x="3072" y="5854"/>
                  </a:lnTo>
                  <a:lnTo>
                    <a:pt x="3440" y="4099"/>
                  </a:lnTo>
                  <a:cubicBezTo>
                    <a:pt x="3446" y="4083"/>
                    <a:pt x="3446" y="4065"/>
                    <a:pt x="3449" y="4047"/>
                  </a:cubicBezTo>
                  <a:cubicBezTo>
                    <a:pt x="3641" y="2382"/>
                    <a:pt x="4948" y="1126"/>
                    <a:pt x="6490" y="1126"/>
                  </a:cubicBezTo>
                  <a:close/>
                  <a:moveTo>
                    <a:pt x="11404" y="9606"/>
                  </a:moveTo>
                  <a:cubicBezTo>
                    <a:pt x="11718" y="9606"/>
                    <a:pt x="11967" y="9856"/>
                    <a:pt x="11967" y="10169"/>
                  </a:cubicBezTo>
                  <a:cubicBezTo>
                    <a:pt x="11967" y="10482"/>
                    <a:pt x="11718" y="10735"/>
                    <a:pt x="11404" y="10735"/>
                  </a:cubicBezTo>
                  <a:lnTo>
                    <a:pt x="7755" y="10735"/>
                  </a:lnTo>
                  <a:cubicBezTo>
                    <a:pt x="7442" y="10735"/>
                    <a:pt x="7189" y="10482"/>
                    <a:pt x="7189" y="10169"/>
                  </a:cubicBezTo>
                  <a:cubicBezTo>
                    <a:pt x="7189" y="9856"/>
                    <a:pt x="7442" y="9606"/>
                    <a:pt x="7755" y="9606"/>
                  </a:cubicBezTo>
                  <a:close/>
                  <a:moveTo>
                    <a:pt x="4457" y="8025"/>
                  </a:moveTo>
                  <a:cubicBezTo>
                    <a:pt x="5264" y="8025"/>
                    <a:pt x="5990" y="8510"/>
                    <a:pt x="6300" y="9254"/>
                  </a:cubicBezTo>
                  <a:cubicBezTo>
                    <a:pt x="6607" y="10001"/>
                    <a:pt x="6439" y="10859"/>
                    <a:pt x="5867" y="11428"/>
                  </a:cubicBezTo>
                  <a:cubicBezTo>
                    <a:pt x="5486" y="11811"/>
                    <a:pt x="4976" y="12014"/>
                    <a:pt x="4456" y="12014"/>
                  </a:cubicBezTo>
                  <a:cubicBezTo>
                    <a:pt x="4199" y="12014"/>
                    <a:pt x="3940" y="11964"/>
                    <a:pt x="3693" y="11862"/>
                  </a:cubicBezTo>
                  <a:cubicBezTo>
                    <a:pt x="2949" y="11554"/>
                    <a:pt x="2461" y="10826"/>
                    <a:pt x="2461" y="10019"/>
                  </a:cubicBezTo>
                  <a:cubicBezTo>
                    <a:pt x="2464" y="8920"/>
                    <a:pt x="3355" y="8025"/>
                    <a:pt x="4454" y="8025"/>
                  </a:cubicBezTo>
                  <a:close/>
                  <a:moveTo>
                    <a:pt x="14816" y="8025"/>
                  </a:moveTo>
                  <a:cubicBezTo>
                    <a:pt x="15915" y="8025"/>
                    <a:pt x="16810" y="8917"/>
                    <a:pt x="16810" y="10019"/>
                  </a:cubicBezTo>
                  <a:cubicBezTo>
                    <a:pt x="16810" y="10826"/>
                    <a:pt x="16325" y="11554"/>
                    <a:pt x="15578" y="11862"/>
                  </a:cubicBezTo>
                  <a:cubicBezTo>
                    <a:pt x="15332" y="11964"/>
                    <a:pt x="15073" y="12014"/>
                    <a:pt x="14816" y="12014"/>
                  </a:cubicBezTo>
                  <a:cubicBezTo>
                    <a:pt x="14297" y="12014"/>
                    <a:pt x="13786" y="11811"/>
                    <a:pt x="13404" y="11428"/>
                  </a:cubicBezTo>
                  <a:cubicBezTo>
                    <a:pt x="12835" y="10859"/>
                    <a:pt x="12663" y="10001"/>
                    <a:pt x="12973" y="9254"/>
                  </a:cubicBezTo>
                  <a:cubicBezTo>
                    <a:pt x="13280" y="8510"/>
                    <a:pt x="14009" y="8025"/>
                    <a:pt x="14816" y="8025"/>
                  </a:cubicBezTo>
                  <a:close/>
                  <a:moveTo>
                    <a:pt x="6490" y="0"/>
                  </a:moveTo>
                  <a:cubicBezTo>
                    <a:pt x="4385" y="0"/>
                    <a:pt x="2599" y="1671"/>
                    <a:pt x="2331" y="3894"/>
                  </a:cubicBezTo>
                  <a:lnTo>
                    <a:pt x="1907" y="5917"/>
                  </a:lnTo>
                  <a:cubicBezTo>
                    <a:pt x="799" y="6143"/>
                    <a:pt x="1" y="7119"/>
                    <a:pt x="1" y="8251"/>
                  </a:cubicBezTo>
                  <a:lnTo>
                    <a:pt x="1" y="11877"/>
                  </a:lnTo>
                  <a:cubicBezTo>
                    <a:pt x="1" y="13192"/>
                    <a:pt x="1064" y="14255"/>
                    <a:pt x="2380" y="14258"/>
                  </a:cubicBezTo>
                  <a:lnTo>
                    <a:pt x="16894" y="14258"/>
                  </a:lnTo>
                  <a:cubicBezTo>
                    <a:pt x="18207" y="14255"/>
                    <a:pt x="19270" y="13192"/>
                    <a:pt x="19273" y="11880"/>
                  </a:cubicBezTo>
                  <a:lnTo>
                    <a:pt x="19273" y="8251"/>
                  </a:lnTo>
                  <a:cubicBezTo>
                    <a:pt x="19270" y="7119"/>
                    <a:pt x="18472" y="6143"/>
                    <a:pt x="17364" y="5917"/>
                  </a:cubicBezTo>
                  <a:lnTo>
                    <a:pt x="16939" y="3894"/>
                  </a:lnTo>
                  <a:cubicBezTo>
                    <a:pt x="16671" y="1671"/>
                    <a:pt x="14885" y="0"/>
                    <a:pt x="127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60" name="Google Shape;4960;p82"/>
            <p:cNvSpPr/>
            <p:nvPr/>
          </p:nvSpPr>
          <p:spPr>
            <a:xfrm>
              <a:off x="154687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61" name="Google Shape;4961;p82"/>
            <p:cNvSpPr/>
            <p:nvPr/>
          </p:nvSpPr>
          <p:spPr>
            <a:xfrm>
              <a:off x="180132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62" name="Google Shape;4962;p82"/>
          <p:cNvGrpSpPr/>
          <p:nvPr/>
        </p:nvGrpSpPr>
        <p:grpSpPr>
          <a:xfrm>
            <a:off x="5870982" y="3539558"/>
            <a:ext cx="342580" cy="337915"/>
            <a:chOff x="2084100" y="4400250"/>
            <a:chExt cx="486550" cy="479925"/>
          </a:xfrm>
        </p:grpSpPr>
        <p:sp>
          <p:nvSpPr>
            <p:cNvPr id="4963" name="Google Shape;4963;p82"/>
            <p:cNvSpPr/>
            <p:nvPr/>
          </p:nvSpPr>
          <p:spPr>
            <a:xfrm>
              <a:off x="2084100" y="4652250"/>
              <a:ext cx="105325" cy="90050"/>
            </a:xfrm>
            <a:custGeom>
              <a:avLst/>
              <a:gdLst/>
              <a:ahLst/>
              <a:cxnLst/>
              <a:rect l="l" t="t" r="r" b="b"/>
              <a:pathLst>
                <a:path w="4213" h="3602" extrusionOk="0">
                  <a:moveTo>
                    <a:pt x="2260" y="1"/>
                  </a:moveTo>
                  <a:cubicBezTo>
                    <a:pt x="2109" y="1"/>
                    <a:pt x="1966" y="60"/>
                    <a:pt x="1858" y="168"/>
                  </a:cubicBezTo>
                  <a:lnTo>
                    <a:pt x="259" y="1764"/>
                  </a:lnTo>
                  <a:cubicBezTo>
                    <a:pt x="0" y="2023"/>
                    <a:pt x="54" y="2457"/>
                    <a:pt x="367" y="2647"/>
                  </a:cubicBezTo>
                  <a:lnTo>
                    <a:pt x="1957" y="3601"/>
                  </a:lnTo>
                  <a:cubicBezTo>
                    <a:pt x="2078" y="3228"/>
                    <a:pt x="2274" y="2885"/>
                    <a:pt x="2533" y="2592"/>
                  </a:cubicBezTo>
                  <a:lnTo>
                    <a:pt x="4213" y="274"/>
                  </a:lnTo>
                  <a:lnTo>
                    <a:pt x="2337" y="6"/>
                  </a:lnTo>
                  <a:cubicBezTo>
                    <a:pt x="2311" y="2"/>
                    <a:pt x="2285" y="1"/>
                    <a:pt x="2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64" name="Google Shape;4964;p82"/>
            <p:cNvSpPr/>
            <p:nvPr/>
          </p:nvSpPr>
          <p:spPr>
            <a:xfrm>
              <a:off x="2372575" y="4644175"/>
              <a:ext cx="175875" cy="226275"/>
            </a:xfrm>
            <a:custGeom>
              <a:avLst/>
              <a:gdLst/>
              <a:ahLst/>
              <a:cxnLst/>
              <a:rect l="l" t="t" r="r" b="b"/>
              <a:pathLst>
                <a:path w="7035" h="9051" extrusionOk="0">
                  <a:moveTo>
                    <a:pt x="4469" y="1"/>
                  </a:moveTo>
                  <a:cubicBezTo>
                    <a:pt x="3981" y="467"/>
                    <a:pt x="3466" y="901"/>
                    <a:pt x="2927" y="1304"/>
                  </a:cubicBezTo>
                  <a:lnTo>
                    <a:pt x="0" y="3436"/>
                  </a:lnTo>
                  <a:lnTo>
                    <a:pt x="3406" y="8787"/>
                  </a:lnTo>
                  <a:cubicBezTo>
                    <a:pt x="3514" y="8960"/>
                    <a:pt x="3697" y="9050"/>
                    <a:pt x="3882" y="9050"/>
                  </a:cubicBezTo>
                  <a:cubicBezTo>
                    <a:pt x="4025" y="9050"/>
                    <a:pt x="4170" y="8996"/>
                    <a:pt x="4282" y="8884"/>
                  </a:cubicBezTo>
                  <a:cubicBezTo>
                    <a:pt x="5818" y="7348"/>
                    <a:pt x="5990" y="7173"/>
                    <a:pt x="6821" y="6345"/>
                  </a:cubicBezTo>
                  <a:cubicBezTo>
                    <a:pt x="7034" y="6125"/>
                    <a:pt x="7031" y="5773"/>
                    <a:pt x="6812" y="5553"/>
                  </a:cubicBezTo>
                  <a:cubicBezTo>
                    <a:pt x="6702" y="5444"/>
                    <a:pt x="6558" y="5389"/>
                    <a:pt x="6413" y="5389"/>
                  </a:cubicBezTo>
                  <a:cubicBezTo>
                    <a:pt x="6272" y="5389"/>
                    <a:pt x="6130" y="5441"/>
                    <a:pt x="6020" y="5547"/>
                  </a:cubicBezTo>
                  <a:lnTo>
                    <a:pt x="5800" y="5767"/>
                  </a:lnTo>
                  <a:lnTo>
                    <a:pt x="5201" y="3174"/>
                  </a:lnTo>
                  <a:lnTo>
                    <a:pt x="5920" y="2455"/>
                  </a:lnTo>
                  <a:cubicBezTo>
                    <a:pt x="6134" y="2232"/>
                    <a:pt x="6131" y="1880"/>
                    <a:pt x="5914" y="1663"/>
                  </a:cubicBezTo>
                  <a:cubicBezTo>
                    <a:pt x="5804" y="1551"/>
                    <a:pt x="5660" y="1496"/>
                    <a:pt x="5515" y="1496"/>
                  </a:cubicBezTo>
                  <a:cubicBezTo>
                    <a:pt x="5374" y="1496"/>
                    <a:pt x="5232" y="1548"/>
                    <a:pt x="5122" y="1654"/>
                  </a:cubicBezTo>
                  <a:lnTo>
                    <a:pt x="4903" y="1877"/>
                  </a:lnTo>
                  <a:lnTo>
                    <a:pt x="446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65" name="Google Shape;4965;p82"/>
            <p:cNvSpPr/>
            <p:nvPr/>
          </p:nvSpPr>
          <p:spPr>
            <a:xfrm>
              <a:off x="2093950" y="4419400"/>
              <a:ext cx="228500" cy="174750"/>
            </a:xfrm>
            <a:custGeom>
              <a:avLst/>
              <a:gdLst/>
              <a:ahLst/>
              <a:cxnLst/>
              <a:rect l="l" t="t" r="r" b="b"/>
              <a:pathLst>
                <a:path w="9140" h="6990" extrusionOk="0">
                  <a:moveTo>
                    <a:pt x="3194" y="1"/>
                  </a:moveTo>
                  <a:cubicBezTo>
                    <a:pt x="3049" y="1"/>
                    <a:pt x="2905" y="56"/>
                    <a:pt x="2795" y="166"/>
                  </a:cubicBezTo>
                  <a:lnTo>
                    <a:pt x="257" y="2704"/>
                  </a:lnTo>
                  <a:cubicBezTo>
                    <a:pt x="1" y="2960"/>
                    <a:pt x="46" y="3385"/>
                    <a:pt x="350" y="3580"/>
                  </a:cubicBezTo>
                  <a:lnTo>
                    <a:pt x="5707" y="6989"/>
                  </a:lnTo>
                  <a:lnTo>
                    <a:pt x="7824" y="4071"/>
                  </a:lnTo>
                  <a:cubicBezTo>
                    <a:pt x="8230" y="3526"/>
                    <a:pt x="8670" y="3008"/>
                    <a:pt x="9140" y="2517"/>
                  </a:cubicBezTo>
                  <a:lnTo>
                    <a:pt x="7264" y="2084"/>
                  </a:lnTo>
                  <a:lnTo>
                    <a:pt x="7484" y="1864"/>
                  </a:lnTo>
                  <a:cubicBezTo>
                    <a:pt x="7697" y="1641"/>
                    <a:pt x="7694" y="1289"/>
                    <a:pt x="7478" y="1072"/>
                  </a:cubicBezTo>
                  <a:cubicBezTo>
                    <a:pt x="7368" y="961"/>
                    <a:pt x="7223" y="905"/>
                    <a:pt x="7078" y="905"/>
                  </a:cubicBezTo>
                  <a:cubicBezTo>
                    <a:pt x="6937" y="905"/>
                    <a:pt x="6795" y="958"/>
                    <a:pt x="6686" y="1063"/>
                  </a:cubicBezTo>
                  <a:lnTo>
                    <a:pt x="5966" y="1786"/>
                  </a:lnTo>
                  <a:lnTo>
                    <a:pt x="3370" y="1186"/>
                  </a:lnTo>
                  <a:lnTo>
                    <a:pt x="3593" y="964"/>
                  </a:lnTo>
                  <a:cubicBezTo>
                    <a:pt x="3813" y="744"/>
                    <a:pt x="3813" y="385"/>
                    <a:pt x="3593" y="166"/>
                  </a:cubicBezTo>
                  <a:cubicBezTo>
                    <a:pt x="3483" y="56"/>
                    <a:pt x="3339" y="1"/>
                    <a:pt x="31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66" name="Google Shape;4966;p82"/>
            <p:cNvSpPr/>
            <p:nvPr/>
          </p:nvSpPr>
          <p:spPr>
            <a:xfrm>
              <a:off x="2224425" y="4777500"/>
              <a:ext cx="90425" cy="102675"/>
            </a:xfrm>
            <a:custGeom>
              <a:avLst/>
              <a:gdLst/>
              <a:ahLst/>
              <a:cxnLst/>
              <a:rect l="l" t="t" r="r" b="b"/>
              <a:pathLst>
                <a:path w="3617" h="4107" extrusionOk="0">
                  <a:moveTo>
                    <a:pt x="3324" y="0"/>
                  </a:moveTo>
                  <a:lnTo>
                    <a:pt x="846" y="1804"/>
                  </a:lnTo>
                  <a:cubicBezTo>
                    <a:pt x="638" y="1994"/>
                    <a:pt x="340" y="2144"/>
                    <a:pt x="0" y="2250"/>
                  </a:cubicBezTo>
                  <a:lnTo>
                    <a:pt x="949" y="3831"/>
                  </a:lnTo>
                  <a:cubicBezTo>
                    <a:pt x="1057" y="4011"/>
                    <a:pt x="1245" y="4106"/>
                    <a:pt x="1435" y="4106"/>
                  </a:cubicBezTo>
                  <a:cubicBezTo>
                    <a:pt x="1578" y="4106"/>
                    <a:pt x="1723" y="4052"/>
                    <a:pt x="1834" y="3939"/>
                  </a:cubicBezTo>
                  <a:lnTo>
                    <a:pt x="3430" y="2343"/>
                  </a:lnTo>
                  <a:cubicBezTo>
                    <a:pt x="3556" y="2217"/>
                    <a:pt x="3617" y="2039"/>
                    <a:pt x="3589" y="1864"/>
                  </a:cubicBezTo>
                  <a:lnTo>
                    <a:pt x="332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67" name="Google Shape;4967;p82"/>
            <p:cNvSpPr/>
            <p:nvPr/>
          </p:nvSpPr>
          <p:spPr>
            <a:xfrm>
              <a:off x="2454100" y="4400250"/>
              <a:ext cx="116550" cy="107300"/>
            </a:xfrm>
            <a:custGeom>
              <a:avLst/>
              <a:gdLst/>
              <a:ahLst/>
              <a:cxnLst/>
              <a:rect l="l" t="t" r="r" b="b"/>
              <a:pathLst>
                <a:path w="4662" h="4292" extrusionOk="0">
                  <a:moveTo>
                    <a:pt x="2188" y="0"/>
                  </a:moveTo>
                  <a:cubicBezTo>
                    <a:pt x="1911" y="0"/>
                    <a:pt x="1630" y="51"/>
                    <a:pt x="1361" y="155"/>
                  </a:cubicBezTo>
                  <a:cubicBezTo>
                    <a:pt x="1015" y="287"/>
                    <a:pt x="675" y="432"/>
                    <a:pt x="341" y="588"/>
                  </a:cubicBezTo>
                  <a:cubicBezTo>
                    <a:pt x="0" y="1600"/>
                    <a:pt x="265" y="2717"/>
                    <a:pt x="1021" y="3470"/>
                  </a:cubicBezTo>
                  <a:cubicBezTo>
                    <a:pt x="1558" y="4004"/>
                    <a:pt x="2275" y="4291"/>
                    <a:pt x="3007" y="4291"/>
                  </a:cubicBezTo>
                  <a:cubicBezTo>
                    <a:pt x="3307" y="4291"/>
                    <a:pt x="3609" y="4243"/>
                    <a:pt x="3903" y="4145"/>
                  </a:cubicBezTo>
                  <a:cubicBezTo>
                    <a:pt x="4060" y="3813"/>
                    <a:pt x="4204" y="3473"/>
                    <a:pt x="4337" y="3130"/>
                  </a:cubicBezTo>
                  <a:cubicBezTo>
                    <a:pt x="4662" y="2281"/>
                    <a:pt x="4457" y="1320"/>
                    <a:pt x="3816" y="676"/>
                  </a:cubicBezTo>
                  <a:cubicBezTo>
                    <a:pt x="3375" y="235"/>
                    <a:pt x="2787" y="0"/>
                    <a:pt x="21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68" name="Google Shape;4968;p82"/>
            <p:cNvSpPr/>
            <p:nvPr/>
          </p:nvSpPr>
          <p:spPr>
            <a:xfrm>
              <a:off x="2152975" y="4431500"/>
              <a:ext cx="381925" cy="377725"/>
            </a:xfrm>
            <a:custGeom>
              <a:avLst/>
              <a:gdLst/>
              <a:ahLst/>
              <a:cxnLst/>
              <a:rect l="l" t="t" r="r" b="b"/>
              <a:pathLst>
                <a:path w="15277" h="15109" extrusionOk="0">
                  <a:moveTo>
                    <a:pt x="11062" y="3658"/>
                  </a:moveTo>
                  <a:cubicBezTo>
                    <a:pt x="11207" y="3658"/>
                    <a:pt x="11353" y="3714"/>
                    <a:pt x="11464" y="3825"/>
                  </a:cubicBezTo>
                  <a:cubicBezTo>
                    <a:pt x="11681" y="4042"/>
                    <a:pt x="11684" y="4394"/>
                    <a:pt x="11470" y="4617"/>
                  </a:cubicBezTo>
                  <a:lnTo>
                    <a:pt x="9076" y="7011"/>
                  </a:lnTo>
                  <a:cubicBezTo>
                    <a:pt x="8965" y="7122"/>
                    <a:pt x="8820" y="7178"/>
                    <a:pt x="8675" y="7178"/>
                  </a:cubicBezTo>
                  <a:cubicBezTo>
                    <a:pt x="8530" y="7178"/>
                    <a:pt x="8385" y="7122"/>
                    <a:pt x="8275" y="7011"/>
                  </a:cubicBezTo>
                  <a:cubicBezTo>
                    <a:pt x="8055" y="6791"/>
                    <a:pt x="8055" y="6433"/>
                    <a:pt x="8275" y="6213"/>
                  </a:cubicBezTo>
                  <a:lnTo>
                    <a:pt x="10672" y="3816"/>
                  </a:lnTo>
                  <a:cubicBezTo>
                    <a:pt x="10781" y="3711"/>
                    <a:pt x="10921" y="3658"/>
                    <a:pt x="11062" y="3658"/>
                  </a:cubicBezTo>
                  <a:close/>
                  <a:moveTo>
                    <a:pt x="11136" y="1"/>
                  </a:moveTo>
                  <a:lnTo>
                    <a:pt x="11136" y="1"/>
                  </a:lnTo>
                  <a:cubicBezTo>
                    <a:pt x="9278" y="1079"/>
                    <a:pt x="7658" y="2524"/>
                    <a:pt x="6378" y="4253"/>
                  </a:cubicBezTo>
                  <a:lnTo>
                    <a:pt x="624" y="12169"/>
                  </a:lnTo>
                  <a:cubicBezTo>
                    <a:pt x="0" y="12877"/>
                    <a:pt x="15" y="13979"/>
                    <a:pt x="660" y="14623"/>
                  </a:cubicBezTo>
                  <a:cubicBezTo>
                    <a:pt x="992" y="14957"/>
                    <a:pt x="1464" y="15108"/>
                    <a:pt x="1921" y="15108"/>
                  </a:cubicBezTo>
                  <a:cubicBezTo>
                    <a:pt x="2351" y="15108"/>
                    <a:pt x="2767" y="14974"/>
                    <a:pt x="3039" y="14732"/>
                  </a:cubicBezTo>
                  <a:lnTo>
                    <a:pt x="11037" y="8905"/>
                  </a:lnTo>
                  <a:cubicBezTo>
                    <a:pt x="12759" y="7628"/>
                    <a:pt x="14201" y="6014"/>
                    <a:pt x="15276" y="4162"/>
                  </a:cubicBezTo>
                  <a:lnTo>
                    <a:pt x="15276" y="4162"/>
                  </a:lnTo>
                  <a:cubicBezTo>
                    <a:pt x="15201" y="4166"/>
                    <a:pt x="15126" y="4168"/>
                    <a:pt x="15052" y="4168"/>
                  </a:cubicBezTo>
                  <a:cubicBezTo>
                    <a:pt x="13942" y="4168"/>
                    <a:pt x="12979" y="3729"/>
                    <a:pt x="12265" y="3018"/>
                  </a:cubicBezTo>
                  <a:cubicBezTo>
                    <a:pt x="11446" y="2199"/>
                    <a:pt x="11076" y="1091"/>
                    <a:pt x="11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69" name="Google Shape;4969;p82"/>
          <p:cNvGrpSpPr/>
          <p:nvPr/>
        </p:nvGrpSpPr>
        <p:grpSpPr>
          <a:xfrm>
            <a:off x="6307462" y="3538907"/>
            <a:ext cx="298169" cy="339218"/>
            <a:chOff x="2707950" y="4399325"/>
            <a:chExt cx="423475" cy="481775"/>
          </a:xfrm>
        </p:grpSpPr>
        <p:sp>
          <p:nvSpPr>
            <p:cNvPr id="4970" name="Google Shape;4970;p82"/>
            <p:cNvSpPr/>
            <p:nvPr/>
          </p:nvSpPr>
          <p:spPr>
            <a:xfrm>
              <a:off x="2905550" y="4515000"/>
              <a:ext cx="28275" cy="366100"/>
            </a:xfrm>
            <a:custGeom>
              <a:avLst/>
              <a:gdLst/>
              <a:ahLst/>
              <a:cxnLst/>
              <a:rect l="l" t="t" r="r" b="b"/>
              <a:pathLst>
                <a:path w="1131" h="14644" extrusionOk="0">
                  <a:moveTo>
                    <a:pt x="1" y="0"/>
                  </a:moveTo>
                  <a:lnTo>
                    <a:pt x="1" y="14644"/>
                  </a:lnTo>
                  <a:lnTo>
                    <a:pt x="1130" y="14644"/>
                  </a:lnTo>
                  <a:lnTo>
                    <a:pt x="11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71" name="Google Shape;4971;p82"/>
            <p:cNvSpPr/>
            <p:nvPr/>
          </p:nvSpPr>
          <p:spPr>
            <a:xfrm>
              <a:off x="2962025" y="4710725"/>
              <a:ext cx="141175" cy="29225"/>
            </a:xfrm>
            <a:custGeom>
              <a:avLst/>
              <a:gdLst/>
              <a:ahLst/>
              <a:cxnLst/>
              <a:rect l="l" t="t" r="r" b="b"/>
              <a:pathLst>
                <a:path w="5647" h="1169" extrusionOk="0">
                  <a:moveTo>
                    <a:pt x="0" y="0"/>
                  </a:moveTo>
                  <a:lnTo>
                    <a:pt x="0" y="1169"/>
                  </a:lnTo>
                  <a:lnTo>
                    <a:pt x="5646" y="1169"/>
                  </a:lnTo>
                  <a:lnTo>
                    <a:pt x="56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72" name="Google Shape;4972;p82"/>
            <p:cNvSpPr/>
            <p:nvPr/>
          </p:nvSpPr>
          <p:spPr>
            <a:xfrm>
              <a:off x="2962025" y="4768175"/>
              <a:ext cx="141175" cy="112925"/>
            </a:xfrm>
            <a:custGeom>
              <a:avLst/>
              <a:gdLst/>
              <a:ahLst/>
              <a:cxnLst/>
              <a:rect l="l" t="t" r="r" b="b"/>
              <a:pathLst>
                <a:path w="5647" h="4517" extrusionOk="0">
                  <a:moveTo>
                    <a:pt x="0" y="0"/>
                  </a:moveTo>
                  <a:lnTo>
                    <a:pt x="0" y="4517"/>
                  </a:lnTo>
                  <a:lnTo>
                    <a:pt x="3951" y="4517"/>
                  </a:lnTo>
                  <a:cubicBezTo>
                    <a:pt x="4888" y="4517"/>
                    <a:pt x="5646" y="3758"/>
                    <a:pt x="5646" y="2825"/>
                  </a:cubicBezTo>
                  <a:lnTo>
                    <a:pt x="56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73" name="Google Shape;4973;p82"/>
            <p:cNvSpPr/>
            <p:nvPr/>
          </p:nvSpPr>
          <p:spPr>
            <a:xfrm>
              <a:off x="2736175" y="4710725"/>
              <a:ext cx="141175" cy="29225"/>
            </a:xfrm>
            <a:custGeom>
              <a:avLst/>
              <a:gdLst/>
              <a:ahLst/>
              <a:cxnLst/>
              <a:rect l="l" t="t" r="r" b="b"/>
              <a:pathLst>
                <a:path w="5647" h="1169" extrusionOk="0">
                  <a:moveTo>
                    <a:pt x="1" y="0"/>
                  </a:moveTo>
                  <a:lnTo>
                    <a:pt x="1" y="1169"/>
                  </a:lnTo>
                  <a:lnTo>
                    <a:pt x="5647" y="1169"/>
                  </a:lnTo>
                  <a:lnTo>
                    <a:pt x="56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74" name="Google Shape;4974;p82"/>
            <p:cNvSpPr/>
            <p:nvPr/>
          </p:nvSpPr>
          <p:spPr>
            <a:xfrm>
              <a:off x="2736175" y="4768175"/>
              <a:ext cx="141175" cy="112925"/>
            </a:xfrm>
            <a:custGeom>
              <a:avLst/>
              <a:gdLst/>
              <a:ahLst/>
              <a:cxnLst/>
              <a:rect l="l" t="t" r="r" b="b"/>
              <a:pathLst>
                <a:path w="5647" h="4517" extrusionOk="0">
                  <a:moveTo>
                    <a:pt x="1" y="0"/>
                  </a:moveTo>
                  <a:lnTo>
                    <a:pt x="1" y="2825"/>
                  </a:lnTo>
                  <a:cubicBezTo>
                    <a:pt x="1" y="3758"/>
                    <a:pt x="759" y="4517"/>
                    <a:pt x="1693" y="4517"/>
                  </a:cubicBezTo>
                  <a:lnTo>
                    <a:pt x="5647" y="4517"/>
                  </a:lnTo>
                  <a:lnTo>
                    <a:pt x="56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75" name="Google Shape;4975;p82"/>
            <p:cNvSpPr/>
            <p:nvPr/>
          </p:nvSpPr>
          <p:spPr>
            <a:xfrm>
              <a:off x="2707950" y="4515075"/>
              <a:ext cx="169400" cy="82825"/>
            </a:xfrm>
            <a:custGeom>
              <a:avLst/>
              <a:gdLst/>
              <a:ahLst/>
              <a:cxnLst/>
              <a:rect l="l" t="t" r="r" b="b"/>
              <a:pathLst>
                <a:path w="6776" h="3313" extrusionOk="0">
                  <a:moveTo>
                    <a:pt x="1693" y="0"/>
                  </a:moveTo>
                  <a:cubicBezTo>
                    <a:pt x="759" y="0"/>
                    <a:pt x="0" y="756"/>
                    <a:pt x="0" y="1693"/>
                  </a:cubicBezTo>
                  <a:lnTo>
                    <a:pt x="0" y="2747"/>
                  </a:lnTo>
                  <a:cubicBezTo>
                    <a:pt x="0" y="3060"/>
                    <a:pt x="253" y="3313"/>
                    <a:pt x="563" y="3313"/>
                  </a:cubicBezTo>
                  <a:lnTo>
                    <a:pt x="6776" y="3313"/>
                  </a:lnTo>
                  <a:lnTo>
                    <a:pt x="67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76" name="Google Shape;4976;p82"/>
            <p:cNvSpPr/>
            <p:nvPr/>
          </p:nvSpPr>
          <p:spPr>
            <a:xfrm>
              <a:off x="2736175" y="4626025"/>
              <a:ext cx="141175" cy="56500"/>
            </a:xfrm>
            <a:custGeom>
              <a:avLst/>
              <a:gdLst/>
              <a:ahLst/>
              <a:cxnLst/>
              <a:rect l="l" t="t" r="r" b="b"/>
              <a:pathLst>
                <a:path w="5647" h="2260" extrusionOk="0">
                  <a:moveTo>
                    <a:pt x="1" y="1"/>
                  </a:moveTo>
                  <a:lnTo>
                    <a:pt x="1" y="2259"/>
                  </a:lnTo>
                  <a:lnTo>
                    <a:pt x="5647" y="2259"/>
                  </a:lnTo>
                  <a:lnTo>
                    <a:pt x="564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77" name="Google Shape;4977;p82"/>
            <p:cNvSpPr/>
            <p:nvPr/>
          </p:nvSpPr>
          <p:spPr>
            <a:xfrm>
              <a:off x="2850525" y="4430375"/>
              <a:ext cx="138325" cy="56500"/>
            </a:xfrm>
            <a:custGeom>
              <a:avLst/>
              <a:gdLst/>
              <a:ahLst/>
              <a:cxnLst/>
              <a:rect l="l" t="t" r="r" b="b"/>
              <a:pathLst>
                <a:path w="5533" h="2260" extrusionOk="0">
                  <a:moveTo>
                    <a:pt x="2765" y="1"/>
                  </a:moveTo>
                  <a:cubicBezTo>
                    <a:pt x="1500" y="1"/>
                    <a:pt x="275" y="916"/>
                    <a:pt x="1" y="2259"/>
                  </a:cubicBezTo>
                  <a:lnTo>
                    <a:pt x="5532" y="2259"/>
                  </a:lnTo>
                  <a:cubicBezTo>
                    <a:pt x="5258" y="910"/>
                    <a:pt x="4030" y="1"/>
                    <a:pt x="2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78" name="Google Shape;4978;p82"/>
            <p:cNvSpPr/>
            <p:nvPr/>
          </p:nvSpPr>
          <p:spPr>
            <a:xfrm>
              <a:off x="2974300" y="4399350"/>
              <a:ext cx="129650" cy="87525"/>
            </a:xfrm>
            <a:custGeom>
              <a:avLst/>
              <a:gdLst/>
              <a:ahLst/>
              <a:cxnLst/>
              <a:rect l="l" t="t" r="r" b="b"/>
              <a:pathLst>
                <a:path w="5186" h="3501" extrusionOk="0">
                  <a:moveTo>
                    <a:pt x="2058" y="0"/>
                  </a:moveTo>
                  <a:cubicBezTo>
                    <a:pt x="1374" y="0"/>
                    <a:pt x="670" y="239"/>
                    <a:pt x="0" y="775"/>
                  </a:cubicBezTo>
                  <a:cubicBezTo>
                    <a:pt x="931" y="1398"/>
                    <a:pt x="1554" y="2389"/>
                    <a:pt x="1714" y="3500"/>
                  </a:cubicBezTo>
                  <a:lnTo>
                    <a:pt x="4397" y="3500"/>
                  </a:lnTo>
                  <a:cubicBezTo>
                    <a:pt x="4842" y="3497"/>
                    <a:pt x="5185" y="3109"/>
                    <a:pt x="5131" y="2666"/>
                  </a:cubicBezTo>
                  <a:cubicBezTo>
                    <a:pt x="5128" y="2639"/>
                    <a:pt x="5125" y="2609"/>
                    <a:pt x="5119" y="2579"/>
                  </a:cubicBezTo>
                  <a:cubicBezTo>
                    <a:pt x="4936" y="1482"/>
                    <a:pt x="4207" y="609"/>
                    <a:pt x="3171" y="212"/>
                  </a:cubicBezTo>
                  <a:cubicBezTo>
                    <a:pt x="2813" y="74"/>
                    <a:pt x="2438" y="0"/>
                    <a:pt x="20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79" name="Google Shape;4979;p82"/>
            <p:cNvSpPr/>
            <p:nvPr/>
          </p:nvSpPr>
          <p:spPr>
            <a:xfrm>
              <a:off x="2735425" y="4399325"/>
              <a:ext cx="129650" cy="87475"/>
            </a:xfrm>
            <a:custGeom>
              <a:avLst/>
              <a:gdLst/>
              <a:ahLst/>
              <a:cxnLst/>
              <a:rect l="l" t="t" r="r" b="b"/>
              <a:pathLst>
                <a:path w="5186" h="3499" extrusionOk="0">
                  <a:moveTo>
                    <a:pt x="3150" y="0"/>
                  </a:moveTo>
                  <a:cubicBezTo>
                    <a:pt x="2765" y="0"/>
                    <a:pt x="2385" y="77"/>
                    <a:pt x="2015" y="219"/>
                  </a:cubicBezTo>
                  <a:cubicBezTo>
                    <a:pt x="979" y="616"/>
                    <a:pt x="250" y="1483"/>
                    <a:pt x="67" y="2580"/>
                  </a:cubicBezTo>
                  <a:cubicBezTo>
                    <a:pt x="64" y="2610"/>
                    <a:pt x="58" y="2637"/>
                    <a:pt x="55" y="2667"/>
                  </a:cubicBezTo>
                  <a:cubicBezTo>
                    <a:pt x="0" y="3110"/>
                    <a:pt x="344" y="3498"/>
                    <a:pt x="789" y="3498"/>
                  </a:cubicBezTo>
                  <a:lnTo>
                    <a:pt x="3475" y="3498"/>
                  </a:lnTo>
                  <a:cubicBezTo>
                    <a:pt x="3632" y="2390"/>
                    <a:pt x="4255" y="1399"/>
                    <a:pt x="5186" y="776"/>
                  </a:cubicBezTo>
                  <a:cubicBezTo>
                    <a:pt x="4510" y="236"/>
                    <a:pt x="3823" y="0"/>
                    <a:pt x="31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80" name="Google Shape;4980;p82"/>
            <p:cNvSpPr/>
            <p:nvPr/>
          </p:nvSpPr>
          <p:spPr>
            <a:xfrm>
              <a:off x="2962025" y="4515075"/>
              <a:ext cx="169400" cy="82825"/>
            </a:xfrm>
            <a:custGeom>
              <a:avLst/>
              <a:gdLst/>
              <a:ahLst/>
              <a:cxnLst/>
              <a:rect l="l" t="t" r="r" b="b"/>
              <a:pathLst>
                <a:path w="6776" h="3313" extrusionOk="0">
                  <a:moveTo>
                    <a:pt x="0" y="0"/>
                  </a:moveTo>
                  <a:lnTo>
                    <a:pt x="0" y="3313"/>
                  </a:lnTo>
                  <a:lnTo>
                    <a:pt x="6209" y="3313"/>
                  </a:lnTo>
                  <a:cubicBezTo>
                    <a:pt x="6523" y="3313"/>
                    <a:pt x="6776" y="3060"/>
                    <a:pt x="6776" y="2747"/>
                  </a:cubicBezTo>
                  <a:lnTo>
                    <a:pt x="6776" y="1693"/>
                  </a:lnTo>
                  <a:cubicBezTo>
                    <a:pt x="6776" y="756"/>
                    <a:pt x="6017" y="0"/>
                    <a:pt x="5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81" name="Google Shape;4981;p82"/>
            <p:cNvSpPr/>
            <p:nvPr/>
          </p:nvSpPr>
          <p:spPr>
            <a:xfrm>
              <a:off x="2962025" y="4626025"/>
              <a:ext cx="141175" cy="56500"/>
            </a:xfrm>
            <a:custGeom>
              <a:avLst/>
              <a:gdLst/>
              <a:ahLst/>
              <a:cxnLst/>
              <a:rect l="l" t="t" r="r" b="b"/>
              <a:pathLst>
                <a:path w="5647" h="2260" extrusionOk="0">
                  <a:moveTo>
                    <a:pt x="0" y="1"/>
                  </a:moveTo>
                  <a:lnTo>
                    <a:pt x="0" y="2259"/>
                  </a:lnTo>
                  <a:lnTo>
                    <a:pt x="5646" y="2259"/>
                  </a:lnTo>
                  <a:lnTo>
                    <a:pt x="56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82" name="Google Shape;4982;p82"/>
          <p:cNvGrpSpPr/>
          <p:nvPr/>
        </p:nvGrpSpPr>
        <p:grpSpPr>
          <a:xfrm>
            <a:off x="6736981" y="3538881"/>
            <a:ext cx="275057" cy="339271"/>
            <a:chOff x="3330525" y="4399275"/>
            <a:chExt cx="390650" cy="481850"/>
          </a:xfrm>
        </p:grpSpPr>
        <p:sp>
          <p:nvSpPr>
            <p:cNvPr id="4983" name="Google Shape;4983;p82"/>
            <p:cNvSpPr/>
            <p:nvPr/>
          </p:nvSpPr>
          <p:spPr>
            <a:xfrm>
              <a:off x="3543950" y="4648550"/>
              <a:ext cx="78450" cy="95775"/>
            </a:xfrm>
            <a:custGeom>
              <a:avLst/>
              <a:gdLst/>
              <a:ahLst/>
              <a:cxnLst/>
              <a:rect l="l" t="t" r="r" b="b"/>
              <a:pathLst>
                <a:path w="3138" h="3831" extrusionOk="0">
                  <a:moveTo>
                    <a:pt x="2677" y="0"/>
                  </a:moveTo>
                  <a:cubicBezTo>
                    <a:pt x="2298" y="356"/>
                    <a:pt x="1861" y="648"/>
                    <a:pt x="1388" y="858"/>
                  </a:cubicBezTo>
                  <a:lnTo>
                    <a:pt x="0" y="2948"/>
                  </a:lnTo>
                  <a:lnTo>
                    <a:pt x="880" y="3831"/>
                  </a:lnTo>
                  <a:lnTo>
                    <a:pt x="3138" y="443"/>
                  </a:lnTo>
                  <a:lnTo>
                    <a:pt x="26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84" name="Google Shape;4984;p82"/>
            <p:cNvSpPr/>
            <p:nvPr/>
          </p:nvSpPr>
          <p:spPr>
            <a:xfrm>
              <a:off x="3427250" y="4456050"/>
              <a:ext cx="197650" cy="197175"/>
            </a:xfrm>
            <a:custGeom>
              <a:avLst/>
              <a:gdLst/>
              <a:ahLst/>
              <a:cxnLst/>
              <a:rect l="l" t="t" r="r" b="b"/>
              <a:pathLst>
                <a:path w="7906" h="7887" extrusionOk="0">
                  <a:moveTo>
                    <a:pt x="7520" y="0"/>
                  </a:moveTo>
                  <a:cubicBezTo>
                    <a:pt x="6863" y="1374"/>
                    <a:pt x="5475" y="2247"/>
                    <a:pt x="3952" y="2247"/>
                  </a:cubicBezTo>
                  <a:lnTo>
                    <a:pt x="1" y="2247"/>
                  </a:lnTo>
                  <a:lnTo>
                    <a:pt x="1" y="3942"/>
                  </a:lnTo>
                  <a:cubicBezTo>
                    <a:pt x="1" y="5698"/>
                    <a:pt x="1154" y="7137"/>
                    <a:pt x="2587" y="7643"/>
                  </a:cubicBezTo>
                  <a:lnTo>
                    <a:pt x="2597" y="7643"/>
                  </a:lnTo>
                  <a:cubicBezTo>
                    <a:pt x="3006" y="7806"/>
                    <a:pt x="3480" y="7887"/>
                    <a:pt x="3953" y="7887"/>
                  </a:cubicBezTo>
                  <a:cubicBezTo>
                    <a:pt x="4426" y="7887"/>
                    <a:pt x="4899" y="7806"/>
                    <a:pt x="5307" y="7643"/>
                  </a:cubicBezTo>
                  <a:lnTo>
                    <a:pt x="5319" y="7643"/>
                  </a:lnTo>
                  <a:cubicBezTo>
                    <a:pt x="6451" y="7306"/>
                    <a:pt x="7905" y="5848"/>
                    <a:pt x="7905" y="3942"/>
                  </a:cubicBezTo>
                  <a:lnTo>
                    <a:pt x="7905" y="1684"/>
                  </a:lnTo>
                  <a:cubicBezTo>
                    <a:pt x="7905" y="1100"/>
                    <a:pt x="7776" y="524"/>
                    <a:pt x="75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85" name="Google Shape;4985;p82"/>
            <p:cNvSpPr/>
            <p:nvPr/>
          </p:nvSpPr>
          <p:spPr>
            <a:xfrm>
              <a:off x="3428150" y="4399275"/>
              <a:ext cx="166925" cy="84725"/>
            </a:xfrm>
            <a:custGeom>
              <a:avLst/>
              <a:gdLst/>
              <a:ahLst/>
              <a:cxnLst/>
              <a:rect l="l" t="t" r="r" b="b"/>
              <a:pathLst>
                <a:path w="6677" h="3389" extrusionOk="0">
                  <a:moveTo>
                    <a:pt x="3921" y="1"/>
                  </a:moveTo>
                  <a:cubicBezTo>
                    <a:pt x="3917" y="1"/>
                    <a:pt x="3913" y="1"/>
                    <a:pt x="3910" y="1"/>
                  </a:cubicBezTo>
                  <a:cubicBezTo>
                    <a:pt x="1946" y="4"/>
                    <a:pt x="284" y="1446"/>
                    <a:pt x="1" y="3389"/>
                  </a:cubicBezTo>
                  <a:lnTo>
                    <a:pt x="3910" y="3389"/>
                  </a:lnTo>
                  <a:cubicBezTo>
                    <a:pt x="5247" y="3389"/>
                    <a:pt x="6403" y="2452"/>
                    <a:pt x="6677" y="1142"/>
                  </a:cubicBezTo>
                  <a:cubicBezTo>
                    <a:pt x="5945" y="410"/>
                    <a:pt x="4953" y="1"/>
                    <a:pt x="39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86" name="Google Shape;4986;p82"/>
            <p:cNvSpPr/>
            <p:nvPr/>
          </p:nvSpPr>
          <p:spPr>
            <a:xfrm>
              <a:off x="3330525" y="4674000"/>
              <a:ext cx="181225" cy="207125"/>
            </a:xfrm>
            <a:custGeom>
              <a:avLst/>
              <a:gdLst/>
              <a:ahLst/>
              <a:cxnLst/>
              <a:rect l="l" t="t" r="r" b="b"/>
              <a:pathLst>
                <a:path w="7249" h="8285" extrusionOk="0">
                  <a:moveTo>
                    <a:pt x="2972" y="0"/>
                  </a:moveTo>
                  <a:lnTo>
                    <a:pt x="1455" y="440"/>
                  </a:lnTo>
                  <a:cubicBezTo>
                    <a:pt x="542" y="744"/>
                    <a:pt x="0" y="1716"/>
                    <a:pt x="235" y="2620"/>
                  </a:cubicBezTo>
                  <a:lnTo>
                    <a:pt x="1229" y="7832"/>
                  </a:lnTo>
                  <a:cubicBezTo>
                    <a:pt x="1289" y="8091"/>
                    <a:pt x="1518" y="8278"/>
                    <a:pt x="1783" y="8284"/>
                  </a:cubicBezTo>
                  <a:cubicBezTo>
                    <a:pt x="1787" y="8284"/>
                    <a:pt x="1792" y="8285"/>
                    <a:pt x="1796" y="8285"/>
                  </a:cubicBezTo>
                  <a:cubicBezTo>
                    <a:pt x="1816" y="8285"/>
                    <a:pt x="1835" y="8279"/>
                    <a:pt x="1852" y="8272"/>
                  </a:cubicBezTo>
                  <a:cubicBezTo>
                    <a:pt x="1861" y="8284"/>
                    <a:pt x="1861" y="8284"/>
                    <a:pt x="1873" y="8284"/>
                  </a:cubicBezTo>
                  <a:lnTo>
                    <a:pt x="7248" y="8284"/>
                  </a:lnTo>
                  <a:lnTo>
                    <a:pt x="7248" y="3364"/>
                  </a:lnTo>
                  <a:lnTo>
                    <a:pt x="6514" y="4086"/>
                  </a:lnTo>
                  <a:cubicBezTo>
                    <a:pt x="6410" y="4202"/>
                    <a:pt x="6270" y="4259"/>
                    <a:pt x="6126" y="4259"/>
                  </a:cubicBezTo>
                  <a:cubicBezTo>
                    <a:pt x="5952" y="4259"/>
                    <a:pt x="5772" y="4175"/>
                    <a:pt x="5646" y="4008"/>
                  </a:cubicBezTo>
                  <a:lnTo>
                    <a:pt x="29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87" name="Google Shape;4987;p82"/>
            <p:cNvSpPr/>
            <p:nvPr/>
          </p:nvSpPr>
          <p:spPr>
            <a:xfrm>
              <a:off x="3540175" y="4674000"/>
              <a:ext cx="181000" cy="207100"/>
            </a:xfrm>
            <a:custGeom>
              <a:avLst/>
              <a:gdLst/>
              <a:ahLst/>
              <a:cxnLst/>
              <a:rect l="l" t="t" r="r" b="b"/>
              <a:pathLst>
                <a:path w="7240" h="8284" extrusionOk="0">
                  <a:moveTo>
                    <a:pt x="3951" y="4821"/>
                  </a:moveTo>
                  <a:cubicBezTo>
                    <a:pt x="4701" y="4821"/>
                    <a:pt x="4701" y="5950"/>
                    <a:pt x="3951" y="5950"/>
                  </a:cubicBezTo>
                  <a:lnTo>
                    <a:pt x="2822" y="5950"/>
                  </a:lnTo>
                  <a:cubicBezTo>
                    <a:pt x="2075" y="5950"/>
                    <a:pt x="2075" y="4821"/>
                    <a:pt x="2822" y="4821"/>
                  </a:cubicBezTo>
                  <a:close/>
                  <a:moveTo>
                    <a:pt x="4280" y="0"/>
                  </a:moveTo>
                  <a:lnTo>
                    <a:pt x="1603" y="4008"/>
                  </a:lnTo>
                  <a:cubicBezTo>
                    <a:pt x="1476" y="4178"/>
                    <a:pt x="1297" y="4257"/>
                    <a:pt x="1126" y="4257"/>
                  </a:cubicBezTo>
                  <a:cubicBezTo>
                    <a:pt x="977" y="4257"/>
                    <a:pt x="834" y="4197"/>
                    <a:pt x="735" y="4086"/>
                  </a:cubicBezTo>
                  <a:lnTo>
                    <a:pt x="1" y="3364"/>
                  </a:lnTo>
                  <a:lnTo>
                    <a:pt x="1" y="8284"/>
                  </a:lnTo>
                  <a:lnTo>
                    <a:pt x="5454" y="8284"/>
                  </a:lnTo>
                  <a:cubicBezTo>
                    <a:pt x="5722" y="8284"/>
                    <a:pt x="5954" y="8094"/>
                    <a:pt x="6008" y="7832"/>
                  </a:cubicBezTo>
                  <a:lnTo>
                    <a:pt x="7002" y="2653"/>
                  </a:lnTo>
                  <a:cubicBezTo>
                    <a:pt x="7240" y="1716"/>
                    <a:pt x="6707" y="744"/>
                    <a:pt x="5770" y="428"/>
                  </a:cubicBezTo>
                  <a:lnTo>
                    <a:pt x="42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88" name="Google Shape;4988;p82"/>
            <p:cNvSpPr/>
            <p:nvPr/>
          </p:nvSpPr>
          <p:spPr>
            <a:xfrm>
              <a:off x="3429975" y="4648850"/>
              <a:ext cx="78225" cy="95400"/>
            </a:xfrm>
            <a:custGeom>
              <a:avLst/>
              <a:gdLst/>
              <a:ahLst/>
              <a:cxnLst/>
              <a:rect l="l" t="t" r="r" b="b"/>
              <a:pathLst>
                <a:path w="3129" h="3816" extrusionOk="0">
                  <a:moveTo>
                    <a:pt x="452" y="0"/>
                  </a:moveTo>
                  <a:lnTo>
                    <a:pt x="0" y="440"/>
                  </a:lnTo>
                  <a:lnTo>
                    <a:pt x="2247" y="3816"/>
                  </a:lnTo>
                  <a:lnTo>
                    <a:pt x="3129" y="2936"/>
                  </a:lnTo>
                  <a:lnTo>
                    <a:pt x="1741" y="846"/>
                  </a:lnTo>
                  <a:cubicBezTo>
                    <a:pt x="1268" y="636"/>
                    <a:pt x="834" y="350"/>
                    <a:pt x="4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89" name="Google Shape;4989;p82"/>
            <p:cNvSpPr/>
            <p:nvPr/>
          </p:nvSpPr>
          <p:spPr>
            <a:xfrm>
              <a:off x="3514200" y="4681000"/>
              <a:ext cx="23150" cy="17550"/>
            </a:xfrm>
            <a:custGeom>
              <a:avLst/>
              <a:gdLst/>
              <a:ahLst/>
              <a:cxnLst/>
              <a:rect l="l" t="t" r="r" b="b"/>
              <a:pathLst>
                <a:path w="926" h="702" extrusionOk="0">
                  <a:moveTo>
                    <a:pt x="1" y="0"/>
                  </a:moveTo>
                  <a:lnTo>
                    <a:pt x="465" y="702"/>
                  </a:lnTo>
                  <a:lnTo>
                    <a:pt x="925" y="0"/>
                  </a:lnTo>
                  <a:lnTo>
                    <a:pt x="916" y="0"/>
                  </a:lnTo>
                  <a:cubicBezTo>
                    <a:pt x="769" y="12"/>
                    <a:pt x="609" y="24"/>
                    <a:pt x="465" y="24"/>
                  </a:cubicBezTo>
                  <a:cubicBezTo>
                    <a:pt x="317" y="24"/>
                    <a:pt x="157" y="12"/>
                    <a:pt x="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90" name="Google Shape;4990;p82"/>
          <p:cNvGrpSpPr/>
          <p:nvPr/>
        </p:nvGrpSpPr>
        <p:grpSpPr>
          <a:xfrm>
            <a:off x="7161510" y="3538890"/>
            <a:ext cx="253265" cy="339253"/>
            <a:chOff x="3938800" y="4399275"/>
            <a:chExt cx="359700" cy="481825"/>
          </a:xfrm>
        </p:grpSpPr>
        <p:sp>
          <p:nvSpPr>
            <p:cNvPr id="4991" name="Google Shape;4991;p82"/>
            <p:cNvSpPr/>
            <p:nvPr/>
          </p:nvSpPr>
          <p:spPr>
            <a:xfrm>
              <a:off x="4022650" y="4427525"/>
              <a:ext cx="166625" cy="84700"/>
            </a:xfrm>
            <a:custGeom>
              <a:avLst/>
              <a:gdLst/>
              <a:ahLst/>
              <a:cxnLst/>
              <a:rect l="l" t="t" r="r" b="b"/>
              <a:pathLst>
                <a:path w="6665" h="3388" extrusionOk="0">
                  <a:moveTo>
                    <a:pt x="3909" y="0"/>
                  </a:moveTo>
                  <a:cubicBezTo>
                    <a:pt x="1946" y="3"/>
                    <a:pt x="284" y="1446"/>
                    <a:pt x="1" y="3388"/>
                  </a:cubicBezTo>
                  <a:lnTo>
                    <a:pt x="3909" y="3388"/>
                  </a:lnTo>
                  <a:cubicBezTo>
                    <a:pt x="4807" y="3385"/>
                    <a:pt x="5647" y="2957"/>
                    <a:pt x="6180" y="2235"/>
                  </a:cubicBezTo>
                  <a:cubicBezTo>
                    <a:pt x="6421" y="1909"/>
                    <a:pt x="6589" y="1530"/>
                    <a:pt x="6665" y="1129"/>
                  </a:cubicBezTo>
                  <a:cubicBezTo>
                    <a:pt x="6135" y="602"/>
                    <a:pt x="5463" y="241"/>
                    <a:pt x="4734" y="91"/>
                  </a:cubicBezTo>
                  <a:cubicBezTo>
                    <a:pt x="4463" y="30"/>
                    <a:pt x="4186" y="0"/>
                    <a:pt x="39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92" name="Google Shape;4992;p82"/>
            <p:cNvSpPr/>
            <p:nvPr/>
          </p:nvSpPr>
          <p:spPr>
            <a:xfrm>
              <a:off x="4021450" y="4484275"/>
              <a:ext cx="197650" cy="199225"/>
            </a:xfrm>
            <a:custGeom>
              <a:avLst/>
              <a:gdLst/>
              <a:ahLst/>
              <a:cxnLst/>
              <a:rect l="l" t="t" r="r" b="b"/>
              <a:pathLst>
                <a:path w="7906" h="7969" extrusionOk="0">
                  <a:moveTo>
                    <a:pt x="7526" y="1"/>
                  </a:moveTo>
                  <a:cubicBezTo>
                    <a:pt x="7420" y="223"/>
                    <a:pt x="7291" y="434"/>
                    <a:pt x="7140" y="633"/>
                  </a:cubicBezTo>
                  <a:cubicBezTo>
                    <a:pt x="6396" y="1648"/>
                    <a:pt x="5216" y="2247"/>
                    <a:pt x="3957" y="2247"/>
                  </a:cubicBezTo>
                  <a:lnTo>
                    <a:pt x="4" y="2247"/>
                  </a:lnTo>
                  <a:lnTo>
                    <a:pt x="4" y="4018"/>
                  </a:lnTo>
                  <a:cubicBezTo>
                    <a:pt x="1" y="4635"/>
                    <a:pt x="148" y="5243"/>
                    <a:pt x="434" y="5788"/>
                  </a:cubicBezTo>
                  <a:lnTo>
                    <a:pt x="434" y="5800"/>
                  </a:lnTo>
                  <a:cubicBezTo>
                    <a:pt x="615" y="6159"/>
                    <a:pt x="850" y="6487"/>
                    <a:pt x="1133" y="6773"/>
                  </a:cubicBezTo>
                  <a:lnTo>
                    <a:pt x="1202" y="6839"/>
                  </a:lnTo>
                  <a:cubicBezTo>
                    <a:pt x="1967" y="7592"/>
                    <a:pt x="2962" y="7968"/>
                    <a:pt x="3958" y="7968"/>
                  </a:cubicBezTo>
                  <a:cubicBezTo>
                    <a:pt x="4959" y="7968"/>
                    <a:pt x="5959" y="7588"/>
                    <a:pt x="6725" y="6827"/>
                  </a:cubicBezTo>
                  <a:lnTo>
                    <a:pt x="6758" y="6794"/>
                  </a:lnTo>
                  <a:cubicBezTo>
                    <a:pt x="6972" y="6583"/>
                    <a:pt x="7158" y="6342"/>
                    <a:pt x="7312" y="6083"/>
                  </a:cubicBezTo>
                  <a:lnTo>
                    <a:pt x="7321" y="6083"/>
                  </a:lnTo>
                  <a:cubicBezTo>
                    <a:pt x="7703" y="5463"/>
                    <a:pt x="7905" y="4746"/>
                    <a:pt x="7902" y="4018"/>
                  </a:cubicBezTo>
                  <a:lnTo>
                    <a:pt x="7902" y="1684"/>
                  </a:lnTo>
                  <a:cubicBezTo>
                    <a:pt x="7902" y="1407"/>
                    <a:pt x="7875" y="1130"/>
                    <a:pt x="7818" y="859"/>
                  </a:cubicBezTo>
                  <a:cubicBezTo>
                    <a:pt x="7764" y="561"/>
                    <a:pt x="7664" y="272"/>
                    <a:pt x="75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93" name="Google Shape;4993;p82"/>
            <p:cNvSpPr/>
            <p:nvPr/>
          </p:nvSpPr>
          <p:spPr>
            <a:xfrm>
              <a:off x="4054050" y="4692500"/>
              <a:ext cx="132975" cy="47450"/>
            </a:xfrm>
            <a:custGeom>
              <a:avLst/>
              <a:gdLst/>
              <a:ahLst/>
              <a:cxnLst/>
              <a:rect l="l" t="t" r="r" b="b"/>
              <a:pathLst>
                <a:path w="5319" h="1898" extrusionOk="0">
                  <a:moveTo>
                    <a:pt x="5318" y="1"/>
                  </a:moveTo>
                  <a:lnTo>
                    <a:pt x="5318" y="1"/>
                  </a:lnTo>
                  <a:cubicBezTo>
                    <a:pt x="4550" y="498"/>
                    <a:pt x="3635" y="769"/>
                    <a:pt x="2653" y="769"/>
                  </a:cubicBezTo>
                  <a:cubicBezTo>
                    <a:pt x="2648" y="769"/>
                    <a:pt x="2643" y="769"/>
                    <a:pt x="2637" y="769"/>
                  </a:cubicBezTo>
                  <a:cubicBezTo>
                    <a:pt x="1703" y="769"/>
                    <a:pt x="791" y="507"/>
                    <a:pt x="0" y="13"/>
                  </a:cubicBezTo>
                  <a:lnTo>
                    <a:pt x="0" y="13"/>
                  </a:lnTo>
                  <a:cubicBezTo>
                    <a:pt x="82" y="272"/>
                    <a:pt x="202" y="516"/>
                    <a:pt x="362" y="736"/>
                  </a:cubicBezTo>
                  <a:cubicBezTo>
                    <a:pt x="898" y="1464"/>
                    <a:pt x="1747" y="1895"/>
                    <a:pt x="2653" y="1898"/>
                  </a:cubicBezTo>
                  <a:cubicBezTo>
                    <a:pt x="2660" y="1898"/>
                    <a:pt x="2667" y="1898"/>
                    <a:pt x="2674" y="1898"/>
                  </a:cubicBezTo>
                  <a:cubicBezTo>
                    <a:pt x="3870" y="1898"/>
                    <a:pt x="4935" y="1135"/>
                    <a:pt x="53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94" name="Google Shape;4994;p82"/>
            <p:cNvSpPr/>
            <p:nvPr/>
          </p:nvSpPr>
          <p:spPr>
            <a:xfrm>
              <a:off x="4163275" y="4399275"/>
              <a:ext cx="84275" cy="84200"/>
            </a:xfrm>
            <a:custGeom>
              <a:avLst/>
              <a:gdLst/>
              <a:ahLst/>
              <a:cxnLst/>
              <a:rect l="l" t="t" r="r" b="b"/>
              <a:pathLst>
                <a:path w="3371" h="3368" extrusionOk="0">
                  <a:moveTo>
                    <a:pt x="1090" y="1"/>
                  </a:moveTo>
                  <a:cubicBezTo>
                    <a:pt x="707" y="1"/>
                    <a:pt x="330" y="106"/>
                    <a:pt x="1" y="305"/>
                  </a:cubicBezTo>
                  <a:cubicBezTo>
                    <a:pt x="338" y="420"/>
                    <a:pt x="660" y="573"/>
                    <a:pt x="961" y="769"/>
                  </a:cubicBezTo>
                  <a:lnTo>
                    <a:pt x="961" y="781"/>
                  </a:lnTo>
                  <a:cubicBezTo>
                    <a:pt x="1443" y="1070"/>
                    <a:pt x="1874" y="1446"/>
                    <a:pt x="2226" y="1886"/>
                  </a:cubicBezTo>
                  <a:cubicBezTo>
                    <a:pt x="2587" y="2329"/>
                    <a:pt x="2871" y="2829"/>
                    <a:pt x="3060" y="3368"/>
                  </a:cubicBezTo>
                  <a:cubicBezTo>
                    <a:pt x="3262" y="3033"/>
                    <a:pt x="3370" y="2651"/>
                    <a:pt x="3364" y="2259"/>
                  </a:cubicBezTo>
                  <a:cubicBezTo>
                    <a:pt x="3361" y="1236"/>
                    <a:pt x="2672" y="341"/>
                    <a:pt x="1684" y="79"/>
                  </a:cubicBezTo>
                  <a:cubicBezTo>
                    <a:pt x="1615" y="58"/>
                    <a:pt x="1543" y="46"/>
                    <a:pt x="1467" y="46"/>
                  </a:cubicBezTo>
                  <a:cubicBezTo>
                    <a:pt x="1344" y="34"/>
                    <a:pt x="1232" y="1"/>
                    <a:pt x="1106" y="1"/>
                  </a:cubicBezTo>
                  <a:cubicBezTo>
                    <a:pt x="1101" y="1"/>
                    <a:pt x="1095" y="1"/>
                    <a:pt x="1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95" name="Google Shape;4995;p82"/>
            <p:cNvSpPr/>
            <p:nvPr/>
          </p:nvSpPr>
          <p:spPr>
            <a:xfrm>
              <a:off x="3938800" y="4692800"/>
              <a:ext cx="359700" cy="188300"/>
            </a:xfrm>
            <a:custGeom>
              <a:avLst/>
              <a:gdLst/>
              <a:ahLst/>
              <a:cxnLst/>
              <a:rect l="l" t="t" r="r" b="b"/>
              <a:pathLst>
                <a:path w="14388" h="7532" extrusionOk="0">
                  <a:moveTo>
                    <a:pt x="11160" y="4144"/>
                  </a:moveTo>
                  <a:cubicBezTo>
                    <a:pt x="11470" y="4144"/>
                    <a:pt x="11723" y="4397"/>
                    <a:pt x="11723" y="4710"/>
                  </a:cubicBezTo>
                  <a:cubicBezTo>
                    <a:pt x="11723" y="5021"/>
                    <a:pt x="11470" y="5274"/>
                    <a:pt x="11160" y="5274"/>
                  </a:cubicBezTo>
                  <a:lnTo>
                    <a:pt x="10031" y="5274"/>
                  </a:lnTo>
                  <a:cubicBezTo>
                    <a:pt x="9718" y="5274"/>
                    <a:pt x="9465" y="5021"/>
                    <a:pt x="9465" y="4710"/>
                  </a:cubicBezTo>
                  <a:cubicBezTo>
                    <a:pt x="9465" y="4397"/>
                    <a:pt x="9718" y="4144"/>
                    <a:pt x="10031" y="4144"/>
                  </a:cubicBezTo>
                  <a:close/>
                  <a:moveTo>
                    <a:pt x="3379" y="1"/>
                  </a:moveTo>
                  <a:lnTo>
                    <a:pt x="2385" y="248"/>
                  </a:lnTo>
                  <a:cubicBezTo>
                    <a:pt x="922" y="615"/>
                    <a:pt x="0" y="2067"/>
                    <a:pt x="295" y="3545"/>
                  </a:cubicBezTo>
                  <a:lnTo>
                    <a:pt x="1006" y="7080"/>
                  </a:lnTo>
                  <a:cubicBezTo>
                    <a:pt x="1060" y="7342"/>
                    <a:pt x="1292" y="7532"/>
                    <a:pt x="1560" y="7532"/>
                  </a:cubicBezTo>
                  <a:lnTo>
                    <a:pt x="12831" y="7532"/>
                  </a:lnTo>
                  <a:cubicBezTo>
                    <a:pt x="12833" y="7532"/>
                    <a:pt x="12835" y="7532"/>
                    <a:pt x="12837" y="7532"/>
                  </a:cubicBezTo>
                  <a:cubicBezTo>
                    <a:pt x="13103" y="7532"/>
                    <a:pt x="13331" y="7343"/>
                    <a:pt x="13382" y="7080"/>
                  </a:cubicBezTo>
                  <a:lnTo>
                    <a:pt x="14096" y="3545"/>
                  </a:lnTo>
                  <a:cubicBezTo>
                    <a:pt x="14388" y="2070"/>
                    <a:pt x="13476" y="621"/>
                    <a:pt x="12018" y="248"/>
                  </a:cubicBezTo>
                  <a:lnTo>
                    <a:pt x="11046" y="13"/>
                  </a:lnTo>
                  <a:cubicBezTo>
                    <a:pt x="10678" y="1506"/>
                    <a:pt x="9474" y="2648"/>
                    <a:pt x="7965" y="2943"/>
                  </a:cubicBezTo>
                  <a:cubicBezTo>
                    <a:pt x="7714" y="2991"/>
                    <a:pt x="7463" y="3015"/>
                    <a:pt x="7214" y="3015"/>
                  </a:cubicBezTo>
                  <a:cubicBezTo>
                    <a:pt x="5960" y="3015"/>
                    <a:pt x="4762" y="2417"/>
                    <a:pt x="4011" y="1377"/>
                  </a:cubicBezTo>
                  <a:cubicBezTo>
                    <a:pt x="3707" y="967"/>
                    <a:pt x="3493" y="498"/>
                    <a:pt x="3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96" name="Google Shape;4996;p82"/>
          <p:cNvGrpSpPr/>
          <p:nvPr/>
        </p:nvGrpSpPr>
        <p:grpSpPr>
          <a:xfrm>
            <a:off x="7632288" y="3538890"/>
            <a:ext cx="159039" cy="339253"/>
            <a:chOff x="4584850" y="4399275"/>
            <a:chExt cx="225875" cy="481825"/>
          </a:xfrm>
        </p:grpSpPr>
        <p:sp>
          <p:nvSpPr>
            <p:cNvPr id="4997" name="Google Shape;4997;p82"/>
            <p:cNvSpPr/>
            <p:nvPr/>
          </p:nvSpPr>
          <p:spPr>
            <a:xfrm>
              <a:off x="4655400" y="4399275"/>
              <a:ext cx="84700" cy="84725"/>
            </a:xfrm>
            <a:custGeom>
              <a:avLst/>
              <a:gdLst/>
              <a:ahLst/>
              <a:cxnLst/>
              <a:rect l="l" t="t" r="r" b="b"/>
              <a:pathLst>
                <a:path w="3388" h="3389" extrusionOk="0">
                  <a:moveTo>
                    <a:pt x="1696" y="1"/>
                  </a:moveTo>
                  <a:cubicBezTo>
                    <a:pt x="759" y="1"/>
                    <a:pt x="0" y="760"/>
                    <a:pt x="0" y="1696"/>
                  </a:cubicBezTo>
                  <a:cubicBezTo>
                    <a:pt x="0" y="2630"/>
                    <a:pt x="759" y="3389"/>
                    <a:pt x="1696" y="3389"/>
                  </a:cubicBezTo>
                  <a:cubicBezTo>
                    <a:pt x="2629" y="3389"/>
                    <a:pt x="3388" y="2630"/>
                    <a:pt x="3388" y="1696"/>
                  </a:cubicBezTo>
                  <a:cubicBezTo>
                    <a:pt x="3388" y="760"/>
                    <a:pt x="2629" y="1"/>
                    <a:pt x="1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98" name="Google Shape;4998;p82"/>
            <p:cNvSpPr/>
            <p:nvPr/>
          </p:nvSpPr>
          <p:spPr>
            <a:xfrm>
              <a:off x="4584850" y="4512200"/>
              <a:ext cx="225875" cy="368900"/>
            </a:xfrm>
            <a:custGeom>
              <a:avLst/>
              <a:gdLst/>
              <a:ahLst/>
              <a:cxnLst/>
              <a:rect l="l" t="t" r="r" b="b"/>
              <a:pathLst>
                <a:path w="9035" h="14756" extrusionOk="0">
                  <a:moveTo>
                    <a:pt x="2259" y="1"/>
                  </a:moveTo>
                  <a:cubicBezTo>
                    <a:pt x="1013" y="1"/>
                    <a:pt x="1" y="1052"/>
                    <a:pt x="1" y="2298"/>
                  </a:cubicBezTo>
                  <a:lnTo>
                    <a:pt x="1" y="5686"/>
                  </a:lnTo>
                  <a:cubicBezTo>
                    <a:pt x="1" y="6280"/>
                    <a:pt x="414" y="6792"/>
                    <a:pt x="1106" y="6792"/>
                  </a:cubicBezTo>
                  <a:cubicBezTo>
                    <a:pt x="1284" y="6792"/>
                    <a:pt x="1480" y="6758"/>
                    <a:pt x="1693" y="6683"/>
                  </a:cubicBezTo>
                  <a:lnTo>
                    <a:pt x="1693" y="13627"/>
                  </a:lnTo>
                  <a:cubicBezTo>
                    <a:pt x="1693" y="14250"/>
                    <a:pt x="2199" y="14756"/>
                    <a:pt x="2822" y="14756"/>
                  </a:cubicBezTo>
                  <a:cubicBezTo>
                    <a:pt x="3446" y="14756"/>
                    <a:pt x="3952" y="14250"/>
                    <a:pt x="3952" y="13627"/>
                  </a:cubicBezTo>
                  <a:lnTo>
                    <a:pt x="3952" y="9637"/>
                  </a:lnTo>
                  <a:cubicBezTo>
                    <a:pt x="3952" y="9324"/>
                    <a:pt x="4204" y="9074"/>
                    <a:pt x="4518" y="9074"/>
                  </a:cubicBezTo>
                  <a:cubicBezTo>
                    <a:pt x="4828" y="9074"/>
                    <a:pt x="5081" y="9324"/>
                    <a:pt x="5081" y="9637"/>
                  </a:cubicBezTo>
                  <a:lnTo>
                    <a:pt x="5081" y="13627"/>
                  </a:lnTo>
                  <a:cubicBezTo>
                    <a:pt x="5081" y="14250"/>
                    <a:pt x="5587" y="14756"/>
                    <a:pt x="6210" y="14756"/>
                  </a:cubicBezTo>
                  <a:cubicBezTo>
                    <a:pt x="6833" y="14756"/>
                    <a:pt x="7339" y="14250"/>
                    <a:pt x="7339" y="13627"/>
                  </a:cubicBezTo>
                  <a:lnTo>
                    <a:pt x="7339" y="6683"/>
                  </a:lnTo>
                  <a:cubicBezTo>
                    <a:pt x="7552" y="6758"/>
                    <a:pt x="7749" y="6792"/>
                    <a:pt x="7927" y="6792"/>
                  </a:cubicBezTo>
                  <a:cubicBezTo>
                    <a:pt x="8619" y="6792"/>
                    <a:pt x="9035" y="6280"/>
                    <a:pt x="9035" y="5686"/>
                  </a:cubicBezTo>
                  <a:lnTo>
                    <a:pt x="9035" y="2298"/>
                  </a:lnTo>
                  <a:cubicBezTo>
                    <a:pt x="9035" y="1052"/>
                    <a:pt x="8020" y="1"/>
                    <a:pt x="67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4999" name="Google Shape;4999;p82"/>
          <p:cNvSpPr/>
          <p:nvPr/>
        </p:nvSpPr>
        <p:spPr>
          <a:xfrm>
            <a:off x="7950424" y="3538820"/>
            <a:ext cx="372275" cy="339112"/>
          </a:xfrm>
          <a:custGeom>
            <a:avLst/>
            <a:gdLst/>
            <a:ahLst/>
            <a:cxnLst/>
            <a:rect l="l" t="t" r="r" b="b"/>
            <a:pathLst>
              <a:path w="21149" h="19265" extrusionOk="0">
                <a:moveTo>
                  <a:pt x="10580" y="3417"/>
                </a:moveTo>
                <a:cubicBezTo>
                  <a:pt x="12186" y="3417"/>
                  <a:pt x="13773" y="4040"/>
                  <a:pt x="14967" y="5236"/>
                </a:cubicBezTo>
                <a:cubicBezTo>
                  <a:pt x="16933" y="7199"/>
                  <a:pt x="17352" y="10231"/>
                  <a:pt x="15997" y="12655"/>
                </a:cubicBezTo>
                <a:lnTo>
                  <a:pt x="7550" y="4209"/>
                </a:lnTo>
                <a:cubicBezTo>
                  <a:pt x="8500" y="3676"/>
                  <a:pt x="9544" y="3417"/>
                  <a:pt x="10580" y="3417"/>
                </a:cubicBezTo>
                <a:close/>
                <a:moveTo>
                  <a:pt x="5156" y="6603"/>
                </a:moveTo>
                <a:lnTo>
                  <a:pt x="13600" y="15049"/>
                </a:lnTo>
                <a:cubicBezTo>
                  <a:pt x="12650" y="15584"/>
                  <a:pt x="11607" y="15844"/>
                  <a:pt x="10570" y="15844"/>
                </a:cubicBezTo>
                <a:cubicBezTo>
                  <a:pt x="8964" y="15844"/>
                  <a:pt x="7375" y="15218"/>
                  <a:pt x="6183" y="14019"/>
                </a:cubicBezTo>
                <a:cubicBezTo>
                  <a:pt x="4210" y="12059"/>
                  <a:pt x="3789" y="9024"/>
                  <a:pt x="5156" y="6603"/>
                </a:cubicBezTo>
                <a:close/>
                <a:moveTo>
                  <a:pt x="10574" y="0"/>
                </a:moveTo>
                <a:cubicBezTo>
                  <a:pt x="8127" y="0"/>
                  <a:pt x="5681" y="948"/>
                  <a:pt x="3789" y="2842"/>
                </a:cubicBezTo>
                <a:cubicBezTo>
                  <a:pt x="1" y="6630"/>
                  <a:pt x="1" y="12628"/>
                  <a:pt x="3789" y="16413"/>
                </a:cubicBezTo>
                <a:cubicBezTo>
                  <a:pt x="5662" y="18289"/>
                  <a:pt x="8113" y="19265"/>
                  <a:pt x="10576" y="19265"/>
                </a:cubicBezTo>
                <a:cubicBezTo>
                  <a:pt x="13036" y="19265"/>
                  <a:pt x="15488" y="18289"/>
                  <a:pt x="17361" y="16413"/>
                </a:cubicBezTo>
                <a:cubicBezTo>
                  <a:pt x="21149" y="12625"/>
                  <a:pt x="21149" y="6630"/>
                  <a:pt x="17361" y="2842"/>
                </a:cubicBezTo>
                <a:cubicBezTo>
                  <a:pt x="15467" y="948"/>
                  <a:pt x="13020" y="0"/>
                  <a:pt x="105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000" name="Google Shape;5000;p82"/>
          <p:cNvGrpSpPr/>
          <p:nvPr/>
        </p:nvGrpSpPr>
        <p:grpSpPr>
          <a:xfrm>
            <a:off x="817316" y="3951795"/>
            <a:ext cx="339253" cy="339253"/>
            <a:chOff x="5642550" y="4399275"/>
            <a:chExt cx="481825" cy="481825"/>
          </a:xfrm>
        </p:grpSpPr>
        <p:sp>
          <p:nvSpPr>
            <p:cNvPr id="5001" name="Google Shape;5001;p82"/>
            <p:cNvSpPr/>
            <p:nvPr/>
          </p:nvSpPr>
          <p:spPr>
            <a:xfrm>
              <a:off x="5642550" y="4399275"/>
              <a:ext cx="481825" cy="481825"/>
            </a:xfrm>
            <a:custGeom>
              <a:avLst/>
              <a:gdLst/>
              <a:ahLst/>
              <a:cxnLst/>
              <a:rect l="l" t="t" r="r" b="b"/>
              <a:pathLst>
                <a:path w="19273" h="19273" extrusionOk="0">
                  <a:moveTo>
                    <a:pt x="15283" y="7945"/>
                  </a:moveTo>
                  <a:cubicBezTo>
                    <a:pt x="15593" y="7945"/>
                    <a:pt x="15846" y="8195"/>
                    <a:pt x="15846" y="8508"/>
                  </a:cubicBezTo>
                  <a:lnTo>
                    <a:pt x="15846" y="10766"/>
                  </a:lnTo>
                  <a:cubicBezTo>
                    <a:pt x="15846" y="11079"/>
                    <a:pt x="15593" y="11332"/>
                    <a:pt x="15283" y="11332"/>
                  </a:cubicBezTo>
                  <a:lnTo>
                    <a:pt x="3991" y="11332"/>
                  </a:lnTo>
                  <a:cubicBezTo>
                    <a:pt x="3678" y="11332"/>
                    <a:pt x="3425" y="11079"/>
                    <a:pt x="3425" y="10766"/>
                  </a:cubicBezTo>
                  <a:lnTo>
                    <a:pt x="3425" y="8508"/>
                  </a:lnTo>
                  <a:cubicBezTo>
                    <a:pt x="3425" y="8195"/>
                    <a:pt x="3678" y="7945"/>
                    <a:pt x="3991" y="7945"/>
                  </a:cubicBezTo>
                  <a:close/>
                  <a:moveTo>
                    <a:pt x="9637" y="1"/>
                  </a:moveTo>
                  <a:cubicBezTo>
                    <a:pt x="4331" y="1"/>
                    <a:pt x="1" y="4331"/>
                    <a:pt x="1" y="9637"/>
                  </a:cubicBezTo>
                  <a:cubicBezTo>
                    <a:pt x="1" y="14946"/>
                    <a:pt x="4328" y="19273"/>
                    <a:pt x="9637" y="19273"/>
                  </a:cubicBezTo>
                  <a:cubicBezTo>
                    <a:pt x="14943" y="19273"/>
                    <a:pt x="19273" y="14946"/>
                    <a:pt x="19273" y="9637"/>
                  </a:cubicBezTo>
                  <a:cubicBezTo>
                    <a:pt x="19273" y="4331"/>
                    <a:pt x="14943" y="1"/>
                    <a:pt x="96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02" name="Google Shape;5002;p82"/>
            <p:cNvSpPr/>
            <p:nvPr/>
          </p:nvSpPr>
          <p:spPr>
            <a:xfrm>
              <a:off x="5756375" y="4626100"/>
              <a:ext cx="254100" cy="28275"/>
            </a:xfrm>
            <a:custGeom>
              <a:avLst/>
              <a:gdLst/>
              <a:ahLst/>
              <a:cxnLst/>
              <a:rect l="l" t="t" r="r" b="b"/>
              <a:pathLst>
                <a:path w="10164" h="1131" extrusionOk="0">
                  <a:moveTo>
                    <a:pt x="1" y="1"/>
                  </a:moveTo>
                  <a:lnTo>
                    <a:pt x="1" y="1130"/>
                  </a:lnTo>
                  <a:lnTo>
                    <a:pt x="10164" y="1130"/>
                  </a:lnTo>
                  <a:lnTo>
                    <a:pt x="101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03" name="Google Shape;5003;p82"/>
          <p:cNvGrpSpPr/>
          <p:nvPr/>
        </p:nvGrpSpPr>
        <p:grpSpPr>
          <a:xfrm>
            <a:off x="2670186" y="3963703"/>
            <a:ext cx="363316" cy="315437"/>
            <a:chOff x="6218300" y="4416175"/>
            <a:chExt cx="516000" cy="448000"/>
          </a:xfrm>
        </p:grpSpPr>
        <p:sp>
          <p:nvSpPr>
            <p:cNvPr id="5004" name="Google Shape;5004;p82"/>
            <p:cNvSpPr/>
            <p:nvPr/>
          </p:nvSpPr>
          <p:spPr>
            <a:xfrm>
              <a:off x="6462150" y="4525375"/>
              <a:ext cx="28250" cy="141250"/>
            </a:xfrm>
            <a:custGeom>
              <a:avLst/>
              <a:gdLst/>
              <a:ahLst/>
              <a:cxnLst/>
              <a:rect l="l" t="t" r="r" b="b"/>
              <a:pathLst>
                <a:path w="1130" h="5650" extrusionOk="0">
                  <a:moveTo>
                    <a:pt x="566" y="1"/>
                  </a:moveTo>
                  <a:cubicBezTo>
                    <a:pt x="253" y="1"/>
                    <a:pt x="0" y="254"/>
                    <a:pt x="0" y="567"/>
                  </a:cubicBezTo>
                  <a:lnTo>
                    <a:pt x="0" y="5087"/>
                  </a:lnTo>
                  <a:cubicBezTo>
                    <a:pt x="0" y="5397"/>
                    <a:pt x="253" y="5650"/>
                    <a:pt x="566" y="5650"/>
                  </a:cubicBezTo>
                  <a:cubicBezTo>
                    <a:pt x="877" y="5650"/>
                    <a:pt x="1130" y="5397"/>
                    <a:pt x="1130" y="5087"/>
                  </a:cubicBezTo>
                  <a:lnTo>
                    <a:pt x="1130" y="567"/>
                  </a:lnTo>
                  <a:cubicBezTo>
                    <a:pt x="1130" y="254"/>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05" name="Google Shape;5005;p82"/>
            <p:cNvSpPr/>
            <p:nvPr/>
          </p:nvSpPr>
          <p:spPr>
            <a:xfrm>
              <a:off x="6218300" y="4416175"/>
              <a:ext cx="516000" cy="448000"/>
            </a:xfrm>
            <a:custGeom>
              <a:avLst/>
              <a:gdLst/>
              <a:ahLst/>
              <a:cxnLst/>
              <a:rect l="l" t="t" r="r" b="b"/>
              <a:pathLst>
                <a:path w="20640" h="17920" extrusionOk="0">
                  <a:moveTo>
                    <a:pt x="10320" y="3240"/>
                  </a:moveTo>
                  <a:cubicBezTo>
                    <a:pt x="11254" y="3240"/>
                    <a:pt x="12013" y="3998"/>
                    <a:pt x="12013" y="4935"/>
                  </a:cubicBezTo>
                  <a:lnTo>
                    <a:pt x="12013" y="9452"/>
                  </a:lnTo>
                  <a:cubicBezTo>
                    <a:pt x="12013" y="10385"/>
                    <a:pt x="11254" y="11144"/>
                    <a:pt x="10320" y="11144"/>
                  </a:cubicBezTo>
                  <a:cubicBezTo>
                    <a:pt x="9384" y="11144"/>
                    <a:pt x="8625" y="10385"/>
                    <a:pt x="8625" y="9452"/>
                  </a:cubicBezTo>
                  <a:lnTo>
                    <a:pt x="8625" y="4935"/>
                  </a:lnTo>
                  <a:cubicBezTo>
                    <a:pt x="8625" y="3998"/>
                    <a:pt x="9384" y="3240"/>
                    <a:pt x="10320" y="3240"/>
                  </a:cubicBezTo>
                  <a:close/>
                  <a:moveTo>
                    <a:pt x="10320" y="12274"/>
                  </a:moveTo>
                  <a:cubicBezTo>
                    <a:pt x="10538" y="12274"/>
                    <a:pt x="10758" y="12316"/>
                    <a:pt x="10968" y="12403"/>
                  </a:cubicBezTo>
                  <a:cubicBezTo>
                    <a:pt x="11600" y="12665"/>
                    <a:pt x="12013" y="13282"/>
                    <a:pt x="12013" y="13969"/>
                  </a:cubicBezTo>
                  <a:cubicBezTo>
                    <a:pt x="12013" y="14902"/>
                    <a:pt x="11254" y="15661"/>
                    <a:pt x="10320" y="15661"/>
                  </a:cubicBezTo>
                  <a:cubicBezTo>
                    <a:pt x="9634" y="15661"/>
                    <a:pt x="9017" y="15248"/>
                    <a:pt x="8755" y="14616"/>
                  </a:cubicBezTo>
                  <a:cubicBezTo>
                    <a:pt x="8493" y="13984"/>
                    <a:pt x="8637" y="13255"/>
                    <a:pt x="9122" y="12770"/>
                  </a:cubicBezTo>
                  <a:cubicBezTo>
                    <a:pt x="9446" y="12446"/>
                    <a:pt x="9880" y="12274"/>
                    <a:pt x="10320" y="12274"/>
                  </a:cubicBezTo>
                  <a:close/>
                  <a:moveTo>
                    <a:pt x="10319" y="1"/>
                  </a:moveTo>
                  <a:cubicBezTo>
                    <a:pt x="9352" y="1"/>
                    <a:pt x="8386" y="487"/>
                    <a:pt x="7848" y="1460"/>
                  </a:cubicBezTo>
                  <a:lnTo>
                    <a:pt x="1040" y="13731"/>
                  </a:lnTo>
                  <a:cubicBezTo>
                    <a:pt x="1" y="15613"/>
                    <a:pt x="1359" y="17919"/>
                    <a:pt x="3509" y="17919"/>
                  </a:cubicBezTo>
                  <a:lnTo>
                    <a:pt x="17129" y="17919"/>
                  </a:lnTo>
                  <a:cubicBezTo>
                    <a:pt x="19279" y="17919"/>
                    <a:pt x="20640" y="15616"/>
                    <a:pt x="19598" y="13731"/>
                  </a:cubicBezTo>
                  <a:lnTo>
                    <a:pt x="12790" y="1460"/>
                  </a:lnTo>
                  <a:cubicBezTo>
                    <a:pt x="12252" y="487"/>
                    <a:pt x="11286" y="1"/>
                    <a:pt x="103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06" name="Google Shape;5006;p82"/>
            <p:cNvSpPr/>
            <p:nvPr/>
          </p:nvSpPr>
          <p:spPr>
            <a:xfrm>
              <a:off x="6462150" y="4751225"/>
              <a:ext cx="28250" cy="28250"/>
            </a:xfrm>
            <a:custGeom>
              <a:avLst/>
              <a:gdLst/>
              <a:ahLst/>
              <a:cxnLst/>
              <a:rect l="l" t="t" r="r" b="b"/>
              <a:pathLst>
                <a:path w="1130" h="1130" extrusionOk="0">
                  <a:moveTo>
                    <a:pt x="566" y="1"/>
                  </a:moveTo>
                  <a:cubicBezTo>
                    <a:pt x="253" y="1"/>
                    <a:pt x="0" y="253"/>
                    <a:pt x="0" y="567"/>
                  </a:cubicBezTo>
                  <a:cubicBezTo>
                    <a:pt x="0" y="877"/>
                    <a:pt x="253" y="1130"/>
                    <a:pt x="566" y="1130"/>
                  </a:cubicBezTo>
                  <a:cubicBezTo>
                    <a:pt x="877" y="1130"/>
                    <a:pt x="1130" y="877"/>
                    <a:pt x="1130" y="567"/>
                  </a:cubicBezTo>
                  <a:cubicBezTo>
                    <a:pt x="1130" y="253"/>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07" name="Google Shape;5007;p82"/>
          <p:cNvGrpSpPr/>
          <p:nvPr/>
        </p:nvGrpSpPr>
        <p:grpSpPr>
          <a:xfrm>
            <a:off x="5870391" y="3951792"/>
            <a:ext cx="339253" cy="339253"/>
            <a:chOff x="899850" y="4992125"/>
            <a:chExt cx="481825" cy="481825"/>
          </a:xfrm>
        </p:grpSpPr>
        <p:sp>
          <p:nvSpPr>
            <p:cNvPr id="5008" name="Google Shape;5008;p82"/>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09" name="Google Shape;5009;p82"/>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10" name="Google Shape;5010;p82"/>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11" name="Google Shape;5011;p82"/>
          <p:cNvGrpSpPr/>
          <p:nvPr/>
        </p:nvGrpSpPr>
        <p:grpSpPr>
          <a:xfrm>
            <a:off x="5410993" y="3951792"/>
            <a:ext cx="339253" cy="339253"/>
            <a:chOff x="1492675" y="4992125"/>
            <a:chExt cx="481825" cy="481825"/>
          </a:xfrm>
        </p:grpSpPr>
        <p:sp>
          <p:nvSpPr>
            <p:cNvPr id="5012" name="Google Shape;5012;p82"/>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13" name="Google Shape;5013;p82"/>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14" name="Google Shape;5014;p82"/>
          <p:cNvGrpSpPr/>
          <p:nvPr/>
        </p:nvGrpSpPr>
        <p:grpSpPr>
          <a:xfrm>
            <a:off x="4951595" y="3951792"/>
            <a:ext cx="339253" cy="339253"/>
            <a:chOff x="2085525" y="4992125"/>
            <a:chExt cx="481825" cy="481825"/>
          </a:xfrm>
        </p:grpSpPr>
        <p:sp>
          <p:nvSpPr>
            <p:cNvPr id="5015" name="Google Shape;5015;p82"/>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16" name="Google Shape;5016;p82"/>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17" name="Google Shape;5017;p82"/>
          <p:cNvGrpSpPr/>
          <p:nvPr/>
        </p:nvGrpSpPr>
        <p:grpSpPr>
          <a:xfrm>
            <a:off x="6789344" y="3951792"/>
            <a:ext cx="339253" cy="339253"/>
            <a:chOff x="2678350" y="4992125"/>
            <a:chExt cx="481825" cy="481825"/>
          </a:xfrm>
        </p:grpSpPr>
        <p:sp>
          <p:nvSpPr>
            <p:cNvPr id="5018" name="Google Shape;5018;p82"/>
            <p:cNvSpPr/>
            <p:nvPr/>
          </p:nvSpPr>
          <p:spPr>
            <a:xfrm>
              <a:off x="2975725" y="5079150"/>
              <a:ext cx="56475" cy="309125"/>
            </a:xfrm>
            <a:custGeom>
              <a:avLst/>
              <a:gdLst/>
              <a:ahLst/>
              <a:cxnLst/>
              <a:rect l="l" t="t" r="r" b="b"/>
              <a:pathLst>
                <a:path w="2259" h="12365" extrusionOk="0">
                  <a:moveTo>
                    <a:pt x="2259" y="1"/>
                  </a:moveTo>
                  <a:cubicBezTo>
                    <a:pt x="943" y="272"/>
                    <a:pt x="0" y="1428"/>
                    <a:pt x="0" y="2768"/>
                  </a:cubicBezTo>
                  <a:lnTo>
                    <a:pt x="0" y="6722"/>
                  </a:lnTo>
                  <a:lnTo>
                    <a:pt x="563" y="6722"/>
                  </a:lnTo>
                  <a:cubicBezTo>
                    <a:pt x="877" y="6722"/>
                    <a:pt x="1130" y="6972"/>
                    <a:pt x="1130" y="7285"/>
                  </a:cubicBezTo>
                  <a:lnTo>
                    <a:pt x="1130" y="11802"/>
                  </a:lnTo>
                  <a:cubicBezTo>
                    <a:pt x="1130" y="12115"/>
                    <a:pt x="1379" y="12365"/>
                    <a:pt x="1693" y="12365"/>
                  </a:cubicBezTo>
                  <a:cubicBezTo>
                    <a:pt x="2006" y="12365"/>
                    <a:pt x="2259" y="12115"/>
                    <a:pt x="2259" y="11802"/>
                  </a:cubicBezTo>
                  <a:lnTo>
                    <a:pt x="22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19" name="Google Shape;5019;p82"/>
            <p:cNvSpPr/>
            <p:nvPr/>
          </p:nvSpPr>
          <p:spPr>
            <a:xfrm>
              <a:off x="2806350" y="5162500"/>
              <a:ext cx="84700" cy="225775"/>
            </a:xfrm>
            <a:custGeom>
              <a:avLst/>
              <a:gdLst/>
              <a:ahLst/>
              <a:cxnLst/>
              <a:rect l="l" t="t" r="r" b="b"/>
              <a:pathLst>
                <a:path w="3388" h="9031" extrusionOk="0">
                  <a:moveTo>
                    <a:pt x="0" y="0"/>
                  </a:moveTo>
                  <a:lnTo>
                    <a:pt x="0" y="563"/>
                  </a:lnTo>
                  <a:cubicBezTo>
                    <a:pt x="0" y="876"/>
                    <a:pt x="250" y="1129"/>
                    <a:pt x="563" y="1129"/>
                  </a:cubicBezTo>
                  <a:cubicBezTo>
                    <a:pt x="876" y="1129"/>
                    <a:pt x="1129" y="1379"/>
                    <a:pt x="1129" y="1692"/>
                  </a:cubicBezTo>
                  <a:lnTo>
                    <a:pt x="1129" y="8468"/>
                  </a:lnTo>
                  <a:cubicBezTo>
                    <a:pt x="1129" y="8781"/>
                    <a:pt x="1379" y="9031"/>
                    <a:pt x="1692" y="9031"/>
                  </a:cubicBezTo>
                  <a:cubicBezTo>
                    <a:pt x="2006" y="9031"/>
                    <a:pt x="2258" y="8781"/>
                    <a:pt x="2258" y="8468"/>
                  </a:cubicBezTo>
                  <a:lnTo>
                    <a:pt x="2258" y="1692"/>
                  </a:lnTo>
                  <a:cubicBezTo>
                    <a:pt x="2258" y="1379"/>
                    <a:pt x="2508" y="1129"/>
                    <a:pt x="2822" y="1129"/>
                  </a:cubicBezTo>
                  <a:cubicBezTo>
                    <a:pt x="3135" y="1129"/>
                    <a:pt x="3388" y="876"/>
                    <a:pt x="3388" y="563"/>
                  </a:cubicBezTo>
                  <a:lnTo>
                    <a:pt x="338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20" name="Google Shape;5020;p82"/>
            <p:cNvSpPr/>
            <p:nvPr/>
          </p:nvSpPr>
          <p:spPr>
            <a:xfrm>
              <a:off x="2678350" y="4992125"/>
              <a:ext cx="481825" cy="481825"/>
            </a:xfrm>
            <a:custGeom>
              <a:avLst/>
              <a:gdLst/>
              <a:ahLst/>
              <a:cxnLst/>
              <a:rect l="l" t="t" r="r" b="b"/>
              <a:pathLst>
                <a:path w="19273" h="19273" extrusionOk="0">
                  <a:moveTo>
                    <a:pt x="9071" y="2298"/>
                  </a:moveTo>
                  <a:cubicBezTo>
                    <a:pt x="9384" y="2298"/>
                    <a:pt x="9637" y="2548"/>
                    <a:pt x="9637" y="2861"/>
                  </a:cubicBezTo>
                  <a:lnTo>
                    <a:pt x="9637" y="6249"/>
                  </a:lnTo>
                  <a:lnTo>
                    <a:pt x="9637" y="7378"/>
                  </a:lnTo>
                  <a:cubicBezTo>
                    <a:pt x="9634" y="8095"/>
                    <a:pt x="9182" y="8736"/>
                    <a:pt x="8508" y="8977"/>
                  </a:cubicBezTo>
                  <a:lnTo>
                    <a:pt x="8508" y="15283"/>
                  </a:lnTo>
                  <a:cubicBezTo>
                    <a:pt x="8508" y="16219"/>
                    <a:pt x="7749" y="16975"/>
                    <a:pt x="6812" y="16975"/>
                  </a:cubicBezTo>
                  <a:cubicBezTo>
                    <a:pt x="5876" y="16975"/>
                    <a:pt x="5120" y="16219"/>
                    <a:pt x="5120" y="15283"/>
                  </a:cubicBezTo>
                  <a:lnTo>
                    <a:pt x="5120" y="8977"/>
                  </a:lnTo>
                  <a:cubicBezTo>
                    <a:pt x="4443" y="8736"/>
                    <a:pt x="3991" y="8095"/>
                    <a:pt x="3991" y="7378"/>
                  </a:cubicBezTo>
                  <a:lnTo>
                    <a:pt x="3991" y="2861"/>
                  </a:lnTo>
                  <a:cubicBezTo>
                    <a:pt x="3991" y="2548"/>
                    <a:pt x="4241" y="2298"/>
                    <a:pt x="4554" y="2298"/>
                  </a:cubicBezTo>
                  <a:cubicBezTo>
                    <a:pt x="4867" y="2298"/>
                    <a:pt x="5120" y="2548"/>
                    <a:pt x="5120" y="2861"/>
                  </a:cubicBezTo>
                  <a:lnTo>
                    <a:pt x="5120" y="5686"/>
                  </a:lnTo>
                  <a:lnTo>
                    <a:pt x="6249" y="5686"/>
                  </a:lnTo>
                  <a:lnTo>
                    <a:pt x="6249" y="2861"/>
                  </a:lnTo>
                  <a:cubicBezTo>
                    <a:pt x="6249" y="2548"/>
                    <a:pt x="6499" y="2298"/>
                    <a:pt x="6812" y="2298"/>
                  </a:cubicBezTo>
                  <a:cubicBezTo>
                    <a:pt x="7126" y="2298"/>
                    <a:pt x="7378" y="2548"/>
                    <a:pt x="7378" y="2861"/>
                  </a:cubicBezTo>
                  <a:lnTo>
                    <a:pt x="7378" y="5686"/>
                  </a:lnTo>
                  <a:lnTo>
                    <a:pt x="8508" y="5686"/>
                  </a:lnTo>
                  <a:lnTo>
                    <a:pt x="8508" y="2861"/>
                  </a:lnTo>
                  <a:cubicBezTo>
                    <a:pt x="8508" y="2548"/>
                    <a:pt x="8758" y="2298"/>
                    <a:pt x="9071" y="2298"/>
                  </a:cubicBezTo>
                  <a:close/>
                  <a:moveTo>
                    <a:pt x="14717" y="2298"/>
                  </a:moveTo>
                  <a:cubicBezTo>
                    <a:pt x="15030" y="2298"/>
                    <a:pt x="15283" y="2548"/>
                    <a:pt x="15283" y="2861"/>
                  </a:cubicBezTo>
                  <a:lnTo>
                    <a:pt x="15283" y="15283"/>
                  </a:lnTo>
                  <a:cubicBezTo>
                    <a:pt x="15283" y="16219"/>
                    <a:pt x="14524" y="16975"/>
                    <a:pt x="13588" y="16975"/>
                  </a:cubicBezTo>
                  <a:cubicBezTo>
                    <a:pt x="12651" y="16975"/>
                    <a:pt x="11895" y="16219"/>
                    <a:pt x="11895" y="15283"/>
                  </a:cubicBezTo>
                  <a:lnTo>
                    <a:pt x="11895" y="11332"/>
                  </a:lnTo>
                  <a:lnTo>
                    <a:pt x="11329" y="11332"/>
                  </a:lnTo>
                  <a:cubicBezTo>
                    <a:pt x="11016" y="11332"/>
                    <a:pt x="10766" y="11079"/>
                    <a:pt x="10766" y="10766"/>
                  </a:cubicBezTo>
                  <a:lnTo>
                    <a:pt x="10766" y="6249"/>
                  </a:lnTo>
                  <a:cubicBezTo>
                    <a:pt x="10766" y="4066"/>
                    <a:pt x="12534" y="2298"/>
                    <a:pt x="14717" y="2298"/>
                  </a:cubicBezTo>
                  <a:close/>
                  <a:moveTo>
                    <a:pt x="1693" y="1"/>
                  </a:moveTo>
                  <a:cubicBezTo>
                    <a:pt x="757" y="1"/>
                    <a:pt x="1" y="759"/>
                    <a:pt x="1" y="1696"/>
                  </a:cubicBezTo>
                  <a:lnTo>
                    <a:pt x="1" y="17580"/>
                  </a:lnTo>
                  <a:cubicBezTo>
                    <a:pt x="1" y="18514"/>
                    <a:pt x="757" y="19273"/>
                    <a:pt x="1693" y="19273"/>
                  </a:cubicBezTo>
                  <a:lnTo>
                    <a:pt x="17578" y="19273"/>
                  </a:lnTo>
                  <a:cubicBezTo>
                    <a:pt x="18514" y="19273"/>
                    <a:pt x="19270" y="18514"/>
                    <a:pt x="19273" y="17580"/>
                  </a:cubicBezTo>
                  <a:lnTo>
                    <a:pt x="19273" y="1696"/>
                  </a:lnTo>
                  <a:cubicBezTo>
                    <a:pt x="19270" y="759"/>
                    <a:pt x="18514" y="1"/>
                    <a:pt x="175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21" name="Google Shape;5021;p82"/>
          <p:cNvGrpSpPr/>
          <p:nvPr/>
        </p:nvGrpSpPr>
        <p:grpSpPr>
          <a:xfrm>
            <a:off x="4492198" y="3951792"/>
            <a:ext cx="339253" cy="339253"/>
            <a:chOff x="3271200" y="4992125"/>
            <a:chExt cx="481825" cy="481825"/>
          </a:xfrm>
        </p:grpSpPr>
        <p:sp>
          <p:nvSpPr>
            <p:cNvPr id="5022" name="Google Shape;5022;p82"/>
            <p:cNvSpPr/>
            <p:nvPr/>
          </p:nvSpPr>
          <p:spPr>
            <a:xfrm>
              <a:off x="3497950" y="5106025"/>
              <a:ext cx="28250" cy="28250"/>
            </a:xfrm>
            <a:custGeom>
              <a:avLst/>
              <a:gdLst/>
              <a:ahLst/>
              <a:cxnLst/>
              <a:rect l="l" t="t" r="r" b="b"/>
              <a:pathLst>
                <a:path w="1130" h="1130" extrusionOk="0">
                  <a:moveTo>
                    <a:pt x="566" y="1"/>
                  </a:moveTo>
                  <a:cubicBezTo>
                    <a:pt x="253" y="1"/>
                    <a:pt x="0" y="251"/>
                    <a:pt x="0" y="564"/>
                  </a:cubicBezTo>
                  <a:cubicBezTo>
                    <a:pt x="0" y="877"/>
                    <a:pt x="253" y="1130"/>
                    <a:pt x="566" y="1130"/>
                  </a:cubicBezTo>
                  <a:cubicBezTo>
                    <a:pt x="877" y="1130"/>
                    <a:pt x="1130" y="877"/>
                    <a:pt x="1130" y="564"/>
                  </a:cubicBezTo>
                  <a:cubicBezTo>
                    <a:pt x="1130" y="251"/>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23" name="Google Shape;5023;p82"/>
            <p:cNvSpPr/>
            <p:nvPr/>
          </p:nvSpPr>
          <p:spPr>
            <a:xfrm>
              <a:off x="3497950" y="5218950"/>
              <a:ext cx="28250" cy="141175"/>
            </a:xfrm>
            <a:custGeom>
              <a:avLst/>
              <a:gdLst/>
              <a:ahLst/>
              <a:cxnLst/>
              <a:rect l="l" t="t" r="r" b="b"/>
              <a:pathLst>
                <a:path w="1130" h="5647" extrusionOk="0">
                  <a:moveTo>
                    <a:pt x="0" y="0"/>
                  </a:moveTo>
                  <a:lnTo>
                    <a:pt x="0" y="5647"/>
                  </a:lnTo>
                  <a:lnTo>
                    <a:pt x="1130" y="5647"/>
                  </a:lnTo>
                  <a:lnTo>
                    <a:pt x="11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24" name="Google Shape;5024;p82"/>
            <p:cNvSpPr/>
            <p:nvPr/>
          </p:nvSpPr>
          <p:spPr>
            <a:xfrm>
              <a:off x="3271200" y="4992125"/>
              <a:ext cx="481825" cy="481825"/>
            </a:xfrm>
            <a:custGeom>
              <a:avLst/>
              <a:gdLst/>
              <a:ahLst/>
              <a:cxnLst/>
              <a:rect l="l" t="t" r="r" b="b"/>
              <a:pathLst>
                <a:path w="19273" h="19273" extrusionOk="0">
                  <a:moveTo>
                    <a:pt x="9636" y="3427"/>
                  </a:moveTo>
                  <a:cubicBezTo>
                    <a:pt x="10320" y="3427"/>
                    <a:pt x="10937" y="3840"/>
                    <a:pt x="11199" y="4472"/>
                  </a:cubicBezTo>
                  <a:cubicBezTo>
                    <a:pt x="11461" y="5105"/>
                    <a:pt x="11317" y="5833"/>
                    <a:pt x="10832" y="6318"/>
                  </a:cubicBezTo>
                  <a:cubicBezTo>
                    <a:pt x="10508" y="6642"/>
                    <a:pt x="10074" y="6814"/>
                    <a:pt x="9634" y="6814"/>
                  </a:cubicBezTo>
                  <a:cubicBezTo>
                    <a:pt x="9415" y="6814"/>
                    <a:pt x="9195" y="6772"/>
                    <a:pt x="8986" y="6686"/>
                  </a:cubicBezTo>
                  <a:cubicBezTo>
                    <a:pt x="8354" y="6424"/>
                    <a:pt x="7941" y="5806"/>
                    <a:pt x="7941" y="5120"/>
                  </a:cubicBezTo>
                  <a:cubicBezTo>
                    <a:pt x="7941" y="4183"/>
                    <a:pt x="8700" y="3427"/>
                    <a:pt x="9636" y="3427"/>
                  </a:cubicBezTo>
                  <a:close/>
                  <a:moveTo>
                    <a:pt x="10766" y="7944"/>
                  </a:moveTo>
                  <a:cubicBezTo>
                    <a:pt x="11076" y="7944"/>
                    <a:pt x="11329" y="8194"/>
                    <a:pt x="11329" y="8507"/>
                  </a:cubicBezTo>
                  <a:lnTo>
                    <a:pt x="11329" y="14720"/>
                  </a:lnTo>
                  <a:lnTo>
                    <a:pt x="11895" y="14720"/>
                  </a:lnTo>
                  <a:cubicBezTo>
                    <a:pt x="12205" y="14720"/>
                    <a:pt x="12458" y="14969"/>
                    <a:pt x="12458" y="15283"/>
                  </a:cubicBezTo>
                  <a:cubicBezTo>
                    <a:pt x="12458" y="15596"/>
                    <a:pt x="12205" y="15849"/>
                    <a:pt x="11895" y="15849"/>
                  </a:cubicBezTo>
                  <a:lnTo>
                    <a:pt x="7378" y="15849"/>
                  </a:lnTo>
                  <a:cubicBezTo>
                    <a:pt x="7065" y="15849"/>
                    <a:pt x="6812" y="15596"/>
                    <a:pt x="6812" y="15283"/>
                  </a:cubicBezTo>
                  <a:cubicBezTo>
                    <a:pt x="6812" y="14969"/>
                    <a:pt x="7065" y="14720"/>
                    <a:pt x="7378" y="14720"/>
                  </a:cubicBezTo>
                  <a:lnTo>
                    <a:pt x="7941" y="14720"/>
                  </a:lnTo>
                  <a:lnTo>
                    <a:pt x="7941" y="9073"/>
                  </a:lnTo>
                  <a:lnTo>
                    <a:pt x="7378" y="9073"/>
                  </a:lnTo>
                  <a:cubicBezTo>
                    <a:pt x="7065" y="9073"/>
                    <a:pt x="6812" y="8821"/>
                    <a:pt x="6812" y="8507"/>
                  </a:cubicBezTo>
                  <a:cubicBezTo>
                    <a:pt x="6812" y="8194"/>
                    <a:pt x="7065" y="7944"/>
                    <a:pt x="7378" y="7944"/>
                  </a:cubicBezTo>
                  <a:close/>
                  <a:moveTo>
                    <a:pt x="1693" y="1"/>
                  </a:moveTo>
                  <a:cubicBezTo>
                    <a:pt x="756" y="1"/>
                    <a:pt x="0" y="759"/>
                    <a:pt x="0" y="1696"/>
                  </a:cubicBezTo>
                  <a:lnTo>
                    <a:pt x="0" y="17580"/>
                  </a:lnTo>
                  <a:cubicBezTo>
                    <a:pt x="0" y="18514"/>
                    <a:pt x="756" y="19273"/>
                    <a:pt x="1693" y="19273"/>
                  </a:cubicBezTo>
                  <a:lnTo>
                    <a:pt x="17577" y="19273"/>
                  </a:lnTo>
                  <a:cubicBezTo>
                    <a:pt x="18514" y="19273"/>
                    <a:pt x="19269" y="18514"/>
                    <a:pt x="19272" y="17580"/>
                  </a:cubicBezTo>
                  <a:lnTo>
                    <a:pt x="19272" y="1696"/>
                  </a:lnTo>
                  <a:cubicBezTo>
                    <a:pt x="19269" y="759"/>
                    <a:pt x="18514" y="1"/>
                    <a:pt x="17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25" name="Google Shape;5025;p82"/>
          <p:cNvGrpSpPr/>
          <p:nvPr/>
        </p:nvGrpSpPr>
        <p:grpSpPr>
          <a:xfrm>
            <a:off x="6329788" y="3952813"/>
            <a:ext cx="339411" cy="337211"/>
            <a:chOff x="5049575" y="4993600"/>
            <a:chExt cx="482050" cy="478925"/>
          </a:xfrm>
        </p:grpSpPr>
        <p:sp>
          <p:nvSpPr>
            <p:cNvPr id="5026" name="Google Shape;5026;p82"/>
            <p:cNvSpPr/>
            <p:nvPr/>
          </p:nvSpPr>
          <p:spPr>
            <a:xfrm>
              <a:off x="5063200"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27" name="Google Shape;5027;p82"/>
            <p:cNvSpPr/>
            <p:nvPr/>
          </p:nvSpPr>
          <p:spPr>
            <a:xfrm>
              <a:off x="5299425" y="5133350"/>
              <a:ext cx="232200" cy="339175"/>
            </a:xfrm>
            <a:custGeom>
              <a:avLst/>
              <a:gdLst/>
              <a:ahLst/>
              <a:cxnLst/>
              <a:rect l="l" t="t" r="r" b="b"/>
              <a:pathLst>
                <a:path w="9288" h="13567" extrusionOk="0">
                  <a:moveTo>
                    <a:pt x="9284" y="1"/>
                  </a:moveTo>
                  <a:lnTo>
                    <a:pt x="4837" y="2202"/>
                  </a:lnTo>
                  <a:lnTo>
                    <a:pt x="4837" y="4680"/>
                  </a:lnTo>
                  <a:cubicBezTo>
                    <a:pt x="4837" y="4993"/>
                    <a:pt x="4584" y="5246"/>
                    <a:pt x="4271" y="5246"/>
                  </a:cubicBezTo>
                  <a:cubicBezTo>
                    <a:pt x="3957" y="5246"/>
                    <a:pt x="3707" y="4993"/>
                    <a:pt x="3707" y="4680"/>
                  </a:cubicBezTo>
                  <a:lnTo>
                    <a:pt x="3707" y="2762"/>
                  </a:lnTo>
                  <a:lnTo>
                    <a:pt x="1" y="4593"/>
                  </a:lnTo>
                  <a:lnTo>
                    <a:pt x="1" y="13566"/>
                  </a:lnTo>
                  <a:cubicBezTo>
                    <a:pt x="13" y="13560"/>
                    <a:pt x="25" y="13557"/>
                    <a:pt x="37" y="13551"/>
                  </a:cubicBezTo>
                  <a:lnTo>
                    <a:pt x="8553" y="9236"/>
                  </a:lnTo>
                  <a:cubicBezTo>
                    <a:pt x="9004" y="9010"/>
                    <a:pt x="9287" y="8550"/>
                    <a:pt x="9287" y="8047"/>
                  </a:cubicBezTo>
                  <a:lnTo>
                    <a:pt x="9287" y="52"/>
                  </a:lnTo>
                  <a:cubicBezTo>
                    <a:pt x="9287" y="34"/>
                    <a:pt x="9287" y="19"/>
                    <a:pt x="92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28" name="Google Shape;5028;p82"/>
            <p:cNvSpPr/>
            <p:nvPr/>
          </p:nvSpPr>
          <p:spPr>
            <a:xfrm>
              <a:off x="5184475" y="4993600"/>
              <a:ext cx="334125" cy="168525"/>
            </a:xfrm>
            <a:custGeom>
              <a:avLst/>
              <a:gdLst/>
              <a:ahLst/>
              <a:cxnLst/>
              <a:rect l="l" t="t" r="r" b="b"/>
              <a:pathLst>
                <a:path w="13365" h="6741" extrusionOk="0">
                  <a:moveTo>
                    <a:pt x="4040" y="0"/>
                  </a:moveTo>
                  <a:cubicBezTo>
                    <a:pt x="3830" y="0"/>
                    <a:pt x="3621" y="50"/>
                    <a:pt x="3430" y="149"/>
                  </a:cubicBezTo>
                  <a:lnTo>
                    <a:pt x="0" y="1971"/>
                  </a:lnTo>
                  <a:lnTo>
                    <a:pt x="9013" y="6741"/>
                  </a:lnTo>
                  <a:lnTo>
                    <a:pt x="13364" y="4588"/>
                  </a:lnTo>
                  <a:cubicBezTo>
                    <a:pt x="13298" y="4537"/>
                    <a:pt x="13226" y="4492"/>
                    <a:pt x="13151" y="4455"/>
                  </a:cubicBezTo>
                  <a:lnTo>
                    <a:pt x="4638" y="140"/>
                  </a:lnTo>
                  <a:lnTo>
                    <a:pt x="4635" y="140"/>
                  </a:lnTo>
                  <a:cubicBezTo>
                    <a:pt x="4446" y="47"/>
                    <a:pt x="4243" y="0"/>
                    <a:pt x="4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29" name="Google Shape;5029;p82"/>
            <p:cNvSpPr/>
            <p:nvPr/>
          </p:nvSpPr>
          <p:spPr>
            <a:xfrm>
              <a:off x="5049575" y="5132450"/>
              <a:ext cx="221650" cy="339925"/>
            </a:xfrm>
            <a:custGeom>
              <a:avLst/>
              <a:gdLst/>
              <a:ahLst/>
              <a:cxnLst/>
              <a:rect l="l" t="t" r="r" b="b"/>
              <a:pathLst>
                <a:path w="8866" h="13597" extrusionOk="0">
                  <a:moveTo>
                    <a:pt x="5803" y="5648"/>
                  </a:moveTo>
                  <a:cubicBezTo>
                    <a:pt x="5997" y="5648"/>
                    <a:pt x="6186" y="5748"/>
                    <a:pt x="6291" y="5927"/>
                  </a:cubicBezTo>
                  <a:cubicBezTo>
                    <a:pt x="6450" y="6195"/>
                    <a:pt x="6360" y="6541"/>
                    <a:pt x="6092" y="6701"/>
                  </a:cubicBezTo>
                  <a:lnTo>
                    <a:pt x="3843" y="8016"/>
                  </a:lnTo>
                  <a:lnTo>
                    <a:pt x="3834" y="8023"/>
                  </a:lnTo>
                  <a:lnTo>
                    <a:pt x="3831" y="8026"/>
                  </a:lnTo>
                  <a:lnTo>
                    <a:pt x="3818" y="8029"/>
                  </a:lnTo>
                  <a:cubicBezTo>
                    <a:pt x="3812" y="8032"/>
                    <a:pt x="3806" y="8035"/>
                    <a:pt x="3800" y="8038"/>
                  </a:cubicBezTo>
                  <a:lnTo>
                    <a:pt x="3785" y="8047"/>
                  </a:lnTo>
                  <a:lnTo>
                    <a:pt x="3767" y="8053"/>
                  </a:lnTo>
                  <a:lnTo>
                    <a:pt x="3752" y="8059"/>
                  </a:lnTo>
                  <a:lnTo>
                    <a:pt x="3734" y="8065"/>
                  </a:lnTo>
                  <a:lnTo>
                    <a:pt x="3716" y="8071"/>
                  </a:lnTo>
                  <a:lnTo>
                    <a:pt x="3698" y="8077"/>
                  </a:lnTo>
                  <a:cubicBezTo>
                    <a:pt x="3692" y="8077"/>
                    <a:pt x="3686" y="8080"/>
                    <a:pt x="3680" y="8080"/>
                  </a:cubicBezTo>
                  <a:cubicBezTo>
                    <a:pt x="3671" y="8083"/>
                    <a:pt x="3668" y="8083"/>
                    <a:pt x="3665" y="8083"/>
                  </a:cubicBezTo>
                  <a:lnTo>
                    <a:pt x="3641" y="8089"/>
                  </a:lnTo>
                  <a:lnTo>
                    <a:pt x="3629" y="8089"/>
                  </a:lnTo>
                  <a:cubicBezTo>
                    <a:pt x="3620" y="8089"/>
                    <a:pt x="3611" y="8092"/>
                    <a:pt x="3602" y="8092"/>
                  </a:cubicBezTo>
                  <a:lnTo>
                    <a:pt x="3484" y="8092"/>
                  </a:lnTo>
                  <a:lnTo>
                    <a:pt x="3466" y="8089"/>
                  </a:lnTo>
                  <a:cubicBezTo>
                    <a:pt x="3460" y="8089"/>
                    <a:pt x="3454" y="8086"/>
                    <a:pt x="3448" y="8086"/>
                  </a:cubicBezTo>
                  <a:cubicBezTo>
                    <a:pt x="3442" y="8083"/>
                    <a:pt x="3436" y="8083"/>
                    <a:pt x="3433" y="8080"/>
                  </a:cubicBezTo>
                  <a:lnTo>
                    <a:pt x="3412" y="8077"/>
                  </a:lnTo>
                  <a:cubicBezTo>
                    <a:pt x="3406" y="8077"/>
                    <a:pt x="3403" y="8074"/>
                    <a:pt x="3397" y="8071"/>
                  </a:cubicBezTo>
                  <a:lnTo>
                    <a:pt x="3376" y="8065"/>
                  </a:lnTo>
                  <a:lnTo>
                    <a:pt x="3361" y="8062"/>
                  </a:lnTo>
                  <a:lnTo>
                    <a:pt x="3343" y="8053"/>
                  </a:lnTo>
                  <a:lnTo>
                    <a:pt x="3328" y="8047"/>
                  </a:lnTo>
                  <a:lnTo>
                    <a:pt x="3310" y="8038"/>
                  </a:lnTo>
                  <a:lnTo>
                    <a:pt x="3295" y="8032"/>
                  </a:lnTo>
                  <a:cubicBezTo>
                    <a:pt x="3289" y="8029"/>
                    <a:pt x="3282" y="8026"/>
                    <a:pt x="3276" y="8019"/>
                  </a:cubicBezTo>
                  <a:lnTo>
                    <a:pt x="3261" y="8013"/>
                  </a:lnTo>
                  <a:lnTo>
                    <a:pt x="3246" y="8001"/>
                  </a:lnTo>
                  <a:cubicBezTo>
                    <a:pt x="3240" y="7998"/>
                    <a:pt x="3237" y="7995"/>
                    <a:pt x="3231" y="7992"/>
                  </a:cubicBezTo>
                  <a:lnTo>
                    <a:pt x="3216" y="7980"/>
                  </a:lnTo>
                  <a:cubicBezTo>
                    <a:pt x="3210" y="7977"/>
                    <a:pt x="3207" y="7974"/>
                    <a:pt x="3201" y="7968"/>
                  </a:cubicBezTo>
                  <a:cubicBezTo>
                    <a:pt x="3198" y="7965"/>
                    <a:pt x="3192" y="7962"/>
                    <a:pt x="3186" y="7956"/>
                  </a:cubicBezTo>
                  <a:lnTo>
                    <a:pt x="3174" y="7944"/>
                  </a:lnTo>
                  <a:lnTo>
                    <a:pt x="3159" y="7932"/>
                  </a:lnTo>
                  <a:lnTo>
                    <a:pt x="3147" y="7917"/>
                  </a:lnTo>
                  <a:cubicBezTo>
                    <a:pt x="3141" y="7914"/>
                    <a:pt x="3138" y="7908"/>
                    <a:pt x="3135" y="7905"/>
                  </a:cubicBezTo>
                  <a:lnTo>
                    <a:pt x="3120" y="7890"/>
                  </a:lnTo>
                  <a:lnTo>
                    <a:pt x="3111" y="7875"/>
                  </a:lnTo>
                  <a:cubicBezTo>
                    <a:pt x="3105" y="7869"/>
                    <a:pt x="3102" y="7863"/>
                    <a:pt x="3096" y="7857"/>
                  </a:cubicBezTo>
                  <a:lnTo>
                    <a:pt x="3087" y="7845"/>
                  </a:lnTo>
                  <a:lnTo>
                    <a:pt x="3075" y="7827"/>
                  </a:lnTo>
                  <a:lnTo>
                    <a:pt x="3069" y="7815"/>
                  </a:lnTo>
                  <a:lnTo>
                    <a:pt x="3069" y="7812"/>
                  </a:lnTo>
                  <a:lnTo>
                    <a:pt x="3063" y="7803"/>
                  </a:lnTo>
                  <a:lnTo>
                    <a:pt x="2415" y="6631"/>
                  </a:lnTo>
                  <a:cubicBezTo>
                    <a:pt x="2265" y="6357"/>
                    <a:pt x="2367" y="6014"/>
                    <a:pt x="2641" y="5863"/>
                  </a:cubicBezTo>
                  <a:lnTo>
                    <a:pt x="2635" y="5863"/>
                  </a:lnTo>
                  <a:cubicBezTo>
                    <a:pt x="2722" y="5816"/>
                    <a:pt x="2815" y="5793"/>
                    <a:pt x="2908" y="5793"/>
                  </a:cubicBezTo>
                  <a:cubicBezTo>
                    <a:pt x="3107" y="5793"/>
                    <a:pt x="3300" y="5899"/>
                    <a:pt x="3403" y="6086"/>
                  </a:cubicBezTo>
                  <a:lnTo>
                    <a:pt x="3770" y="6752"/>
                  </a:lnTo>
                  <a:lnTo>
                    <a:pt x="5520" y="5725"/>
                  </a:lnTo>
                  <a:cubicBezTo>
                    <a:pt x="5609" y="5673"/>
                    <a:pt x="5707" y="5648"/>
                    <a:pt x="5803" y="5648"/>
                  </a:cubicBezTo>
                  <a:close/>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030" name="Google Shape;5030;p82"/>
          <p:cNvSpPr txBox="1"/>
          <p:nvPr/>
        </p:nvSpPr>
        <p:spPr>
          <a:xfrm>
            <a:off x="723400" y="1187975"/>
            <a:ext cx="7697100" cy="761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00">
                <a:solidFill>
                  <a:schemeClr val="lt1"/>
                </a:solidFill>
              </a:rPr>
              <a:t>You can </a:t>
            </a:r>
            <a:r>
              <a:rPr lang="en" sz="1100" b="1">
                <a:solidFill>
                  <a:schemeClr val="dk2"/>
                </a:solidFill>
              </a:rPr>
              <a:t>resize </a:t>
            </a:r>
            <a:r>
              <a:rPr lang="en" sz="1100">
                <a:solidFill>
                  <a:schemeClr val="lt1"/>
                </a:solidFill>
              </a:rPr>
              <a:t>these icons without losing quality.</a:t>
            </a:r>
            <a:endParaRPr sz="1100">
              <a:solidFill>
                <a:schemeClr val="lt1"/>
              </a:solidFill>
            </a:endParaRPr>
          </a:p>
          <a:p>
            <a:pPr marL="0" lvl="0" indent="0" algn="ctr" rtl="0">
              <a:lnSpc>
                <a:spcPct val="100000"/>
              </a:lnSpc>
              <a:spcBef>
                <a:spcPts val="0"/>
              </a:spcBef>
              <a:spcAft>
                <a:spcPts val="0"/>
              </a:spcAft>
              <a:buNone/>
            </a:pPr>
            <a:r>
              <a:rPr lang="en" sz="1100">
                <a:solidFill>
                  <a:schemeClr val="lt1"/>
                </a:solidFill>
              </a:rPr>
              <a:t>You can </a:t>
            </a:r>
            <a:r>
              <a:rPr lang="en" sz="1100" b="1">
                <a:solidFill>
                  <a:schemeClr val="dk2"/>
                </a:solidFill>
              </a:rPr>
              <a:t>change the stroke and fill color</a:t>
            </a:r>
            <a:r>
              <a:rPr lang="en" sz="1100">
                <a:solidFill>
                  <a:schemeClr val="lt1"/>
                </a:solidFill>
              </a:rPr>
              <a:t>; just select the icon and click on the </a:t>
            </a:r>
            <a:r>
              <a:rPr lang="en" sz="1100" b="1">
                <a:solidFill>
                  <a:schemeClr val="dk2"/>
                </a:solidFill>
              </a:rPr>
              <a:t>paint bucket/pen</a:t>
            </a:r>
            <a:r>
              <a:rPr lang="en" sz="1100">
                <a:solidFill>
                  <a:schemeClr val="lt1"/>
                </a:solidFill>
              </a:rPr>
              <a:t>.</a:t>
            </a:r>
            <a:endParaRPr sz="1100">
              <a:solidFill>
                <a:schemeClr val="lt1"/>
              </a:solidFill>
            </a:endParaRPr>
          </a:p>
          <a:p>
            <a:pPr marL="0" lvl="0" indent="0" algn="ctr" rtl="0">
              <a:lnSpc>
                <a:spcPct val="100000"/>
              </a:lnSpc>
              <a:spcBef>
                <a:spcPts val="0"/>
              </a:spcBef>
              <a:spcAft>
                <a:spcPts val="0"/>
              </a:spcAft>
              <a:buNone/>
            </a:pPr>
            <a:r>
              <a:rPr lang="en" sz="1100">
                <a:solidFill>
                  <a:schemeClr val="lt1"/>
                </a:solidFill>
              </a:rPr>
              <a:t>In Google Slides, you can also use </a:t>
            </a:r>
            <a:r>
              <a:rPr lang="en" sz="1100" b="1">
                <a:solidFill>
                  <a:schemeClr val="dk2"/>
                </a:solidFill>
                <a:uFill>
                  <a:noFill/>
                </a:uFill>
                <a:hlinkClick r:id="rId3">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Flaticon’s extension</a:t>
            </a:r>
            <a:r>
              <a:rPr lang="en" sz="1100">
                <a:solidFill>
                  <a:schemeClr val="lt1"/>
                </a:solidFill>
              </a:rPr>
              <a:t>, allowing you to customize and add even more icons.</a:t>
            </a:r>
            <a:endParaRPr sz="1100">
              <a:solidFill>
                <a:schemeClr val="lt1"/>
              </a:solidFill>
            </a:endParaRPr>
          </a:p>
        </p:txBody>
      </p:sp>
      <p:sp>
        <p:nvSpPr>
          <p:cNvPr id="5031" name="Google Shape;5031;p82"/>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...and our sets of editable icons</a:t>
            </a:r>
            <a:endParaRPr/>
          </a:p>
        </p:txBody>
      </p:sp>
      <p:grpSp>
        <p:nvGrpSpPr>
          <p:cNvPr id="5032" name="Google Shape;5032;p82"/>
          <p:cNvGrpSpPr/>
          <p:nvPr/>
        </p:nvGrpSpPr>
        <p:grpSpPr>
          <a:xfrm>
            <a:off x="7248742" y="3975375"/>
            <a:ext cx="195300" cy="343772"/>
            <a:chOff x="3999225" y="4364775"/>
            <a:chExt cx="195300" cy="343772"/>
          </a:xfrm>
        </p:grpSpPr>
        <p:grpSp>
          <p:nvGrpSpPr>
            <p:cNvPr id="5033" name="Google Shape;5033;p82"/>
            <p:cNvGrpSpPr/>
            <p:nvPr/>
          </p:nvGrpSpPr>
          <p:grpSpPr>
            <a:xfrm>
              <a:off x="4048568" y="4562577"/>
              <a:ext cx="97317" cy="145970"/>
              <a:chOff x="1529575" y="2222650"/>
              <a:chExt cx="203125" cy="304675"/>
            </a:xfrm>
          </p:grpSpPr>
          <p:sp>
            <p:nvSpPr>
              <p:cNvPr id="5034" name="Google Shape;5034;p82"/>
              <p:cNvSpPr/>
              <p:nvPr/>
            </p:nvSpPr>
            <p:spPr>
              <a:xfrm>
                <a:off x="1631125" y="2222650"/>
                <a:ext cx="25" cy="304675"/>
              </a:xfrm>
              <a:custGeom>
                <a:avLst/>
                <a:gdLst/>
                <a:ahLst/>
                <a:cxnLst/>
                <a:rect l="l" t="t" r="r" b="b"/>
                <a:pathLst>
                  <a:path w="1" h="12187" fill="none" extrusionOk="0">
                    <a:moveTo>
                      <a:pt x="1" y="1"/>
                    </a:moveTo>
                    <a:lnTo>
                      <a:pt x="1" y="12187"/>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82"/>
              <p:cNvSpPr/>
              <p:nvPr/>
            </p:nvSpPr>
            <p:spPr>
              <a:xfrm>
                <a:off x="1529575" y="2425750"/>
                <a:ext cx="203125" cy="25"/>
              </a:xfrm>
              <a:custGeom>
                <a:avLst/>
                <a:gdLst/>
                <a:ahLst/>
                <a:cxnLst/>
                <a:rect l="l" t="t" r="r" b="b"/>
                <a:pathLst>
                  <a:path w="8125" h="1" fill="none" extrusionOk="0">
                    <a:moveTo>
                      <a:pt x="1" y="1"/>
                    </a:moveTo>
                    <a:lnTo>
                      <a:pt x="8125" y="1"/>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36" name="Google Shape;5036;p82"/>
            <p:cNvGrpSpPr/>
            <p:nvPr/>
          </p:nvGrpSpPr>
          <p:grpSpPr>
            <a:xfrm>
              <a:off x="3999225" y="4364775"/>
              <a:ext cx="195300" cy="195300"/>
              <a:chOff x="3999225" y="4364775"/>
              <a:chExt cx="195300" cy="195300"/>
            </a:xfrm>
          </p:grpSpPr>
          <p:sp>
            <p:nvSpPr>
              <p:cNvPr id="5037" name="Google Shape;5037;p82"/>
              <p:cNvSpPr/>
              <p:nvPr/>
            </p:nvSpPr>
            <p:spPr>
              <a:xfrm>
                <a:off x="3999225" y="436477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82"/>
              <p:cNvSpPr/>
              <p:nvPr/>
            </p:nvSpPr>
            <p:spPr>
              <a:xfrm>
                <a:off x="4029725" y="439525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39" name="Google Shape;5039;p82"/>
          <p:cNvGrpSpPr/>
          <p:nvPr/>
        </p:nvGrpSpPr>
        <p:grpSpPr>
          <a:xfrm>
            <a:off x="7564186" y="3991627"/>
            <a:ext cx="277088" cy="259611"/>
            <a:chOff x="4335888" y="4398114"/>
            <a:chExt cx="277088" cy="259611"/>
          </a:xfrm>
        </p:grpSpPr>
        <p:grpSp>
          <p:nvGrpSpPr>
            <p:cNvPr id="5040" name="Google Shape;5040;p82"/>
            <p:cNvGrpSpPr/>
            <p:nvPr/>
          </p:nvGrpSpPr>
          <p:grpSpPr>
            <a:xfrm>
              <a:off x="4335888" y="4462425"/>
              <a:ext cx="195300" cy="195300"/>
              <a:chOff x="4335888" y="4462425"/>
              <a:chExt cx="195300" cy="195300"/>
            </a:xfrm>
          </p:grpSpPr>
          <p:sp>
            <p:nvSpPr>
              <p:cNvPr id="5041" name="Google Shape;5041;p82"/>
              <p:cNvSpPr/>
              <p:nvPr/>
            </p:nvSpPr>
            <p:spPr>
              <a:xfrm>
                <a:off x="4335888" y="446242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82"/>
              <p:cNvSpPr/>
              <p:nvPr/>
            </p:nvSpPr>
            <p:spPr>
              <a:xfrm>
                <a:off x="4366388" y="449290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3" name="Google Shape;5043;p82"/>
            <p:cNvGrpSpPr/>
            <p:nvPr/>
          </p:nvGrpSpPr>
          <p:grpSpPr>
            <a:xfrm>
              <a:off x="4509813" y="4398114"/>
              <a:ext cx="103162" cy="103198"/>
              <a:chOff x="2277975" y="2021700"/>
              <a:chExt cx="215325" cy="215400"/>
            </a:xfrm>
          </p:grpSpPr>
          <p:sp>
            <p:nvSpPr>
              <p:cNvPr id="5044" name="Google Shape;5044;p82"/>
              <p:cNvSpPr/>
              <p:nvPr/>
            </p:nvSpPr>
            <p:spPr>
              <a:xfrm>
                <a:off x="2277975" y="2026475"/>
                <a:ext cx="210650" cy="210625"/>
              </a:xfrm>
              <a:custGeom>
                <a:avLst/>
                <a:gdLst/>
                <a:ahLst/>
                <a:cxnLst/>
                <a:rect l="l" t="t" r="r" b="b"/>
                <a:pathLst>
                  <a:path w="8426" h="8425" fill="none" extrusionOk="0">
                    <a:moveTo>
                      <a:pt x="8425" y="0"/>
                    </a:moveTo>
                    <a:lnTo>
                      <a:pt x="1" y="8425"/>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82"/>
              <p:cNvSpPr/>
              <p:nvPr/>
            </p:nvSpPr>
            <p:spPr>
              <a:xfrm>
                <a:off x="2349675" y="2021700"/>
                <a:ext cx="143625" cy="143500"/>
              </a:xfrm>
              <a:custGeom>
                <a:avLst/>
                <a:gdLst/>
                <a:ahLst/>
                <a:cxnLst/>
                <a:rect l="l" t="t" r="r" b="b"/>
                <a:pathLst>
                  <a:path w="5745" h="5740" fill="none" extrusionOk="0">
                    <a:moveTo>
                      <a:pt x="1" y="0"/>
                    </a:moveTo>
                    <a:lnTo>
                      <a:pt x="5744" y="0"/>
                    </a:lnTo>
                    <a:lnTo>
                      <a:pt x="5744" y="5740"/>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46" name="Google Shape;5046;p82"/>
          <p:cNvGrpSpPr/>
          <p:nvPr/>
        </p:nvGrpSpPr>
        <p:grpSpPr>
          <a:xfrm>
            <a:off x="7961419" y="4049613"/>
            <a:ext cx="392275" cy="195300"/>
            <a:chOff x="4752588" y="4440200"/>
            <a:chExt cx="392275" cy="195300"/>
          </a:xfrm>
        </p:grpSpPr>
        <p:grpSp>
          <p:nvGrpSpPr>
            <p:cNvPr id="5047" name="Google Shape;5047;p82"/>
            <p:cNvGrpSpPr/>
            <p:nvPr/>
          </p:nvGrpSpPr>
          <p:grpSpPr>
            <a:xfrm>
              <a:off x="4950384" y="4469728"/>
              <a:ext cx="194479" cy="136244"/>
              <a:chOff x="3163375" y="2175125"/>
              <a:chExt cx="405925" cy="284375"/>
            </a:xfrm>
          </p:grpSpPr>
          <p:sp>
            <p:nvSpPr>
              <p:cNvPr id="5048" name="Google Shape;5048;p82"/>
              <p:cNvSpPr/>
              <p:nvPr/>
            </p:nvSpPr>
            <p:spPr>
              <a:xfrm>
                <a:off x="3163375" y="2317300"/>
                <a:ext cx="389050" cy="25"/>
              </a:xfrm>
              <a:custGeom>
                <a:avLst/>
                <a:gdLst/>
                <a:ahLst/>
                <a:cxnLst/>
                <a:rect l="l" t="t" r="r" b="b"/>
                <a:pathLst>
                  <a:path w="15562" h="1" fill="none" extrusionOk="0">
                    <a:moveTo>
                      <a:pt x="15562" y="1"/>
                    </a:moveTo>
                    <a:lnTo>
                      <a:pt x="1" y="1"/>
                    </a:lnTo>
                  </a:path>
                </a:pathLst>
              </a:custGeom>
              <a:solidFill>
                <a:srgbClr val="869FB2"/>
              </a:solidFill>
              <a:ln w="19050" cap="sq" cmpd="sng">
                <a:solidFill>
                  <a:srgbClr val="869FB2"/>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82"/>
              <p:cNvSpPr/>
              <p:nvPr/>
            </p:nvSpPr>
            <p:spPr>
              <a:xfrm>
                <a:off x="3299975" y="2175125"/>
                <a:ext cx="25" cy="284375"/>
              </a:xfrm>
              <a:custGeom>
                <a:avLst/>
                <a:gdLst/>
                <a:ahLst/>
                <a:cxnLst/>
                <a:rect l="l" t="t" r="r" b="b"/>
                <a:pathLst>
                  <a:path w="1" h="11375" fill="none" extrusionOk="0">
                    <a:moveTo>
                      <a:pt x="0" y="1"/>
                    </a:moveTo>
                    <a:lnTo>
                      <a:pt x="0" y="11374"/>
                    </a:lnTo>
                  </a:path>
                </a:pathLst>
              </a:custGeom>
              <a:solidFill>
                <a:srgbClr val="869FB2"/>
              </a:solidFill>
              <a:ln w="19050" cap="rnd" cmpd="sng">
                <a:solidFill>
                  <a:srgbClr val="869FB2"/>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82"/>
              <p:cNvSpPr/>
              <p:nvPr/>
            </p:nvSpPr>
            <p:spPr>
              <a:xfrm>
                <a:off x="3438275" y="2186300"/>
                <a:ext cx="131025" cy="261925"/>
              </a:xfrm>
              <a:custGeom>
                <a:avLst/>
                <a:gdLst/>
                <a:ahLst/>
                <a:cxnLst/>
                <a:rect l="l" t="t" r="r" b="b"/>
                <a:pathLst>
                  <a:path w="5241" h="10477" fill="none" extrusionOk="0">
                    <a:moveTo>
                      <a:pt x="0" y="10476"/>
                    </a:moveTo>
                    <a:lnTo>
                      <a:pt x="5240" y="5241"/>
                    </a:lnTo>
                    <a:lnTo>
                      <a:pt x="0" y="1"/>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1" name="Google Shape;5051;p82"/>
            <p:cNvGrpSpPr/>
            <p:nvPr/>
          </p:nvGrpSpPr>
          <p:grpSpPr>
            <a:xfrm>
              <a:off x="4752588" y="4440200"/>
              <a:ext cx="195300" cy="195300"/>
              <a:chOff x="4335888" y="4462425"/>
              <a:chExt cx="195300" cy="195300"/>
            </a:xfrm>
          </p:grpSpPr>
          <p:sp>
            <p:nvSpPr>
              <p:cNvPr id="5052" name="Google Shape;5052;p82"/>
              <p:cNvSpPr/>
              <p:nvPr/>
            </p:nvSpPr>
            <p:spPr>
              <a:xfrm>
                <a:off x="4335888" y="446242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82"/>
              <p:cNvSpPr/>
              <p:nvPr/>
            </p:nvSpPr>
            <p:spPr>
              <a:xfrm>
                <a:off x="4366388" y="449290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5057"/>
        <p:cNvGrpSpPr/>
        <p:nvPr/>
      </p:nvGrpSpPr>
      <p:grpSpPr>
        <a:xfrm>
          <a:off x="0" y="0"/>
          <a:ext cx="0" cy="0"/>
          <a:chOff x="0" y="0"/>
          <a:chExt cx="0" cy="0"/>
        </a:xfrm>
      </p:grpSpPr>
      <p:grpSp>
        <p:nvGrpSpPr>
          <p:cNvPr id="5058" name="Google Shape;5058;p83"/>
          <p:cNvGrpSpPr/>
          <p:nvPr/>
        </p:nvGrpSpPr>
        <p:grpSpPr>
          <a:xfrm>
            <a:off x="856199" y="1311179"/>
            <a:ext cx="322099" cy="370529"/>
            <a:chOff x="-42971725" y="3217825"/>
            <a:chExt cx="275675" cy="317125"/>
          </a:xfrm>
        </p:grpSpPr>
        <p:sp>
          <p:nvSpPr>
            <p:cNvPr id="5059" name="Google Shape;5059;p83"/>
            <p:cNvSpPr/>
            <p:nvPr/>
          </p:nvSpPr>
          <p:spPr>
            <a:xfrm>
              <a:off x="-42951250" y="3279250"/>
              <a:ext cx="233950" cy="152050"/>
            </a:xfrm>
            <a:custGeom>
              <a:avLst/>
              <a:gdLst/>
              <a:ahLst/>
              <a:cxnLst/>
              <a:rect l="l" t="t" r="r" b="b"/>
              <a:pathLst>
                <a:path w="9358" h="6082" extrusionOk="0">
                  <a:moveTo>
                    <a:pt x="379" y="1"/>
                  </a:moveTo>
                  <a:cubicBezTo>
                    <a:pt x="158" y="1"/>
                    <a:pt x="1" y="221"/>
                    <a:pt x="1" y="410"/>
                  </a:cubicBezTo>
                  <a:lnTo>
                    <a:pt x="1" y="6081"/>
                  </a:lnTo>
                  <a:lnTo>
                    <a:pt x="9357" y="6081"/>
                  </a:lnTo>
                  <a:lnTo>
                    <a:pt x="9357" y="410"/>
                  </a:lnTo>
                  <a:cubicBezTo>
                    <a:pt x="9357" y="158"/>
                    <a:pt x="9168" y="1"/>
                    <a:pt x="89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83"/>
            <p:cNvSpPr/>
            <p:nvPr/>
          </p:nvSpPr>
          <p:spPr>
            <a:xfrm>
              <a:off x="-42971725" y="3451750"/>
              <a:ext cx="275675" cy="83200"/>
            </a:xfrm>
            <a:custGeom>
              <a:avLst/>
              <a:gdLst/>
              <a:ahLst/>
              <a:cxnLst/>
              <a:rect l="l" t="t" r="r" b="b"/>
              <a:pathLst>
                <a:path w="11027" h="3328" extrusionOk="0">
                  <a:moveTo>
                    <a:pt x="63" y="0"/>
                  </a:moveTo>
                  <a:cubicBezTo>
                    <a:pt x="32" y="126"/>
                    <a:pt x="0" y="284"/>
                    <a:pt x="0" y="410"/>
                  </a:cubicBezTo>
                  <a:cubicBezTo>
                    <a:pt x="0" y="1103"/>
                    <a:pt x="536" y="1670"/>
                    <a:pt x="1198" y="1670"/>
                  </a:cubicBezTo>
                  <a:lnTo>
                    <a:pt x="3151" y="1670"/>
                  </a:lnTo>
                  <a:lnTo>
                    <a:pt x="2615" y="2710"/>
                  </a:lnTo>
                  <a:cubicBezTo>
                    <a:pt x="2521" y="2930"/>
                    <a:pt x="2615" y="3182"/>
                    <a:pt x="2836" y="3277"/>
                  </a:cubicBezTo>
                  <a:cubicBezTo>
                    <a:pt x="2889" y="3312"/>
                    <a:pt x="2949" y="3328"/>
                    <a:pt x="3009" y="3328"/>
                  </a:cubicBezTo>
                  <a:cubicBezTo>
                    <a:pt x="3166" y="3328"/>
                    <a:pt x="3326" y="3224"/>
                    <a:pt x="3371" y="3088"/>
                  </a:cubicBezTo>
                  <a:lnTo>
                    <a:pt x="4096" y="1639"/>
                  </a:lnTo>
                  <a:lnTo>
                    <a:pt x="5073" y="1639"/>
                  </a:lnTo>
                  <a:lnTo>
                    <a:pt x="5073" y="2867"/>
                  </a:lnTo>
                  <a:cubicBezTo>
                    <a:pt x="5073" y="3119"/>
                    <a:pt x="5262" y="3308"/>
                    <a:pt x="5514" y="3308"/>
                  </a:cubicBezTo>
                  <a:cubicBezTo>
                    <a:pt x="5734" y="3308"/>
                    <a:pt x="5892" y="3119"/>
                    <a:pt x="5892" y="2867"/>
                  </a:cubicBezTo>
                  <a:lnTo>
                    <a:pt x="5892" y="1639"/>
                  </a:lnTo>
                  <a:lnTo>
                    <a:pt x="6868" y="1639"/>
                  </a:lnTo>
                  <a:lnTo>
                    <a:pt x="7593" y="3088"/>
                  </a:lnTo>
                  <a:cubicBezTo>
                    <a:pt x="7688" y="3230"/>
                    <a:pt x="7835" y="3301"/>
                    <a:pt x="7983" y="3301"/>
                  </a:cubicBezTo>
                  <a:cubicBezTo>
                    <a:pt x="8032" y="3301"/>
                    <a:pt x="8081" y="3293"/>
                    <a:pt x="8129" y="3277"/>
                  </a:cubicBezTo>
                  <a:cubicBezTo>
                    <a:pt x="8349" y="3151"/>
                    <a:pt x="8412" y="2930"/>
                    <a:pt x="8349" y="2710"/>
                  </a:cubicBezTo>
                  <a:lnTo>
                    <a:pt x="7814" y="1670"/>
                  </a:lnTo>
                  <a:lnTo>
                    <a:pt x="9767" y="1670"/>
                  </a:lnTo>
                  <a:cubicBezTo>
                    <a:pt x="10429" y="1670"/>
                    <a:pt x="11027" y="1103"/>
                    <a:pt x="11027" y="410"/>
                  </a:cubicBezTo>
                  <a:cubicBezTo>
                    <a:pt x="11027" y="252"/>
                    <a:pt x="10964" y="126"/>
                    <a:pt x="109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83"/>
            <p:cNvSpPr/>
            <p:nvPr/>
          </p:nvSpPr>
          <p:spPr>
            <a:xfrm>
              <a:off x="-42866975" y="3217825"/>
              <a:ext cx="63025" cy="40975"/>
            </a:xfrm>
            <a:custGeom>
              <a:avLst/>
              <a:gdLst/>
              <a:ahLst/>
              <a:cxnLst/>
              <a:rect l="l" t="t" r="r" b="b"/>
              <a:pathLst>
                <a:path w="2521" h="1639" extrusionOk="0">
                  <a:moveTo>
                    <a:pt x="442" y="0"/>
                  </a:moveTo>
                  <a:cubicBezTo>
                    <a:pt x="221" y="0"/>
                    <a:pt x="1" y="189"/>
                    <a:pt x="1" y="410"/>
                  </a:cubicBezTo>
                  <a:lnTo>
                    <a:pt x="1" y="1639"/>
                  </a:lnTo>
                  <a:lnTo>
                    <a:pt x="2489" y="1639"/>
                  </a:lnTo>
                  <a:lnTo>
                    <a:pt x="2489" y="410"/>
                  </a:lnTo>
                  <a:lnTo>
                    <a:pt x="2521" y="410"/>
                  </a:lnTo>
                  <a:cubicBezTo>
                    <a:pt x="2521" y="189"/>
                    <a:pt x="2332"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62" name="Google Shape;5062;p83"/>
          <p:cNvGrpSpPr/>
          <p:nvPr/>
        </p:nvGrpSpPr>
        <p:grpSpPr>
          <a:xfrm>
            <a:off x="828113" y="1779835"/>
            <a:ext cx="378270" cy="337551"/>
            <a:chOff x="-42996150" y="3612600"/>
            <a:chExt cx="323750" cy="288900"/>
          </a:xfrm>
        </p:grpSpPr>
        <p:sp>
          <p:nvSpPr>
            <p:cNvPr id="5063" name="Google Shape;5063;p83"/>
            <p:cNvSpPr/>
            <p:nvPr/>
          </p:nvSpPr>
          <p:spPr>
            <a:xfrm>
              <a:off x="-42914225" y="3612600"/>
              <a:ext cx="241825" cy="239275"/>
            </a:xfrm>
            <a:custGeom>
              <a:avLst/>
              <a:gdLst/>
              <a:ahLst/>
              <a:cxnLst/>
              <a:rect l="l" t="t" r="r" b="b"/>
              <a:pathLst>
                <a:path w="9673" h="9571" extrusionOk="0">
                  <a:moveTo>
                    <a:pt x="5963" y="1"/>
                  </a:moveTo>
                  <a:cubicBezTo>
                    <a:pt x="5661" y="1"/>
                    <a:pt x="5365" y="127"/>
                    <a:pt x="5136" y="371"/>
                  </a:cubicBezTo>
                  <a:lnTo>
                    <a:pt x="0" y="5507"/>
                  </a:lnTo>
                  <a:lnTo>
                    <a:pt x="4064" y="9571"/>
                  </a:lnTo>
                  <a:lnTo>
                    <a:pt x="9200" y="4436"/>
                  </a:lnTo>
                  <a:cubicBezTo>
                    <a:pt x="9672" y="3963"/>
                    <a:pt x="9672" y="3207"/>
                    <a:pt x="9200" y="2734"/>
                  </a:cubicBezTo>
                  <a:lnTo>
                    <a:pt x="6868" y="434"/>
                  </a:lnTo>
                  <a:cubicBezTo>
                    <a:pt x="6609" y="143"/>
                    <a:pt x="6283" y="1"/>
                    <a:pt x="59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83"/>
            <p:cNvSpPr/>
            <p:nvPr/>
          </p:nvSpPr>
          <p:spPr>
            <a:xfrm>
              <a:off x="-42946525" y="3762850"/>
              <a:ext cx="118950" cy="118950"/>
            </a:xfrm>
            <a:custGeom>
              <a:avLst/>
              <a:gdLst/>
              <a:ahLst/>
              <a:cxnLst/>
              <a:rect l="l" t="t" r="r" b="b"/>
              <a:pathLst>
                <a:path w="4758" h="4758" extrusionOk="0">
                  <a:moveTo>
                    <a:pt x="725" y="1"/>
                  </a:moveTo>
                  <a:lnTo>
                    <a:pt x="473" y="284"/>
                  </a:lnTo>
                  <a:cubicBezTo>
                    <a:pt x="253" y="505"/>
                    <a:pt x="95" y="820"/>
                    <a:pt x="95" y="1198"/>
                  </a:cubicBezTo>
                  <a:cubicBezTo>
                    <a:pt x="95" y="1450"/>
                    <a:pt x="190" y="1765"/>
                    <a:pt x="442" y="1986"/>
                  </a:cubicBezTo>
                  <a:cubicBezTo>
                    <a:pt x="631" y="2112"/>
                    <a:pt x="599" y="2458"/>
                    <a:pt x="442" y="2616"/>
                  </a:cubicBezTo>
                  <a:lnTo>
                    <a:pt x="1" y="3025"/>
                  </a:lnTo>
                  <a:lnTo>
                    <a:pt x="1733" y="4758"/>
                  </a:lnTo>
                  <a:lnTo>
                    <a:pt x="2174" y="4348"/>
                  </a:lnTo>
                  <a:cubicBezTo>
                    <a:pt x="2253" y="4270"/>
                    <a:pt x="2363" y="4230"/>
                    <a:pt x="2478" y="4230"/>
                  </a:cubicBezTo>
                  <a:cubicBezTo>
                    <a:pt x="2592" y="4230"/>
                    <a:pt x="2710" y="4270"/>
                    <a:pt x="2804" y="4348"/>
                  </a:cubicBezTo>
                  <a:cubicBezTo>
                    <a:pt x="3025" y="4569"/>
                    <a:pt x="3340" y="4695"/>
                    <a:pt x="3655" y="4695"/>
                  </a:cubicBezTo>
                  <a:cubicBezTo>
                    <a:pt x="3970" y="4695"/>
                    <a:pt x="4254" y="4569"/>
                    <a:pt x="4506" y="4348"/>
                  </a:cubicBezTo>
                  <a:lnTo>
                    <a:pt x="4758" y="4065"/>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83"/>
            <p:cNvSpPr/>
            <p:nvPr/>
          </p:nvSpPr>
          <p:spPr>
            <a:xfrm>
              <a:off x="-42996150" y="3855800"/>
              <a:ext cx="78000" cy="45700"/>
            </a:xfrm>
            <a:custGeom>
              <a:avLst/>
              <a:gdLst/>
              <a:ahLst/>
              <a:cxnLst/>
              <a:rect l="l" t="t" r="r" b="b"/>
              <a:pathLst>
                <a:path w="3120" h="1828" extrusionOk="0">
                  <a:moveTo>
                    <a:pt x="1450" y="0"/>
                  </a:moveTo>
                  <a:lnTo>
                    <a:pt x="253" y="1166"/>
                  </a:lnTo>
                  <a:cubicBezTo>
                    <a:pt x="1" y="1355"/>
                    <a:pt x="190" y="1828"/>
                    <a:pt x="536" y="1828"/>
                  </a:cubicBezTo>
                  <a:lnTo>
                    <a:pt x="2773" y="1828"/>
                  </a:lnTo>
                  <a:cubicBezTo>
                    <a:pt x="2931" y="1828"/>
                    <a:pt x="3025" y="1765"/>
                    <a:pt x="3120" y="1670"/>
                  </a:cubicBezTo>
                  <a:lnTo>
                    <a:pt x="1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66" name="Google Shape;5066;p83"/>
          <p:cNvGrpSpPr/>
          <p:nvPr/>
        </p:nvGrpSpPr>
        <p:grpSpPr>
          <a:xfrm>
            <a:off x="830874" y="2189205"/>
            <a:ext cx="372749" cy="370909"/>
            <a:chOff x="-42994575" y="3950300"/>
            <a:chExt cx="319025" cy="317450"/>
          </a:xfrm>
        </p:grpSpPr>
        <p:sp>
          <p:nvSpPr>
            <p:cNvPr id="5067" name="Google Shape;5067;p83"/>
            <p:cNvSpPr/>
            <p:nvPr/>
          </p:nvSpPr>
          <p:spPr>
            <a:xfrm>
              <a:off x="-42930775" y="4225200"/>
              <a:ext cx="191425" cy="42550"/>
            </a:xfrm>
            <a:custGeom>
              <a:avLst/>
              <a:gdLst/>
              <a:ahLst/>
              <a:cxnLst/>
              <a:rect l="l" t="t" r="r" b="b"/>
              <a:pathLst>
                <a:path w="7657" h="1702" extrusionOk="0">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83"/>
            <p:cNvSpPr/>
            <p:nvPr/>
          </p:nvSpPr>
          <p:spPr>
            <a:xfrm>
              <a:off x="-42908725" y="4163750"/>
              <a:ext cx="148900" cy="42550"/>
            </a:xfrm>
            <a:custGeom>
              <a:avLst/>
              <a:gdLst/>
              <a:ahLst/>
              <a:cxnLst/>
              <a:rect l="l" t="t" r="r" b="b"/>
              <a:pathLst>
                <a:path w="5956" h="1702" extrusionOk="0">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83"/>
            <p:cNvSpPr/>
            <p:nvPr/>
          </p:nvSpPr>
          <p:spPr>
            <a:xfrm>
              <a:off x="-42994575" y="3950300"/>
              <a:ext cx="319025" cy="211125"/>
            </a:xfrm>
            <a:custGeom>
              <a:avLst/>
              <a:gdLst/>
              <a:ahLst/>
              <a:cxnLst/>
              <a:rect l="l" t="t" r="r" b="b"/>
              <a:pathLst>
                <a:path w="12761" h="8445" extrusionOk="0">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0" name="Google Shape;5070;p83"/>
          <p:cNvGrpSpPr/>
          <p:nvPr/>
        </p:nvGrpSpPr>
        <p:grpSpPr>
          <a:xfrm>
            <a:off x="2984269" y="1336037"/>
            <a:ext cx="371785" cy="370879"/>
            <a:chOff x="-41111350" y="3239100"/>
            <a:chExt cx="318200" cy="317425"/>
          </a:xfrm>
        </p:grpSpPr>
        <p:sp>
          <p:nvSpPr>
            <p:cNvPr id="5071" name="Google Shape;5071;p83"/>
            <p:cNvSpPr/>
            <p:nvPr/>
          </p:nvSpPr>
          <p:spPr>
            <a:xfrm>
              <a:off x="-41111350" y="3239100"/>
              <a:ext cx="145725" cy="144925"/>
            </a:xfrm>
            <a:custGeom>
              <a:avLst/>
              <a:gdLst/>
              <a:ahLst/>
              <a:cxnLst/>
              <a:rect l="l" t="t" r="r" b="b"/>
              <a:pathLst>
                <a:path w="5829" h="5797" extrusionOk="0">
                  <a:moveTo>
                    <a:pt x="2930" y="1670"/>
                  </a:moveTo>
                  <a:cubicBezTo>
                    <a:pt x="3119" y="1670"/>
                    <a:pt x="3308" y="1859"/>
                    <a:pt x="3308" y="2048"/>
                  </a:cubicBezTo>
                  <a:lnTo>
                    <a:pt x="3308" y="2489"/>
                  </a:lnTo>
                  <a:lnTo>
                    <a:pt x="3749" y="2489"/>
                  </a:lnTo>
                  <a:cubicBezTo>
                    <a:pt x="4001" y="2489"/>
                    <a:pt x="4159" y="2678"/>
                    <a:pt x="4159" y="2930"/>
                  </a:cubicBezTo>
                  <a:cubicBezTo>
                    <a:pt x="4159" y="3151"/>
                    <a:pt x="3938" y="3340"/>
                    <a:pt x="3749" y="3340"/>
                  </a:cubicBezTo>
                  <a:lnTo>
                    <a:pt x="3308" y="3340"/>
                  </a:lnTo>
                  <a:lnTo>
                    <a:pt x="3308" y="3781"/>
                  </a:lnTo>
                  <a:cubicBezTo>
                    <a:pt x="3308" y="4001"/>
                    <a:pt x="3119" y="4159"/>
                    <a:pt x="2930" y="4159"/>
                  </a:cubicBezTo>
                  <a:cubicBezTo>
                    <a:pt x="2710" y="4159"/>
                    <a:pt x="2520" y="3970"/>
                    <a:pt x="2520" y="3781"/>
                  </a:cubicBezTo>
                  <a:lnTo>
                    <a:pt x="2520" y="3340"/>
                  </a:lnTo>
                  <a:lnTo>
                    <a:pt x="2079" y="3340"/>
                  </a:lnTo>
                  <a:cubicBezTo>
                    <a:pt x="1859" y="3340"/>
                    <a:pt x="1701" y="3151"/>
                    <a:pt x="1701" y="2930"/>
                  </a:cubicBezTo>
                  <a:cubicBezTo>
                    <a:pt x="1701" y="2678"/>
                    <a:pt x="1859" y="2489"/>
                    <a:pt x="2079" y="2489"/>
                  </a:cubicBezTo>
                  <a:lnTo>
                    <a:pt x="2520" y="2489"/>
                  </a:lnTo>
                  <a:lnTo>
                    <a:pt x="2520" y="2048"/>
                  </a:lnTo>
                  <a:cubicBezTo>
                    <a:pt x="2520" y="1827"/>
                    <a:pt x="2710" y="1670"/>
                    <a:pt x="2930" y="1670"/>
                  </a:cubicBezTo>
                  <a:close/>
                  <a:moveTo>
                    <a:pt x="441" y="0"/>
                  </a:moveTo>
                  <a:cubicBezTo>
                    <a:pt x="189" y="0"/>
                    <a:pt x="0" y="189"/>
                    <a:pt x="0" y="441"/>
                  </a:cubicBezTo>
                  <a:lnTo>
                    <a:pt x="0" y="5387"/>
                  </a:lnTo>
                  <a:cubicBezTo>
                    <a:pt x="32" y="5639"/>
                    <a:pt x="221" y="5797"/>
                    <a:pt x="441" y="5797"/>
                  </a:cubicBezTo>
                  <a:lnTo>
                    <a:pt x="5387" y="5797"/>
                  </a:lnTo>
                  <a:cubicBezTo>
                    <a:pt x="5639" y="5797"/>
                    <a:pt x="5829" y="5608"/>
                    <a:pt x="5829" y="5387"/>
                  </a:cubicBezTo>
                  <a:lnTo>
                    <a:pt x="5829" y="441"/>
                  </a:lnTo>
                  <a:cubicBezTo>
                    <a:pt x="5829" y="189"/>
                    <a:pt x="5639" y="0"/>
                    <a:pt x="5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83"/>
            <p:cNvSpPr/>
            <p:nvPr/>
          </p:nvSpPr>
          <p:spPr>
            <a:xfrm>
              <a:off x="-41110575" y="3412375"/>
              <a:ext cx="146525" cy="144150"/>
            </a:xfrm>
            <a:custGeom>
              <a:avLst/>
              <a:gdLst/>
              <a:ahLst/>
              <a:cxnLst/>
              <a:rect l="l" t="t" r="r" b="b"/>
              <a:pathLst>
                <a:path w="5861" h="5766" extrusionOk="0">
                  <a:moveTo>
                    <a:pt x="3450" y="1859"/>
                  </a:moveTo>
                  <a:cubicBezTo>
                    <a:pt x="3561" y="1859"/>
                    <a:pt x="3671" y="1890"/>
                    <a:pt x="3750" y="1953"/>
                  </a:cubicBezTo>
                  <a:cubicBezTo>
                    <a:pt x="3907" y="2111"/>
                    <a:pt x="3907" y="2395"/>
                    <a:pt x="3750" y="2552"/>
                  </a:cubicBezTo>
                  <a:lnTo>
                    <a:pt x="3466" y="2836"/>
                  </a:lnTo>
                  <a:lnTo>
                    <a:pt x="3750" y="3119"/>
                  </a:lnTo>
                  <a:cubicBezTo>
                    <a:pt x="3907" y="3277"/>
                    <a:pt x="3907" y="3529"/>
                    <a:pt x="3750" y="3686"/>
                  </a:cubicBezTo>
                  <a:cubicBezTo>
                    <a:pt x="3671" y="3765"/>
                    <a:pt x="3561" y="3804"/>
                    <a:pt x="3450" y="3804"/>
                  </a:cubicBezTo>
                  <a:cubicBezTo>
                    <a:pt x="3340" y="3804"/>
                    <a:pt x="3230" y="3765"/>
                    <a:pt x="3151" y="3686"/>
                  </a:cubicBezTo>
                  <a:lnTo>
                    <a:pt x="2899" y="3434"/>
                  </a:lnTo>
                  <a:lnTo>
                    <a:pt x="2616" y="3686"/>
                  </a:lnTo>
                  <a:cubicBezTo>
                    <a:pt x="2537" y="3765"/>
                    <a:pt x="2426" y="3804"/>
                    <a:pt x="2316" y="3804"/>
                  </a:cubicBezTo>
                  <a:cubicBezTo>
                    <a:pt x="2206" y="3804"/>
                    <a:pt x="2096" y="3765"/>
                    <a:pt x="2017" y="3686"/>
                  </a:cubicBezTo>
                  <a:cubicBezTo>
                    <a:pt x="1859" y="3529"/>
                    <a:pt x="1859" y="3277"/>
                    <a:pt x="2017" y="3119"/>
                  </a:cubicBezTo>
                  <a:lnTo>
                    <a:pt x="2300" y="2836"/>
                  </a:lnTo>
                  <a:lnTo>
                    <a:pt x="2017" y="2552"/>
                  </a:lnTo>
                  <a:cubicBezTo>
                    <a:pt x="1859" y="2395"/>
                    <a:pt x="1859" y="2111"/>
                    <a:pt x="2017" y="1953"/>
                  </a:cubicBezTo>
                  <a:cubicBezTo>
                    <a:pt x="2096" y="1890"/>
                    <a:pt x="2206" y="1859"/>
                    <a:pt x="2316" y="1859"/>
                  </a:cubicBezTo>
                  <a:cubicBezTo>
                    <a:pt x="2426" y="1859"/>
                    <a:pt x="2537" y="1890"/>
                    <a:pt x="2616" y="1953"/>
                  </a:cubicBezTo>
                  <a:lnTo>
                    <a:pt x="2899" y="2237"/>
                  </a:lnTo>
                  <a:lnTo>
                    <a:pt x="3151" y="1953"/>
                  </a:lnTo>
                  <a:cubicBezTo>
                    <a:pt x="3230" y="1890"/>
                    <a:pt x="3340" y="1859"/>
                    <a:pt x="3450" y="1859"/>
                  </a:cubicBezTo>
                  <a:close/>
                  <a:moveTo>
                    <a:pt x="442" y="0"/>
                  </a:moveTo>
                  <a:cubicBezTo>
                    <a:pt x="221" y="0"/>
                    <a:pt x="1" y="189"/>
                    <a:pt x="1" y="378"/>
                  </a:cubicBezTo>
                  <a:lnTo>
                    <a:pt x="1" y="5356"/>
                  </a:lnTo>
                  <a:cubicBezTo>
                    <a:pt x="1" y="5608"/>
                    <a:pt x="221" y="5766"/>
                    <a:pt x="442" y="5766"/>
                  </a:cubicBezTo>
                  <a:lnTo>
                    <a:pt x="5419" y="5766"/>
                  </a:lnTo>
                  <a:cubicBezTo>
                    <a:pt x="5640" y="5766"/>
                    <a:pt x="5861" y="5545"/>
                    <a:pt x="5861" y="5356"/>
                  </a:cubicBezTo>
                  <a:lnTo>
                    <a:pt x="5861" y="378"/>
                  </a:lnTo>
                  <a:cubicBezTo>
                    <a:pt x="5861" y="158"/>
                    <a:pt x="5640" y="0"/>
                    <a:pt x="5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83"/>
            <p:cNvSpPr/>
            <p:nvPr/>
          </p:nvSpPr>
          <p:spPr>
            <a:xfrm>
              <a:off x="-40938875" y="3239100"/>
              <a:ext cx="145725" cy="144925"/>
            </a:xfrm>
            <a:custGeom>
              <a:avLst/>
              <a:gdLst/>
              <a:ahLst/>
              <a:cxnLst/>
              <a:rect l="l" t="t" r="r" b="b"/>
              <a:pathLst>
                <a:path w="5829" h="5797" extrusionOk="0">
                  <a:moveTo>
                    <a:pt x="3750" y="2457"/>
                  </a:moveTo>
                  <a:cubicBezTo>
                    <a:pt x="3970" y="2457"/>
                    <a:pt x="4128" y="2646"/>
                    <a:pt x="4128" y="2867"/>
                  </a:cubicBezTo>
                  <a:cubicBezTo>
                    <a:pt x="4159" y="3151"/>
                    <a:pt x="3970" y="3308"/>
                    <a:pt x="3750" y="3308"/>
                  </a:cubicBezTo>
                  <a:lnTo>
                    <a:pt x="2080" y="3308"/>
                  </a:lnTo>
                  <a:cubicBezTo>
                    <a:pt x="1859" y="3308"/>
                    <a:pt x="1702" y="3119"/>
                    <a:pt x="1702" y="2867"/>
                  </a:cubicBezTo>
                  <a:cubicBezTo>
                    <a:pt x="1702" y="2646"/>
                    <a:pt x="1891" y="2457"/>
                    <a:pt x="2080" y="2457"/>
                  </a:cubicBezTo>
                  <a:close/>
                  <a:moveTo>
                    <a:pt x="442" y="0"/>
                  </a:moveTo>
                  <a:cubicBezTo>
                    <a:pt x="190" y="0"/>
                    <a:pt x="1" y="189"/>
                    <a:pt x="1" y="441"/>
                  </a:cubicBezTo>
                  <a:lnTo>
                    <a:pt x="1" y="5387"/>
                  </a:lnTo>
                  <a:cubicBezTo>
                    <a:pt x="1" y="5639"/>
                    <a:pt x="190" y="5797"/>
                    <a:pt x="442" y="5797"/>
                  </a:cubicBezTo>
                  <a:lnTo>
                    <a:pt x="5388" y="5797"/>
                  </a:lnTo>
                  <a:cubicBezTo>
                    <a:pt x="5640" y="5797"/>
                    <a:pt x="5829" y="5608"/>
                    <a:pt x="5829" y="5387"/>
                  </a:cubicBezTo>
                  <a:lnTo>
                    <a:pt x="5829" y="441"/>
                  </a:lnTo>
                  <a:cubicBezTo>
                    <a:pt x="5829" y="189"/>
                    <a:pt x="5640"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83"/>
            <p:cNvSpPr/>
            <p:nvPr/>
          </p:nvSpPr>
          <p:spPr>
            <a:xfrm>
              <a:off x="-40938875" y="3411575"/>
              <a:ext cx="145725" cy="144950"/>
            </a:xfrm>
            <a:custGeom>
              <a:avLst/>
              <a:gdLst/>
              <a:ahLst/>
              <a:cxnLst/>
              <a:rect l="l" t="t" r="r" b="b"/>
              <a:pathLst>
                <a:path w="5829" h="5798" extrusionOk="0">
                  <a:moveTo>
                    <a:pt x="3750" y="1639"/>
                  </a:moveTo>
                  <a:cubicBezTo>
                    <a:pt x="3970" y="1639"/>
                    <a:pt x="4128" y="1859"/>
                    <a:pt x="4128" y="2080"/>
                  </a:cubicBezTo>
                  <a:cubicBezTo>
                    <a:pt x="4159" y="2332"/>
                    <a:pt x="3970" y="2490"/>
                    <a:pt x="3750" y="2490"/>
                  </a:cubicBezTo>
                  <a:lnTo>
                    <a:pt x="2080" y="2490"/>
                  </a:lnTo>
                  <a:cubicBezTo>
                    <a:pt x="1859" y="2490"/>
                    <a:pt x="1702" y="2269"/>
                    <a:pt x="1702" y="2080"/>
                  </a:cubicBezTo>
                  <a:cubicBezTo>
                    <a:pt x="1702" y="1859"/>
                    <a:pt x="1891" y="1639"/>
                    <a:pt x="2080" y="1639"/>
                  </a:cubicBezTo>
                  <a:close/>
                  <a:moveTo>
                    <a:pt x="3750" y="3309"/>
                  </a:moveTo>
                  <a:cubicBezTo>
                    <a:pt x="3970" y="3309"/>
                    <a:pt x="4128" y="3498"/>
                    <a:pt x="4128" y="3687"/>
                  </a:cubicBezTo>
                  <a:cubicBezTo>
                    <a:pt x="4159" y="3970"/>
                    <a:pt x="3970" y="4128"/>
                    <a:pt x="3750" y="4128"/>
                  </a:cubicBezTo>
                  <a:lnTo>
                    <a:pt x="2080" y="4128"/>
                  </a:lnTo>
                  <a:cubicBezTo>
                    <a:pt x="1859" y="4128"/>
                    <a:pt x="1702" y="3939"/>
                    <a:pt x="1702" y="3687"/>
                  </a:cubicBezTo>
                  <a:cubicBezTo>
                    <a:pt x="1702" y="3466"/>
                    <a:pt x="1891" y="3309"/>
                    <a:pt x="2080" y="3309"/>
                  </a:cubicBezTo>
                  <a:close/>
                  <a:moveTo>
                    <a:pt x="442" y="1"/>
                  </a:moveTo>
                  <a:cubicBezTo>
                    <a:pt x="190" y="1"/>
                    <a:pt x="1" y="190"/>
                    <a:pt x="1" y="379"/>
                  </a:cubicBezTo>
                  <a:lnTo>
                    <a:pt x="1" y="5388"/>
                  </a:lnTo>
                  <a:cubicBezTo>
                    <a:pt x="1" y="5640"/>
                    <a:pt x="190" y="5798"/>
                    <a:pt x="442" y="5798"/>
                  </a:cubicBezTo>
                  <a:lnTo>
                    <a:pt x="5388" y="5798"/>
                  </a:lnTo>
                  <a:cubicBezTo>
                    <a:pt x="5640" y="5798"/>
                    <a:pt x="5829" y="5577"/>
                    <a:pt x="5829" y="5388"/>
                  </a:cubicBezTo>
                  <a:lnTo>
                    <a:pt x="5829" y="410"/>
                  </a:lnTo>
                  <a:cubicBezTo>
                    <a:pt x="5829" y="190"/>
                    <a:pt x="5640" y="1"/>
                    <a:pt x="53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5" name="Google Shape;5075;p83"/>
          <p:cNvGrpSpPr/>
          <p:nvPr/>
        </p:nvGrpSpPr>
        <p:grpSpPr>
          <a:xfrm>
            <a:off x="2980588" y="1771568"/>
            <a:ext cx="379146" cy="370967"/>
            <a:chOff x="-41117650" y="3605525"/>
            <a:chExt cx="324500" cy="317500"/>
          </a:xfrm>
        </p:grpSpPr>
        <p:sp>
          <p:nvSpPr>
            <p:cNvPr id="5076" name="Google Shape;5076;p83"/>
            <p:cNvSpPr/>
            <p:nvPr/>
          </p:nvSpPr>
          <p:spPr>
            <a:xfrm>
              <a:off x="-41016850" y="3605525"/>
              <a:ext cx="106350" cy="105375"/>
            </a:xfrm>
            <a:custGeom>
              <a:avLst/>
              <a:gdLst/>
              <a:ahLst/>
              <a:cxnLst/>
              <a:rect l="l" t="t" r="r" b="b"/>
              <a:pathLst>
                <a:path w="4254" h="4215" extrusionOk="0">
                  <a:moveTo>
                    <a:pt x="2064" y="1"/>
                  </a:moveTo>
                  <a:cubicBezTo>
                    <a:pt x="1954" y="1"/>
                    <a:pt x="1844" y="40"/>
                    <a:pt x="1765" y="119"/>
                  </a:cubicBezTo>
                  <a:lnTo>
                    <a:pt x="1" y="1883"/>
                  </a:lnTo>
                  <a:lnTo>
                    <a:pt x="2332" y="4214"/>
                  </a:lnTo>
                  <a:lnTo>
                    <a:pt x="4096" y="2450"/>
                  </a:lnTo>
                  <a:cubicBezTo>
                    <a:pt x="4254" y="2293"/>
                    <a:pt x="4254" y="2009"/>
                    <a:pt x="4096" y="1852"/>
                  </a:cubicBezTo>
                  <a:lnTo>
                    <a:pt x="2364" y="119"/>
                  </a:lnTo>
                  <a:cubicBezTo>
                    <a:pt x="2285" y="40"/>
                    <a:pt x="2175" y="1"/>
                    <a:pt x="20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83"/>
            <p:cNvSpPr/>
            <p:nvPr/>
          </p:nvSpPr>
          <p:spPr>
            <a:xfrm>
              <a:off x="-40900275" y="3721300"/>
              <a:ext cx="107125" cy="105375"/>
            </a:xfrm>
            <a:custGeom>
              <a:avLst/>
              <a:gdLst/>
              <a:ahLst/>
              <a:cxnLst/>
              <a:rect l="l" t="t" r="r" b="b"/>
              <a:pathLst>
                <a:path w="4285" h="4215" extrusionOk="0">
                  <a:moveTo>
                    <a:pt x="2064" y="1"/>
                  </a:moveTo>
                  <a:cubicBezTo>
                    <a:pt x="1954" y="1"/>
                    <a:pt x="1843" y="40"/>
                    <a:pt x="1765" y="119"/>
                  </a:cubicBezTo>
                  <a:lnTo>
                    <a:pt x="0" y="1915"/>
                  </a:lnTo>
                  <a:lnTo>
                    <a:pt x="2300" y="4215"/>
                  </a:lnTo>
                  <a:lnTo>
                    <a:pt x="4128" y="2482"/>
                  </a:lnTo>
                  <a:cubicBezTo>
                    <a:pt x="4285" y="2324"/>
                    <a:pt x="4285" y="2072"/>
                    <a:pt x="4128" y="1915"/>
                  </a:cubicBezTo>
                  <a:lnTo>
                    <a:pt x="2363" y="119"/>
                  </a:lnTo>
                  <a:cubicBezTo>
                    <a:pt x="2285" y="40"/>
                    <a:pt x="2174" y="1"/>
                    <a:pt x="20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83"/>
            <p:cNvSpPr/>
            <p:nvPr/>
          </p:nvSpPr>
          <p:spPr>
            <a:xfrm>
              <a:off x="-41117650" y="3668350"/>
              <a:ext cx="262300" cy="254675"/>
            </a:xfrm>
            <a:custGeom>
              <a:avLst/>
              <a:gdLst/>
              <a:ahLst/>
              <a:cxnLst/>
              <a:rect l="l" t="t" r="r" b="b"/>
              <a:pathLst>
                <a:path w="10492" h="10187" extrusionOk="0">
                  <a:moveTo>
                    <a:pt x="3497" y="0"/>
                  </a:moveTo>
                  <a:lnTo>
                    <a:pt x="1764" y="1733"/>
                  </a:lnTo>
                  <a:cubicBezTo>
                    <a:pt x="1166" y="2332"/>
                    <a:pt x="725" y="3088"/>
                    <a:pt x="504" y="3812"/>
                  </a:cubicBezTo>
                  <a:cubicBezTo>
                    <a:pt x="0" y="5514"/>
                    <a:pt x="410" y="7404"/>
                    <a:pt x="1764" y="8759"/>
                  </a:cubicBezTo>
                  <a:cubicBezTo>
                    <a:pt x="2667" y="9661"/>
                    <a:pt x="3919" y="10187"/>
                    <a:pt x="5273" y="10187"/>
                  </a:cubicBezTo>
                  <a:cubicBezTo>
                    <a:pt x="5384" y="10187"/>
                    <a:pt x="5496" y="10183"/>
                    <a:pt x="5608" y="10176"/>
                  </a:cubicBezTo>
                  <a:cubicBezTo>
                    <a:pt x="6679" y="10082"/>
                    <a:pt x="7876" y="9609"/>
                    <a:pt x="8758" y="8759"/>
                  </a:cubicBezTo>
                  <a:lnTo>
                    <a:pt x="10491" y="7026"/>
                  </a:lnTo>
                  <a:lnTo>
                    <a:pt x="8191" y="4694"/>
                  </a:lnTo>
                  <a:lnTo>
                    <a:pt x="6396" y="6396"/>
                  </a:lnTo>
                  <a:cubicBezTo>
                    <a:pt x="6077" y="6715"/>
                    <a:pt x="5645" y="6880"/>
                    <a:pt x="5214" y="6880"/>
                  </a:cubicBezTo>
                  <a:cubicBezTo>
                    <a:pt x="4794" y="6880"/>
                    <a:pt x="4375" y="6722"/>
                    <a:pt x="4064" y="6396"/>
                  </a:cubicBezTo>
                  <a:cubicBezTo>
                    <a:pt x="3434" y="5766"/>
                    <a:pt x="3434" y="4694"/>
                    <a:pt x="4064" y="4064"/>
                  </a:cubicBezTo>
                  <a:lnTo>
                    <a:pt x="5797" y="2332"/>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79" name="Google Shape;5079;p83"/>
          <p:cNvSpPr/>
          <p:nvPr/>
        </p:nvSpPr>
        <p:spPr>
          <a:xfrm>
            <a:off x="2986719" y="2221154"/>
            <a:ext cx="372720" cy="361678"/>
          </a:xfrm>
          <a:custGeom>
            <a:avLst/>
            <a:gdLst/>
            <a:ahLst/>
            <a:cxnLst/>
            <a:rect l="l" t="t" r="r" b="b"/>
            <a:pathLst>
              <a:path w="12760" h="12382" extrusionOk="0">
                <a:moveTo>
                  <a:pt x="2080" y="1"/>
                </a:moveTo>
                <a:cubicBezTo>
                  <a:pt x="946" y="1"/>
                  <a:pt x="32" y="946"/>
                  <a:pt x="1" y="2080"/>
                </a:cubicBezTo>
                <a:lnTo>
                  <a:pt x="1" y="9515"/>
                </a:lnTo>
                <a:cubicBezTo>
                  <a:pt x="1" y="11090"/>
                  <a:pt x="1261" y="12382"/>
                  <a:pt x="2899" y="12382"/>
                </a:cubicBezTo>
                <a:cubicBezTo>
                  <a:pt x="4537" y="12382"/>
                  <a:pt x="5798" y="11090"/>
                  <a:pt x="5829" y="9515"/>
                </a:cubicBezTo>
                <a:cubicBezTo>
                  <a:pt x="5829" y="9295"/>
                  <a:pt x="6144" y="9137"/>
                  <a:pt x="6365" y="9074"/>
                </a:cubicBezTo>
                <a:cubicBezTo>
                  <a:pt x="6617" y="9074"/>
                  <a:pt x="6932" y="9295"/>
                  <a:pt x="6932" y="9515"/>
                </a:cubicBezTo>
                <a:cubicBezTo>
                  <a:pt x="6932" y="11122"/>
                  <a:pt x="8223" y="12382"/>
                  <a:pt x="9830" y="12382"/>
                </a:cubicBezTo>
                <a:cubicBezTo>
                  <a:pt x="11374" y="12382"/>
                  <a:pt x="12760" y="11216"/>
                  <a:pt x="12760" y="9452"/>
                </a:cubicBezTo>
                <a:lnTo>
                  <a:pt x="12760" y="2080"/>
                </a:lnTo>
                <a:cubicBezTo>
                  <a:pt x="12760" y="946"/>
                  <a:pt x="11815" y="32"/>
                  <a:pt x="10681" y="1"/>
                </a:cubicBezTo>
                <a:cubicBezTo>
                  <a:pt x="10114" y="1"/>
                  <a:pt x="9578" y="221"/>
                  <a:pt x="9200" y="568"/>
                </a:cubicBezTo>
                <a:cubicBezTo>
                  <a:pt x="9043" y="725"/>
                  <a:pt x="9043" y="1009"/>
                  <a:pt x="9200" y="1166"/>
                </a:cubicBezTo>
                <a:cubicBezTo>
                  <a:pt x="9279" y="1245"/>
                  <a:pt x="9389" y="1284"/>
                  <a:pt x="9499" y="1284"/>
                </a:cubicBezTo>
                <a:cubicBezTo>
                  <a:pt x="9610" y="1284"/>
                  <a:pt x="9720" y="1245"/>
                  <a:pt x="9799" y="1166"/>
                </a:cubicBezTo>
                <a:cubicBezTo>
                  <a:pt x="10051" y="946"/>
                  <a:pt x="10366" y="820"/>
                  <a:pt x="10681" y="820"/>
                </a:cubicBezTo>
                <a:cubicBezTo>
                  <a:pt x="11342" y="820"/>
                  <a:pt x="11878" y="1355"/>
                  <a:pt x="11878" y="2080"/>
                </a:cubicBezTo>
                <a:lnTo>
                  <a:pt x="11878" y="7499"/>
                </a:lnTo>
                <a:cubicBezTo>
                  <a:pt x="11374" y="6963"/>
                  <a:pt x="10618" y="6648"/>
                  <a:pt x="9799" y="6648"/>
                </a:cubicBezTo>
                <a:cubicBezTo>
                  <a:pt x="8570" y="6648"/>
                  <a:pt x="7562" y="7404"/>
                  <a:pt x="7121" y="8444"/>
                </a:cubicBezTo>
                <a:cubicBezTo>
                  <a:pt x="6932" y="8349"/>
                  <a:pt x="6585" y="8286"/>
                  <a:pt x="6365" y="8286"/>
                </a:cubicBezTo>
                <a:cubicBezTo>
                  <a:pt x="6144" y="8286"/>
                  <a:pt x="5798" y="8381"/>
                  <a:pt x="5640" y="8444"/>
                </a:cubicBezTo>
                <a:cubicBezTo>
                  <a:pt x="5199" y="7404"/>
                  <a:pt x="4191" y="6648"/>
                  <a:pt x="2962" y="6648"/>
                </a:cubicBezTo>
                <a:cubicBezTo>
                  <a:pt x="2111" y="6648"/>
                  <a:pt x="1418" y="6995"/>
                  <a:pt x="851" y="7499"/>
                </a:cubicBezTo>
                <a:lnTo>
                  <a:pt x="851" y="2080"/>
                </a:lnTo>
                <a:cubicBezTo>
                  <a:pt x="851" y="1418"/>
                  <a:pt x="1418" y="851"/>
                  <a:pt x="2080" y="820"/>
                </a:cubicBezTo>
                <a:cubicBezTo>
                  <a:pt x="2426" y="820"/>
                  <a:pt x="2742" y="977"/>
                  <a:pt x="2962" y="1166"/>
                </a:cubicBezTo>
                <a:cubicBezTo>
                  <a:pt x="3041" y="1245"/>
                  <a:pt x="3151" y="1284"/>
                  <a:pt x="3257" y="1284"/>
                </a:cubicBezTo>
                <a:cubicBezTo>
                  <a:pt x="3364" y="1284"/>
                  <a:pt x="3466" y="1245"/>
                  <a:pt x="3529" y="1166"/>
                </a:cubicBezTo>
                <a:cubicBezTo>
                  <a:pt x="3687" y="1009"/>
                  <a:pt x="3687" y="725"/>
                  <a:pt x="3529" y="568"/>
                </a:cubicBezTo>
                <a:cubicBezTo>
                  <a:pt x="3183" y="221"/>
                  <a:pt x="2647"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80" name="Google Shape;5080;p83"/>
          <p:cNvGrpSpPr/>
          <p:nvPr/>
        </p:nvGrpSpPr>
        <p:grpSpPr>
          <a:xfrm>
            <a:off x="1806843" y="2663092"/>
            <a:ext cx="216271" cy="371814"/>
            <a:chOff x="-39205300" y="3220175"/>
            <a:chExt cx="185100" cy="318225"/>
          </a:xfrm>
        </p:grpSpPr>
        <p:sp>
          <p:nvSpPr>
            <p:cNvPr id="5081" name="Google Shape;5081;p83"/>
            <p:cNvSpPr/>
            <p:nvPr/>
          </p:nvSpPr>
          <p:spPr>
            <a:xfrm>
              <a:off x="-39205300" y="3220175"/>
              <a:ext cx="185100" cy="111875"/>
            </a:xfrm>
            <a:custGeom>
              <a:avLst/>
              <a:gdLst/>
              <a:ahLst/>
              <a:cxnLst/>
              <a:rect l="l" t="t" r="r" b="b"/>
              <a:pathLst>
                <a:path w="7404" h="4475" extrusionOk="0">
                  <a:moveTo>
                    <a:pt x="1229" y="1"/>
                  </a:moveTo>
                  <a:cubicBezTo>
                    <a:pt x="567" y="1"/>
                    <a:pt x="0" y="568"/>
                    <a:pt x="0" y="1261"/>
                  </a:cubicBezTo>
                  <a:cubicBezTo>
                    <a:pt x="0" y="1797"/>
                    <a:pt x="315" y="2269"/>
                    <a:pt x="819" y="2458"/>
                  </a:cubicBezTo>
                  <a:lnTo>
                    <a:pt x="819" y="4475"/>
                  </a:lnTo>
                  <a:lnTo>
                    <a:pt x="6616" y="4475"/>
                  </a:lnTo>
                  <a:lnTo>
                    <a:pt x="6616" y="2458"/>
                  </a:lnTo>
                  <a:lnTo>
                    <a:pt x="6585" y="2458"/>
                  </a:lnTo>
                  <a:cubicBezTo>
                    <a:pt x="7057" y="2301"/>
                    <a:pt x="7404" y="1828"/>
                    <a:pt x="7404" y="1261"/>
                  </a:cubicBezTo>
                  <a:cubicBezTo>
                    <a:pt x="7404" y="600"/>
                    <a:pt x="6868" y="64"/>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83"/>
            <p:cNvSpPr/>
            <p:nvPr/>
          </p:nvSpPr>
          <p:spPr>
            <a:xfrm>
              <a:off x="-39184825" y="3353300"/>
              <a:ext cx="144950" cy="185100"/>
            </a:xfrm>
            <a:custGeom>
              <a:avLst/>
              <a:gdLst/>
              <a:ahLst/>
              <a:cxnLst/>
              <a:rect l="l" t="t" r="r" b="b"/>
              <a:pathLst>
                <a:path w="5798" h="7404" extrusionOk="0">
                  <a:moveTo>
                    <a:pt x="0" y="0"/>
                  </a:moveTo>
                  <a:lnTo>
                    <a:pt x="0" y="819"/>
                  </a:lnTo>
                  <a:lnTo>
                    <a:pt x="2111" y="819"/>
                  </a:lnTo>
                  <a:cubicBezTo>
                    <a:pt x="2332" y="819"/>
                    <a:pt x="2489" y="1040"/>
                    <a:pt x="2489" y="1260"/>
                  </a:cubicBezTo>
                  <a:cubicBezTo>
                    <a:pt x="2489" y="1513"/>
                    <a:pt x="2300" y="1702"/>
                    <a:pt x="2111" y="1702"/>
                  </a:cubicBezTo>
                  <a:lnTo>
                    <a:pt x="0" y="1702"/>
                  </a:lnTo>
                  <a:lnTo>
                    <a:pt x="0" y="2521"/>
                  </a:lnTo>
                  <a:lnTo>
                    <a:pt x="2111" y="2521"/>
                  </a:lnTo>
                  <a:cubicBezTo>
                    <a:pt x="2332" y="2521"/>
                    <a:pt x="2489" y="2710"/>
                    <a:pt x="2489" y="2930"/>
                  </a:cubicBezTo>
                  <a:cubicBezTo>
                    <a:pt x="2489" y="3151"/>
                    <a:pt x="2300" y="3340"/>
                    <a:pt x="2111" y="3340"/>
                  </a:cubicBezTo>
                  <a:lnTo>
                    <a:pt x="0" y="3340"/>
                  </a:lnTo>
                  <a:lnTo>
                    <a:pt x="0" y="4190"/>
                  </a:lnTo>
                  <a:lnTo>
                    <a:pt x="2111" y="4190"/>
                  </a:lnTo>
                  <a:cubicBezTo>
                    <a:pt x="2332" y="4190"/>
                    <a:pt x="2489" y="4379"/>
                    <a:pt x="2489" y="4600"/>
                  </a:cubicBezTo>
                  <a:cubicBezTo>
                    <a:pt x="2458" y="4726"/>
                    <a:pt x="2300" y="4915"/>
                    <a:pt x="2048" y="4915"/>
                  </a:cubicBezTo>
                  <a:lnTo>
                    <a:pt x="63" y="4915"/>
                  </a:lnTo>
                  <a:cubicBezTo>
                    <a:pt x="252" y="6427"/>
                    <a:pt x="1512" y="7404"/>
                    <a:pt x="2899" y="7404"/>
                  </a:cubicBezTo>
                  <a:cubicBezTo>
                    <a:pt x="4474" y="7404"/>
                    <a:pt x="5797" y="6112"/>
                    <a:pt x="5797" y="4537"/>
                  </a:cubicBez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83" name="Google Shape;5083;p83"/>
          <p:cNvGrpSpPr/>
          <p:nvPr/>
        </p:nvGrpSpPr>
        <p:grpSpPr>
          <a:xfrm>
            <a:off x="1772370" y="3123163"/>
            <a:ext cx="300016" cy="369273"/>
            <a:chOff x="-39248625" y="3588600"/>
            <a:chExt cx="256775" cy="316050"/>
          </a:xfrm>
        </p:grpSpPr>
        <p:sp>
          <p:nvSpPr>
            <p:cNvPr id="5084" name="Google Shape;5084;p83"/>
            <p:cNvSpPr/>
            <p:nvPr/>
          </p:nvSpPr>
          <p:spPr>
            <a:xfrm>
              <a:off x="-39248625" y="3588600"/>
              <a:ext cx="256775" cy="316050"/>
            </a:xfrm>
            <a:custGeom>
              <a:avLst/>
              <a:gdLst/>
              <a:ahLst/>
              <a:cxnLst/>
              <a:rect l="l" t="t" r="r" b="b"/>
              <a:pathLst>
                <a:path w="10271" h="12642" extrusionOk="0">
                  <a:moveTo>
                    <a:pt x="5364" y="0"/>
                  </a:moveTo>
                  <a:cubicBezTo>
                    <a:pt x="5041" y="0"/>
                    <a:pt x="4710" y="118"/>
                    <a:pt x="4443" y="355"/>
                  </a:cubicBezTo>
                  <a:lnTo>
                    <a:pt x="3277" y="1552"/>
                  </a:lnTo>
                  <a:cubicBezTo>
                    <a:pt x="2804" y="2025"/>
                    <a:pt x="2804" y="2812"/>
                    <a:pt x="3277" y="3316"/>
                  </a:cubicBezTo>
                  <a:lnTo>
                    <a:pt x="3938" y="3978"/>
                  </a:lnTo>
                  <a:lnTo>
                    <a:pt x="1702" y="6215"/>
                  </a:lnTo>
                  <a:cubicBezTo>
                    <a:pt x="1544" y="6152"/>
                    <a:pt x="1355" y="6057"/>
                    <a:pt x="1135" y="6057"/>
                  </a:cubicBezTo>
                  <a:cubicBezTo>
                    <a:pt x="1119" y="6056"/>
                    <a:pt x="1104" y="6056"/>
                    <a:pt x="1089" y="6056"/>
                  </a:cubicBezTo>
                  <a:cubicBezTo>
                    <a:pt x="538" y="6056"/>
                    <a:pt x="0" y="6611"/>
                    <a:pt x="0" y="7286"/>
                  </a:cubicBezTo>
                  <a:cubicBezTo>
                    <a:pt x="0" y="7947"/>
                    <a:pt x="567" y="8515"/>
                    <a:pt x="1229" y="8515"/>
                  </a:cubicBezTo>
                  <a:cubicBezTo>
                    <a:pt x="1418" y="8515"/>
                    <a:pt x="1576" y="8483"/>
                    <a:pt x="1733" y="8388"/>
                  </a:cubicBezTo>
                  <a:lnTo>
                    <a:pt x="3560" y="10216"/>
                  </a:lnTo>
                  <a:cubicBezTo>
                    <a:pt x="2993" y="10720"/>
                    <a:pt x="2615" y="11381"/>
                    <a:pt x="2521" y="12169"/>
                  </a:cubicBezTo>
                  <a:cubicBezTo>
                    <a:pt x="2489" y="12421"/>
                    <a:pt x="2678" y="12642"/>
                    <a:pt x="2930" y="12642"/>
                  </a:cubicBezTo>
                  <a:lnTo>
                    <a:pt x="8633" y="12642"/>
                  </a:lnTo>
                  <a:cubicBezTo>
                    <a:pt x="8853" y="12642"/>
                    <a:pt x="9074" y="12421"/>
                    <a:pt x="9011" y="12169"/>
                  </a:cubicBezTo>
                  <a:cubicBezTo>
                    <a:pt x="8790" y="10562"/>
                    <a:pt x="7404" y="9334"/>
                    <a:pt x="5766" y="9334"/>
                  </a:cubicBezTo>
                  <a:cubicBezTo>
                    <a:pt x="5199" y="9334"/>
                    <a:pt x="4695" y="9491"/>
                    <a:pt x="4222" y="9743"/>
                  </a:cubicBezTo>
                  <a:lnTo>
                    <a:pt x="2300" y="7853"/>
                  </a:lnTo>
                  <a:cubicBezTo>
                    <a:pt x="2363" y="7695"/>
                    <a:pt x="2395" y="7475"/>
                    <a:pt x="2395" y="7286"/>
                  </a:cubicBezTo>
                  <a:cubicBezTo>
                    <a:pt x="2395" y="7097"/>
                    <a:pt x="2363" y="6939"/>
                    <a:pt x="2300" y="6782"/>
                  </a:cubicBezTo>
                  <a:lnTo>
                    <a:pt x="4285" y="4797"/>
                  </a:lnTo>
                  <a:lnTo>
                    <a:pt x="4285" y="4797"/>
                  </a:lnTo>
                  <a:cubicBezTo>
                    <a:pt x="4253" y="5742"/>
                    <a:pt x="4537" y="6624"/>
                    <a:pt x="5073" y="7317"/>
                  </a:cubicBezTo>
                  <a:lnTo>
                    <a:pt x="10271" y="2119"/>
                  </a:lnTo>
                  <a:cubicBezTo>
                    <a:pt x="9636" y="1606"/>
                    <a:pt x="8888" y="1321"/>
                    <a:pt x="8026" y="1321"/>
                  </a:cubicBezTo>
                  <a:cubicBezTo>
                    <a:pt x="7776" y="1321"/>
                    <a:pt x="7516" y="1345"/>
                    <a:pt x="7246" y="1394"/>
                  </a:cubicBezTo>
                  <a:lnTo>
                    <a:pt x="6238" y="355"/>
                  </a:lnTo>
                  <a:cubicBezTo>
                    <a:pt x="6002" y="118"/>
                    <a:pt x="5687" y="0"/>
                    <a:pt x="5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83"/>
            <p:cNvSpPr/>
            <p:nvPr/>
          </p:nvSpPr>
          <p:spPr>
            <a:xfrm>
              <a:off x="-39076150" y="3684875"/>
              <a:ext cx="84300" cy="80300"/>
            </a:xfrm>
            <a:custGeom>
              <a:avLst/>
              <a:gdLst/>
              <a:ahLst/>
              <a:cxnLst/>
              <a:rect l="l" t="t" r="r" b="b"/>
              <a:pathLst>
                <a:path w="3372" h="3212" extrusionOk="0">
                  <a:moveTo>
                    <a:pt x="2868" y="1"/>
                  </a:moveTo>
                  <a:lnTo>
                    <a:pt x="1" y="2868"/>
                  </a:lnTo>
                  <a:cubicBezTo>
                    <a:pt x="353" y="3098"/>
                    <a:pt x="757" y="3212"/>
                    <a:pt x="1156" y="3212"/>
                  </a:cubicBezTo>
                  <a:cubicBezTo>
                    <a:pt x="1686" y="3212"/>
                    <a:pt x="2207" y="3011"/>
                    <a:pt x="2584" y="2616"/>
                  </a:cubicBezTo>
                  <a:cubicBezTo>
                    <a:pt x="3309" y="1891"/>
                    <a:pt x="3372" y="85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86" name="Google Shape;5086;p83"/>
          <p:cNvSpPr/>
          <p:nvPr/>
        </p:nvSpPr>
        <p:spPr>
          <a:xfrm>
            <a:off x="1743391" y="3578789"/>
            <a:ext cx="363548" cy="370909"/>
          </a:xfrm>
          <a:custGeom>
            <a:avLst/>
            <a:gdLst/>
            <a:ahLst/>
            <a:cxnLst/>
            <a:rect l="l" t="t" r="r" b="b"/>
            <a:pathLst>
              <a:path w="12446" h="12698" extrusionOk="0">
                <a:moveTo>
                  <a:pt x="6239" y="1"/>
                </a:moveTo>
                <a:cubicBezTo>
                  <a:pt x="5105" y="1"/>
                  <a:pt x="4191" y="915"/>
                  <a:pt x="4159" y="2112"/>
                </a:cubicBezTo>
                <a:cubicBezTo>
                  <a:pt x="4159" y="3088"/>
                  <a:pt x="4852" y="3939"/>
                  <a:pt x="5798" y="4097"/>
                </a:cubicBezTo>
                <a:lnTo>
                  <a:pt x="5798" y="5294"/>
                </a:lnTo>
                <a:cubicBezTo>
                  <a:pt x="4852" y="5483"/>
                  <a:pt x="4159" y="6333"/>
                  <a:pt x="4159" y="7310"/>
                </a:cubicBezTo>
                <a:cubicBezTo>
                  <a:pt x="4159" y="7657"/>
                  <a:pt x="4222" y="7972"/>
                  <a:pt x="4380" y="8255"/>
                </a:cubicBezTo>
                <a:lnTo>
                  <a:pt x="3403" y="9043"/>
                </a:lnTo>
                <a:cubicBezTo>
                  <a:pt x="3057" y="8728"/>
                  <a:pt x="2584" y="8570"/>
                  <a:pt x="2112" y="8570"/>
                </a:cubicBezTo>
                <a:cubicBezTo>
                  <a:pt x="946" y="8602"/>
                  <a:pt x="1" y="9515"/>
                  <a:pt x="1" y="10650"/>
                </a:cubicBezTo>
                <a:cubicBezTo>
                  <a:pt x="1" y="11784"/>
                  <a:pt x="946" y="12697"/>
                  <a:pt x="2112" y="12697"/>
                </a:cubicBezTo>
                <a:cubicBezTo>
                  <a:pt x="3246" y="12697"/>
                  <a:pt x="4128" y="11752"/>
                  <a:pt x="4191" y="10650"/>
                </a:cubicBezTo>
                <a:cubicBezTo>
                  <a:pt x="4191" y="10303"/>
                  <a:pt x="4096" y="9988"/>
                  <a:pt x="3939" y="9704"/>
                </a:cubicBezTo>
                <a:lnTo>
                  <a:pt x="4947" y="8917"/>
                </a:lnTo>
                <a:cubicBezTo>
                  <a:pt x="5294" y="9232"/>
                  <a:pt x="5766" y="9389"/>
                  <a:pt x="6239" y="9389"/>
                </a:cubicBezTo>
                <a:cubicBezTo>
                  <a:pt x="6743" y="9389"/>
                  <a:pt x="7184" y="9200"/>
                  <a:pt x="7530" y="8917"/>
                </a:cubicBezTo>
                <a:lnTo>
                  <a:pt x="8507" y="9704"/>
                </a:lnTo>
                <a:cubicBezTo>
                  <a:pt x="8350" y="9988"/>
                  <a:pt x="8287" y="10303"/>
                  <a:pt x="8287" y="10650"/>
                </a:cubicBezTo>
                <a:cubicBezTo>
                  <a:pt x="8287" y="11784"/>
                  <a:pt x="9232" y="12697"/>
                  <a:pt x="10366" y="12697"/>
                </a:cubicBezTo>
                <a:cubicBezTo>
                  <a:pt x="11500" y="12697"/>
                  <a:pt x="12414" y="11752"/>
                  <a:pt x="12445" y="10650"/>
                </a:cubicBezTo>
                <a:cubicBezTo>
                  <a:pt x="12445" y="9515"/>
                  <a:pt x="11563" y="8602"/>
                  <a:pt x="10366" y="8570"/>
                </a:cubicBezTo>
                <a:cubicBezTo>
                  <a:pt x="9862" y="8570"/>
                  <a:pt x="9421" y="8759"/>
                  <a:pt x="9074" y="9043"/>
                </a:cubicBezTo>
                <a:lnTo>
                  <a:pt x="8097" y="8255"/>
                </a:lnTo>
                <a:cubicBezTo>
                  <a:pt x="8255" y="7972"/>
                  <a:pt x="8318" y="7657"/>
                  <a:pt x="8318" y="7310"/>
                </a:cubicBezTo>
                <a:cubicBezTo>
                  <a:pt x="8318" y="6333"/>
                  <a:pt x="7625" y="5451"/>
                  <a:pt x="6680" y="5294"/>
                </a:cubicBezTo>
                <a:lnTo>
                  <a:pt x="6680" y="4097"/>
                </a:lnTo>
                <a:cubicBezTo>
                  <a:pt x="7625" y="3908"/>
                  <a:pt x="8318" y="3088"/>
                  <a:pt x="8318" y="2112"/>
                </a:cubicBezTo>
                <a:cubicBezTo>
                  <a:pt x="8318" y="946"/>
                  <a:pt x="7404" y="64"/>
                  <a:pt x="62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83"/>
          <p:cNvSpPr/>
          <p:nvPr/>
        </p:nvSpPr>
        <p:spPr>
          <a:xfrm>
            <a:off x="3932939" y="2650227"/>
            <a:ext cx="369974" cy="368601"/>
          </a:xfrm>
          <a:custGeom>
            <a:avLst/>
            <a:gdLst/>
            <a:ahLst/>
            <a:cxnLst/>
            <a:rect l="l" t="t" r="r" b="b"/>
            <a:pathLst>
              <a:path w="12666" h="12619" extrusionOk="0">
                <a:moveTo>
                  <a:pt x="9294" y="1"/>
                </a:moveTo>
                <a:cubicBezTo>
                  <a:pt x="9192" y="1"/>
                  <a:pt x="9089" y="40"/>
                  <a:pt x="9011" y="119"/>
                </a:cubicBezTo>
                <a:lnTo>
                  <a:pt x="7593" y="1537"/>
                </a:lnTo>
                <a:lnTo>
                  <a:pt x="9011" y="2954"/>
                </a:lnTo>
                <a:cubicBezTo>
                  <a:pt x="9168" y="3112"/>
                  <a:pt x="9168" y="3395"/>
                  <a:pt x="9011" y="3553"/>
                </a:cubicBezTo>
                <a:cubicBezTo>
                  <a:pt x="8932" y="3632"/>
                  <a:pt x="8822" y="3671"/>
                  <a:pt x="8711" y="3671"/>
                </a:cubicBezTo>
                <a:cubicBezTo>
                  <a:pt x="8601" y="3671"/>
                  <a:pt x="8491" y="3632"/>
                  <a:pt x="8412" y="3553"/>
                </a:cubicBezTo>
                <a:lnTo>
                  <a:pt x="6994" y="2135"/>
                </a:lnTo>
                <a:lnTo>
                  <a:pt x="5923" y="3206"/>
                </a:lnTo>
                <a:lnTo>
                  <a:pt x="7341" y="4624"/>
                </a:lnTo>
                <a:cubicBezTo>
                  <a:pt x="7498" y="4782"/>
                  <a:pt x="7498" y="5034"/>
                  <a:pt x="7341" y="5191"/>
                </a:cubicBezTo>
                <a:cubicBezTo>
                  <a:pt x="7262" y="5270"/>
                  <a:pt x="7160" y="5309"/>
                  <a:pt x="7053" y="5309"/>
                </a:cubicBezTo>
                <a:cubicBezTo>
                  <a:pt x="6947" y="5309"/>
                  <a:pt x="6837" y="5270"/>
                  <a:pt x="6742" y="5191"/>
                </a:cubicBezTo>
                <a:lnTo>
                  <a:pt x="5356" y="3773"/>
                </a:lnTo>
                <a:lnTo>
                  <a:pt x="4285" y="4845"/>
                </a:lnTo>
                <a:lnTo>
                  <a:pt x="5703" y="6262"/>
                </a:lnTo>
                <a:cubicBezTo>
                  <a:pt x="5860" y="6420"/>
                  <a:pt x="5860" y="6703"/>
                  <a:pt x="5703" y="6861"/>
                </a:cubicBezTo>
                <a:cubicBezTo>
                  <a:pt x="5624" y="6940"/>
                  <a:pt x="5514" y="6979"/>
                  <a:pt x="5403" y="6979"/>
                </a:cubicBezTo>
                <a:cubicBezTo>
                  <a:pt x="5293" y="6979"/>
                  <a:pt x="5183" y="6940"/>
                  <a:pt x="5104" y="6861"/>
                </a:cubicBezTo>
                <a:lnTo>
                  <a:pt x="3686" y="5443"/>
                </a:lnTo>
                <a:lnTo>
                  <a:pt x="2615" y="6514"/>
                </a:lnTo>
                <a:lnTo>
                  <a:pt x="4096" y="7932"/>
                </a:lnTo>
                <a:cubicBezTo>
                  <a:pt x="4253" y="8090"/>
                  <a:pt x="4253" y="8373"/>
                  <a:pt x="4096" y="8499"/>
                </a:cubicBezTo>
                <a:cubicBezTo>
                  <a:pt x="4017" y="8578"/>
                  <a:pt x="3907" y="8617"/>
                  <a:pt x="3797" y="8617"/>
                </a:cubicBezTo>
                <a:cubicBezTo>
                  <a:pt x="3686" y="8617"/>
                  <a:pt x="3576" y="8578"/>
                  <a:pt x="3497" y="8499"/>
                </a:cubicBezTo>
                <a:lnTo>
                  <a:pt x="2048" y="7081"/>
                </a:lnTo>
                <a:lnTo>
                  <a:pt x="158" y="8972"/>
                </a:lnTo>
                <a:cubicBezTo>
                  <a:pt x="0" y="9129"/>
                  <a:pt x="0" y="9413"/>
                  <a:pt x="158" y="9570"/>
                </a:cubicBezTo>
                <a:lnTo>
                  <a:pt x="3056" y="12500"/>
                </a:lnTo>
                <a:cubicBezTo>
                  <a:pt x="3135" y="12579"/>
                  <a:pt x="3245" y="12618"/>
                  <a:pt x="3356" y="12618"/>
                </a:cubicBezTo>
                <a:cubicBezTo>
                  <a:pt x="3466" y="12618"/>
                  <a:pt x="3576" y="12579"/>
                  <a:pt x="3655" y="12500"/>
                </a:cubicBezTo>
                <a:lnTo>
                  <a:pt x="12508" y="3616"/>
                </a:lnTo>
                <a:cubicBezTo>
                  <a:pt x="12665" y="3458"/>
                  <a:pt x="12665" y="3206"/>
                  <a:pt x="12508" y="3049"/>
                </a:cubicBezTo>
                <a:lnTo>
                  <a:pt x="9578" y="119"/>
                </a:lnTo>
                <a:cubicBezTo>
                  <a:pt x="9499" y="40"/>
                  <a:pt x="9397" y="1"/>
                  <a:pt x="92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88" name="Google Shape;5088;p83"/>
          <p:cNvGrpSpPr/>
          <p:nvPr/>
        </p:nvGrpSpPr>
        <p:grpSpPr>
          <a:xfrm>
            <a:off x="1223084" y="1311179"/>
            <a:ext cx="429504" cy="370879"/>
            <a:chOff x="-42651700" y="3217825"/>
            <a:chExt cx="367600" cy="317425"/>
          </a:xfrm>
        </p:grpSpPr>
        <p:sp>
          <p:nvSpPr>
            <p:cNvPr id="5089" name="Google Shape;5089;p83"/>
            <p:cNvSpPr/>
            <p:nvPr/>
          </p:nvSpPr>
          <p:spPr>
            <a:xfrm>
              <a:off x="-42651700" y="3239075"/>
              <a:ext cx="367600" cy="296175"/>
            </a:xfrm>
            <a:custGeom>
              <a:avLst/>
              <a:gdLst/>
              <a:ahLst/>
              <a:cxnLst/>
              <a:rect l="l" t="t" r="r" b="b"/>
              <a:pathLst>
                <a:path w="14704" h="11847" extrusionOk="0">
                  <a:moveTo>
                    <a:pt x="7370" y="797"/>
                  </a:moveTo>
                  <a:cubicBezTo>
                    <a:pt x="8536" y="797"/>
                    <a:pt x="9694" y="1246"/>
                    <a:pt x="10576" y="2143"/>
                  </a:cubicBezTo>
                  <a:cubicBezTo>
                    <a:pt x="12340" y="3908"/>
                    <a:pt x="12340" y="6775"/>
                    <a:pt x="10576" y="8539"/>
                  </a:cubicBezTo>
                  <a:cubicBezTo>
                    <a:pt x="9757" y="9390"/>
                    <a:pt x="8623" y="9894"/>
                    <a:pt x="7363" y="9894"/>
                  </a:cubicBezTo>
                  <a:cubicBezTo>
                    <a:pt x="6102" y="9894"/>
                    <a:pt x="4937" y="9358"/>
                    <a:pt x="4118" y="8539"/>
                  </a:cubicBezTo>
                  <a:cubicBezTo>
                    <a:pt x="2353" y="6775"/>
                    <a:pt x="2353" y="3908"/>
                    <a:pt x="4118" y="2143"/>
                  </a:cubicBezTo>
                  <a:cubicBezTo>
                    <a:pt x="5031" y="1246"/>
                    <a:pt x="6205" y="797"/>
                    <a:pt x="7370" y="797"/>
                  </a:cubicBezTo>
                  <a:close/>
                  <a:moveTo>
                    <a:pt x="7326" y="1"/>
                  </a:moveTo>
                  <a:cubicBezTo>
                    <a:pt x="2091" y="1"/>
                    <a:pt x="0" y="6750"/>
                    <a:pt x="4275" y="9768"/>
                  </a:cubicBezTo>
                  <a:lnTo>
                    <a:pt x="3424" y="11280"/>
                  </a:lnTo>
                  <a:cubicBezTo>
                    <a:pt x="3298" y="11532"/>
                    <a:pt x="3487" y="11847"/>
                    <a:pt x="3771" y="11847"/>
                  </a:cubicBezTo>
                  <a:cubicBezTo>
                    <a:pt x="3929" y="11847"/>
                    <a:pt x="4086" y="11784"/>
                    <a:pt x="4118" y="11626"/>
                  </a:cubicBezTo>
                  <a:lnTo>
                    <a:pt x="5000" y="10209"/>
                  </a:lnTo>
                  <a:cubicBezTo>
                    <a:pt x="5740" y="10571"/>
                    <a:pt x="6543" y="10752"/>
                    <a:pt x="7351" y="10752"/>
                  </a:cubicBezTo>
                  <a:cubicBezTo>
                    <a:pt x="8158" y="10752"/>
                    <a:pt x="8969" y="10571"/>
                    <a:pt x="9725" y="10209"/>
                  </a:cubicBezTo>
                  <a:lnTo>
                    <a:pt x="10576" y="11626"/>
                  </a:lnTo>
                  <a:cubicBezTo>
                    <a:pt x="10671" y="11784"/>
                    <a:pt x="10828" y="11847"/>
                    <a:pt x="10923" y="11847"/>
                  </a:cubicBezTo>
                  <a:cubicBezTo>
                    <a:pt x="11238" y="11847"/>
                    <a:pt x="11458" y="11532"/>
                    <a:pt x="11301" y="11280"/>
                  </a:cubicBezTo>
                  <a:lnTo>
                    <a:pt x="10419" y="9768"/>
                  </a:lnTo>
                  <a:cubicBezTo>
                    <a:pt x="14703" y="6775"/>
                    <a:pt x="12592" y="1"/>
                    <a:pt x="7363" y="1"/>
                  </a:cubicBezTo>
                  <a:cubicBezTo>
                    <a:pt x="7350" y="1"/>
                    <a:pt x="7338" y="1"/>
                    <a:pt x="73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83"/>
            <p:cNvSpPr/>
            <p:nvPr/>
          </p:nvSpPr>
          <p:spPr>
            <a:xfrm>
              <a:off x="-42419600" y="3217825"/>
              <a:ext cx="106350" cy="106350"/>
            </a:xfrm>
            <a:custGeom>
              <a:avLst/>
              <a:gdLst/>
              <a:ahLst/>
              <a:cxnLst/>
              <a:rect l="l" t="t" r="r" b="b"/>
              <a:pathLst>
                <a:path w="4254" h="4254" extrusionOk="0">
                  <a:moveTo>
                    <a:pt x="1355" y="0"/>
                  </a:moveTo>
                  <a:cubicBezTo>
                    <a:pt x="882" y="0"/>
                    <a:pt x="410" y="95"/>
                    <a:pt x="0" y="315"/>
                  </a:cubicBezTo>
                  <a:cubicBezTo>
                    <a:pt x="1891" y="946"/>
                    <a:pt x="3340" y="2395"/>
                    <a:pt x="3938" y="4254"/>
                  </a:cubicBezTo>
                  <a:cubicBezTo>
                    <a:pt x="4128" y="3844"/>
                    <a:pt x="4254" y="3371"/>
                    <a:pt x="4254" y="2899"/>
                  </a:cubicBezTo>
                  <a:cubicBezTo>
                    <a:pt x="4254" y="1292"/>
                    <a:pt x="2962"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83"/>
            <p:cNvSpPr/>
            <p:nvPr/>
          </p:nvSpPr>
          <p:spPr>
            <a:xfrm>
              <a:off x="-42623600" y="3218600"/>
              <a:ext cx="106350" cy="106375"/>
            </a:xfrm>
            <a:custGeom>
              <a:avLst/>
              <a:gdLst/>
              <a:ahLst/>
              <a:cxnLst/>
              <a:rect l="l" t="t" r="r" b="b"/>
              <a:pathLst>
                <a:path w="4254" h="4255" extrusionOk="0">
                  <a:moveTo>
                    <a:pt x="2931" y="1"/>
                  </a:moveTo>
                  <a:cubicBezTo>
                    <a:pt x="1292" y="1"/>
                    <a:pt x="1" y="1293"/>
                    <a:pt x="1" y="2899"/>
                  </a:cubicBezTo>
                  <a:cubicBezTo>
                    <a:pt x="1" y="3372"/>
                    <a:pt x="127" y="3845"/>
                    <a:pt x="316" y="4254"/>
                  </a:cubicBezTo>
                  <a:cubicBezTo>
                    <a:pt x="977" y="2364"/>
                    <a:pt x="2426" y="915"/>
                    <a:pt x="4254" y="316"/>
                  </a:cubicBezTo>
                  <a:cubicBezTo>
                    <a:pt x="3876" y="127"/>
                    <a:pt x="3403" y="1"/>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83"/>
            <p:cNvSpPr/>
            <p:nvPr/>
          </p:nvSpPr>
          <p:spPr>
            <a:xfrm>
              <a:off x="-42561375" y="3279250"/>
              <a:ext cx="185900" cy="186700"/>
            </a:xfrm>
            <a:custGeom>
              <a:avLst/>
              <a:gdLst/>
              <a:ahLst/>
              <a:cxnLst/>
              <a:rect l="l" t="t" r="r" b="b"/>
              <a:pathLst>
                <a:path w="7436" h="7468" extrusionOk="0">
                  <a:moveTo>
                    <a:pt x="3781" y="1671"/>
                  </a:moveTo>
                  <a:cubicBezTo>
                    <a:pt x="4033" y="1671"/>
                    <a:pt x="4191" y="1860"/>
                    <a:pt x="4191" y="2112"/>
                  </a:cubicBezTo>
                  <a:lnTo>
                    <a:pt x="4191" y="3340"/>
                  </a:lnTo>
                  <a:lnTo>
                    <a:pt x="5388" y="3340"/>
                  </a:lnTo>
                  <a:cubicBezTo>
                    <a:pt x="5640" y="3340"/>
                    <a:pt x="5829" y="3529"/>
                    <a:pt x="5829" y="3750"/>
                  </a:cubicBezTo>
                  <a:cubicBezTo>
                    <a:pt x="5829" y="4002"/>
                    <a:pt x="5640" y="4128"/>
                    <a:pt x="5388" y="4128"/>
                  </a:cubicBezTo>
                  <a:lnTo>
                    <a:pt x="3750" y="4128"/>
                  </a:lnTo>
                  <a:cubicBezTo>
                    <a:pt x="3498" y="4128"/>
                    <a:pt x="3308" y="3939"/>
                    <a:pt x="3308" y="3750"/>
                  </a:cubicBezTo>
                  <a:lnTo>
                    <a:pt x="3308" y="2112"/>
                  </a:lnTo>
                  <a:lnTo>
                    <a:pt x="3340" y="2112"/>
                  </a:lnTo>
                  <a:cubicBezTo>
                    <a:pt x="3340" y="1860"/>
                    <a:pt x="3529" y="1671"/>
                    <a:pt x="3781" y="1671"/>
                  </a:cubicBezTo>
                  <a:close/>
                  <a:moveTo>
                    <a:pt x="3750" y="1"/>
                  </a:moveTo>
                  <a:cubicBezTo>
                    <a:pt x="1702" y="1"/>
                    <a:pt x="32" y="1671"/>
                    <a:pt x="0" y="3750"/>
                  </a:cubicBezTo>
                  <a:cubicBezTo>
                    <a:pt x="32" y="5798"/>
                    <a:pt x="1702" y="7467"/>
                    <a:pt x="3750" y="7467"/>
                  </a:cubicBezTo>
                  <a:cubicBezTo>
                    <a:pt x="5797" y="7467"/>
                    <a:pt x="7436" y="5798"/>
                    <a:pt x="7436" y="3750"/>
                  </a:cubicBezTo>
                  <a:cubicBezTo>
                    <a:pt x="7436" y="1702"/>
                    <a:pt x="5797" y="64"/>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93" name="Google Shape;5093;p83"/>
          <p:cNvGrpSpPr/>
          <p:nvPr/>
        </p:nvGrpSpPr>
        <p:grpSpPr>
          <a:xfrm>
            <a:off x="1258516" y="1750829"/>
            <a:ext cx="358640" cy="363226"/>
            <a:chOff x="-42617300" y="3587775"/>
            <a:chExt cx="306950" cy="310875"/>
          </a:xfrm>
        </p:grpSpPr>
        <p:sp>
          <p:nvSpPr>
            <p:cNvPr id="5094" name="Google Shape;5094;p83"/>
            <p:cNvSpPr/>
            <p:nvPr/>
          </p:nvSpPr>
          <p:spPr>
            <a:xfrm>
              <a:off x="-42617300" y="3587775"/>
              <a:ext cx="306950" cy="310875"/>
            </a:xfrm>
            <a:custGeom>
              <a:avLst/>
              <a:gdLst/>
              <a:ahLst/>
              <a:cxnLst/>
              <a:rect l="l" t="t" r="r" b="b"/>
              <a:pathLst>
                <a:path w="12278" h="12435" extrusionOk="0">
                  <a:moveTo>
                    <a:pt x="5905" y="860"/>
                  </a:moveTo>
                  <a:cubicBezTo>
                    <a:pt x="6421" y="860"/>
                    <a:pt x="6926" y="1412"/>
                    <a:pt x="7341" y="2467"/>
                  </a:cubicBezTo>
                  <a:cubicBezTo>
                    <a:pt x="6837" y="2593"/>
                    <a:pt x="6365" y="2782"/>
                    <a:pt x="5892" y="3003"/>
                  </a:cubicBezTo>
                  <a:cubicBezTo>
                    <a:pt x="5419" y="2782"/>
                    <a:pt x="4947" y="2593"/>
                    <a:pt x="4443" y="2467"/>
                  </a:cubicBezTo>
                  <a:cubicBezTo>
                    <a:pt x="4893" y="1381"/>
                    <a:pt x="5404" y="860"/>
                    <a:pt x="5905" y="860"/>
                  </a:cubicBezTo>
                  <a:close/>
                  <a:moveTo>
                    <a:pt x="4191" y="3255"/>
                  </a:moveTo>
                  <a:cubicBezTo>
                    <a:pt x="4443" y="3349"/>
                    <a:pt x="4632" y="3381"/>
                    <a:pt x="4884" y="3475"/>
                  </a:cubicBezTo>
                  <a:cubicBezTo>
                    <a:pt x="4726" y="3538"/>
                    <a:pt x="4600" y="3601"/>
                    <a:pt x="4443" y="3696"/>
                  </a:cubicBezTo>
                  <a:cubicBezTo>
                    <a:pt x="4285" y="3790"/>
                    <a:pt x="4159" y="3853"/>
                    <a:pt x="4002" y="3948"/>
                  </a:cubicBezTo>
                  <a:cubicBezTo>
                    <a:pt x="4096" y="3727"/>
                    <a:pt x="4159" y="3507"/>
                    <a:pt x="4191" y="3255"/>
                  </a:cubicBezTo>
                  <a:close/>
                  <a:moveTo>
                    <a:pt x="7625" y="3318"/>
                  </a:moveTo>
                  <a:cubicBezTo>
                    <a:pt x="7688" y="3507"/>
                    <a:pt x="7751" y="3727"/>
                    <a:pt x="7782" y="3979"/>
                  </a:cubicBezTo>
                  <a:cubicBezTo>
                    <a:pt x="7499" y="3790"/>
                    <a:pt x="7247" y="3633"/>
                    <a:pt x="6963" y="3507"/>
                  </a:cubicBezTo>
                  <a:cubicBezTo>
                    <a:pt x="7184" y="3412"/>
                    <a:pt x="7404" y="3349"/>
                    <a:pt x="7625" y="3318"/>
                  </a:cubicBezTo>
                  <a:close/>
                  <a:moveTo>
                    <a:pt x="2611" y="3034"/>
                  </a:moveTo>
                  <a:cubicBezTo>
                    <a:pt x="2846" y="3034"/>
                    <a:pt x="3110" y="3054"/>
                    <a:pt x="3403" y="3097"/>
                  </a:cubicBezTo>
                  <a:cubicBezTo>
                    <a:pt x="3309" y="3570"/>
                    <a:pt x="3183" y="4042"/>
                    <a:pt x="3151" y="4609"/>
                  </a:cubicBezTo>
                  <a:cubicBezTo>
                    <a:pt x="2742" y="4924"/>
                    <a:pt x="2363" y="5240"/>
                    <a:pt x="1954" y="5586"/>
                  </a:cubicBezTo>
                  <a:cubicBezTo>
                    <a:pt x="712" y="4068"/>
                    <a:pt x="945" y="3034"/>
                    <a:pt x="2611" y="3034"/>
                  </a:cubicBezTo>
                  <a:close/>
                  <a:moveTo>
                    <a:pt x="9301" y="3075"/>
                  </a:moveTo>
                  <a:cubicBezTo>
                    <a:pt x="10879" y="3075"/>
                    <a:pt x="11079" y="4102"/>
                    <a:pt x="9862" y="5618"/>
                  </a:cubicBezTo>
                  <a:cubicBezTo>
                    <a:pt x="9515" y="5271"/>
                    <a:pt x="9137" y="4924"/>
                    <a:pt x="8696" y="4641"/>
                  </a:cubicBezTo>
                  <a:cubicBezTo>
                    <a:pt x="8601" y="4137"/>
                    <a:pt x="8538" y="3601"/>
                    <a:pt x="8412" y="3160"/>
                  </a:cubicBezTo>
                  <a:cubicBezTo>
                    <a:pt x="8746" y="3102"/>
                    <a:pt x="9042" y="3075"/>
                    <a:pt x="9301" y="3075"/>
                  </a:cubicBezTo>
                  <a:close/>
                  <a:moveTo>
                    <a:pt x="8822" y="5744"/>
                  </a:moveTo>
                  <a:cubicBezTo>
                    <a:pt x="9011" y="5901"/>
                    <a:pt x="9169" y="6059"/>
                    <a:pt x="9326" y="6216"/>
                  </a:cubicBezTo>
                  <a:cubicBezTo>
                    <a:pt x="9169" y="6374"/>
                    <a:pt x="8980" y="6531"/>
                    <a:pt x="8822" y="6689"/>
                  </a:cubicBezTo>
                  <a:lnTo>
                    <a:pt x="8822" y="5744"/>
                  </a:lnTo>
                  <a:close/>
                  <a:moveTo>
                    <a:pt x="3025" y="5775"/>
                  </a:moveTo>
                  <a:lnTo>
                    <a:pt x="3025" y="6720"/>
                  </a:lnTo>
                  <a:cubicBezTo>
                    <a:pt x="2836" y="6563"/>
                    <a:pt x="2679" y="6405"/>
                    <a:pt x="2521" y="6248"/>
                  </a:cubicBezTo>
                  <a:cubicBezTo>
                    <a:pt x="2679" y="6090"/>
                    <a:pt x="2868" y="5933"/>
                    <a:pt x="3025" y="5775"/>
                  </a:cubicBezTo>
                  <a:close/>
                  <a:moveTo>
                    <a:pt x="5892" y="3885"/>
                  </a:moveTo>
                  <a:cubicBezTo>
                    <a:pt x="6617" y="4200"/>
                    <a:pt x="7278" y="4609"/>
                    <a:pt x="7908" y="5082"/>
                  </a:cubicBezTo>
                  <a:cubicBezTo>
                    <a:pt x="8003" y="5838"/>
                    <a:pt x="8003" y="6626"/>
                    <a:pt x="7908" y="7413"/>
                  </a:cubicBezTo>
                  <a:cubicBezTo>
                    <a:pt x="7278" y="7823"/>
                    <a:pt x="6585" y="8232"/>
                    <a:pt x="5892" y="8579"/>
                  </a:cubicBezTo>
                  <a:cubicBezTo>
                    <a:pt x="5545" y="8421"/>
                    <a:pt x="5230" y="8232"/>
                    <a:pt x="4884" y="8043"/>
                  </a:cubicBezTo>
                  <a:cubicBezTo>
                    <a:pt x="4537" y="7823"/>
                    <a:pt x="4191" y="7634"/>
                    <a:pt x="3876" y="7413"/>
                  </a:cubicBezTo>
                  <a:cubicBezTo>
                    <a:pt x="3844" y="6657"/>
                    <a:pt x="3844" y="5870"/>
                    <a:pt x="3876" y="5082"/>
                  </a:cubicBezTo>
                  <a:cubicBezTo>
                    <a:pt x="4191" y="4830"/>
                    <a:pt x="4537" y="4641"/>
                    <a:pt x="4884" y="4452"/>
                  </a:cubicBezTo>
                  <a:cubicBezTo>
                    <a:pt x="5230" y="4263"/>
                    <a:pt x="5577" y="4042"/>
                    <a:pt x="5892" y="3885"/>
                  </a:cubicBezTo>
                  <a:close/>
                  <a:moveTo>
                    <a:pt x="4033" y="8516"/>
                  </a:moveTo>
                  <a:cubicBezTo>
                    <a:pt x="4159" y="8579"/>
                    <a:pt x="4317" y="8674"/>
                    <a:pt x="4474" y="8737"/>
                  </a:cubicBezTo>
                  <a:cubicBezTo>
                    <a:pt x="4632" y="8831"/>
                    <a:pt x="4758" y="8894"/>
                    <a:pt x="4915" y="8989"/>
                  </a:cubicBezTo>
                  <a:cubicBezTo>
                    <a:pt x="4663" y="9052"/>
                    <a:pt x="4474" y="9146"/>
                    <a:pt x="4254" y="9178"/>
                  </a:cubicBezTo>
                  <a:cubicBezTo>
                    <a:pt x="4159" y="8926"/>
                    <a:pt x="4096" y="8737"/>
                    <a:pt x="4033" y="8516"/>
                  </a:cubicBezTo>
                  <a:close/>
                  <a:moveTo>
                    <a:pt x="7782" y="8516"/>
                  </a:moveTo>
                  <a:cubicBezTo>
                    <a:pt x="7751" y="8737"/>
                    <a:pt x="7688" y="8989"/>
                    <a:pt x="7625" y="9178"/>
                  </a:cubicBezTo>
                  <a:cubicBezTo>
                    <a:pt x="7404" y="9083"/>
                    <a:pt x="7184" y="9052"/>
                    <a:pt x="6963" y="8989"/>
                  </a:cubicBezTo>
                  <a:cubicBezTo>
                    <a:pt x="7278" y="8831"/>
                    <a:pt x="7499" y="8674"/>
                    <a:pt x="7782" y="8516"/>
                  </a:cubicBezTo>
                  <a:close/>
                  <a:moveTo>
                    <a:pt x="1954" y="6846"/>
                  </a:moveTo>
                  <a:cubicBezTo>
                    <a:pt x="2300" y="7193"/>
                    <a:pt x="2710" y="7571"/>
                    <a:pt x="3151" y="7823"/>
                  </a:cubicBezTo>
                  <a:cubicBezTo>
                    <a:pt x="3214" y="8358"/>
                    <a:pt x="3309" y="8863"/>
                    <a:pt x="3403" y="9335"/>
                  </a:cubicBezTo>
                  <a:cubicBezTo>
                    <a:pt x="3090" y="9388"/>
                    <a:pt x="2806" y="9414"/>
                    <a:pt x="2555" y="9414"/>
                  </a:cubicBezTo>
                  <a:cubicBezTo>
                    <a:pt x="1015" y="9414"/>
                    <a:pt x="681" y="8445"/>
                    <a:pt x="1954" y="6846"/>
                  </a:cubicBezTo>
                  <a:close/>
                  <a:moveTo>
                    <a:pt x="9925" y="6846"/>
                  </a:moveTo>
                  <a:lnTo>
                    <a:pt x="9925" y="6846"/>
                  </a:lnTo>
                  <a:cubicBezTo>
                    <a:pt x="11167" y="8392"/>
                    <a:pt x="10934" y="9430"/>
                    <a:pt x="9267" y="9430"/>
                  </a:cubicBezTo>
                  <a:cubicBezTo>
                    <a:pt x="9032" y="9430"/>
                    <a:pt x="8768" y="9410"/>
                    <a:pt x="8475" y="9367"/>
                  </a:cubicBezTo>
                  <a:cubicBezTo>
                    <a:pt x="8538" y="8894"/>
                    <a:pt x="8664" y="8390"/>
                    <a:pt x="8727" y="7823"/>
                  </a:cubicBezTo>
                  <a:cubicBezTo>
                    <a:pt x="9137" y="7508"/>
                    <a:pt x="9515" y="7193"/>
                    <a:pt x="9925" y="6846"/>
                  </a:cubicBezTo>
                  <a:close/>
                  <a:moveTo>
                    <a:pt x="5924" y="9461"/>
                  </a:moveTo>
                  <a:cubicBezTo>
                    <a:pt x="6396" y="9650"/>
                    <a:pt x="6869" y="9839"/>
                    <a:pt x="7404" y="9965"/>
                  </a:cubicBezTo>
                  <a:cubicBezTo>
                    <a:pt x="6962" y="11056"/>
                    <a:pt x="6440" y="11607"/>
                    <a:pt x="5922" y="11607"/>
                  </a:cubicBezTo>
                  <a:cubicBezTo>
                    <a:pt x="5408" y="11607"/>
                    <a:pt x="4898" y="11064"/>
                    <a:pt x="4474" y="9965"/>
                  </a:cubicBezTo>
                  <a:cubicBezTo>
                    <a:pt x="4978" y="9839"/>
                    <a:pt x="5451" y="9650"/>
                    <a:pt x="5924" y="9461"/>
                  </a:cubicBezTo>
                  <a:close/>
                  <a:moveTo>
                    <a:pt x="5931" y="1"/>
                  </a:moveTo>
                  <a:cubicBezTo>
                    <a:pt x="5817" y="1"/>
                    <a:pt x="5699" y="14"/>
                    <a:pt x="5577" y="41"/>
                  </a:cubicBezTo>
                  <a:cubicBezTo>
                    <a:pt x="4632" y="262"/>
                    <a:pt x="4002" y="1333"/>
                    <a:pt x="3655" y="2278"/>
                  </a:cubicBezTo>
                  <a:cubicBezTo>
                    <a:pt x="3326" y="2223"/>
                    <a:pt x="2973" y="2187"/>
                    <a:pt x="2624" y="2187"/>
                  </a:cubicBezTo>
                  <a:cubicBezTo>
                    <a:pt x="1770" y="2187"/>
                    <a:pt x="939" y="2404"/>
                    <a:pt x="536" y="3097"/>
                  </a:cubicBezTo>
                  <a:cubicBezTo>
                    <a:pt x="1" y="4074"/>
                    <a:pt x="662" y="5334"/>
                    <a:pt x="1387" y="6216"/>
                  </a:cubicBezTo>
                  <a:cubicBezTo>
                    <a:pt x="788" y="6972"/>
                    <a:pt x="158" y="8043"/>
                    <a:pt x="379" y="8926"/>
                  </a:cubicBezTo>
                  <a:cubicBezTo>
                    <a:pt x="599" y="9650"/>
                    <a:pt x="1166" y="10028"/>
                    <a:pt x="1922" y="10186"/>
                  </a:cubicBezTo>
                  <a:cubicBezTo>
                    <a:pt x="2157" y="10241"/>
                    <a:pt x="2410" y="10266"/>
                    <a:pt x="2668" y="10266"/>
                  </a:cubicBezTo>
                  <a:cubicBezTo>
                    <a:pt x="2998" y="10266"/>
                    <a:pt x="3337" y="10225"/>
                    <a:pt x="3655" y="10154"/>
                  </a:cubicBezTo>
                  <a:cubicBezTo>
                    <a:pt x="4221" y="11678"/>
                    <a:pt x="5076" y="12434"/>
                    <a:pt x="5929" y="12434"/>
                  </a:cubicBezTo>
                  <a:cubicBezTo>
                    <a:pt x="6786" y="12434"/>
                    <a:pt x="7639" y="11670"/>
                    <a:pt x="8192" y="10154"/>
                  </a:cubicBezTo>
                  <a:cubicBezTo>
                    <a:pt x="8550" y="10215"/>
                    <a:pt x="8882" y="10243"/>
                    <a:pt x="9186" y="10243"/>
                  </a:cubicBezTo>
                  <a:cubicBezTo>
                    <a:pt x="11589" y="10243"/>
                    <a:pt x="12278" y="8453"/>
                    <a:pt x="10460" y="6216"/>
                  </a:cubicBezTo>
                  <a:cubicBezTo>
                    <a:pt x="12272" y="4014"/>
                    <a:pt x="11618" y="2182"/>
                    <a:pt x="9217" y="2182"/>
                  </a:cubicBezTo>
                  <a:cubicBezTo>
                    <a:pt x="8904" y="2182"/>
                    <a:pt x="8562" y="2213"/>
                    <a:pt x="8192" y="2278"/>
                  </a:cubicBezTo>
                  <a:cubicBezTo>
                    <a:pt x="7765" y="1139"/>
                    <a:pt x="7004" y="1"/>
                    <a:pt x="5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83"/>
            <p:cNvSpPr/>
            <p:nvPr/>
          </p:nvSpPr>
          <p:spPr>
            <a:xfrm>
              <a:off x="-42500725" y="3712425"/>
              <a:ext cx="63025" cy="62275"/>
            </a:xfrm>
            <a:custGeom>
              <a:avLst/>
              <a:gdLst/>
              <a:ahLst/>
              <a:cxnLst/>
              <a:rect l="l" t="t" r="r" b="b"/>
              <a:pathLst>
                <a:path w="2521" h="2491" extrusionOk="0">
                  <a:moveTo>
                    <a:pt x="1313" y="0"/>
                  </a:moveTo>
                  <a:cubicBezTo>
                    <a:pt x="1295" y="0"/>
                    <a:pt x="1278" y="1"/>
                    <a:pt x="1261" y="1"/>
                  </a:cubicBezTo>
                  <a:cubicBezTo>
                    <a:pt x="599" y="1"/>
                    <a:pt x="0" y="569"/>
                    <a:pt x="63" y="1230"/>
                  </a:cubicBezTo>
                  <a:cubicBezTo>
                    <a:pt x="0" y="1955"/>
                    <a:pt x="567" y="2490"/>
                    <a:pt x="1261" y="2490"/>
                  </a:cubicBezTo>
                  <a:cubicBezTo>
                    <a:pt x="1954" y="2490"/>
                    <a:pt x="2521" y="1955"/>
                    <a:pt x="2489" y="1230"/>
                  </a:cubicBezTo>
                  <a:cubicBezTo>
                    <a:pt x="2489" y="585"/>
                    <a:pt x="1980" y="0"/>
                    <a:pt x="13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96" name="Google Shape;5096;p83"/>
          <p:cNvSpPr/>
          <p:nvPr/>
        </p:nvSpPr>
        <p:spPr>
          <a:xfrm>
            <a:off x="1254968" y="2189872"/>
            <a:ext cx="371785" cy="369974"/>
          </a:xfrm>
          <a:custGeom>
            <a:avLst/>
            <a:gdLst/>
            <a:ahLst/>
            <a:cxnLst/>
            <a:rect l="l" t="t" r="r" b="b"/>
            <a:pathLst>
              <a:path w="12728" h="12666" extrusionOk="0">
                <a:moveTo>
                  <a:pt x="1859" y="3308"/>
                </a:moveTo>
                <a:lnTo>
                  <a:pt x="1859" y="5230"/>
                </a:lnTo>
                <a:lnTo>
                  <a:pt x="882" y="5230"/>
                </a:lnTo>
                <a:lnTo>
                  <a:pt x="882" y="3308"/>
                </a:lnTo>
                <a:close/>
                <a:moveTo>
                  <a:pt x="5765" y="2458"/>
                </a:moveTo>
                <a:cubicBezTo>
                  <a:pt x="5860" y="2458"/>
                  <a:pt x="5986" y="2584"/>
                  <a:pt x="5986" y="2710"/>
                </a:cubicBezTo>
                <a:lnTo>
                  <a:pt x="5986" y="5230"/>
                </a:lnTo>
                <a:lnTo>
                  <a:pt x="2678" y="5230"/>
                </a:lnTo>
                <a:lnTo>
                  <a:pt x="2678" y="2710"/>
                </a:lnTo>
                <a:cubicBezTo>
                  <a:pt x="2678" y="2584"/>
                  <a:pt x="2772" y="2458"/>
                  <a:pt x="2930" y="2458"/>
                </a:cubicBezTo>
                <a:close/>
                <a:moveTo>
                  <a:pt x="9893" y="2458"/>
                </a:moveTo>
                <a:cubicBezTo>
                  <a:pt x="10019" y="2458"/>
                  <a:pt x="10113" y="2584"/>
                  <a:pt x="10113" y="2710"/>
                </a:cubicBezTo>
                <a:lnTo>
                  <a:pt x="10113" y="5230"/>
                </a:lnTo>
                <a:lnTo>
                  <a:pt x="6837" y="5230"/>
                </a:lnTo>
                <a:lnTo>
                  <a:pt x="6837" y="2710"/>
                </a:lnTo>
                <a:cubicBezTo>
                  <a:pt x="6805" y="2584"/>
                  <a:pt x="6900" y="2458"/>
                  <a:pt x="7057" y="2458"/>
                </a:cubicBezTo>
                <a:close/>
                <a:moveTo>
                  <a:pt x="11940" y="3308"/>
                </a:moveTo>
                <a:lnTo>
                  <a:pt x="11940" y="5230"/>
                </a:lnTo>
                <a:lnTo>
                  <a:pt x="10964" y="5230"/>
                </a:lnTo>
                <a:lnTo>
                  <a:pt x="10964" y="3308"/>
                </a:lnTo>
                <a:close/>
                <a:moveTo>
                  <a:pt x="7215" y="6900"/>
                </a:moveTo>
                <a:cubicBezTo>
                  <a:pt x="7435" y="6900"/>
                  <a:pt x="7656" y="7089"/>
                  <a:pt x="7656" y="7278"/>
                </a:cubicBezTo>
                <a:cubicBezTo>
                  <a:pt x="7656" y="7530"/>
                  <a:pt x="7435" y="7719"/>
                  <a:pt x="7215" y="7719"/>
                </a:cubicBezTo>
                <a:lnTo>
                  <a:pt x="5545" y="7719"/>
                </a:lnTo>
                <a:cubicBezTo>
                  <a:pt x="5324" y="7719"/>
                  <a:pt x="5135" y="7530"/>
                  <a:pt x="5135" y="7278"/>
                </a:cubicBezTo>
                <a:cubicBezTo>
                  <a:pt x="5135" y="7026"/>
                  <a:pt x="5324" y="6900"/>
                  <a:pt x="5545" y="6900"/>
                </a:cubicBezTo>
                <a:close/>
                <a:moveTo>
                  <a:pt x="3088" y="6900"/>
                </a:moveTo>
                <a:cubicBezTo>
                  <a:pt x="3749" y="6900"/>
                  <a:pt x="4285" y="7436"/>
                  <a:pt x="4348" y="8097"/>
                </a:cubicBezTo>
                <a:cubicBezTo>
                  <a:pt x="4348" y="8790"/>
                  <a:pt x="3781" y="9326"/>
                  <a:pt x="3088" y="9326"/>
                </a:cubicBezTo>
                <a:cubicBezTo>
                  <a:pt x="2394" y="9326"/>
                  <a:pt x="1859" y="8790"/>
                  <a:pt x="1859" y="8097"/>
                </a:cubicBezTo>
                <a:cubicBezTo>
                  <a:pt x="1859" y="7436"/>
                  <a:pt x="2394" y="6900"/>
                  <a:pt x="3088" y="6900"/>
                </a:cubicBezTo>
                <a:close/>
                <a:moveTo>
                  <a:pt x="7215" y="8570"/>
                </a:moveTo>
                <a:cubicBezTo>
                  <a:pt x="7435" y="8570"/>
                  <a:pt x="7656" y="8790"/>
                  <a:pt x="7656" y="8979"/>
                </a:cubicBezTo>
                <a:cubicBezTo>
                  <a:pt x="7656" y="9168"/>
                  <a:pt x="7435" y="9357"/>
                  <a:pt x="7215" y="9357"/>
                </a:cubicBezTo>
                <a:lnTo>
                  <a:pt x="5545" y="9357"/>
                </a:lnTo>
                <a:cubicBezTo>
                  <a:pt x="5324" y="9357"/>
                  <a:pt x="5135" y="9168"/>
                  <a:pt x="5135" y="8979"/>
                </a:cubicBezTo>
                <a:cubicBezTo>
                  <a:pt x="5135" y="8727"/>
                  <a:pt x="5324" y="8570"/>
                  <a:pt x="5545" y="8570"/>
                </a:cubicBezTo>
                <a:close/>
                <a:moveTo>
                  <a:pt x="9790" y="6930"/>
                </a:moveTo>
                <a:cubicBezTo>
                  <a:pt x="10428" y="6930"/>
                  <a:pt x="10964" y="7456"/>
                  <a:pt x="10964" y="8160"/>
                </a:cubicBezTo>
                <a:cubicBezTo>
                  <a:pt x="10964" y="8822"/>
                  <a:pt x="10397" y="9357"/>
                  <a:pt x="9735" y="9357"/>
                </a:cubicBezTo>
                <a:cubicBezTo>
                  <a:pt x="9073" y="9357"/>
                  <a:pt x="8506" y="8822"/>
                  <a:pt x="8506" y="8160"/>
                </a:cubicBezTo>
                <a:cubicBezTo>
                  <a:pt x="8506" y="7467"/>
                  <a:pt x="9073" y="6931"/>
                  <a:pt x="9735" y="6931"/>
                </a:cubicBezTo>
                <a:cubicBezTo>
                  <a:pt x="9754" y="6931"/>
                  <a:pt x="9772" y="6930"/>
                  <a:pt x="9790" y="6930"/>
                </a:cubicBezTo>
                <a:close/>
                <a:moveTo>
                  <a:pt x="3875" y="0"/>
                </a:moveTo>
                <a:cubicBezTo>
                  <a:pt x="2709" y="0"/>
                  <a:pt x="1827" y="946"/>
                  <a:pt x="1764" y="2080"/>
                </a:cubicBezTo>
                <a:lnTo>
                  <a:pt x="1764" y="2458"/>
                </a:lnTo>
                <a:lnTo>
                  <a:pt x="410" y="2458"/>
                </a:lnTo>
                <a:cubicBezTo>
                  <a:pt x="158" y="2458"/>
                  <a:pt x="0" y="2678"/>
                  <a:pt x="0" y="2899"/>
                </a:cubicBezTo>
                <a:lnTo>
                  <a:pt x="0" y="5671"/>
                </a:lnTo>
                <a:cubicBezTo>
                  <a:pt x="32" y="5860"/>
                  <a:pt x="252" y="6049"/>
                  <a:pt x="473" y="6049"/>
                </a:cubicBezTo>
                <a:lnTo>
                  <a:pt x="1449" y="6049"/>
                </a:lnTo>
                <a:cubicBezTo>
                  <a:pt x="1197" y="6427"/>
                  <a:pt x="1040" y="6837"/>
                  <a:pt x="1040" y="7278"/>
                </a:cubicBezTo>
                <a:lnTo>
                  <a:pt x="1040" y="9767"/>
                </a:lnTo>
                <a:cubicBezTo>
                  <a:pt x="1040" y="10302"/>
                  <a:pt x="1386" y="10744"/>
                  <a:pt x="1859" y="10933"/>
                </a:cubicBezTo>
                <a:lnTo>
                  <a:pt x="1859" y="12256"/>
                </a:lnTo>
                <a:cubicBezTo>
                  <a:pt x="1859" y="12476"/>
                  <a:pt x="2048" y="12665"/>
                  <a:pt x="2300" y="12665"/>
                </a:cubicBezTo>
                <a:lnTo>
                  <a:pt x="3938" y="12665"/>
                </a:lnTo>
                <a:cubicBezTo>
                  <a:pt x="4190" y="12665"/>
                  <a:pt x="4348" y="12476"/>
                  <a:pt x="4348" y="12256"/>
                </a:cubicBezTo>
                <a:lnTo>
                  <a:pt x="4348" y="10996"/>
                </a:lnTo>
                <a:lnTo>
                  <a:pt x="8475" y="10996"/>
                </a:lnTo>
                <a:lnTo>
                  <a:pt x="8475" y="12256"/>
                </a:lnTo>
                <a:cubicBezTo>
                  <a:pt x="8475" y="12476"/>
                  <a:pt x="8664" y="12665"/>
                  <a:pt x="8884" y="12665"/>
                </a:cubicBezTo>
                <a:lnTo>
                  <a:pt x="10523" y="12665"/>
                </a:lnTo>
                <a:cubicBezTo>
                  <a:pt x="10775" y="12665"/>
                  <a:pt x="10901" y="12476"/>
                  <a:pt x="10901" y="12256"/>
                </a:cubicBezTo>
                <a:lnTo>
                  <a:pt x="10901" y="10933"/>
                </a:lnTo>
                <a:cubicBezTo>
                  <a:pt x="11373" y="10775"/>
                  <a:pt x="11751" y="10302"/>
                  <a:pt x="11751" y="9767"/>
                </a:cubicBezTo>
                <a:lnTo>
                  <a:pt x="11751" y="7278"/>
                </a:lnTo>
                <a:cubicBezTo>
                  <a:pt x="11751" y="6805"/>
                  <a:pt x="11594" y="6364"/>
                  <a:pt x="11310" y="6049"/>
                </a:cubicBezTo>
                <a:lnTo>
                  <a:pt x="12287" y="6049"/>
                </a:lnTo>
                <a:cubicBezTo>
                  <a:pt x="12539" y="6049"/>
                  <a:pt x="12728" y="5860"/>
                  <a:pt x="12728" y="5671"/>
                </a:cubicBezTo>
                <a:lnTo>
                  <a:pt x="12728" y="2899"/>
                </a:lnTo>
                <a:cubicBezTo>
                  <a:pt x="12728" y="2678"/>
                  <a:pt x="12539" y="2458"/>
                  <a:pt x="12287" y="2458"/>
                </a:cubicBezTo>
                <a:lnTo>
                  <a:pt x="10901" y="2458"/>
                </a:lnTo>
                <a:lnTo>
                  <a:pt x="10901" y="2080"/>
                </a:lnTo>
                <a:cubicBezTo>
                  <a:pt x="10901" y="946"/>
                  <a:pt x="9987" y="32"/>
                  <a:pt x="8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97" name="Google Shape;5097;p83"/>
          <p:cNvGrpSpPr/>
          <p:nvPr/>
        </p:nvGrpSpPr>
        <p:grpSpPr>
          <a:xfrm>
            <a:off x="3430343" y="1335569"/>
            <a:ext cx="376926" cy="370324"/>
            <a:chOff x="-40748275" y="3238700"/>
            <a:chExt cx="322600" cy="316950"/>
          </a:xfrm>
        </p:grpSpPr>
        <p:sp>
          <p:nvSpPr>
            <p:cNvPr id="5098" name="Google Shape;5098;p83"/>
            <p:cNvSpPr/>
            <p:nvPr/>
          </p:nvSpPr>
          <p:spPr>
            <a:xfrm>
              <a:off x="-40709675" y="3273750"/>
              <a:ext cx="84300" cy="84300"/>
            </a:xfrm>
            <a:custGeom>
              <a:avLst/>
              <a:gdLst/>
              <a:ahLst/>
              <a:cxnLst/>
              <a:rect l="l" t="t" r="r" b="b"/>
              <a:pathLst>
                <a:path w="3372" h="3372" extrusionOk="0">
                  <a:moveTo>
                    <a:pt x="2710" y="0"/>
                  </a:moveTo>
                  <a:lnTo>
                    <a:pt x="1" y="2710"/>
                  </a:lnTo>
                  <a:lnTo>
                    <a:pt x="694" y="3371"/>
                  </a:lnTo>
                  <a:lnTo>
                    <a:pt x="3372" y="662"/>
                  </a:lnTo>
                  <a:lnTo>
                    <a:pt x="271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83"/>
            <p:cNvSpPr/>
            <p:nvPr/>
          </p:nvSpPr>
          <p:spPr>
            <a:xfrm>
              <a:off x="-40578925" y="3247175"/>
              <a:ext cx="151250" cy="149475"/>
            </a:xfrm>
            <a:custGeom>
              <a:avLst/>
              <a:gdLst/>
              <a:ahLst/>
              <a:cxnLst/>
              <a:rect l="l" t="t" r="r" b="b"/>
              <a:pathLst>
                <a:path w="6050" h="5979" extrusionOk="0">
                  <a:moveTo>
                    <a:pt x="2663" y="0"/>
                  </a:moveTo>
                  <a:cubicBezTo>
                    <a:pt x="2552" y="0"/>
                    <a:pt x="2442" y="39"/>
                    <a:pt x="2363" y="118"/>
                  </a:cubicBezTo>
                  <a:lnTo>
                    <a:pt x="1261" y="1221"/>
                  </a:lnTo>
                  <a:lnTo>
                    <a:pt x="2678" y="2639"/>
                  </a:lnTo>
                  <a:cubicBezTo>
                    <a:pt x="2836" y="2796"/>
                    <a:pt x="2836" y="3080"/>
                    <a:pt x="2678" y="3237"/>
                  </a:cubicBezTo>
                  <a:cubicBezTo>
                    <a:pt x="2637" y="3278"/>
                    <a:pt x="2560" y="3302"/>
                    <a:pt x="2473" y="3302"/>
                  </a:cubicBezTo>
                  <a:cubicBezTo>
                    <a:pt x="2360" y="3302"/>
                    <a:pt x="2232" y="3263"/>
                    <a:pt x="2143" y="3174"/>
                  </a:cubicBezTo>
                  <a:lnTo>
                    <a:pt x="725" y="1756"/>
                  </a:lnTo>
                  <a:lnTo>
                    <a:pt x="0" y="2481"/>
                  </a:lnTo>
                  <a:lnTo>
                    <a:pt x="3529" y="5978"/>
                  </a:lnTo>
                  <a:lnTo>
                    <a:pt x="5892" y="3615"/>
                  </a:lnTo>
                  <a:cubicBezTo>
                    <a:pt x="6049" y="3458"/>
                    <a:pt x="6049" y="3174"/>
                    <a:pt x="5892" y="3017"/>
                  </a:cubicBezTo>
                  <a:lnTo>
                    <a:pt x="2962" y="118"/>
                  </a:lnTo>
                  <a:cubicBezTo>
                    <a:pt x="2883" y="39"/>
                    <a:pt x="2773" y="0"/>
                    <a:pt x="2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83"/>
            <p:cNvSpPr/>
            <p:nvPr/>
          </p:nvSpPr>
          <p:spPr>
            <a:xfrm>
              <a:off x="-40678175" y="3305250"/>
              <a:ext cx="213475" cy="213475"/>
            </a:xfrm>
            <a:custGeom>
              <a:avLst/>
              <a:gdLst/>
              <a:ahLst/>
              <a:cxnLst/>
              <a:rect l="l" t="t" r="r" b="b"/>
              <a:pathLst>
                <a:path w="8539" h="8539" extrusionOk="0">
                  <a:moveTo>
                    <a:pt x="2679" y="0"/>
                  </a:moveTo>
                  <a:lnTo>
                    <a:pt x="1" y="2678"/>
                  </a:lnTo>
                  <a:lnTo>
                    <a:pt x="5861" y="8538"/>
                  </a:lnTo>
                  <a:lnTo>
                    <a:pt x="8539" y="5860"/>
                  </a:lnTo>
                  <a:lnTo>
                    <a:pt x="26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83"/>
            <p:cNvSpPr/>
            <p:nvPr/>
          </p:nvSpPr>
          <p:spPr>
            <a:xfrm>
              <a:off x="-40513550" y="3469850"/>
              <a:ext cx="87875" cy="85800"/>
            </a:xfrm>
            <a:custGeom>
              <a:avLst/>
              <a:gdLst/>
              <a:ahLst/>
              <a:cxnLst/>
              <a:rect l="l" t="t" r="r" b="b"/>
              <a:pathLst>
                <a:path w="3515" h="3432" extrusionOk="0">
                  <a:moveTo>
                    <a:pt x="2426" y="1"/>
                  </a:moveTo>
                  <a:lnTo>
                    <a:pt x="0" y="2427"/>
                  </a:lnTo>
                  <a:lnTo>
                    <a:pt x="2899" y="3404"/>
                  </a:lnTo>
                  <a:cubicBezTo>
                    <a:pt x="2948" y="3423"/>
                    <a:pt x="2996" y="3432"/>
                    <a:pt x="3044" y="3432"/>
                  </a:cubicBezTo>
                  <a:cubicBezTo>
                    <a:pt x="3302" y="3432"/>
                    <a:pt x="3514" y="3166"/>
                    <a:pt x="3434" y="2899"/>
                  </a:cubicBezTo>
                  <a:lnTo>
                    <a:pt x="242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83"/>
            <p:cNvSpPr/>
            <p:nvPr/>
          </p:nvSpPr>
          <p:spPr>
            <a:xfrm>
              <a:off x="-40738025" y="3404500"/>
              <a:ext cx="150450" cy="149475"/>
            </a:xfrm>
            <a:custGeom>
              <a:avLst/>
              <a:gdLst/>
              <a:ahLst/>
              <a:cxnLst/>
              <a:rect l="l" t="t" r="r" b="b"/>
              <a:pathLst>
                <a:path w="6018" h="5979" extrusionOk="0">
                  <a:moveTo>
                    <a:pt x="2521" y="0"/>
                  </a:moveTo>
                  <a:lnTo>
                    <a:pt x="1796" y="725"/>
                  </a:lnTo>
                  <a:lnTo>
                    <a:pt x="3308" y="2205"/>
                  </a:lnTo>
                  <a:cubicBezTo>
                    <a:pt x="3466" y="2363"/>
                    <a:pt x="3466" y="2646"/>
                    <a:pt x="3308" y="2804"/>
                  </a:cubicBezTo>
                  <a:cubicBezTo>
                    <a:pt x="3230" y="2883"/>
                    <a:pt x="3119" y="2922"/>
                    <a:pt x="3009" y="2922"/>
                  </a:cubicBezTo>
                  <a:cubicBezTo>
                    <a:pt x="2899" y="2922"/>
                    <a:pt x="2789" y="2883"/>
                    <a:pt x="2710" y="2804"/>
                  </a:cubicBezTo>
                  <a:lnTo>
                    <a:pt x="1229" y="1292"/>
                  </a:lnTo>
                  <a:lnTo>
                    <a:pt x="158" y="2363"/>
                  </a:lnTo>
                  <a:cubicBezTo>
                    <a:pt x="0" y="2520"/>
                    <a:pt x="0" y="2804"/>
                    <a:pt x="158" y="2962"/>
                  </a:cubicBezTo>
                  <a:lnTo>
                    <a:pt x="3056" y="5860"/>
                  </a:lnTo>
                  <a:cubicBezTo>
                    <a:pt x="3135" y="5939"/>
                    <a:pt x="3245" y="5978"/>
                    <a:pt x="3356" y="5978"/>
                  </a:cubicBezTo>
                  <a:cubicBezTo>
                    <a:pt x="3466" y="5978"/>
                    <a:pt x="3576" y="5939"/>
                    <a:pt x="3655" y="5860"/>
                  </a:cubicBezTo>
                  <a:lnTo>
                    <a:pt x="6018" y="3497"/>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83"/>
            <p:cNvSpPr/>
            <p:nvPr/>
          </p:nvSpPr>
          <p:spPr>
            <a:xfrm>
              <a:off x="-40748275" y="3238700"/>
              <a:ext cx="92175" cy="87850"/>
            </a:xfrm>
            <a:custGeom>
              <a:avLst/>
              <a:gdLst/>
              <a:ahLst/>
              <a:cxnLst/>
              <a:rect l="l" t="t" r="r" b="b"/>
              <a:pathLst>
                <a:path w="3687" h="3514" extrusionOk="0">
                  <a:moveTo>
                    <a:pt x="2281" y="0"/>
                  </a:moveTo>
                  <a:cubicBezTo>
                    <a:pt x="1915" y="0"/>
                    <a:pt x="1545" y="142"/>
                    <a:pt x="1261" y="426"/>
                  </a:cubicBezTo>
                  <a:lnTo>
                    <a:pt x="568" y="1119"/>
                  </a:lnTo>
                  <a:cubicBezTo>
                    <a:pt x="1" y="1686"/>
                    <a:pt x="1" y="2568"/>
                    <a:pt x="568" y="3135"/>
                  </a:cubicBezTo>
                  <a:lnTo>
                    <a:pt x="946" y="3513"/>
                  </a:lnTo>
                  <a:lnTo>
                    <a:pt x="3687" y="804"/>
                  </a:lnTo>
                  <a:lnTo>
                    <a:pt x="3277" y="426"/>
                  </a:lnTo>
                  <a:cubicBezTo>
                    <a:pt x="3010" y="142"/>
                    <a:pt x="2647" y="0"/>
                    <a:pt x="22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04" name="Google Shape;5104;p83"/>
          <p:cNvGrpSpPr/>
          <p:nvPr/>
        </p:nvGrpSpPr>
        <p:grpSpPr>
          <a:xfrm>
            <a:off x="3432899" y="1803553"/>
            <a:ext cx="371814" cy="338690"/>
            <a:chOff x="-40745125" y="3632900"/>
            <a:chExt cx="318225" cy="289875"/>
          </a:xfrm>
        </p:grpSpPr>
        <p:sp>
          <p:nvSpPr>
            <p:cNvPr id="5105" name="Google Shape;5105;p83"/>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83"/>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83"/>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83"/>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83"/>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83"/>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83"/>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2" name="Google Shape;5112;p83"/>
          <p:cNvGrpSpPr/>
          <p:nvPr/>
        </p:nvGrpSpPr>
        <p:grpSpPr>
          <a:xfrm>
            <a:off x="3437047" y="2214764"/>
            <a:ext cx="363518" cy="370178"/>
            <a:chOff x="-40742750" y="3972175"/>
            <a:chExt cx="311125" cy="316825"/>
          </a:xfrm>
        </p:grpSpPr>
        <p:sp>
          <p:nvSpPr>
            <p:cNvPr id="5113" name="Google Shape;5113;p83"/>
            <p:cNvSpPr/>
            <p:nvPr/>
          </p:nvSpPr>
          <p:spPr>
            <a:xfrm>
              <a:off x="-40699425" y="4118075"/>
              <a:ext cx="226850" cy="101625"/>
            </a:xfrm>
            <a:custGeom>
              <a:avLst/>
              <a:gdLst/>
              <a:ahLst/>
              <a:cxnLst/>
              <a:rect l="l" t="t" r="r" b="b"/>
              <a:pathLst>
                <a:path w="9074" h="4065" extrusionOk="0">
                  <a:moveTo>
                    <a:pt x="0" y="0"/>
                  </a:moveTo>
                  <a:lnTo>
                    <a:pt x="0" y="2017"/>
                  </a:lnTo>
                  <a:cubicBezTo>
                    <a:pt x="0" y="3529"/>
                    <a:pt x="2741" y="4065"/>
                    <a:pt x="4505" y="4065"/>
                  </a:cubicBezTo>
                  <a:cubicBezTo>
                    <a:pt x="6774" y="4065"/>
                    <a:pt x="9074" y="3371"/>
                    <a:pt x="9074" y="2017"/>
                  </a:cubicBezTo>
                  <a:lnTo>
                    <a:pt x="9074" y="0"/>
                  </a:lnTo>
                  <a:lnTo>
                    <a:pt x="5135" y="2237"/>
                  </a:lnTo>
                  <a:cubicBezTo>
                    <a:pt x="4953" y="2359"/>
                    <a:pt x="4748" y="2415"/>
                    <a:pt x="4546" y="2415"/>
                  </a:cubicBezTo>
                  <a:cubicBezTo>
                    <a:pt x="4330" y="2415"/>
                    <a:pt x="4117" y="2351"/>
                    <a:pt x="3938" y="2237"/>
                  </a:cubicBezTo>
                  <a:cubicBezTo>
                    <a:pt x="3623" y="2048"/>
                    <a:pt x="315"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83"/>
            <p:cNvSpPr/>
            <p:nvPr/>
          </p:nvSpPr>
          <p:spPr>
            <a:xfrm>
              <a:off x="-40742750" y="3972175"/>
              <a:ext cx="311125" cy="316825"/>
            </a:xfrm>
            <a:custGeom>
              <a:avLst/>
              <a:gdLst/>
              <a:ahLst/>
              <a:cxnLst/>
              <a:rect l="l" t="t" r="r" b="b"/>
              <a:pathLst>
                <a:path w="12445" h="12673" extrusionOk="0">
                  <a:moveTo>
                    <a:pt x="6254" y="0"/>
                  </a:moveTo>
                  <a:cubicBezTo>
                    <a:pt x="6183" y="0"/>
                    <a:pt x="6112" y="24"/>
                    <a:pt x="6049" y="71"/>
                  </a:cubicBezTo>
                  <a:lnTo>
                    <a:pt x="284" y="3379"/>
                  </a:lnTo>
                  <a:cubicBezTo>
                    <a:pt x="0" y="3537"/>
                    <a:pt x="0" y="3915"/>
                    <a:pt x="284" y="4072"/>
                  </a:cubicBezTo>
                  <a:lnTo>
                    <a:pt x="6049" y="7380"/>
                  </a:lnTo>
                  <a:cubicBezTo>
                    <a:pt x="6112" y="7427"/>
                    <a:pt x="6183" y="7451"/>
                    <a:pt x="6254" y="7451"/>
                  </a:cubicBezTo>
                  <a:cubicBezTo>
                    <a:pt x="6325" y="7451"/>
                    <a:pt x="6396" y="7427"/>
                    <a:pt x="6459" y="7380"/>
                  </a:cubicBezTo>
                  <a:cubicBezTo>
                    <a:pt x="11374" y="4545"/>
                    <a:pt x="11626" y="4419"/>
                    <a:pt x="11626" y="4419"/>
                  </a:cubicBezTo>
                  <a:lnTo>
                    <a:pt x="11626" y="12263"/>
                  </a:lnTo>
                  <a:cubicBezTo>
                    <a:pt x="11657" y="12515"/>
                    <a:pt x="11846" y="12673"/>
                    <a:pt x="12035" y="12673"/>
                  </a:cubicBezTo>
                  <a:cubicBezTo>
                    <a:pt x="12287" y="12673"/>
                    <a:pt x="12445" y="12452"/>
                    <a:pt x="12445" y="12263"/>
                  </a:cubicBezTo>
                  <a:lnTo>
                    <a:pt x="12445" y="3726"/>
                  </a:lnTo>
                  <a:cubicBezTo>
                    <a:pt x="12445" y="3568"/>
                    <a:pt x="12319" y="3411"/>
                    <a:pt x="12256" y="3379"/>
                  </a:cubicBezTo>
                  <a:lnTo>
                    <a:pt x="6459" y="71"/>
                  </a:lnTo>
                  <a:cubicBezTo>
                    <a:pt x="6396" y="24"/>
                    <a:pt x="6325" y="0"/>
                    <a:pt x="62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5" name="Google Shape;5115;p83"/>
          <p:cNvGrpSpPr/>
          <p:nvPr/>
        </p:nvGrpSpPr>
        <p:grpSpPr>
          <a:xfrm>
            <a:off x="2219708" y="2664932"/>
            <a:ext cx="266892" cy="369974"/>
            <a:chOff x="-38860325" y="3221750"/>
            <a:chExt cx="228425" cy="316650"/>
          </a:xfrm>
        </p:grpSpPr>
        <p:sp>
          <p:nvSpPr>
            <p:cNvPr id="5116" name="Google Shape;5116;p83"/>
            <p:cNvSpPr/>
            <p:nvPr/>
          </p:nvSpPr>
          <p:spPr>
            <a:xfrm>
              <a:off x="-38735875" y="3222550"/>
              <a:ext cx="103975" cy="123675"/>
            </a:xfrm>
            <a:custGeom>
              <a:avLst/>
              <a:gdLst/>
              <a:ahLst/>
              <a:cxnLst/>
              <a:rect l="l" t="t" r="r" b="b"/>
              <a:pathLst>
                <a:path w="4159" h="4947" extrusionOk="0">
                  <a:moveTo>
                    <a:pt x="0" y="0"/>
                  </a:moveTo>
                  <a:lnTo>
                    <a:pt x="0" y="2552"/>
                  </a:lnTo>
                  <a:cubicBezTo>
                    <a:pt x="473" y="2710"/>
                    <a:pt x="851" y="3182"/>
                    <a:pt x="851" y="3750"/>
                  </a:cubicBezTo>
                  <a:lnTo>
                    <a:pt x="851" y="4947"/>
                  </a:lnTo>
                  <a:lnTo>
                    <a:pt x="4159" y="4947"/>
                  </a:lnTo>
                  <a:lnTo>
                    <a:pt x="4159" y="3687"/>
                  </a:lnTo>
                  <a:cubicBezTo>
                    <a:pt x="4159" y="1639"/>
                    <a:pt x="2489"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83"/>
            <p:cNvSpPr/>
            <p:nvPr/>
          </p:nvSpPr>
          <p:spPr>
            <a:xfrm>
              <a:off x="-38756375" y="3302875"/>
              <a:ext cx="22075" cy="63050"/>
            </a:xfrm>
            <a:custGeom>
              <a:avLst/>
              <a:gdLst/>
              <a:ahLst/>
              <a:cxnLst/>
              <a:rect l="l" t="t" r="r" b="b"/>
              <a:pathLst>
                <a:path w="883" h="2522" extrusionOk="0">
                  <a:moveTo>
                    <a:pt x="474" y="1"/>
                  </a:moveTo>
                  <a:cubicBezTo>
                    <a:pt x="253" y="1"/>
                    <a:pt x="95" y="222"/>
                    <a:pt x="95" y="442"/>
                  </a:cubicBezTo>
                  <a:lnTo>
                    <a:pt x="95" y="2112"/>
                  </a:lnTo>
                  <a:cubicBezTo>
                    <a:pt x="1" y="2332"/>
                    <a:pt x="190" y="2521"/>
                    <a:pt x="442" y="2521"/>
                  </a:cubicBezTo>
                  <a:cubicBezTo>
                    <a:pt x="663" y="2521"/>
                    <a:pt x="820" y="2332"/>
                    <a:pt x="883" y="2112"/>
                  </a:cubicBezTo>
                  <a:lnTo>
                    <a:pt x="883" y="442"/>
                  </a:lnTo>
                  <a:cubicBezTo>
                    <a:pt x="883" y="222"/>
                    <a:pt x="663" y="64"/>
                    <a:pt x="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83"/>
            <p:cNvSpPr/>
            <p:nvPr/>
          </p:nvSpPr>
          <p:spPr>
            <a:xfrm>
              <a:off x="-38859550" y="3221750"/>
              <a:ext cx="103200" cy="122900"/>
            </a:xfrm>
            <a:custGeom>
              <a:avLst/>
              <a:gdLst/>
              <a:ahLst/>
              <a:cxnLst/>
              <a:rect l="l" t="t" r="r" b="b"/>
              <a:pathLst>
                <a:path w="4128" h="4916" extrusionOk="0">
                  <a:moveTo>
                    <a:pt x="3687" y="1"/>
                  </a:moveTo>
                  <a:cubicBezTo>
                    <a:pt x="1671" y="1"/>
                    <a:pt x="1" y="1639"/>
                    <a:pt x="1" y="3687"/>
                  </a:cubicBezTo>
                  <a:lnTo>
                    <a:pt x="1" y="4916"/>
                  </a:lnTo>
                  <a:lnTo>
                    <a:pt x="3309" y="4916"/>
                  </a:lnTo>
                  <a:lnTo>
                    <a:pt x="3309" y="3687"/>
                  </a:lnTo>
                  <a:cubicBezTo>
                    <a:pt x="3309" y="3151"/>
                    <a:pt x="3655" y="2710"/>
                    <a:pt x="4128" y="2521"/>
                  </a:cubicBezTo>
                  <a:lnTo>
                    <a:pt x="412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83"/>
            <p:cNvSpPr/>
            <p:nvPr/>
          </p:nvSpPr>
          <p:spPr>
            <a:xfrm>
              <a:off x="-38860325" y="3367475"/>
              <a:ext cx="228425" cy="170925"/>
            </a:xfrm>
            <a:custGeom>
              <a:avLst/>
              <a:gdLst/>
              <a:ahLst/>
              <a:cxnLst/>
              <a:rect l="l" t="t" r="r" b="b"/>
              <a:pathLst>
                <a:path w="9137" h="6837" extrusionOk="0">
                  <a:moveTo>
                    <a:pt x="0" y="0"/>
                  </a:moveTo>
                  <a:lnTo>
                    <a:pt x="0" y="3151"/>
                  </a:lnTo>
                  <a:cubicBezTo>
                    <a:pt x="0" y="5199"/>
                    <a:pt x="1639" y="6837"/>
                    <a:pt x="3686" y="6837"/>
                  </a:cubicBezTo>
                  <a:lnTo>
                    <a:pt x="5356" y="6837"/>
                  </a:lnTo>
                  <a:cubicBezTo>
                    <a:pt x="7467" y="6837"/>
                    <a:pt x="9137" y="5199"/>
                    <a:pt x="9137" y="3151"/>
                  </a:cubicBezTo>
                  <a:lnTo>
                    <a:pt x="9137" y="0"/>
                  </a:lnTo>
                  <a:lnTo>
                    <a:pt x="5734" y="0"/>
                  </a:lnTo>
                  <a:cubicBezTo>
                    <a:pt x="5577" y="473"/>
                    <a:pt x="5104" y="819"/>
                    <a:pt x="4568" y="819"/>
                  </a:cubicBezTo>
                  <a:cubicBezTo>
                    <a:pt x="4001" y="819"/>
                    <a:pt x="3560" y="473"/>
                    <a:pt x="33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20" name="Google Shape;5120;p83"/>
          <p:cNvGrpSpPr/>
          <p:nvPr/>
        </p:nvGrpSpPr>
        <p:grpSpPr>
          <a:xfrm>
            <a:off x="2170515" y="3126989"/>
            <a:ext cx="380081" cy="367111"/>
            <a:chOff x="-38905225" y="3591875"/>
            <a:chExt cx="325300" cy="314200"/>
          </a:xfrm>
        </p:grpSpPr>
        <p:sp>
          <p:nvSpPr>
            <p:cNvPr id="5121" name="Google Shape;5121;p83"/>
            <p:cNvSpPr/>
            <p:nvPr/>
          </p:nvSpPr>
          <p:spPr>
            <a:xfrm>
              <a:off x="-38716975" y="3591875"/>
              <a:ext cx="137050" cy="131625"/>
            </a:xfrm>
            <a:custGeom>
              <a:avLst/>
              <a:gdLst/>
              <a:ahLst/>
              <a:cxnLst/>
              <a:rect l="l" t="t" r="r" b="b"/>
              <a:pathLst>
                <a:path w="5482" h="5265" extrusionOk="0">
                  <a:moveTo>
                    <a:pt x="1543" y="1"/>
                  </a:moveTo>
                  <a:cubicBezTo>
                    <a:pt x="987" y="1"/>
                    <a:pt x="447" y="38"/>
                    <a:pt x="0" y="98"/>
                  </a:cubicBezTo>
                  <a:lnTo>
                    <a:pt x="5167" y="5265"/>
                  </a:lnTo>
                  <a:cubicBezTo>
                    <a:pt x="5482" y="3311"/>
                    <a:pt x="5198" y="1326"/>
                    <a:pt x="4568" y="696"/>
                  </a:cubicBezTo>
                  <a:cubicBezTo>
                    <a:pt x="4029" y="178"/>
                    <a:pt x="2751" y="1"/>
                    <a:pt x="15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83"/>
            <p:cNvSpPr/>
            <p:nvPr/>
          </p:nvSpPr>
          <p:spPr>
            <a:xfrm>
              <a:off x="-38905225" y="3774675"/>
              <a:ext cx="137075" cy="131400"/>
            </a:xfrm>
            <a:custGeom>
              <a:avLst/>
              <a:gdLst/>
              <a:ahLst/>
              <a:cxnLst/>
              <a:rect l="l" t="t" r="r" b="b"/>
              <a:pathLst>
                <a:path w="5483" h="5256" extrusionOk="0">
                  <a:moveTo>
                    <a:pt x="316" y="0"/>
                  </a:moveTo>
                  <a:lnTo>
                    <a:pt x="316" y="0"/>
                  </a:lnTo>
                  <a:cubicBezTo>
                    <a:pt x="0" y="1922"/>
                    <a:pt x="253" y="3907"/>
                    <a:pt x="914" y="4569"/>
                  </a:cubicBezTo>
                  <a:cubicBezTo>
                    <a:pt x="1376" y="5031"/>
                    <a:pt x="2601" y="5256"/>
                    <a:pt x="3967" y="5256"/>
                  </a:cubicBezTo>
                  <a:cubicBezTo>
                    <a:pt x="4464" y="5256"/>
                    <a:pt x="4979" y="5226"/>
                    <a:pt x="5482" y="5167"/>
                  </a:cubicBezTo>
                  <a:lnTo>
                    <a:pt x="31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83"/>
            <p:cNvSpPr/>
            <p:nvPr/>
          </p:nvSpPr>
          <p:spPr>
            <a:xfrm>
              <a:off x="-38891050" y="3599025"/>
              <a:ext cx="298525" cy="300900"/>
            </a:xfrm>
            <a:custGeom>
              <a:avLst/>
              <a:gdLst/>
              <a:ahLst/>
              <a:cxnLst/>
              <a:rect l="l" t="t" r="r" b="b"/>
              <a:pathLst>
                <a:path w="11941" h="12036" extrusionOk="0">
                  <a:moveTo>
                    <a:pt x="6349" y="2687"/>
                  </a:moveTo>
                  <a:cubicBezTo>
                    <a:pt x="6459" y="2687"/>
                    <a:pt x="6569" y="2726"/>
                    <a:pt x="6648" y="2805"/>
                  </a:cubicBezTo>
                  <a:lnTo>
                    <a:pt x="7593" y="3750"/>
                  </a:lnTo>
                  <a:lnTo>
                    <a:pt x="7719" y="3655"/>
                  </a:lnTo>
                  <a:cubicBezTo>
                    <a:pt x="7798" y="3577"/>
                    <a:pt x="7908" y="3537"/>
                    <a:pt x="8019" y="3537"/>
                  </a:cubicBezTo>
                  <a:cubicBezTo>
                    <a:pt x="8129" y="3537"/>
                    <a:pt x="8239" y="3577"/>
                    <a:pt x="8318" y="3655"/>
                  </a:cubicBezTo>
                  <a:cubicBezTo>
                    <a:pt x="8475" y="3813"/>
                    <a:pt x="8475" y="4065"/>
                    <a:pt x="8318" y="4222"/>
                  </a:cubicBezTo>
                  <a:lnTo>
                    <a:pt x="8192" y="4348"/>
                  </a:lnTo>
                  <a:lnTo>
                    <a:pt x="9137" y="5294"/>
                  </a:lnTo>
                  <a:cubicBezTo>
                    <a:pt x="9295" y="5451"/>
                    <a:pt x="9295" y="5735"/>
                    <a:pt x="9137" y="5892"/>
                  </a:cubicBezTo>
                  <a:cubicBezTo>
                    <a:pt x="9058" y="5971"/>
                    <a:pt x="8948" y="6010"/>
                    <a:pt x="8838" y="6010"/>
                  </a:cubicBezTo>
                  <a:cubicBezTo>
                    <a:pt x="8727" y="6010"/>
                    <a:pt x="8617" y="5971"/>
                    <a:pt x="8538" y="5892"/>
                  </a:cubicBezTo>
                  <a:lnTo>
                    <a:pt x="7593" y="4947"/>
                  </a:lnTo>
                  <a:lnTo>
                    <a:pt x="6522" y="6018"/>
                  </a:lnTo>
                  <a:lnTo>
                    <a:pt x="7467" y="6963"/>
                  </a:lnTo>
                  <a:cubicBezTo>
                    <a:pt x="7625" y="7089"/>
                    <a:pt x="7625" y="7373"/>
                    <a:pt x="7467" y="7530"/>
                  </a:cubicBezTo>
                  <a:cubicBezTo>
                    <a:pt x="7388" y="7609"/>
                    <a:pt x="7286" y="7649"/>
                    <a:pt x="7184" y="7649"/>
                  </a:cubicBezTo>
                  <a:cubicBezTo>
                    <a:pt x="7081" y="7649"/>
                    <a:pt x="6979" y="7609"/>
                    <a:pt x="6900" y="7530"/>
                  </a:cubicBezTo>
                  <a:lnTo>
                    <a:pt x="5955" y="6585"/>
                  </a:lnTo>
                  <a:lnTo>
                    <a:pt x="4884" y="7656"/>
                  </a:lnTo>
                  <a:lnTo>
                    <a:pt x="5829" y="8602"/>
                  </a:lnTo>
                  <a:cubicBezTo>
                    <a:pt x="5987" y="8759"/>
                    <a:pt x="5987" y="9043"/>
                    <a:pt x="5829" y="9200"/>
                  </a:cubicBezTo>
                  <a:cubicBezTo>
                    <a:pt x="5750" y="9279"/>
                    <a:pt x="5640" y="9318"/>
                    <a:pt x="5530" y="9318"/>
                  </a:cubicBezTo>
                  <a:cubicBezTo>
                    <a:pt x="5419" y="9318"/>
                    <a:pt x="5309" y="9279"/>
                    <a:pt x="5230" y="9200"/>
                  </a:cubicBezTo>
                  <a:lnTo>
                    <a:pt x="4285" y="8255"/>
                  </a:lnTo>
                  <a:lnTo>
                    <a:pt x="4159" y="8381"/>
                  </a:lnTo>
                  <a:cubicBezTo>
                    <a:pt x="4080" y="8460"/>
                    <a:pt x="3978" y="8499"/>
                    <a:pt x="3876" y="8499"/>
                  </a:cubicBezTo>
                  <a:cubicBezTo>
                    <a:pt x="3773" y="8499"/>
                    <a:pt x="3671" y="8460"/>
                    <a:pt x="3592" y="8381"/>
                  </a:cubicBezTo>
                  <a:cubicBezTo>
                    <a:pt x="3435" y="8224"/>
                    <a:pt x="3435" y="7940"/>
                    <a:pt x="3592" y="7782"/>
                  </a:cubicBezTo>
                  <a:lnTo>
                    <a:pt x="3687" y="7656"/>
                  </a:lnTo>
                  <a:lnTo>
                    <a:pt x="2742" y="6711"/>
                  </a:lnTo>
                  <a:cubicBezTo>
                    <a:pt x="2584" y="6554"/>
                    <a:pt x="2584" y="6270"/>
                    <a:pt x="2742" y="6113"/>
                  </a:cubicBezTo>
                  <a:cubicBezTo>
                    <a:pt x="2820" y="6034"/>
                    <a:pt x="2931" y="5995"/>
                    <a:pt x="3041" y="5995"/>
                  </a:cubicBezTo>
                  <a:cubicBezTo>
                    <a:pt x="3151" y="5995"/>
                    <a:pt x="3261" y="6034"/>
                    <a:pt x="3340" y="6113"/>
                  </a:cubicBezTo>
                  <a:lnTo>
                    <a:pt x="4285" y="7058"/>
                  </a:lnTo>
                  <a:lnTo>
                    <a:pt x="5356" y="6018"/>
                  </a:lnTo>
                  <a:lnTo>
                    <a:pt x="4411" y="5073"/>
                  </a:lnTo>
                  <a:cubicBezTo>
                    <a:pt x="4254" y="4916"/>
                    <a:pt x="4254" y="4632"/>
                    <a:pt x="4411" y="4474"/>
                  </a:cubicBezTo>
                  <a:cubicBezTo>
                    <a:pt x="4490" y="4396"/>
                    <a:pt x="4600" y="4356"/>
                    <a:pt x="4711" y="4356"/>
                  </a:cubicBezTo>
                  <a:cubicBezTo>
                    <a:pt x="4821" y="4356"/>
                    <a:pt x="4931" y="4396"/>
                    <a:pt x="5010" y="4474"/>
                  </a:cubicBezTo>
                  <a:lnTo>
                    <a:pt x="5955" y="5420"/>
                  </a:lnTo>
                  <a:lnTo>
                    <a:pt x="6995" y="4348"/>
                  </a:lnTo>
                  <a:lnTo>
                    <a:pt x="6050" y="3403"/>
                  </a:lnTo>
                  <a:cubicBezTo>
                    <a:pt x="5892" y="3246"/>
                    <a:pt x="5892" y="2962"/>
                    <a:pt x="6050" y="2805"/>
                  </a:cubicBezTo>
                  <a:cubicBezTo>
                    <a:pt x="6128" y="2726"/>
                    <a:pt x="6239" y="2687"/>
                    <a:pt x="6349" y="2687"/>
                  </a:cubicBezTo>
                  <a:close/>
                  <a:moveTo>
                    <a:pt x="5987" y="1"/>
                  </a:moveTo>
                  <a:cubicBezTo>
                    <a:pt x="2805" y="757"/>
                    <a:pt x="788" y="3025"/>
                    <a:pt x="1" y="6081"/>
                  </a:cubicBezTo>
                  <a:lnTo>
                    <a:pt x="5955" y="12036"/>
                  </a:lnTo>
                  <a:cubicBezTo>
                    <a:pt x="9106" y="11248"/>
                    <a:pt x="11153" y="9043"/>
                    <a:pt x="11941" y="5955"/>
                  </a:cubicBezTo>
                  <a:lnTo>
                    <a:pt x="59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24" name="Google Shape;5124;p83"/>
          <p:cNvSpPr/>
          <p:nvPr/>
        </p:nvSpPr>
        <p:spPr>
          <a:xfrm>
            <a:off x="2178329" y="3636767"/>
            <a:ext cx="369974" cy="312927"/>
          </a:xfrm>
          <a:custGeom>
            <a:avLst/>
            <a:gdLst/>
            <a:ahLst/>
            <a:cxnLst/>
            <a:rect l="l" t="t" r="r" b="b"/>
            <a:pathLst>
              <a:path w="12666" h="10713" extrusionOk="0">
                <a:moveTo>
                  <a:pt x="1765" y="3309"/>
                </a:moveTo>
                <a:lnTo>
                  <a:pt x="1765" y="7058"/>
                </a:lnTo>
                <a:cubicBezTo>
                  <a:pt x="1765" y="7278"/>
                  <a:pt x="1954" y="7436"/>
                  <a:pt x="2206" y="7436"/>
                </a:cubicBezTo>
                <a:lnTo>
                  <a:pt x="2615" y="7436"/>
                </a:lnTo>
                <a:lnTo>
                  <a:pt x="2615" y="9925"/>
                </a:lnTo>
                <a:lnTo>
                  <a:pt x="788" y="9925"/>
                </a:lnTo>
                <a:lnTo>
                  <a:pt x="788" y="3309"/>
                </a:lnTo>
                <a:close/>
                <a:moveTo>
                  <a:pt x="5073" y="3309"/>
                </a:moveTo>
                <a:lnTo>
                  <a:pt x="5073" y="7058"/>
                </a:lnTo>
                <a:cubicBezTo>
                  <a:pt x="5073" y="7278"/>
                  <a:pt x="5262" y="7436"/>
                  <a:pt x="5514" y="7436"/>
                </a:cubicBezTo>
                <a:lnTo>
                  <a:pt x="5892" y="7436"/>
                </a:lnTo>
                <a:lnTo>
                  <a:pt x="5892" y="9925"/>
                </a:lnTo>
                <a:lnTo>
                  <a:pt x="3403" y="9925"/>
                </a:lnTo>
                <a:lnTo>
                  <a:pt x="3403" y="7436"/>
                </a:lnTo>
                <a:lnTo>
                  <a:pt x="3813" y="7436"/>
                </a:lnTo>
                <a:cubicBezTo>
                  <a:pt x="4033" y="7436"/>
                  <a:pt x="4254" y="7247"/>
                  <a:pt x="4254" y="7058"/>
                </a:cubicBezTo>
                <a:lnTo>
                  <a:pt x="4254" y="3309"/>
                </a:lnTo>
                <a:close/>
                <a:moveTo>
                  <a:pt x="8412" y="3309"/>
                </a:moveTo>
                <a:lnTo>
                  <a:pt x="8412" y="7058"/>
                </a:lnTo>
                <a:cubicBezTo>
                  <a:pt x="8412" y="7278"/>
                  <a:pt x="8601" y="7436"/>
                  <a:pt x="8853" y="7436"/>
                </a:cubicBezTo>
                <a:lnTo>
                  <a:pt x="9294" y="7436"/>
                </a:lnTo>
                <a:lnTo>
                  <a:pt x="9294" y="9925"/>
                </a:lnTo>
                <a:lnTo>
                  <a:pt x="6711" y="9925"/>
                </a:lnTo>
                <a:lnTo>
                  <a:pt x="6711" y="7436"/>
                </a:lnTo>
                <a:lnTo>
                  <a:pt x="7152" y="7436"/>
                </a:lnTo>
                <a:cubicBezTo>
                  <a:pt x="7404" y="7436"/>
                  <a:pt x="7593" y="7247"/>
                  <a:pt x="7593" y="7058"/>
                </a:cubicBezTo>
                <a:lnTo>
                  <a:pt x="7593" y="3309"/>
                </a:lnTo>
                <a:close/>
                <a:moveTo>
                  <a:pt x="11815" y="3309"/>
                </a:moveTo>
                <a:lnTo>
                  <a:pt x="11815" y="9925"/>
                </a:lnTo>
                <a:lnTo>
                  <a:pt x="9988" y="9925"/>
                </a:lnTo>
                <a:lnTo>
                  <a:pt x="9988" y="7436"/>
                </a:lnTo>
                <a:lnTo>
                  <a:pt x="10429" y="7436"/>
                </a:lnTo>
                <a:cubicBezTo>
                  <a:pt x="10649" y="7436"/>
                  <a:pt x="10870" y="7247"/>
                  <a:pt x="10870" y="7058"/>
                </a:cubicBezTo>
                <a:lnTo>
                  <a:pt x="10870" y="3309"/>
                </a:lnTo>
                <a:close/>
                <a:moveTo>
                  <a:pt x="379" y="1"/>
                </a:moveTo>
                <a:cubicBezTo>
                  <a:pt x="158" y="1"/>
                  <a:pt x="1" y="190"/>
                  <a:pt x="1" y="379"/>
                </a:cubicBezTo>
                <a:lnTo>
                  <a:pt x="1" y="10334"/>
                </a:lnTo>
                <a:cubicBezTo>
                  <a:pt x="1" y="10555"/>
                  <a:pt x="190" y="10712"/>
                  <a:pt x="379" y="10712"/>
                </a:cubicBezTo>
                <a:lnTo>
                  <a:pt x="12224" y="10712"/>
                </a:lnTo>
                <a:cubicBezTo>
                  <a:pt x="12476" y="10712"/>
                  <a:pt x="12665" y="10523"/>
                  <a:pt x="12665" y="10334"/>
                </a:cubicBezTo>
                <a:lnTo>
                  <a:pt x="12665" y="379"/>
                </a:lnTo>
                <a:cubicBezTo>
                  <a:pt x="12634" y="190"/>
                  <a:pt x="12445" y="1"/>
                  <a:pt x="122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25" name="Google Shape;5125;p83"/>
          <p:cNvGrpSpPr/>
          <p:nvPr/>
        </p:nvGrpSpPr>
        <p:grpSpPr>
          <a:xfrm>
            <a:off x="3977265" y="3112069"/>
            <a:ext cx="290815" cy="369740"/>
            <a:chOff x="-37370925" y="3579105"/>
            <a:chExt cx="248900" cy="316450"/>
          </a:xfrm>
        </p:grpSpPr>
        <p:sp>
          <p:nvSpPr>
            <p:cNvPr id="5126" name="Google Shape;5126;p83"/>
            <p:cNvSpPr/>
            <p:nvPr/>
          </p:nvSpPr>
          <p:spPr>
            <a:xfrm>
              <a:off x="-37268550" y="3671055"/>
              <a:ext cx="83525" cy="82525"/>
            </a:xfrm>
            <a:custGeom>
              <a:avLst/>
              <a:gdLst/>
              <a:ahLst/>
              <a:cxnLst/>
              <a:rect l="l" t="t" r="r" b="b"/>
              <a:pathLst>
                <a:path w="3341" h="3301" extrusionOk="0">
                  <a:moveTo>
                    <a:pt x="2238" y="1"/>
                  </a:moveTo>
                  <a:lnTo>
                    <a:pt x="1" y="2237"/>
                  </a:lnTo>
                  <a:lnTo>
                    <a:pt x="946" y="3183"/>
                  </a:lnTo>
                  <a:cubicBezTo>
                    <a:pt x="1040" y="3261"/>
                    <a:pt x="1151" y="3301"/>
                    <a:pt x="1257" y="3301"/>
                  </a:cubicBezTo>
                  <a:cubicBezTo>
                    <a:pt x="1363" y="3301"/>
                    <a:pt x="1466" y="3261"/>
                    <a:pt x="1545" y="3183"/>
                  </a:cubicBezTo>
                  <a:lnTo>
                    <a:pt x="3183" y="1544"/>
                  </a:lnTo>
                  <a:cubicBezTo>
                    <a:pt x="3340" y="1387"/>
                    <a:pt x="3340" y="1103"/>
                    <a:pt x="3183" y="94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83"/>
            <p:cNvSpPr/>
            <p:nvPr/>
          </p:nvSpPr>
          <p:spPr>
            <a:xfrm>
              <a:off x="-37370925" y="3579105"/>
              <a:ext cx="248900" cy="316450"/>
            </a:xfrm>
            <a:custGeom>
              <a:avLst/>
              <a:gdLst/>
              <a:ahLst/>
              <a:cxnLst/>
              <a:rect l="l" t="t" r="r" b="b"/>
              <a:pathLst>
                <a:path w="9956" h="12658" extrusionOk="0">
                  <a:moveTo>
                    <a:pt x="4537" y="8625"/>
                  </a:moveTo>
                  <a:cubicBezTo>
                    <a:pt x="4757" y="8625"/>
                    <a:pt x="4946" y="8845"/>
                    <a:pt x="4946" y="9066"/>
                  </a:cubicBezTo>
                  <a:cubicBezTo>
                    <a:pt x="4915" y="9255"/>
                    <a:pt x="4757" y="9475"/>
                    <a:pt x="4537" y="9475"/>
                  </a:cubicBezTo>
                  <a:cubicBezTo>
                    <a:pt x="4285" y="9475"/>
                    <a:pt x="4096" y="9255"/>
                    <a:pt x="4096" y="9066"/>
                  </a:cubicBezTo>
                  <a:cubicBezTo>
                    <a:pt x="4096" y="8845"/>
                    <a:pt x="4285" y="8625"/>
                    <a:pt x="4537" y="8625"/>
                  </a:cubicBezTo>
                  <a:close/>
                  <a:moveTo>
                    <a:pt x="2615" y="0"/>
                  </a:moveTo>
                  <a:cubicBezTo>
                    <a:pt x="2513" y="0"/>
                    <a:pt x="2410" y="40"/>
                    <a:pt x="2332" y="119"/>
                  </a:cubicBezTo>
                  <a:lnTo>
                    <a:pt x="662" y="1788"/>
                  </a:lnTo>
                  <a:cubicBezTo>
                    <a:pt x="504" y="1946"/>
                    <a:pt x="504" y="2229"/>
                    <a:pt x="662" y="2355"/>
                  </a:cubicBezTo>
                  <a:lnTo>
                    <a:pt x="1764" y="3458"/>
                  </a:lnTo>
                  <a:cubicBezTo>
                    <a:pt x="1166" y="4183"/>
                    <a:pt x="819" y="5096"/>
                    <a:pt x="819" y="6073"/>
                  </a:cubicBezTo>
                  <a:cubicBezTo>
                    <a:pt x="819" y="7774"/>
                    <a:pt x="1859" y="9223"/>
                    <a:pt x="3308" y="9853"/>
                  </a:cubicBezTo>
                  <a:lnTo>
                    <a:pt x="3308" y="10200"/>
                  </a:lnTo>
                  <a:lnTo>
                    <a:pt x="1229" y="10200"/>
                  </a:lnTo>
                  <a:cubicBezTo>
                    <a:pt x="536" y="10200"/>
                    <a:pt x="0" y="10767"/>
                    <a:pt x="0" y="11429"/>
                  </a:cubicBezTo>
                  <a:lnTo>
                    <a:pt x="0" y="12248"/>
                  </a:lnTo>
                  <a:cubicBezTo>
                    <a:pt x="0" y="12500"/>
                    <a:pt x="189" y="12657"/>
                    <a:pt x="441" y="12657"/>
                  </a:cubicBezTo>
                  <a:lnTo>
                    <a:pt x="8696" y="12657"/>
                  </a:lnTo>
                  <a:cubicBezTo>
                    <a:pt x="8948" y="12657"/>
                    <a:pt x="9137" y="12468"/>
                    <a:pt x="9137" y="12248"/>
                  </a:cubicBezTo>
                  <a:lnTo>
                    <a:pt x="9137" y="11429"/>
                  </a:lnTo>
                  <a:cubicBezTo>
                    <a:pt x="9137" y="10767"/>
                    <a:pt x="8570" y="10200"/>
                    <a:pt x="7876" y="10200"/>
                  </a:cubicBezTo>
                  <a:lnTo>
                    <a:pt x="5797" y="10200"/>
                  </a:lnTo>
                  <a:lnTo>
                    <a:pt x="5797" y="10137"/>
                  </a:lnTo>
                  <a:cubicBezTo>
                    <a:pt x="7120" y="9853"/>
                    <a:pt x="8223" y="8940"/>
                    <a:pt x="8790" y="7743"/>
                  </a:cubicBezTo>
                  <a:lnTo>
                    <a:pt x="9515" y="7743"/>
                  </a:lnTo>
                  <a:cubicBezTo>
                    <a:pt x="9767" y="7743"/>
                    <a:pt x="9956" y="7522"/>
                    <a:pt x="9956" y="7333"/>
                  </a:cubicBezTo>
                  <a:cubicBezTo>
                    <a:pt x="9893" y="7176"/>
                    <a:pt x="9735" y="6987"/>
                    <a:pt x="9483" y="6987"/>
                  </a:cubicBezTo>
                  <a:lnTo>
                    <a:pt x="6994" y="6987"/>
                  </a:lnTo>
                  <a:cubicBezTo>
                    <a:pt x="6774" y="6987"/>
                    <a:pt x="6585" y="7176"/>
                    <a:pt x="6585" y="7365"/>
                  </a:cubicBezTo>
                  <a:cubicBezTo>
                    <a:pt x="6585" y="7617"/>
                    <a:pt x="6774" y="7774"/>
                    <a:pt x="6994" y="7774"/>
                  </a:cubicBezTo>
                  <a:lnTo>
                    <a:pt x="7845" y="7774"/>
                  </a:lnTo>
                  <a:cubicBezTo>
                    <a:pt x="7404" y="8530"/>
                    <a:pt x="6648" y="9097"/>
                    <a:pt x="5734" y="9318"/>
                  </a:cubicBezTo>
                  <a:lnTo>
                    <a:pt x="5734" y="8971"/>
                  </a:lnTo>
                  <a:cubicBezTo>
                    <a:pt x="5734" y="8310"/>
                    <a:pt x="5198" y="7774"/>
                    <a:pt x="4537" y="7743"/>
                  </a:cubicBezTo>
                  <a:cubicBezTo>
                    <a:pt x="3844" y="7743"/>
                    <a:pt x="3308" y="8278"/>
                    <a:pt x="3308" y="8940"/>
                  </a:cubicBezTo>
                  <a:cubicBezTo>
                    <a:pt x="2332" y="8373"/>
                    <a:pt x="1638" y="7302"/>
                    <a:pt x="1638" y="6073"/>
                  </a:cubicBezTo>
                  <a:cubicBezTo>
                    <a:pt x="1638" y="5285"/>
                    <a:pt x="1922" y="4624"/>
                    <a:pt x="2363" y="4057"/>
                  </a:cubicBezTo>
                  <a:lnTo>
                    <a:pt x="3529" y="5254"/>
                  </a:lnTo>
                  <a:lnTo>
                    <a:pt x="5797" y="3017"/>
                  </a:lnTo>
                  <a:lnTo>
                    <a:pt x="2899" y="119"/>
                  </a:lnTo>
                  <a:cubicBezTo>
                    <a:pt x="2820" y="40"/>
                    <a:pt x="2717" y="0"/>
                    <a:pt x="2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28" name="Google Shape;5128;p83"/>
          <p:cNvSpPr/>
          <p:nvPr/>
        </p:nvSpPr>
        <p:spPr>
          <a:xfrm>
            <a:off x="1677319" y="1311867"/>
            <a:ext cx="364453" cy="369419"/>
          </a:xfrm>
          <a:custGeom>
            <a:avLst/>
            <a:gdLst/>
            <a:ahLst/>
            <a:cxnLst/>
            <a:rect l="l" t="t" r="r" b="b"/>
            <a:pathLst>
              <a:path w="12477" h="12647" extrusionOk="0">
                <a:moveTo>
                  <a:pt x="3750" y="4538"/>
                </a:moveTo>
                <a:cubicBezTo>
                  <a:pt x="4223" y="4538"/>
                  <a:pt x="4601" y="4884"/>
                  <a:pt x="4601" y="5357"/>
                </a:cubicBezTo>
                <a:cubicBezTo>
                  <a:pt x="4601" y="5829"/>
                  <a:pt x="4223" y="6176"/>
                  <a:pt x="3750" y="6176"/>
                </a:cubicBezTo>
                <a:cubicBezTo>
                  <a:pt x="3277" y="6176"/>
                  <a:pt x="2931" y="5829"/>
                  <a:pt x="2931" y="5357"/>
                </a:cubicBezTo>
                <a:cubicBezTo>
                  <a:pt x="2931" y="4884"/>
                  <a:pt x="3277" y="4538"/>
                  <a:pt x="3750" y="4538"/>
                </a:cubicBezTo>
                <a:close/>
                <a:moveTo>
                  <a:pt x="6239" y="4538"/>
                </a:moveTo>
                <a:cubicBezTo>
                  <a:pt x="6711" y="4538"/>
                  <a:pt x="7058" y="4884"/>
                  <a:pt x="7058" y="5357"/>
                </a:cubicBezTo>
                <a:cubicBezTo>
                  <a:pt x="7058" y="5829"/>
                  <a:pt x="6711" y="6176"/>
                  <a:pt x="6239" y="6176"/>
                </a:cubicBezTo>
                <a:cubicBezTo>
                  <a:pt x="5766" y="6176"/>
                  <a:pt x="5420" y="5829"/>
                  <a:pt x="5420" y="5357"/>
                </a:cubicBezTo>
                <a:cubicBezTo>
                  <a:pt x="5420" y="4884"/>
                  <a:pt x="5766" y="4538"/>
                  <a:pt x="6239" y="4538"/>
                </a:cubicBezTo>
                <a:close/>
                <a:moveTo>
                  <a:pt x="8728" y="4538"/>
                </a:moveTo>
                <a:cubicBezTo>
                  <a:pt x="9200" y="4538"/>
                  <a:pt x="9547" y="4884"/>
                  <a:pt x="9547" y="5357"/>
                </a:cubicBezTo>
                <a:cubicBezTo>
                  <a:pt x="9547" y="5829"/>
                  <a:pt x="9200" y="6176"/>
                  <a:pt x="8728" y="6176"/>
                </a:cubicBezTo>
                <a:cubicBezTo>
                  <a:pt x="8255" y="6176"/>
                  <a:pt x="7877" y="5829"/>
                  <a:pt x="7877" y="5357"/>
                </a:cubicBezTo>
                <a:cubicBezTo>
                  <a:pt x="7877" y="4884"/>
                  <a:pt x="8255" y="4538"/>
                  <a:pt x="8728" y="4538"/>
                </a:cubicBezTo>
                <a:close/>
                <a:moveTo>
                  <a:pt x="6239" y="1"/>
                </a:moveTo>
                <a:cubicBezTo>
                  <a:pt x="2805" y="1"/>
                  <a:pt x="1" y="2395"/>
                  <a:pt x="1" y="5357"/>
                </a:cubicBezTo>
                <a:cubicBezTo>
                  <a:pt x="1" y="7436"/>
                  <a:pt x="1387" y="9200"/>
                  <a:pt x="3309" y="10082"/>
                </a:cubicBezTo>
                <a:lnTo>
                  <a:pt x="3309" y="12256"/>
                </a:lnTo>
                <a:cubicBezTo>
                  <a:pt x="3309" y="12486"/>
                  <a:pt x="3502" y="12646"/>
                  <a:pt x="3715" y="12646"/>
                </a:cubicBezTo>
                <a:cubicBezTo>
                  <a:pt x="3824" y="12646"/>
                  <a:pt x="3938" y="12604"/>
                  <a:pt x="4034" y="12508"/>
                </a:cubicBezTo>
                <a:lnTo>
                  <a:pt x="5609" y="10681"/>
                </a:lnTo>
                <a:cubicBezTo>
                  <a:pt x="5798" y="10681"/>
                  <a:pt x="5987" y="10713"/>
                  <a:pt x="6239" y="10713"/>
                </a:cubicBezTo>
                <a:cubicBezTo>
                  <a:pt x="9641" y="10713"/>
                  <a:pt x="12477" y="8350"/>
                  <a:pt x="12477" y="5357"/>
                </a:cubicBezTo>
                <a:cubicBezTo>
                  <a:pt x="12477" y="2395"/>
                  <a:pt x="9704" y="1"/>
                  <a:pt x="62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83"/>
          <p:cNvSpPr/>
          <p:nvPr/>
        </p:nvSpPr>
        <p:spPr>
          <a:xfrm>
            <a:off x="1702161" y="1747169"/>
            <a:ext cx="314767" cy="371814"/>
          </a:xfrm>
          <a:custGeom>
            <a:avLst/>
            <a:gdLst/>
            <a:ahLst/>
            <a:cxnLst/>
            <a:rect l="l" t="t" r="r" b="b"/>
            <a:pathLst>
              <a:path w="10776" h="12729" extrusionOk="0">
                <a:moveTo>
                  <a:pt x="1670" y="851"/>
                </a:moveTo>
                <a:lnTo>
                  <a:pt x="1670" y="9326"/>
                </a:lnTo>
                <a:cubicBezTo>
                  <a:pt x="1355" y="9326"/>
                  <a:pt x="1072" y="9421"/>
                  <a:pt x="851" y="9578"/>
                </a:cubicBezTo>
                <a:lnTo>
                  <a:pt x="851" y="2049"/>
                </a:lnTo>
                <a:cubicBezTo>
                  <a:pt x="851" y="1481"/>
                  <a:pt x="1198" y="1072"/>
                  <a:pt x="1670" y="851"/>
                </a:cubicBezTo>
                <a:close/>
                <a:moveTo>
                  <a:pt x="9925" y="10177"/>
                </a:moveTo>
                <a:lnTo>
                  <a:pt x="9925" y="10208"/>
                </a:lnTo>
                <a:lnTo>
                  <a:pt x="9925" y="11846"/>
                </a:lnTo>
                <a:lnTo>
                  <a:pt x="1670" y="11846"/>
                </a:lnTo>
                <a:cubicBezTo>
                  <a:pt x="1229" y="11846"/>
                  <a:pt x="851" y="11468"/>
                  <a:pt x="851" y="11027"/>
                </a:cubicBezTo>
                <a:cubicBezTo>
                  <a:pt x="851" y="10586"/>
                  <a:pt x="1229" y="10177"/>
                  <a:pt x="1670" y="10177"/>
                </a:cubicBezTo>
                <a:close/>
                <a:moveTo>
                  <a:pt x="2111" y="1"/>
                </a:moveTo>
                <a:cubicBezTo>
                  <a:pt x="914" y="1"/>
                  <a:pt x="1" y="946"/>
                  <a:pt x="1" y="2080"/>
                </a:cubicBezTo>
                <a:lnTo>
                  <a:pt x="1" y="11059"/>
                </a:lnTo>
                <a:cubicBezTo>
                  <a:pt x="1" y="11973"/>
                  <a:pt x="757" y="12729"/>
                  <a:pt x="1670" y="12729"/>
                </a:cubicBezTo>
                <a:lnTo>
                  <a:pt x="10334" y="12729"/>
                </a:lnTo>
                <a:cubicBezTo>
                  <a:pt x="10586" y="12729"/>
                  <a:pt x="10775" y="12508"/>
                  <a:pt x="10775" y="12319"/>
                </a:cubicBezTo>
                <a:lnTo>
                  <a:pt x="10775" y="473"/>
                </a:lnTo>
                <a:cubicBezTo>
                  <a:pt x="10775" y="221"/>
                  <a:pt x="10586" y="64"/>
                  <a:pt x="10334" y="64"/>
                </a:cubicBezTo>
                <a:lnTo>
                  <a:pt x="9105" y="64"/>
                </a:lnTo>
                <a:lnTo>
                  <a:pt x="9105" y="3781"/>
                </a:lnTo>
                <a:cubicBezTo>
                  <a:pt x="9105" y="4011"/>
                  <a:pt x="8912" y="4171"/>
                  <a:pt x="8708" y="4171"/>
                </a:cubicBezTo>
                <a:cubicBezTo>
                  <a:pt x="8604" y="4171"/>
                  <a:pt x="8498" y="4129"/>
                  <a:pt x="8412" y="4033"/>
                </a:cubicBezTo>
                <a:lnTo>
                  <a:pt x="7845" y="3498"/>
                </a:lnTo>
                <a:lnTo>
                  <a:pt x="7310" y="4033"/>
                </a:lnTo>
                <a:cubicBezTo>
                  <a:pt x="7214" y="4129"/>
                  <a:pt x="7100" y="4171"/>
                  <a:pt x="6991" y="4171"/>
                </a:cubicBezTo>
                <a:cubicBezTo>
                  <a:pt x="6778" y="4171"/>
                  <a:pt x="6585" y="4011"/>
                  <a:pt x="6585" y="3781"/>
                </a:cubicBezTo>
                <a:lnTo>
                  <a:pt x="6585" y="64"/>
                </a:lnTo>
                <a:lnTo>
                  <a:pt x="2111" y="64"/>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30" name="Google Shape;5130;p83"/>
          <p:cNvGrpSpPr/>
          <p:nvPr/>
        </p:nvGrpSpPr>
        <p:grpSpPr>
          <a:xfrm>
            <a:off x="1670640" y="2190140"/>
            <a:ext cx="371814" cy="369974"/>
            <a:chOff x="-42259725" y="3951100"/>
            <a:chExt cx="318225" cy="316650"/>
          </a:xfrm>
        </p:grpSpPr>
        <p:sp>
          <p:nvSpPr>
            <p:cNvPr id="5131" name="Google Shape;5131;p83"/>
            <p:cNvSpPr/>
            <p:nvPr/>
          </p:nvSpPr>
          <p:spPr>
            <a:xfrm>
              <a:off x="-42258150" y="3951100"/>
              <a:ext cx="316650" cy="123675"/>
            </a:xfrm>
            <a:custGeom>
              <a:avLst/>
              <a:gdLst/>
              <a:ahLst/>
              <a:cxnLst/>
              <a:rect l="l" t="t" r="r" b="b"/>
              <a:pathLst>
                <a:path w="12666" h="4947" extrusionOk="0">
                  <a:moveTo>
                    <a:pt x="2868" y="820"/>
                  </a:moveTo>
                  <a:cubicBezTo>
                    <a:pt x="3120" y="820"/>
                    <a:pt x="3277" y="1009"/>
                    <a:pt x="3277" y="1261"/>
                  </a:cubicBezTo>
                  <a:lnTo>
                    <a:pt x="3277" y="2899"/>
                  </a:lnTo>
                  <a:cubicBezTo>
                    <a:pt x="3277" y="3151"/>
                    <a:pt x="3057" y="3308"/>
                    <a:pt x="2868" y="3308"/>
                  </a:cubicBezTo>
                  <a:cubicBezTo>
                    <a:pt x="2647" y="3308"/>
                    <a:pt x="2490" y="3119"/>
                    <a:pt x="2427" y="2899"/>
                  </a:cubicBezTo>
                  <a:lnTo>
                    <a:pt x="2427" y="1261"/>
                  </a:lnTo>
                  <a:cubicBezTo>
                    <a:pt x="2427" y="1009"/>
                    <a:pt x="2647" y="851"/>
                    <a:pt x="2868" y="820"/>
                  </a:cubicBezTo>
                  <a:close/>
                  <a:moveTo>
                    <a:pt x="9767" y="820"/>
                  </a:moveTo>
                  <a:cubicBezTo>
                    <a:pt x="9988" y="820"/>
                    <a:pt x="10145" y="1009"/>
                    <a:pt x="10145" y="1261"/>
                  </a:cubicBezTo>
                  <a:lnTo>
                    <a:pt x="10145" y="2899"/>
                  </a:lnTo>
                  <a:cubicBezTo>
                    <a:pt x="10145" y="3151"/>
                    <a:pt x="9956" y="3308"/>
                    <a:pt x="9767" y="3308"/>
                  </a:cubicBezTo>
                  <a:cubicBezTo>
                    <a:pt x="9515" y="3308"/>
                    <a:pt x="9358" y="3119"/>
                    <a:pt x="9326" y="2899"/>
                  </a:cubicBezTo>
                  <a:lnTo>
                    <a:pt x="9326" y="1261"/>
                  </a:lnTo>
                  <a:cubicBezTo>
                    <a:pt x="9326" y="1009"/>
                    <a:pt x="9515" y="851"/>
                    <a:pt x="9767" y="820"/>
                  </a:cubicBezTo>
                  <a:close/>
                  <a:moveTo>
                    <a:pt x="2868" y="0"/>
                  </a:moveTo>
                  <a:cubicBezTo>
                    <a:pt x="2206" y="0"/>
                    <a:pt x="1639" y="536"/>
                    <a:pt x="1608" y="1229"/>
                  </a:cubicBezTo>
                  <a:lnTo>
                    <a:pt x="1608" y="1639"/>
                  </a:lnTo>
                  <a:lnTo>
                    <a:pt x="1230" y="1639"/>
                  </a:lnTo>
                  <a:cubicBezTo>
                    <a:pt x="536" y="1639"/>
                    <a:pt x="1" y="2206"/>
                    <a:pt x="1" y="2867"/>
                  </a:cubicBezTo>
                  <a:lnTo>
                    <a:pt x="1" y="4947"/>
                  </a:lnTo>
                  <a:lnTo>
                    <a:pt x="12666" y="4947"/>
                  </a:lnTo>
                  <a:lnTo>
                    <a:pt x="12666" y="2867"/>
                  </a:lnTo>
                  <a:cubicBezTo>
                    <a:pt x="12634" y="2206"/>
                    <a:pt x="12036" y="1639"/>
                    <a:pt x="11374" y="1639"/>
                  </a:cubicBezTo>
                  <a:lnTo>
                    <a:pt x="10996" y="1639"/>
                  </a:lnTo>
                  <a:lnTo>
                    <a:pt x="10996" y="1229"/>
                  </a:lnTo>
                  <a:cubicBezTo>
                    <a:pt x="10996" y="536"/>
                    <a:pt x="10429" y="0"/>
                    <a:pt x="9767" y="0"/>
                  </a:cubicBezTo>
                  <a:cubicBezTo>
                    <a:pt x="9106" y="0"/>
                    <a:pt x="8539" y="536"/>
                    <a:pt x="8507" y="1229"/>
                  </a:cubicBezTo>
                  <a:lnTo>
                    <a:pt x="8507" y="1639"/>
                  </a:lnTo>
                  <a:lnTo>
                    <a:pt x="4097" y="1639"/>
                  </a:lnTo>
                  <a:lnTo>
                    <a:pt x="4097" y="1229"/>
                  </a:lnTo>
                  <a:cubicBezTo>
                    <a:pt x="4097" y="536"/>
                    <a:pt x="3561" y="0"/>
                    <a:pt x="2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83"/>
            <p:cNvSpPr/>
            <p:nvPr/>
          </p:nvSpPr>
          <p:spPr>
            <a:xfrm>
              <a:off x="-42259725" y="4096800"/>
              <a:ext cx="316650" cy="170950"/>
            </a:xfrm>
            <a:custGeom>
              <a:avLst/>
              <a:gdLst/>
              <a:ahLst/>
              <a:cxnLst/>
              <a:rect l="l" t="t" r="r" b="b"/>
              <a:pathLst>
                <a:path w="12666" h="6838" extrusionOk="0">
                  <a:moveTo>
                    <a:pt x="1" y="1"/>
                  </a:moveTo>
                  <a:lnTo>
                    <a:pt x="1" y="5640"/>
                  </a:lnTo>
                  <a:lnTo>
                    <a:pt x="32" y="5640"/>
                  </a:lnTo>
                  <a:cubicBezTo>
                    <a:pt x="32" y="6302"/>
                    <a:pt x="568" y="6837"/>
                    <a:pt x="1261" y="6837"/>
                  </a:cubicBezTo>
                  <a:lnTo>
                    <a:pt x="11437" y="6837"/>
                  </a:lnTo>
                  <a:cubicBezTo>
                    <a:pt x="12099" y="6837"/>
                    <a:pt x="12666" y="6302"/>
                    <a:pt x="12666" y="5640"/>
                  </a:cubicBezTo>
                  <a:lnTo>
                    <a:pt x="126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33" name="Google Shape;5133;p83"/>
          <p:cNvGrpSpPr/>
          <p:nvPr/>
        </p:nvGrpSpPr>
        <p:grpSpPr>
          <a:xfrm>
            <a:off x="3869002" y="1369161"/>
            <a:ext cx="370879" cy="337755"/>
            <a:chOff x="-40378075" y="3267450"/>
            <a:chExt cx="317425" cy="289075"/>
          </a:xfrm>
        </p:grpSpPr>
        <p:sp>
          <p:nvSpPr>
            <p:cNvPr id="5134" name="Google Shape;5134;p83"/>
            <p:cNvSpPr/>
            <p:nvPr/>
          </p:nvSpPr>
          <p:spPr>
            <a:xfrm>
              <a:off x="-40218975" y="3308400"/>
              <a:ext cx="158325" cy="248125"/>
            </a:xfrm>
            <a:custGeom>
              <a:avLst/>
              <a:gdLst/>
              <a:ahLst/>
              <a:cxnLst/>
              <a:rect l="l" t="t" r="r" b="b"/>
              <a:pathLst>
                <a:path w="6333" h="9925" extrusionOk="0">
                  <a:moveTo>
                    <a:pt x="4694" y="1"/>
                  </a:moveTo>
                  <a:lnTo>
                    <a:pt x="4694" y="7877"/>
                  </a:lnTo>
                  <a:cubicBezTo>
                    <a:pt x="4694" y="8097"/>
                    <a:pt x="4474" y="8255"/>
                    <a:pt x="4253" y="8255"/>
                  </a:cubicBezTo>
                  <a:cubicBezTo>
                    <a:pt x="2993" y="8255"/>
                    <a:pt x="1638" y="8696"/>
                    <a:pt x="693" y="9452"/>
                  </a:cubicBezTo>
                  <a:cubicBezTo>
                    <a:pt x="536" y="9546"/>
                    <a:pt x="189" y="9925"/>
                    <a:pt x="0" y="9925"/>
                  </a:cubicBezTo>
                  <a:lnTo>
                    <a:pt x="5073" y="9925"/>
                  </a:lnTo>
                  <a:cubicBezTo>
                    <a:pt x="5734" y="9925"/>
                    <a:pt x="6333" y="9357"/>
                    <a:pt x="6333" y="8696"/>
                  </a:cubicBezTo>
                  <a:lnTo>
                    <a:pt x="6333" y="1229"/>
                  </a:lnTo>
                  <a:cubicBezTo>
                    <a:pt x="6333" y="536"/>
                    <a:pt x="5766" y="1"/>
                    <a:pt x="5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83"/>
            <p:cNvSpPr/>
            <p:nvPr/>
          </p:nvSpPr>
          <p:spPr>
            <a:xfrm>
              <a:off x="-40316650" y="3267450"/>
              <a:ext cx="86675" cy="257575"/>
            </a:xfrm>
            <a:custGeom>
              <a:avLst/>
              <a:gdLst/>
              <a:ahLst/>
              <a:cxnLst/>
              <a:rect l="l" t="t" r="r" b="b"/>
              <a:pathLst>
                <a:path w="3467" h="10303" extrusionOk="0">
                  <a:moveTo>
                    <a:pt x="1" y="0"/>
                  </a:moveTo>
                  <a:lnTo>
                    <a:pt x="1" y="9105"/>
                  </a:lnTo>
                  <a:cubicBezTo>
                    <a:pt x="1166" y="9200"/>
                    <a:pt x="2489" y="9578"/>
                    <a:pt x="3466" y="10302"/>
                  </a:cubicBezTo>
                  <a:lnTo>
                    <a:pt x="3466" y="1197"/>
                  </a:lnTo>
                  <a:cubicBezTo>
                    <a:pt x="2489" y="473"/>
                    <a:pt x="1229" y="9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83"/>
            <p:cNvSpPr/>
            <p:nvPr/>
          </p:nvSpPr>
          <p:spPr>
            <a:xfrm>
              <a:off x="-40209525" y="3267450"/>
              <a:ext cx="86650" cy="257575"/>
            </a:xfrm>
            <a:custGeom>
              <a:avLst/>
              <a:gdLst/>
              <a:ahLst/>
              <a:cxnLst/>
              <a:rect l="l" t="t" r="r" b="b"/>
              <a:pathLst>
                <a:path w="3466" h="10303" extrusionOk="0">
                  <a:moveTo>
                    <a:pt x="3466" y="0"/>
                  </a:moveTo>
                  <a:cubicBezTo>
                    <a:pt x="2300" y="95"/>
                    <a:pt x="977" y="473"/>
                    <a:pt x="0" y="1197"/>
                  </a:cubicBezTo>
                  <a:lnTo>
                    <a:pt x="0" y="10302"/>
                  </a:lnTo>
                  <a:cubicBezTo>
                    <a:pt x="977" y="9578"/>
                    <a:pt x="2237" y="9200"/>
                    <a:pt x="3466" y="9105"/>
                  </a:cubicBezTo>
                  <a:lnTo>
                    <a:pt x="34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83"/>
            <p:cNvSpPr/>
            <p:nvPr/>
          </p:nvSpPr>
          <p:spPr>
            <a:xfrm>
              <a:off x="-40378075" y="3308400"/>
              <a:ext cx="157550" cy="248125"/>
            </a:xfrm>
            <a:custGeom>
              <a:avLst/>
              <a:gdLst/>
              <a:ahLst/>
              <a:cxnLst/>
              <a:rect l="l" t="t" r="r" b="b"/>
              <a:pathLst>
                <a:path w="6302" h="9925" extrusionOk="0">
                  <a:moveTo>
                    <a:pt x="1229" y="1"/>
                  </a:moveTo>
                  <a:cubicBezTo>
                    <a:pt x="567" y="1"/>
                    <a:pt x="0" y="536"/>
                    <a:pt x="0" y="1198"/>
                  </a:cubicBezTo>
                  <a:lnTo>
                    <a:pt x="0" y="8664"/>
                  </a:lnTo>
                  <a:cubicBezTo>
                    <a:pt x="32" y="9357"/>
                    <a:pt x="567" y="9925"/>
                    <a:pt x="1229" y="9925"/>
                  </a:cubicBezTo>
                  <a:lnTo>
                    <a:pt x="6301" y="9925"/>
                  </a:lnTo>
                  <a:cubicBezTo>
                    <a:pt x="6112" y="9925"/>
                    <a:pt x="5766" y="9609"/>
                    <a:pt x="5608" y="9452"/>
                  </a:cubicBezTo>
                  <a:cubicBezTo>
                    <a:pt x="4631" y="8664"/>
                    <a:pt x="3277" y="8255"/>
                    <a:pt x="2048" y="8255"/>
                  </a:cubicBezTo>
                  <a:cubicBezTo>
                    <a:pt x="1828" y="8255"/>
                    <a:pt x="1638" y="8066"/>
                    <a:pt x="1638" y="7877"/>
                  </a:cubicBezTo>
                  <a:lnTo>
                    <a:pt x="16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38" name="Google Shape;5138;p83"/>
          <p:cNvGrpSpPr/>
          <p:nvPr/>
        </p:nvGrpSpPr>
        <p:grpSpPr>
          <a:xfrm>
            <a:off x="3872668" y="1770429"/>
            <a:ext cx="363548" cy="369974"/>
            <a:chOff x="-40372575" y="3604550"/>
            <a:chExt cx="311150" cy="316650"/>
          </a:xfrm>
        </p:grpSpPr>
        <p:sp>
          <p:nvSpPr>
            <p:cNvPr id="5139" name="Google Shape;5139;p83"/>
            <p:cNvSpPr/>
            <p:nvPr/>
          </p:nvSpPr>
          <p:spPr>
            <a:xfrm>
              <a:off x="-40372575" y="3604550"/>
              <a:ext cx="311150" cy="134475"/>
            </a:xfrm>
            <a:custGeom>
              <a:avLst/>
              <a:gdLst/>
              <a:ahLst/>
              <a:cxnLst/>
              <a:rect l="l" t="t" r="r" b="b"/>
              <a:pathLst>
                <a:path w="12446" h="5379" extrusionOk="0">
                  <a:moveTo>
                    <a:pt x="3088" y="0"/>
                  </a:moveTo>
                  <a:cubicBezTo>
                    <a:pt x="1639" y="0"/>
                    <a:pt x="316" y="1008"/>
                    <a:pt x="95" y="2489"/>
                  </a:cubicBezTo>
                  <a:cubicBezTo>
                    <a:pt x="1" y="3214"/>
                    <a:pt x="190" y="3938"/>
                    <a:pt x="568" y="4506"/>
                  </a:cubicBezTo>
                  <a:cubicBezTo>
                    <a:pt x="962" y="5071"/>
                    <a:pt x="1607" y="5366"/>
                    <a:pt x="2240" y="5366"/>
                  </a:cubicBezTo>
                  <a:cubicBezTo>
                    <a:pt x="2772" y="5366"/>
                    <a:pt x="3296" y="5157"/>
                    <a:pt x="3655" y="4726"/>
                  </a:cubicBezTo>
                  <a:cubicBezTo>
                    <a:pt x="4569" y="3655"/>
                    <a:pt x="3844" y="2489"/>
                    <a:pt x="2836" y="2489"/>
                  </a:cubicBezTo>
                  <a:cubicBezTo>
                    <a:pt x="2584" y="2489"/>
                    <a:pt x="2427" y="2678"/>
                    <a:pt x="2427" y="2899"/>
                  </a:cubicBezTo>
                  <a:cubicBezTo>
                    <a:pt x="2427" y="3151"/>
                    <a:pt x="2616" y="3308"/>
                    <a:pt x="2836" y="3340"/>
                  </a:cubicBezTo>
                  <a:cubicBezTo>
                    <a:pt x="3057" y="3340"/>
                    <a:pt x="3214" y="3529"/>
                    <a:pt x="3214" y="3749"/>
                  </a:cubicBezTo>
                  <a:cubicBezTo>
                    <a:pt x="3214" y="3970"/>
                    <a:pt x="3025" y="4127"/>
                    <a:pt x="2836" y="4127"/>
                  </a:cubicBezTo>
                  <a:cubicBezTo>
                    <a:pt x="2049" y="4127"/>
                    <a:pt x="1450" y="3434"/>
                    <a:pt x="1608" y="2584"/>
                  </a:cubicBezTo>
                  <a:cubicBezTo>
                    <a:pt x="1754" y="1999"/>
                    <a:pt x="2279" y="1632"/>
                    <a:pt x="2882" y="1632"/>
                  </a:cubicBezTo>
                  <a:cubicBezTo>
                    <a:pt x="2930" y="1632"/>
                    <a:pt x="2977" y="1634"/>
                    <a:pt x="3025" y="1639"/>
                  </a:cubicBezTo>
                  <a:cubicBezTo>
                    <a:pt x="3624" y="1733"/>
                    <a:pt x="4128" y="2048"/>
                    <a:pt x="4474" y="2489"/>
                  </a:cubicBezTo>
                  <a:lnTo>
                    <a:pt x="7908" y="2489"/>
                  </a:lnTo>
                  <a:cubicBezTo>
                    <a:pt x="8255" y="2017"/>
                    <a:pt x="8759" y="1702"/>
                    <a:pt x="9358" y="1639"/>
                  </a:cubicBezTo>
                  <a:cubicBezTo>
                    <a:pt x="9406" y="1634"/>
                    <a:pt x="9453" y="1632"/>
                    <a:pt x="9501" y="1632"/>
                  </a:cubicBezTo>
                  <a:cubicBezTo>
                    <a:pt x="10104" y="1632"/>
                    <a:pt x="10629" y="1999"/>
                    <a:pt x="10775" y="2584"/>
                  </a:cubicBezTo>
                  <a:cubicBezTo>
                    <a:pt x="10964" y="3434"/>
                    <a:pt x="10334" y="4127"/>
                    <a:pt x="9547" y="4127"/>
                  </a:cubicBezTo>
                  <a:cubicBezTo>
                    <a:pt x="9326" y="4127"/>
                    <a:pt x="9137" y="3938"/>
                    <a:pt x="9137" y="3749"/>
                  </a:cubicBezTo>
                  <a:cubicBezTo>
                    <a:pt x="9137" y="3497"/>
                    <a:pt x="9326" y="3340"/>
                    <a:pt x="9547" y="3340"/>
                  </a:cubicBezTo>
                  <a:cubicBezTo>
                    <a:pt x="9799" y="3340"/>
                    <a:pt x="9956" y="3151"/>
                    <a:pt x="9956" y="2899"/>
                  </a:cubicBezTo>
                  <a:cubicBezTo>
                    <a:pt x="9956" y="2678"/>
                    <a:pt x="9767" y="2521"/>
                    <a:pt x="9547" y="2489"/>
                  </a:cubicBezTo>
                  <a:cubicBezTo>
                    <a:pt x="8539" y="2489"/>
                    <a:pt x="7814" y="3686"/>
                    <a:pt x="8728" y="4726"/>
                  </a:cubicBezTo>
                  <a:cubicBezTo>
                    <a:pt x="9099" y="5169"/>
                    <a:pt x="9626" y="5379"/>
                    <a:pt x="10158" y="5379"/>
                  </a:cubicBezTo>
                  <a:cubicBezTo>
                    <a:pt x="10800" y="5379"/>
                    <a:pt x="11451" y="5074"/>
                    <a:pt x="11847" y="4506"/>
                  </a:cubicBezTo>
                  <a:cubicBezTo>
                    <a:pt x="12225" y="3970"/>
                    <a:pt x="12445" y="3277"/>
                    <a:pt x="12319" y="2489"/>
                  </a:cubicBezTo>
                  <a:cubicBezTo>
                    <a:pt x="12130" y="1008"/>
                    <a:pt x="10775" y="0"/>
                    <a:pt x="9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83"/>
            <p:cNvSpPr/>
            <p:nvPr/>
          </p:nvSpPr>
          <p:spPr>
            <a:xfrm>
              <a:off x="-40312700" y="3730575"/>
              <a:ext cx="185100" cy="190625"/>
            </a:xfrm>
            <a:custGeom>
              <a:avLst/>
              <a:gdLst/>
              <a:ahLst/>
              <a:cxnLst/>
              <a:rect l="l" t="t" r="r" b="b"/>
              <a:pathLst>
                <a:path w="7404" h="7625" extrusionOk="0">
                  <a:moveTo>
                    <a:pt x="2426" y="0"/>
                  </a:moveTo>
                  <a:lnTo>
                    <a:pt x="2426" y="5639"/>
                  </a:lnTo>
                  <a:cubicBezTo>
                    <a:pt x="2426" y="5860"/>
                    <a:pt x="2237" y="6017"/>
                    <a:pt x="2048" y="6017"/>
                  </a:cubicBezTo>
                  <a:cubicBezTo>
                    <a:pt x="1796" y="6017"/>
                    <a:pt x="1638" y="5828"/>
                    <a:pt x="1638" y="5639"/>
                  </a:cubicBezTo>
                  <a:lnTo>
                    <a:pt x="1638" y="473"/>
                  </a:lnTo>
                  <a:cubicBezTo>
                    <a:pt x="1229" y="851"/>
                    <a:pt x="630" y="1103"/>
                    <a:pt x="0" y="1134"/>
                  </a:cubicBezTo>
                  <a:lnTo>
                    <a:pt x="0" y="7246"/>
                  </a:lnTo>
                  <a:cubicBezTo>
                    <a:pt x="0" y="7467"/>
                    <a:pt x="189" y="7624"/>
                    <a:pt x="378" y="7624"/>
                  </a:cubicBezTo>
                  <a:lnTo>
                    <a:pt x="6994" y="7624"/>
                  </a:lnTo>
                  <a:cubicBezTo>
                    <a:pt x="7246" y="7624"/>
                    <a:pt x="7404" y="7435"/>
                    <a:pt x="7404" y="7246"/>
                  </a:cubicBezTo>
                  <a:lnTo>
                    <a:pt x="7404" y="1134"/>
                  </a:lnTo>
                  <a:cubicBezTo>
                    <a:pt x="6774" y="1071"/>
                    <a:pt x="6175" y="788"/>
                    <a:pt x="5734" y="315"/>
                  </a:cubicBezTo>
                  <a:lnTo>
                    <a:pt x="5734" y="5639"/>
                  </a:lnTo>
                  <a:cubicBezTo>
                    <a:pt x="5734" y="5860"/>
                    <a:pt x="5545" y="6017"/>
                    <a:pt x="5324" y="6017"/>
                  </a:cubicBezTo>
                  <a:cubicBezTo>
                    <a:pt x="5072" y="6017"/>
                    <a:pt x="4915" y="5828"/>
                    <a:pt x="4915" y="5639"/>
                  </a:cubicBezTo>
                  <a:lnTo>
                    <a:pt x="4915" y="0"/>
                  </a:lnTo>
                  <a:lnTo>
                    <a:pt x="4096" y="0"/>
                  </a:lnTo>
                  <a:lnTo>
                    <a:pt x="4096" y="5639"/>
                  </a:lnTo>
                  <a:cubicBezTo>
                    <a:pt x="4096" y="5860"/>
                    <a:pt x="3907" y="6017"/>
                    <a:pt x="3686" y="6017"/>
                  </a:cubicBezTo>
                  <a:cubicBezTo>
                    <a:pt x="3466" y="6017"/>
                    <a:pt x="3277" y="5828"/>
                    <a:pt x="3277" y="5639"/>
                  </a:cubicBezTo>
                  <a:lnTo>
                    <a:pt x="3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83"/>
            <p:cNvSpPr/>
            <p:nvPr/>
          </p:nvSpPr>
          <p:spPr>
            <a:xfrm>
              <a:off x="-40250475" y="3688025"/>
              <a:ext cx="66950" cy="20500"/>
            </a:xfrm>
            <a:custGeom>
              <a:avLst/>
              <a:gdLst/>
              <a:ahLst/>
              <a:cxnLst/>
              <a:rect l="l" t="t" r="r" b="b"/>
              <a:pathLst>
                <a:path w="2678" h="820" extrusionOk="0">
                  <a:moveTo>
                    <a:pt x="0" y="1"/>
                  </a:moveTo>
                  <a:cubicBezTo>
                    <a:pt x="32" y="127"/>
                    <a:pt x="32" y="284"/>
                    <a:pt x="32" y="379"/>
                  </a:cubicBezTo>
                  <a:cubicBezTo>
                    <a:pt x="32" y="536"/>
                    <a:pt x="32" y="662"/>
                    <a:pt x="0" y="788"/>
                  </a:cubicBezTo>
                  <a:lnTo>
                    <a:pt x="2666" y="788"/>
                  </a:lnTo>
                  <a:cubicBezTo>
                    <a:pt x="2615" y="649"/>
                    <a:pt x="2615" y="555"/>
                    <a:pt x="2615" y="379"/>
                  </a:cubicBezTo>
                  <a:cubicBezTo>
                    <a:pt x="2615" y="284"/>
                    <a:pt x="2615" y="127"/>
                    <a:pt x="2678" y="1"/>
                  </a:cubicBezTo>
                  <a:close/>
                  <a:moveTo>
                    <a:pt x="2666" y="788"/>
                  </a:moveTo>
                  <a:cubicBezTo>
                    <a:pt x="2670" y="799"/>
                    <a:pt x="2674" y="809"/>
                    <a:pt x="2678" y="820"/>
                  </a:cubicBezTo>
                  <a:lnTo>
                    <a:pt x="2678" y="788"/>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42" name="Google Shape;5142;p83"/>
          <p:cNvSpPr/>
          <p:nvPr/>
        </p:nvSpPr>
        <p:spPr>
          <a:xfrm>
            <a:off x="3876000" y="2213706"/>
            <a:ext cx="362613" cy="371902"/>
          </a:xfrm>
          <a:custGeom>
            <a:avLst/>
            <a:gdLst/>
            <a:ahLst/>
            <a:cxnLst/>
            <a:rect l="l" t="t" r="r" b="b"/>
            <a:pathLst>
              <a:path w="12414" h="12732" extrusionOk="0">
                <a:moveTo>
                  <a:pt x="11965" y="0"/>
                </a:moveTo>
                <a:cubicBezTo>
                  <a:pt x="11946" y="0"/>
                  <a:pt x="11928" y="1"/>
                  <a:pt x="11910" y="4"/>
                </a:cubicBezTo>
                <a:lnTo>
                  <a:pt x="4474" y="1642"/>
                </a:lnTo>
                <a:cubicBezTo>
                  <a:pt x="4254" y="1705"/>
                  <a:pt x="4128" y="1862"/>
                  <a:pt x="4128" y="2051"/>
                </a:cubicBezTo>
                <a:lnTo>
                  <a:pt x="4128" y="9108"/>
                </a:lnTo>
                <a:cubicBezTo>
                  <a:pt x="3718" y="8793"/>
                  <a:pt x="3120" y="8541"/>
                  <a:pt x="2490" y="8541"/>
                </a:cubicBezTo>
                <a:cubicBezTo>
                  <a:pt x="1103" y="8541"/>
                  <a:pt x="1" y="9486"/>
                  <a:pt x="1" y="10652"/>
                </a:cubicBezTo>
                <a:cubicBezTo>
                  <a:pt x="1" y="11786"/>
                  <a:pt x="1103" y="12731"/>
                  <a:pt x="2490" y="12731"/>
                </a:cubicBezTo>
                <a:cubicBezTo>
                  <a:pt x="3876" y="12731"/>
                  <a:pt x="4979" y="11786"/>
                  <a:pt x="4979" y="10652"/>
                </a:cubicBezTo>
                <a:lnTo>
                  <a:pt x="4979" y="4887"/>
                </a:lnTo>
                <a:lnTo>
                  <a:pt x="11595" y="3438"/>
                </a:lnTo>
                <a:lnTo>
                  <a:pt x="11595" y="7502"/>
                </a:lnTo>
                <a:cubicBezTo>
                  <a:pt x="11154" y="7187"/>
                  <a:pt x="10555" y="6935"/>
                  <a:pt x="9925" y="6935"/>
                </a:cubicBezTo>
                <a:cubicBezTo>
                  <a:pt x="8570" y="6935"/>
                  <a:pt x="7467" y="7880"/>
                  <a:pt x="7467" y="9014"/>
                </a:cubicBezTo>
                <a:cubicBezTo>
                  <a:pt x="7467" y="10180"/>
                  <a:pt x="8570" y="11125"/>
                  <a:pt x="9925" y="11125"/>
                </a:cubicBezTo>
                <a:cubicBezTo>
                  <a:pt x="11311" y="11125"/>
                  <a:pt x="12414" y="10180"/>
                  <a:pt x="12414" y="9014"/>
                </a:cubicBezTo>
                <a:lnTo>
                  <a:pt x="12414" y="445"/>
                </a:lnTo>
                <a:cubicBezTo>
                  <a:pt x="12414" y="182"/>
                  <a:pt x="12197" y="0"/>
                  <a:pt x="119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43" name="Google Shape;5143;p83"/>
          <p:cNvGrpSpPr/>
          <p:nvPr/>
        </p:nvGrpSpPr>
        <p:grpSpPr>
          <a:xfrm>
            <a:off x="2596617" y="2663092"/>
            <a:ext cx="399038" cy="372165"/>
            <a:chOff x="-38542250" y="3220175"/>
            <a:chExt cx="341525" cy="318525"/>
          </a:xfrm>
        </p:grpSpPr>
        <p:sp>
          <p:nvSpPr>
            <p:cNvPr id="5144" name="Google Shape;5144;p83"/>
            <p:cNvSpPr/>
            <p:nvPr/>
          </p:nvSpPr>
          <p:spPr>
            <a:xfrm>
              <a:off x="-38542250" y="3440725"/>
              <a:ext cx="101750" cy="97975"/>
            </a:xfrm>
            <a:custGeom>
              <a:avLst/>
              <a:gdLst/>
              <a:ahLst/>
              <a:cxnLst/>
              <a:rect l="l" t="t" r="r" b="b"/>
              <a:pathLst>
                <a:path w="4070" h="3919" extrusionOk="0">
                  <a:moveTo>
                    <a:pt x="1455" y="0"/>
                  </a:moveTo>
                  <a:lnTo>
                    <a:pt x="1013" y="2489"/>
                  </a:lnTo>
                  <a:lnTo>
                    <a:pt x="289" y="3214"/>
                  </a:lnTo>
                  <a:cubicBezTo>
                    <a:pt x="1" y="3502"/>
                    <a:pt x="280" y="3919"/>
                    <a:pt x="597" y="3919"/>
                  </a:cubicBezTo>
                  <a:cubicBezTo>
                    <a:pt x="695" y="3919"/>
                    <a:pt x="798" y="3878"/>
                    <a:pt x="887" y="3781"/>
                  </a:cubicBezTo>
                  <a:lnTo>
                    <a:pt x="1612" y="3088"/>
                  </a:lnTo>
                  <a:lnTo>
                    <a:pt x="4069" y="2647"/>
                  </a:lnTo>
                  <a:lnTo>
                    <a:pt x="14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83"/>
            <p:cNvSpPr/>
            <p:nvPr/>
          </p:nvSpPr>
          <p:spPr>
            <a:xfrm>
              <a:off x="-38494875" y="3354075"/>
              <a:ext cx="141800" cy="141025"/>
            </a:xfrm>
            <a:custGeom>
              <a:avLst/>
              <a:gdLst/>
              <a:ahLst/>
              <a:cxnLst/>
              <a:rect l="l" t="t" r="r" b="b"/>
              <a:pathLst>
                <a:path w="5672" h="5641" extrusionOk="0">
                  <a:moveTo>
                    <a:pt x="2742" y="1"/>
                  </a:moveTo>
                  <a:lnTo>
                    <a:pt x="1" y="2710"/>
                  </a:lnTo>
                  <a:lnTo>
                    <a:pt x="2931" y="5640"/>
                  </a:lnTo>
                  <a:lnTo>
                    <a:pt x="5671" y="2899"/>
                  </a:lnTo>
                  <a:lnTo>
                    <a:pt x="27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83"/>
            <p:cNvSpPr/>
            <p:nvPr/>
          </p:nvSpPr>
          <p:spPr>
            <a:xfrm>
              <a:off x="-38432050" y="3220175"/>
              <a:ext cx="231325" cy="192225"/>
            </a:xfrm>
            <a:custGeom>
              <a:avLst/>
              <a:gdLst/>
              <a:ahLst/>
              <a:cxnLst/>
              <a:rect l="l" t="t" r="r" b="b"/>
              <a:pathLst>
                <a:path w="9253" h="7689" extrusionOk="0">
                  <a:moveTo>
                    <a:pt x="3442" y="1"/>
                  </a:moveTo>
                  <a:cubicBezTo>
                    <a:pt x="3127" y="1"/>
                    <a:pt x="2812" y="127"/>
                    <a:pt x="2591" y="379"/>
                  </a:cubicBezTo>
                  <a:lnTo>
                    <a:pt x="292" y="2647"/>
                  </a:lnTo>
                  <a:cubicBezTo>
                    <a:pt x="1" y="2962"/>
                    <a:pt x="287" y="3370"/>
                    <a:pt x="607" y="3370"/>
                  </a:cubicBezTo>
                  <a:cubicBezTo>
                    <a:pt x="704" y="3370"/>
                    <a:pt x="803" y="3333"/>
                    <a:pt x="890" y="3246"/>
                  </a:cubicBezTo>
                  <a:lnTo>
                    <a:pt x="3190" y="946"/>
                  </a:lnTo>
                  <a:cubicBezTo>
                    <a:pt x="3269" y="867"/>
                    <a:pt x="3371" y="828"/>
                    <a:pt x="3474" y="828"/>
                  </a:cubicBezTo>
                  <a:cubicBezTo>
                    <a:pt x="3576" y="828"/>
                    <a:pt x="3678" y="867"/>
                    <a:pt x="3757" y="946"/>
                  </a:cubicBezTo>
                  <a:lnTo>
                    <a:pt x="4198" y="1387"/>
                  </a:lnTo>
                  <a:lnTo>
                    <a:pt x="827" y="4758"/>
                  </a:lnTo>
                  <a:lnTo>
                    <a:pt x="3726" y="7688"/>
                  </a:lnTo>
                  <a:lnTo>
                    <a:pt x="7821" y="3593"/>
                  </a:lnTo>
                  <a:cubicBezTo>
                    <a:pt x="9253" y="2161"/>
                    <a:pt x="8028" y="43"/>
                    <a:pt x="6392" y="43"/>
                  </a:cubicBezTo>
                  <a:cubicBezTo>
                    <a:pt x="5868" y="43"/>
                    <a:pt x="5301" y="261"/>
                    <a:pt x="4765" y="789"/>
                  </a:cubicBezTo>
                  <a:cubicBezTo>
                    <a:pt x="4324" y="379"/>
                    <a:pt x="4041" y="1"/>
                    <a:pt x="3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7" name="Google Shape;5147;p83"/>
          <p:cNvGrpSpPr/>
          <p:nvPr/>
        </p:nvGrpSpPr>
        <p:grpSpPr>
          <a:xfrm>
            <a:off x="2618549" y="3122462"/>
            <a:ext cx="369974" cy="369068"/>
            <a:chOff x="-38537400" y="3588000"/>
            <a:chExt cx="316650" cy="315875"/>
          </a:xfrm>
        </p:grpSpPr>
        <p:sp>
          <p:nvSpPr>
            <p:cNvPr id="5148" name="Google Shape;5148;p83"/>
            <p:cNvSpPr/>
            <p:nvPr/>
          </p:nvSpPr>
          <p:spPr>
            <a:xfrm>
              <a:off x="-38327900" y="3719550"/>
              <a:ext cx="20500" cy="41750"/>
            </a:xfrm>
            <a:custGeom>
              <a:avLst/>
              <a:gdLst/>
              <a:ahLst/>
              <a:cxnLst/>
              <a:rect l="l" t="t" r="r" b="b"/>
              <a:pathLst>
                <a:path w="820" h="1670" extrusionOk="0">
                  <a:moveTo>
                    <a:pt x="1" y="0"/>
                  </a:moveTo>
                  <a:lnTo>
                    <a:pt x="1" y="1229"/>
                  </a:lnTo>
                  <a:cubicBezTo>
                    <a:pt x="1" y="1449"/>
                    <a:pt x="190" y="1607"/>
                    <a:pt x="442" y="1670"/>
                  </a:cubicBezTo>
                  <a:cubicBezTo>
                    <a:pt x="631" y="1607"/>
                    <a:pt x="820" y="1449"/>
                    <a:pt x="820" y="1229"/>
                  </a:cubicBezTo>
                  <a:lnTo>
                    <a:pt x="8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83"/>
            <p:cNvSpPr/>
            <p:nvPr/>
          </p:nvSpPr>
          <p:spPr>
            <a:xfrm>
              <a:off x="-38452350" y="3719550"/>
              <a:ext cx="21300" cy="41750"/>
            </a:xfrm>
            <a:custGeom>
              <a:avLst/>
              <a:gdLst/>
              <a:ahLst/>
              <a:cxnLst/>
              <a:rect l="l" t="t" r="r" b="b"/>
              <a:pathLst>
                <a:path w="852" h="1670" extrusionOk="0">
                  <a:moveTo>
                    <a:pt x="1" y="0"/>
                  </a:moveTo>
                  <a:lnTo>
                    <a:pt x="1" y="1229"/>
                  </a:lnTo>
                  <a:cubicBezTo>
                    <a:pt x="1" y="1449"/>
                    <a:pt x="221" y="1607"/>
                    <a:pt x="410" y="1670"/>
                  </a:cubicBezTo>
                  <a:cubicBezTo>
                    <a:pt x="631" y="1607"/>
                    <a:pt x="851" y="1449"/>
                    <a:pt x="851" y="1229"/>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83"/>
            <p:cNvSpPr/>
            <p:nvPr/>
          </p:nvSpPr>
          <p:spPr>
            <a:xfrm>
              <a:off x="-38516925" y="3759700"/>
              <a:ext cx="275700" cy="144175"/>
            </a:xfrm>
            <a:custGeom>
              <a:avLst/>
              <a:gdLst/>
              <a:ahLst/>
              <a:cxnLst/>
              <a:rect l="l" t="t" r="r" b="b"/>
              <a:pathLst>
                <a:path w="11028" h="5767" extrusionOk="0">
                  <a:moveTo>
                    <a:pt x="7152" y="1671"/>
                  </a:moveTo>
                  <a:cubicBezTo>
                    <a:pt x="7404" y="1671"/>
                    <a:pt x="7593" y="1860"/>
                    <a:pt x="7593" y="2112"/>
                  </a:cubicBezTo>
                  <a:lnTo>
                    <a:pt x="7593" y="3750"/>
                  </a:lnTo>
                  <a:cubicBezTo>
                    <a:pt x="7593" y="4002"/>
                    <a:pt x="7404" y="4159"/>
                    <a:pt x="7152" y="4159"/>
                  </a:cubicBezTo>
                  <a:lnTo>
                    <a:pt x="3844" y="4159"/>
                  </a:lnTo>
                  <a:cubicBezTo>
                    <a:pt x="3624" y="4159"/>
                    <a:pt x="3434" y="3939"/>
                    <a:pt x="3434" y="3750"/>
                  </a:cubicBezTo>
                  <a:lnTo>
                    <a:pt x="3434" y="2112"/>
                  </a:lnTo>
                  <a:cubicBezTo>
                    <a:pt x="3434" y="1860"/>
                    <a:pt x="3624" y="1671"/>
                    <a:pt x="3844" y="1671"/>
                  </a:cubicBezTo>
                  <a:close/>
                  <a:moveTo>
                    <a:pt x="0" y="1"/>
                  </a:moveTo>
                  <a:lnTo>
                    <a:pt x="0" y="4537"/>
                  </a:lnTo>
                  <a:cubicBezTo>
                    <a:pt x="0" y="5199"/>
                    <a:pt x="568" y="5766"/>
                    <a:pt x="1261" y="5766"/>
                  </a:cubicBezTo>
                  <a:lnTo>
                    <a:pt x="9798" y="5766"/>
                  </a:lnTo>
                  <a:cubicBezTo>
                    <a:pt x="10460" y="5766"/>
                    <a:pt x="11027" y="5199"/>
                    <a:pt x="11027" y="4537"/>
                  </a:cubicBezTo>
                  <a:lnTo>
                    <a:pt x="11027" y="1"/>
                  </a:lnTo>
                  <a:lnTo>
                    <a:pt x="9168" y="1"/>
                  </a:lnTo>
                  <a:cubicBezTo>
                    <a:pt x="9011" y="473"/>
                    <a:pt x="8538" y="851"/>
                    <a:pt x="8003" y="851"/>
                  </a:cubicBezTo>
                  <a:cubicBezTo>
                    <a:pt x="7436" y="851"/>
                    <a:pt x="6995" y="473"/>
                    <a:pt x="6806" y="1"/>
                  </a:cubicBezTo>
                  <a:lnTo>
                    <a:pt x="4159" y="1"/>
                  </a:lnTo>
                  <a:cubicBezTo>
                    <a:pt x="4002" y="473"/>
                    <a:pt x="3560" y="851"/>
                    <a:pt x="2993" y="851"/>
                  </a:cubicBezTo>
                  <a:cubicBezTo>
                    <a:pt x="2489" y="851"/>
                    <a:pt x="2017" y="536"/>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83"/>
            <p:cNvSpPr/>
            <p:nvPr/>
          </p:nvSpPr>
          <p:spPr>
            <a:xfrm>
              <a:off x="-38537400" y="3588000"/>
              <a:ext cx="316650" cy="151250"/>
            </a:xfrm>
            <a:custGeom>
              <a:avLst/>
              <a:gdLst/>
              <a:ahLst/>
              <a:cxnLst/>
              <a:rect l="l" t="t" r="r" b="b"/>
              <a:pathLst>
                <a:path w="12666" h="6050" extrusionOk="0">
                  <a:moveTo>
                    <a:pt x="7971" y="820"/>
                  </a:moveTo>
                  <a:cubicBezTo>
                    <a:pt x="8223" y="820"/>
                    <a:pt x="8381" y="1009"/>
                    <a:pt x="8412" y="1229"/>
                  </a:cubicBezTo>
                  <a:lnTo>
                    <a:pt x="8412" y="1639"/>
                  </a:lnTo>
                  <a:lnTo>
                    <a:pt x="4253" y="1639"/>
                  </a:lnTo>
                  <a:lnTo>
                    <a:pt x="4253" y="1229"/>
                  </a:lnTo>
                  <a:cubicBezTo>
                    <a:pt x="4253" y="1009"/>
                    <a:pt x="4443" y="851"/>
                    <a:pt x="4663" y="820"/>
                  </a:cubicBezTo>
                  <a:close/>
                  <a:moveTo>
                    <a:pt x="4632" y="1"/>
                  </a:moveTo>
                  <a:cubicBezTo>
                    <a:pt x="3970" y="1"/>
                    <a:pt x="3403" y="536"/>
                    <a:pt x="3403" y="1229"/>
                  </a:cubicBezTo>
                  <a:lnTo>
                    <a:pt x="3403" y="1639"/>
                  </a:lnTo>
                  <a:lnTo>
                    <a:pt x="1229" y="1639"/>
                  </a:lnTo>
                  <a:cubicBezTo>
                    <a:pt x="536" y="1639"/>
                    <a:pt x="0" y="2175"/>
                    <a:pt x="0" y="2868"/>
                  </a:cubicBezTo>
                  <a:lnTo>
                    <a:pt x="0" y="5609"/>
                  </a:lnTo>
                  <a:cubicBezTo>
                    <a:pt x="0" y="5861"/>
                    <a:pt x="189" y="6050"/>
                    <a:pt x="378" y="6050"/>
                  </a:cubicBezTo>
                  <a:lnTo>
                    <a:pt x="2584" y="6050"/>
                  </a:lnTo>
                  <a:lnTo>
                    <a:pt x="2584" y="4821"/>
                  </a:lnTo>
                  <a:cubicBezTo>
                    <a:pt x="2584" y="4600"/>
                    <a:pt x="2804" y="4380"/>
                    <a:pt x="3025" y="4380"/>
                  </a:cubicBezTo>
                  <a:lnTo>
                    <a:pt x="4663" y="4380"/>
                  </a:lnTo>
                  <a:cubicBezTo>
                    <a:pt x="4915" y="4380"/>
                    <a:pt x="5104" y="4600"/>
                    <a:pt x="5104" y="4821"/>
                  </a:cubicBezTo>
                  <a:lnTo>
                    <a:pt x="5104" y="6050"/>
                  </a:lnTo>
                  <a:lnTo>
                    <a:pt x="7593" y="6050"/>
                  </a:lnTo>
                  <a:lnTo>
                    <a:pt x="7593" y="4821"/>
                  </a:lnTo>
                  <a:cubicBezTo>
                    <a:pt x="7593" y="4600"/>
                    <a:pt x="7782" y="4380"/>
                    <a:pt x="7971" y="4380"/>
                  </a:cubicBezTo>
                  <a:lnTo>
                    <a:pt x="9641" y="4380"/>
                  </a:lnTo>
                  <a:cubicBezTo>
                    <a:pt x="9861" y="4380"/>
                    <a:pt x="10019" y="4600"/>
                    <a:pt x="10019" y="4821"/>
                  </a:cubicBezTo>
                  <a:lnTo>
                    <a:pt x="10019" y="6050"/>
                  </a:lnTo>
                  <a:lnTo>
                    <a:pt x="12224" y="6050"/>
                  </a:lnTo>
                  <a:cubicBezTo>
                    <a:pt x="12476" y="6050"/>
                    <a:pt x="12665" y="5861"/>
                    <a:pt x="12665" y="5609"/>
                  </a:cubicBezTo>
                  <a:lnTo>
                    <a:pt x="12665" y="2868"/>
                  </a:lnTo>
                  <a:cubicBezTo>
                    <a:pt x="12665" y="2238"/>
                    <a:pt x="12067" y="1639"/>
                    <a:pt x="11405" y="1639"/>
                  </a:cubicBezTo>
                  <a:lnTo>
                    <a:pt x="9200" y="1639"/>
                  </a:lnTo>
                  <a:lnTo>
                    <a:pt x="9200" y="1229"/>
                  </a:lnTo>
                  <a:cubicBezTo>
                    <a:pt x="9200" y="568"/>
                    <a:pt x="8664" y="32"/>
                    <a:pt x="79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2" name="Google Shape;5152;p83"/>
          <p:cNvGrpSpPr/>
          <p:nvPr/>
        </p:nvGrpSpPr>
        <p:grpSpPr>
          <a:xfrm>
            <a:off x="2617629" y="3579991"/>
            <a:ext cx="371814" cy="369974"/>
            <a:chOff x="-38538975" y="3954250"/>
            <a:chExt cx="318225" cy="316650"/>
          </a:xfrm>
        </p:grpSpPr>
        <p:sp>
          <p:nvSpPr>
            <p:cNvPr id="5153" name="Google Shape;5153;p83"/>
            <p:cNvSpPr/>
            <p:nvPr/>
          </p:nvSpPr>
          <p:spPr>
            <a:xfrm>
              <a:off x="-38538975" y="3954250"/>
              <a:ext cx="254425" cy="253625"/>
            </a:xfrm>
            <a:custGeom>
              <a:avLst/>
              <a:gdLst/>
              <a:ahLst/>
              <a:cxnLst/>
              <a:rect l="l" t="t" r="r" b="b"/>
              <a:pathLst>
                <a:path w="10177" h="10145" extrusionOk="0">
                  <a:moveTo>
                    <a:pt x="5104" y="3813"/>
                  </a:moveTo>
                  <a:cubicBezTo>
                    <a:pt x="5797" y="3813"/>
                    <a:pt x="6364" y="4348"/>
                    <a:pt x="6364" y="5073"/>
                  </a:cubicBezTo>
                  <a:cubicBezTo>
                    <a:pt x="6364" y="5766"/>
                    <a:pt x="5797" y="6333"/>
                    <a:pt x="5104" y="6333"/>
                  </a:cubicBezTo>
                  <a:cubicBezTo>
                    <a:pt x="4379" y="6333"/>
                    <a:pt x="3844" y="5766"/>
                    <a:pt x="3844" y="5073"/>
                  </a:cubicBezTo>
                  <a:cubicBezTo>
                    <a:pt x="3844" y="4411"/>
                    <a:pt x="4411" y="3813"/>
                    <a:pt x="5104" y="3813"/>
                  </a:cubicBezTo>
                  <a:close/>
                  <a:moveTo>
                    <a:pt x="5104" y="0"/>
                  </a:moveTo>
                  <a:cubicBezTo>
                    <a:pt x="2300" y="0"/>
                    <a:pt x="0" y="2269"/>
                    <a:pt x="0" y="5073"/>
                  </a:cubicBezTo>
                  <a:cubicBezTo>
                    <a:pt x="63" y="7908"/>
                    <a:pt x="2300" y="10145"/>
                    <a:pt x="5104" y="10145"/>
                  </a:cubicBezTo>
                  <a:cubicBezTo>
                    <a:pt x="7877" y="10145"/>
                    <a:pt x="10176" y="7877"/>
                    <a:pt x="10176" y="5073"/>
                  </a:cubicBezTo>
                  <a:cubicBezTo>
                    <a:pt x="10176" y="2269"/>
                    <a:pt x="7877" y="0"/>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83"/>
            <p:cNvSpPr/>
            <p:nvPr/>
          </p:nvSpPr>
          <p:spPr>
            <a:xfrm>
              <a:off x="-38496450" y="4081725"/>
              <a:ext cx="275700" cy="189175"/>
            </a:xfrm>
            <a:custGeom>
              <a:avLst/>
              <a:gdLst/>
              <a:ahLst/>
              <a:cxnLst/>
              <a:rect l="l" t="t" r="r" b="b"/>
              <a:pathLst>
                <a:path w="11028" h="7567" extrusionOk="0">
                  <a:moveTo>
                    <a:pt x="9774" y="0"/>
                  </a:moveTo>
                  <a:cubicBezTo>
                    <a:pt x="9040" y="0"/>
                    <a:pt x="8444" y="548"/>
                    <a:pt x="8444" y="1265"/>
                  </a:cubicBezTo>
                  <a:cubicBezTo>
                    <a:pt x="8444" y="1801"/>
                    <a:pt x="8790" y="2305"/>
                    <a:pt x="9295" y="2463"/>
                  </a:cubicBezTo>
                  <a:lnTo>
                    <a:pt x="9295" y="2967"/>
                  </a:lnTo>
                  <a:cubicBezTo>
                    <a:pt x="9295" y="4416"/>
                    <a:pt x="8192" y="5645"/>
                    <a:pt x="6774" y="5834"/>
                  </a:cubicBezTo>
                  <a:lnTo>
                    <a:pt x="6774" y="4825"/>
                  </a:lnTo>
                  <a:cubicBezTo>
                    <a:pt x="5829" y="5487"/>
                    <a:pt x="4663" y="5865"/>
                    <a:pt x="3403" y="5865"/>
                  </a:cubicBezTo>
                  <a:cubicBezTo>
                    <a:pt x="2143" y="5865"/>
                    <a:pt x="977" y="5487"/>
                    <a:pt x="1" y="4825"/>
                  </a:cubicBezTo>
                  <a:lnTo>
                    <a:pt x="1" y="6306"/>
                  </a:lnTo>
                  <a:cubicBezTo>
                    <a:pt x="1" y="7031"/>
                    <a:pt x="568" y="7566"/>
                    <a:pt x="1261" y="7566"/>
                  </a:cubicBezTo>
                  <a:lnTo>
                    <a:pt x="5388" y="7566"/>
                  </a:lnTo>
                  <a:cubicBezTo>
                    <a:pt x="5955" y="7566"/>
                    <a:pt x="6459" y="7220"/>
                    <a:pt x="6617" y="6716"/>
                  </a:cubicBezTo>
                  <a:cubicBezTo>
                    <a:pt x="8601" y="6495"/>
                    <a:pt x="10082" y="4920"/>
                    <a:pt x="10114" y="2904"/>
                  </a:cubicBezTo>
                  <a:lnTo>
                    <a:pt x="10114" y="2400"/>
                  </a:lnTo>
                  <a:cubicBezTo>
                    <a:pt x="10649" y="2211"/>
                    <a:pt x="11027" y="1706"/>
                    <a:pt x="10996" y="1108"/>
                  </a:cubicBezTo>
                  <a:cubicBezTo>
                    <a:pt x="10964" y="572"/>
                    <a:pt x="10492" y="100"/>
                    <a:pt x="9893" y="5"/>
                  </a:cubicBezTo>
                  <a:cubicBezTo>
                    <a:pt x="9853" y="2"/>
                    <a:pt x="9813" y="0"/>
                    <a:pt x="97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5" name="Google Shape;5155;p83"/>
          <p:cNvGrpSpPr/>
          <p:nvPr/>
        </p:nvGrpSpPr>
        <p:grpSpPr>
          <a:xfrm>
            <a:off x="3934941" y="3574918"/>
            <a:ext cx="375465" cy="371814"/>
            <a:chOff x="-37385100" y="3949908"/>
            <a:chExt cx="321350" cy="318225"/>
          </a:xfrm>
        </p:grpSpPr>
        <p:sp>
          <p:nvSpPr>
            <p:cNvPr id="5156" name="Google Shape;5156;p83"/>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83"/>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8" name="Google Shape;5158;p83"/>
          <p:cNvGrpSpPr/>
          <p:nvPr/>
        </p:nvGrpSpPr>
        <p:grpSpPr>
          <a:xfrm>
            <a:off x="2110600" y="1310478"/>
            <a:ext cx="370909" cy="370675"/>
            <a:chOff x="-41895050" y="3217225"/>
            <a:chExt cx="317450" cy="317250"/>
          </a:xfrm>
        </p:grpSpPr>
        <p:sp>
          <p:nvSpPr>
            <p:cNvPr id="5159" name="Google Shape;5159;p83"/>
            <p:cNvSpPr/>
            <p:nvPr/>
          </p:nvSpPr>
          <p:spPr>
            <a:xfrm>
              <a:off x="-41895050" y="3273750"/>
              <a:ext cx="41775" cy="245750"/>
            </a:xfrm>
            <a:custGeom>
              <a:avLst/>
              <a:gdLst/>
              <a:ahLst/>
              <a:cxnLst/>
              <a:rect l="l" t="t" r="r" b="b"/>
              <a:pathLst>
                <a:path w="1671" h="9830" extrusionOk="0">
                  <a:moveTo>
                    <a:pt x="1" y="0"/>
                  </a:moveTo>
                  <a:lnTo>
                    <a:pt x="1" y="9830"/>
                  </a:lnTo>
                  <a:lnTo>
                    <a:pt x="1670" y="8192"/>
                  </a:lnTo>
                  <a:lnTo>
                    <a:pt x="1670" y="1639"/>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83"/>
            <p:cNvSpPr/>
            <p:nvPr/>
          </p:nvSpPr>
          <p:spPr>
            <a:xfrm>
              <a:off x="-41619375" y="3273750"/>
              <a:ext cx="41775" cy="245750"/>
            </a:xfrm>
            <a:custGeom>
              <a:avLst/>
              <a:gdLst/>
              <a:ahLst/>
              <a:cxnLst/>
              <a:rect l="l" t="t" r="r" b="b"/>
              <a:pathLst>
                <a:path w="1671" h="9830" extrusionOk="0">
                  <a:moveTo>
                    <a:pt x="1670" y="0"/>
                  </a:moveTo>
                  <a:lnTo>
                    <a:pt x="0" y="1639"/>
                  </a:lnTo>
                  <a:lnTo>
                    <a:pt x="0" y="8192"/>
                  </a:lnTo>
                  <a:lnTo>
                    <a:pt x="1670" y="9830"/>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83"/>
            <p:cNvSpPr/>
            <p:nvPr/>
          </p:nvSpPr>
          <p:spPr>
            <a:xfrm>
              <a:off x="-41832825" y="3321000"/>
              <a:ext cx="193000" cy="151250"/>
            </a:xfrm>
            <a:custGeom>
              <a:avLst/>
              <a:gdLst/>
              <a:ahLst/>
              <a:cxnLst/>
              <a:rect l="l" t="t" r="r" b="b"/>
              <a:pathLst>
                <a:path w="7720" h="6050" extrusionOk="0">
                  <a:moveTo>
                    <a:pt x="1" y="1"/>
                  </a:moveTo>
                  <a:lnTo>
                    <a:pt x="1" y="6050"/>
                  </a:lnTo>
                  <a:lnTo>
                    <a:pt x="3592" y="6050"/>
                  </a:lnTo>
                  <a:lnTo>
                    <a:pt x="3592" y="4821"/>
                  </a:lnTo>
                  <a:cubicBezTo>
                    <a:pt x="3592" y="4600"/>
                    <a:pt x="3781" y="4411"/>
                    <a:pt x="4002" y="4411"/>
                  </a:cubicBezTo>
                  <a:lnTo>
                    <a:pt x="6491" y="4411"/>
                  </a:lnTo>
                  <a:cubicBezTo>
                    <a:pt x="6743" y="4411"/>
                    <a:pt x="6932" y="4600"/>
                    <a:pt x="6932" y="4821"/>
                  </a:cubicBezTo>
                  <a:lnTo>
                    <a:pt x="6932" y="6050"/>
                  </a:lnTo>
                  <a:lnTo>
                    <a:pt x="7719" y="6050"/>
                  </a:lnTo>
                  <a:lnTo>
                    <a:pt x="77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2" name="Google Shape;5162;p83"/>
            <p:cNvSpPr/>
            <p:nvPr/>
          </p:nvSpPr>
          <p:spPr>
            <a:xfrm>
              <a:off x="-41880075" y="3493500"/>
              <a:ext cx="287500" cy="40975"/>
            </a:xfrm>
            <a:custGeom>
              <a:avLst/>
              <a:gdLst/>
              <a:ahLst/>
              <a:cxnLst/>
              <a:rect l="l" t="t" r="r" b="b"/>
              <a:pathLst>
                <a:path w="11500" h="1639" extrusionOk="0">
                  <a:moveTo>
                    <a:pt x="1639" y="0"/>
                  </a:moveTo>
                  <a:lnTo>
                    <a:pt x="0" y="1638"/>
                  </a:lnTo>
                  <a:lnTo>
                    <a:pt x="11500" y="1638"/>
                  </a:lnTo>
                  <a:lnTo>
                    <a:pt x="98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83"/>
            <p:cNvSpPr/>
            <p:nvPr/>
          </p:nvSpPr>
          <p:spPr>
            <a:xfrm>
              <a:off x="-41880875" y="3217225"/>
              <a:ext cx="288300" cy="83325"/>
            </a:xfrm>
            <a:custGeom>
              <a:avLst/>
              <a:gdLst/>
              <a:ahLst/>
              <a:cxnLst/>
              <a:rect l="l" t="t" r="r" b="b"/>
              <a:pathLst>
                <a:path w="11532" h="3333" extrusionOk="0">
                  <a:moveTo>
                    <a:pt x="5798" y="1033"/>
                  </a:moveTo>
                  <a:lnTo>
                    <a:pt x="6459" y="1694"/>
                  </a:lnTo>
                  <a:lnTo>
                    <a:pt x="5136" y="1694"/>
                  </a:lnTo>
                  <a:lnTo>
                    <a:pt x="5798" y="1033"/>
                  </a:lnTo>
                  <a:close/>
                  <a:moveTo>
                    <a:pt x="5750" y="1"/>
                  </a:moveTo>
                  <a:cubicBezTo>
                    <a:pt x="5640" y="1"/>
                    <a:pt x="5530" y="40"/>
                    <a:pt x="5451" y="119"/>
                  </a:cubicBezTo>
                  <a:lnTo>
                    <a:pt x="3939" y="1663"/>
                  </a:lnTo>
                  <a:lnTo>
                    <a:pt x="1" y="1663"/>
                  </a:lnTo>
                  <a:lnTo>
                    <a:pt x="1639" y="3332"/>
                  </a:lnTo>
                  <a:lnTo>
                    <a:pt x="9862" y="3332"/>
                  </a:lnTo>
                  <a:lnTo>
                    <a:pt x="11532" y="1663"/>
                  </a:lnTo>
                  <a:lnTo>
                    <a:pt x="7593" y="1663"/>
                  </a:lnTo>
                  <a:lnTo>
                    <a:pt x="6050" y="119"/>
                  </a:lnTo>
                  <a:cubicBezTo>
                    <a:pt x="5971" y="40"/>
                    <a:pt x="5861" y="1"/>
                    <a:pt x="5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4" name="Google Shape;5164;p83"/>
          <p:cNvGrpSpPr/>
          <p:nvPr/>
        </p:nvGrpSpPr>
        <p:grpSpPr>
          <a:xfrm>
            <a:off x="2110148" y="1747412"/>
            <a:ext cx="371814" cy="369974"/>
            <a:chOff x="-41893475" y="3584850"/>
            <a:chExt cx="318225" cy="316650"/>
          </a:xfrm>
        </p:grpSpPr>
        <p:sp>
          <p:nvSpPr>
            <p:cNvPr id="5165" name="Google Shape;5165;p83"/>
            <p:cNvSpPr/>
            <p:nvPr/>
          </p:nvSpPr>
          <p:spPr>
            <a:xfrm>
              <a:off x="-41827300" y="3715600"/>
              <a:ext cx="186675" cy="185900"/>
            </a:xfrm>
            <a:custGeom>
              <a:avLst/>
              <a:gdLst/>
              <a:ahLst/>
              <a:cxnLst/>
              <a:rect l="l" t="t" r="r" b="b"/>
              <a:pathLst>
                <a:path w="7467" h="7436" extrusionOk="0">
                  <a:moveTo>
                    <a:pt x="3686" y="1465"/>
                  </a:moveTo>
                  <a:cubicBezTo>
                    <a:pt x="3836" y="1465"/>
                    <a:pt x="3985" y="1544"/>
                    <a:pt x="4064" y="1702"/>
                  </a:cubicBezTo>
                  <a:lnTo>
                    <a:pt x="4537" y="2678"/>
                  </a:lnTo>
                  <a:lnTo>
                    <a:pt x="5608" y="2836"/>
                  </a:lnTo>
                  <a:cubicBezTo>
                    <a:pt x="5955" y="2867"/>
                    <a:pt x="6081" y="3308"/>
                    <a:pt x="5829" y="3561"/>
                  </a:cubicBezTo>
                  <a:lnTo>
                    <a:pt x="5041" y="4285"/>
                  </a:lnTo>
                  <a:lnTo>
                    <a:pt x="5261" y="5356"/>
                  </a:lnTo>
                  <a:cubicBezTo>
                    <a:pt x="5286" y="5630"/>
                    <a:pt x="5075" y="5845"/>
                    <a:pt x="4845" y="5845"/>
                  </a:cubicBezTo>
                  <a:cubicBezTo>
                    <a:pt x="4784" y="5845"/>
                    <a:pt x="4722" y="5830"/>
                    <a:pt x="4663" y="5797"/>
                  </a:cubicBezTo>
                  <a:lnTo>
                    <a:pt x="3686" y="5262"/>
                  </a:lnTo>
                  <a:lnTo>
                    <a:pt x="2678" y="5797"/>
                  </a:lnTo>
                  <a:cubicBezTo>
                    <a:pt x="2616" y="5828"/>
                    <a:pt x="2553" y="5842"/>
                    <a:pt x="2492" y="5842"/>
                  </a:cubicBezTo>
                  <a:cubicBezTo>
                    <a:pt x="2244" y="5842"/>
                    <a:pt x="2035" y="5609"/>
                    <a:pt x="2111" y="5356"/>
                  </a:cubicBezTo>
                  <a:lnTo>
                    <a:pt x="2300" y="4285"/>
                  </a:lnTo>
                  <a:lnTo>
                    <a:pt x="1512" y="3561"/>
                  </a:lnTo>
                  <a:cubicBezTo>
                    <a:pt x="1323" y="3308"/>
                    <a:pt x="1418" y="2867"/>
                    <a:pt x="1796" y="2836"/>
                  </a:cubicBezTo>
                  <a:lnTo>
                    <a:pt x="2836" y="2678"/>
                  </a:lnTo>
                  <a:lnTo>
                    <a:pt x="3308" y="1702"/>
                  </a:lnTo>
                  <a:cubicBezTo>
                    <a:pt x="3387" y="1544"/>
                    <a:pt x="3537" y="1465"/>
                    <a:pt x="3686" y="1465"/>
                  </a:cubicBezTo>
                  <a:close/>
                  <a:moveTo>
                    <a:pt x="3718" y="0"/>
                  </a:moveTo>
                  <a:cubicBezTo>
                    <a:pt x="1670" y="0"/>
                    <a:pt x="32" y="1670"/>
                    <a:pt x="32" y="3750"/>
                  </a:cubicBezTo>
                  <a:cubicBezTo>
                    <a:pt x="0" y="5766"/>
                    <a:pt x="1670" y="7436"/>
                    <a:pt x="3718" y="7436"/>
                  </a:cubicBezTo>
                  <a:cubicBezTo>
                    <a:pt x="5765" y="7436"/>
                    <a:pt x="7404" y="5797"/>
                    <a:pt x="7467" y="3750"/>
                  </a:cubicBezTo>
                  <a:cubicBezTo>
                    <a:pt x="7467" y="1702"/>
                    <a:pt x="5797" y="32"/>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83"/>
            <p:cNvSpPr/>
            <p:nvPr/>
          </p:nvSpPr>
          <p:spPr>
            <a:xfrm>
              <a:off x="-41726500" y="3586725"/>
              <a:ext cx="151250" cy="147800"/>
            </a:xfrm>
            <a:custGeom>
              <a:avLst/>
              <a:gdLst/>
              <a:ahLst/>
              <a:cxnLst/>
              <a:rect l="l" t="t" r="r" b="b"/>
              <a:pathLst>
                <a:path w="6050" h="5912" extrusionOk="0">
                  <a:moveTo>
                    <a:pt x="3829" y="0"/>
                  </a:moveTo>
                  <a:cubicBezTo>
                    <a:pt x="3706" y="0"/>
                    <a:pt x="3580" y="47"/>
                    <a:pt x="3498" y="146"/>
                  </a:cubicBezTo>
                  <a:lnTo>
                    <a:pt x="1" y="4336"/>
                  </a:lnTo>
                  <a:cubicBezTo>
                    <a:pt x="1229" y="4399"/>
                    <a:pt x="2332" y="4998"/>
                    <a:pt x="3088" y="5912"/>
                  </a:cubicBezTo>
                  <a:lnTo>
                    <a:pt x="5861" y="2446"/>
                  </a:lnTo>
                  <a:cubicBezTo>
                    <a:pt x="6050" y="2289"/>
                    <a:pt x="6050" y="2037"/>
                    <a:pt x="5924" y="1879"/>
                  </a:cubicBezTo>
                  <a:lnTo>
                    <a:pt x="4128" y="115"/>
                  </a:lnTo>
                  <a:cubicBezTo>
                    <a:pt x="4053" y="40"/>
                    <a:pt x="3942" y="0"/>
                    <a:pt x="3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83"/>
            <p:cNvSpPr/>
            <p:nvPr/>
          </p:nvSpPr>
          <p:spPr>
            <a:xfrm>
              <a:off x="-41808400" y="3584850"/>
              <a:ext cx="148100" cy="89825"/>
            </a:xfrm>
            <a:custGeom>
              <a:avLst/>
              <a:gdLst/>
              <a:ahLst/>
              <a:cxnLst/>
              <a:rect l="l" t="t" r="r" b="b"/>
              <a:pathLst>
                <a:path w="5924" h="3593" extrusionOk="0">
                  <a:moveTo>
                    <a:pt x="0" y="1"/>
                  </a:moveTo>
                  <a:lnTo>
                    <a:pt x="2962" y="3592"/>
                  </a:lnTo>
                  <a:lnTo>
                    <a:pt x="59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83"/>
            <p:cNvSpPr/>
            <p:nvPr/>
          </p:nvSpPr>
          <p:spPr>
            <a:xfrm>
              <a:off x="-41893475" y="3586725"/>
              <a:ext cx="148875" cy="147025"/>
            </a:xfrm>
            <a:custGeom>
              <a:avLst/>
              <a:gdLst/>
              <a:ahLst/>
              <a:cxnLst/>
              <a:rect l="l" t="t" r="r" b="b"/>
              <a:pathLst>
                <a:path w="5955" h="5881" extrusionOk="0">
                  <a:moveTo>
                    <a:pt x="2194" y="0"/>
                  </a:moveTo>
                  <a:cubicBezTo>
                    <a:pt x="2084" y="0"/>
                    <a:pt x="1965" y="40"/>
                    <a:pt x="1859" y="115"/>
                  </a:cubicBezTo>
                  <a:lnTo>
                    <a:pt x="95" y="1879"/>
                  </a:lnTo>
                  <a:cubicBezTo>
                    <a:pt x="1" y="2037"/>
                    <a:pt x="1" y="2289"/>
                    <a:pt x="95" y="2446"/>
                  </a:cubicBezTo>
                  <a:lnTo>
                    <a:pt x="2899" y="5880"/>
                  </a:lnTo>
                  <a:cubicBezTo>
                    <a:pt x="3655" y="4998"/>
                    <a:pt x="4758" y="4399"/>
                    <a:pt x="5955" y="4305"/>
                  </a:cubicBezTo>
                  <a:lnTo>
                    <a:pt x="2490" y="146"/>
                  </a:lnTo>
                  <a:cubicBezTo>
                    <a:pt x="2424" y="47"/>
                    <a:pt x="2315" y="0"/>
                    <a:pt x="21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69" name="Google Shape;5169;p83"/>
          <p:cNvSpPr/>
          <p:nvPr/>
        </p:nvSpPr>
        <p:spPr>
          <a:xfrm>
            <a:off x="2113120" y="2191712"/>
            <a:ext cx="371814" cy="369302"/>
          </a:xfrm>
          <a:custGeom>
            <a:avLst/>
            <a:gdLst/>
            <a:ahLst/>
            <a:cxnLst/>
            <a:rect l="l" t="t" r="r" b="b"/>
            <a:pathLst>
              <a:path w="12729" h="12643" extrusionOk="0">
                <a:moveTo>
                  <a:pt x="6365" y="2395"/>
                </a:moveTo>
                <a:cubicBezTo>
                  <a:pt x="7026" y="2395"/>
                  <a:pt x="7562" y="2962"/>
                  <a:pt x="7562" y="3655"/>
                </a:cubicBezTo>
                <a:cubicBezTo>
                  <a:pt x="7562" y="4348"/>
                  <a:pt x="7026" y="4884"/>
                  <a:pt x="6365" y="4884"/>
                </a:cubicBezTo>
                <a:cubicBezTo>
                  <a:pt x="5672" y="4884"/>
                  <a:pt x="5136" y="4348"/>
                  <a:pt x="5136" y="3655"/>
                </a:cubicBezTo>
                <a:cubicBezTo>
                  <a:pt x="5073" y="2962"/>
                  <a:pt x="5672" y="2395"/>
                  <a:pt x="6365" y="2395"/>
                </a:cubicBezTo>
                <a:close/>
                <a:moveTo>
                  <a:pt x="6806" y="5640"/>
                </a:moveTo>
                <a:lnTo>
                  <a:pt x="8349" y="8192"/>
                </a:lnTo>
                <a:lnTo>
                  <a:pt x="7530" y="8192"/>
                </a:lnTo>
                <a:cubicBezTo>
                  <a:pt x="7373" y="7719"/>
                  <a:pt x="6900" y="7373"/>
                  <a:pt x="6333" y="7373"/>
                </a:cubicBezTo>
                <a:cubicBezTo>
                  <a:pt x="5798" y="7373"/>
                  <a:pt x="5357" y="7719"/>
                  <a:pt x="5167" y="8192"/>
                </a:cubicBezTo>
                <a:lnTo>
                  <a:pt x="4285" y="8192"/>
                </a:lnTo>
                <a:lnTo>
                  <a:pt x="5829" y="5640"/>
                </a:lnTo>
                <a:cubicBezTo>
                  <a:pt x="5987" y="5671"/>
                  <a:pt x="6144" y="5734"/>
                  <a:pt x="6365" y="5734"/>
                </a:cubicBezTo>
                <a:cubicBezTo>
                  <a:pt x="6491" y="5734"/>
                  <a:pt x="6680" y="5671"/>
                  <a:pt x="6806" y="5640"/>
                </a:cubicBezTo>
                <a:close/>
                <a:moveTo>
                  <a:pt x="6365" y="8192"/>
                </a:moveTo>
                <a:cubicBezTo>
                  <a:pt x="6585" y="8192"/>
                  <a:pt x="6743" y="8412"/>
                  <a:pt x="6743" y="8633"/>
                </a:cubicBezTo>
                <a:cubicBezTo>
                  <a:pt x="6743" y="8822"/>
                  <a:pt x="6585" y="9042"/>
                  <a:pt x="6365" y="9042"/>
                </a:cubicBezTo>
                <a:cubicBezTo>
                  <a:pt x="6113" y="9042"/>
                  <a:pt x="5955" y="8822"/>
                  <a:pt x="5955" y="8633"/>
                </a:cubicBezTo>
                <a:cubicBezTo>
                  <a:pt x="5955" y="8412"/>
                  <a:pt x="6144" y="8255"/>
                  <a:pt x="6365" y="8192"/>
                </a:cubicBezTo>
                <a:close/>
                <a:moveTo>
                  <a:pt x="6428" y="0"/>
                </a:moveTo>
                <a:cubicBezTo>
                  <a:pt x="5766" y="0"/>
                  <a:pt x="5199" y="568"/>
                  <a:pt x="5199" y="1229"/>
                </a:cubicBezTo>
                <a:lnTo>
                  <a:pt x="5199" y="2080"/>
                </a:lnTo>
                <a:cubicBezTo>
                  <a:pt x="4695" y="2489"/>
                  <a:pt x="4380" y="3025"/>
                  <a:pt x="4380" y="3718"/>
                </a:cubicBezTo>
                <a:cubicBezTo>
                  <a:pt x="4380" y="4065"/>
                  <a:pt x="4443" y="4380"/>
                  <a:pt x="4600" y="4695"/>
                </a:cubicBezTo>
                <a:lnTo>
                  <a:pt x="2458" y="8286"/>
                </a:lnTo>
                <a:lnTo>
                  <a:pt x="505" y="8286"/>
                </a:lnTo>
                <a:cubicBezTo>
                  <a:pt x="284" y="8286"/>
                  <a:pt x="95" y="8475"/>
                  <a:pt x="95" y="8664"/>
                </a:cubicBezTo>
                <a:cubicBezTo>
                  <a:pt x="1" y="8822"/>
                  <a:pt x="190" y="9042"/>
                  <a:pt x="410" y="9042"/>
                </a:cubicBezTo>
                <a:lnTo>
                  <a:pt x="1859" y="9042"/>
                </a:lnTo>
                <a:cubicBezTo>
                  <a:pt x="1261" y="9987"/>
                  <a:pt x="631" y="10775"/>
                  <a:pt x="631" y="11437"/>
                </a:cubicBezTo>
                <a:cubicBezTo>
                  <a:pt x="631" y="12108"/>
                  <a:pt x="1021" y="12642"/>
                  <a:pt x="1366" y="12642"/>
                </a:cubicBezTo>
                <a:cubicBezTo>
                  <a:pt x="1491" y="12642"/>
                  <a:pt x="1610" y="12572"/>
                  <a:pt x="1702" y="12413"/>
                </a:cubicBezTo>
                <a:lnTo>
                  <a:pt x="3781" y="9074"/>
                </a:lnTo>
                <a:lnTo>
                  <a:pt x="5167" y="9074"/>
                </a:lnTo>
                <a:cubicBezTo>
                  <a:pt x="5325" y="9546"/>
                  <a:pt x="5798" y="9893"/>
                  <a:pt x="6333" y="9893"/>
                </a:cubicBezTo>
                <a:cubicBezTo>
                  <a:pt x="6900" y="9893"/>
                  <a:pt x="7341" y="9546"/>
                  <a:pt x="7530" y="9074"/>
                </a:cubicBezTo>
                <a:lnTo>
                  <a:pt x="8854" y="9074"/>
                </a:lnTo>
                <a:lnTo>
                  <a:pt x="10964" y="12413"/>
                </a:lnTo>
                <a:cubicBezTo>
                  <a:pt x="11056" y="12572"/>
                  <a:pt x="11173" y="12642"/>
                  <a:pt x="11295" y="12642"/>
                </a:cubicBezTo>
                <a:cubicBezTo>
                  <a:pt x="11630" y="12642"/>
                  <a:pt x="12004" y="12108"/>
                  <a:pt x="12004" y="11437"/>
                </a:cubicBezTo>
                <a:cubicBezTo>
                  <a:pt x="12004" y="10775"/>
                  <a:pt x="11374" y="9987"/>
                  <a:pt x="10807" y="9042"/>
                </a:cubicBezTo>
                <a:lnTo>
                  <a:pt x="12288" y="9042"/>
                </a:lnTo>
                <a:cubicBezTo>
                  <a:pt x="12540" y="9042"/>
                  <a:pt x="12729" y="8822"/>
                  <a:pt x="12729" y="8633"/>
                </a:cubicBezTo>
                <a:cubicBezTo>
                  <a:pt x="12729" y="8412"/>
                  <a:pt x="12540" y="8255"/>
                  <a:pt x="12288" y="8255"/>
                </a:cubicBezTo>
                <a:lnTo>
                  <a:pt x="10334" y="8255"/>
                </a:lnTo>
                <a:lnTo>
                  <a:pt x="8192" y="4695"/>
                </a:lnTo>
                <a:cubicBezTo>
                  <a:pt x="8349" y="4380"/>
                  <a:pt x="8475" y="4065"/>
                  <a:pt x="8475" y="3718"/>
                </a:cubicBezTo>
                <a:cubicBezTo>
                  <a:pt x="8475" y="3056"/>
                  <a:pt x="8160" y="2458"/>
                  <a:pt x="7656" y="2080"/>
                </a:cubicBezTo>
                <a:lnTo>
                  <a:pt x="7656" y="1229"/>
                </a:lnTo>
                <a:cubicBezTo>
                  <a:pt x="7656" y="568"/>
                  <a:pt x="7089" y="0"/>
                  <a:pt x="64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83"/>
          <p:cNvSpPr/>
          <p:nvPr/>
        </p:nvSpPr>
        <p:spPr>
          <a:xfrm>
            <a:off x="824879" y="2684050"/>
            <a:ext cx="438997" cy="369039"/>
          </a:xfrm>
          <a:custGeom>
            <a:avLst/>
            <a:gdLst/>
            <a:ahLst/>
            <a:cxnLst/>
            <a:rect l="l" t="t" r="r" b="b"/>
            <a:pathLst>
              <a:path w="15029" h="12634" extrusionOk="0">
                <a:moveTo>
                  <a:pt x="10155" y="885"/>
                </a:moveTo>
                <a:cubicBezTo>
                  <a:pt x="10393" y="885"/>
                  <a:pt x="10643" y="915"/>
                  <a:pt x="10901" y="977"/>
                </a:cubicBezTo>
                <a:cubicBezTo>
                  <a:pt x="10586" y="2332"/>
                  <a:pt x="9546" y="2994"/>
                  <a:pt x="8475" y="3025"/>
                </a:cubicBezTo>
                <a:lnTo>
                  <a:pt x="8444" y="3025"/>
                </a:lnTo>
                <a:cubicBezTo>
                  <a:pt x="8192" y="3025"/>
                  <a:pt x="7971" y="2994"/>
                  <a:pt x="7719" y="2899"/>
                </a:cubicBezTo>
                <a:cubicBezTo>
                  <a:pt x="8009" y="1661"/>
                  <a:pt x="8937" y="885"/>
                  <a:pt x="10155" y="885"/>
                </a:cubicBezTo>
                <a:close/>
                <a:moveTo>
                  <a:pt x="9924" y="4348"/>
                </a:moveTo>
                <a:cubicBezTo>
                  <a:pt x="10271" y="4443"/>
                  <a:pt x="11122" y="5262"/>
                  <a:pt x="11122" y="6648"/>
                </a:cubicBezTo>
                <a:cubicBezTo>
                  <a:pt x="11122" y="7247"/>
                  <a:pt x="10996" y="7845"/>
                  <a:pt x="10807" y="8381"/>
                </a:cubicBezTo>
                <a:cubicBezTo>
                  <a:pt x="10744" y="8538"/>
                  <a:pt x="10555" y="8664"/>
                  <a:pt x="10397" y="8664"/>
                </a:cubicBezTo>
                <a:cubicBezTo>
                  <a:pt x="10176" y="8664"/>
                  <a:pt x="9956" y="8475"/>
                  <a:pt x="9956" y="8223"/>
                </a:cubicBezTo>
                <a:cubicBezTo>
                  <a:pt x="9956" y="8066"/>
                  <a:pt x="10807" y="6050"/>
                  <a:pt x="9641" y="5136"/>
                </a:cubicBezTo>
                <a:cubicBezTo>
                  <a:pt x="9546" y="5073"/>
                  <a:pt x="9483" y="4947"/>
                  <a:pt x="9483" y="4789"/>
                </a:cubicBezTo>
                <a:cubicBezTo>
                  <a:pt x="9483" y="4569"/>
                  <a:pt x="9704" y="4348"/>
                  <a:pt x="9924" y="4348"/>
                </a:cubicBezTo>
                <a:close/>
                <a:moveTo>
                  <a:pt x="10176" y="1"/>
                </a:moveTo>
                <a:cubicBezTo>
                  <a:pt x="8948" y="1"/>
                  <a:pt x="7688" y="631"/>
                  <a:pt x="7089" y="2048"/>
                </a:cubicBezTo>
                <a:cubicBezTo>
                  <a:pt x="6711" y="1450"/>
                  <a:pt x="6270" y="1166"/>
                  <a:pt x="5734" y="914"/>
                </a:cubicBezTo>
                <a:cubicBezTo>
                  <a:pt x="5659" y="879"/>
                  <a:pt x="5588" y="863"/>
                  <a:pt x="5522" y="863"/>
                </a:cubicBezTo>
                <a:cubicBezTo>
                  <a:pt x="5118" y="863"/>
                  <a:pt x="4923" y="1449"/>
                  <a:pt x="5356" y="1639"/>
                </a:cubicBezTo>
                <a:cubicBezTo>
                  <a:pt x="5986" y="1954"/>
                  <a:pt x="6459" y="2363"/>
                  <a:pt x="6711" y="3151"/>
                </a:cubicBezTo>
                <a:cubicBezTo>
                  <a:pt x="6207" y="2836"/>
                  <a:pt x="5797" y="2489"/>
                  <a:pt x="5199" y="2489"/>
                </a:cubicBezTo>
                <a:cubicBezTo>
                  <a:pt x="4537" y="2521"/>
                  <a:pt x="3718" y="2868"/>
                  <a:pt x="2993" y="3529"/>
                </a:cubicBezTo>
                <a:cubicBezTo>
                  <a:pt x="0" y="6491"/>
                  <a:pt x="3182" y="12634"/>
                  <a:pt x="5514" y="12634"/>
                </a:cubicBezTo>
                <a:cubicBezTo>
                  <a:pt x="5829" y="12634"/>
                  <a:pt x="6144" y="12571"/>
                  <a:pt x="6427" y="12350"/>
                </a:cubicBezTo>
                <a:cubicBezTo>
                  <a:pt x="6821" y="12098"/>
                  <a:pt x="7050" y="11972"/>
                  <a:pt x="7278" y="11972"/>
                </a:cubicBezTo>
                <a:cubicBezTo>
                  <a:pt x="7506" y="11972"/>
                  <a:pt x="7735" y="12098"/>
                  <a:pt x="8129" y="12350"/>
                </a:cubicBezTo>
                <a:cubicBezTo>
                  <a:pt x="8412" y="12571"/>
                  <a:pt x="8727" y="12634"/>
                  <a:pt x="9042" y="12634"/>
                </a:cubicBezTo>
                <a:cubicBezTo>
                  <a:pt x="11594" y="12634"/>
                  <a:pt x="15028" y="5325"/>
                  <a:pt x="10712" y="2899"/>
                </a:cubicBezTo>
                <a:cubicBezTo>
                  <a:pt x="11405" y="2237"/>
                  <a:pt x="11815" y="1261"/>
                  <a:pt x="11815" y="662"/>
                </a:cubicBezTo>
                <a:cubicBezTo>
                  <a:pt x="11815" y="505"/>
                  <a:pt x="11720" y="347"/>
                  <a:pt x="11563" y="284"/>
                </a:cubicBezTo>
                <a:cubicBezTo>
                  <a:pt x="11090" y="127"/>
                  <a:pt x="10649" y="1"/>
                  <a:pt x="101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71" name="Google Shape;5171;p83"/>
          <p:cNvGrpSpPr/>
          <p:nvPr/>
        </p:nvGrpSpPr>
        <p:grpSpPr>
          <a:xfrm>
            <a:off x="880176" y="3142704"/>
            <a:ext cx="337522" cy="370909"/>
            <a:chOff x="-39998250" y="3605325"/>
            <a:chExt cx="288875" cy="317450"/>
          </a:xfrm>
        </p:grpSpPr>
        <p:sp>
          <p:nvSpPr>
            <p:cNvPr id="5172" name="Google Shape;5172;p83"/>
            <p:cNvSpPr/>
            <p:nvPr/>
          </p:nvSpPr>
          <p:spPr>
            <a:xfrm>
              <a:off x="-39998250" y="3799600"/>
              <a:ext cx="288875" cy="123175"/>
            </a:xfrm>
            <a:custGeom>
              <a:avLst/>
              <a:gdLst/>
              <a:ahLst/>
              <a:cxnLst/>
              <a:rect l="l" t="t" r="r" b="b"/>
              <a:pathLst>
                <a:path w="11555" h="4927" extrusionOk="0">
                  <a:moveTo>
                    <a:pt x="3679" y="2028"/>
                  </a:moveTo>
                  <a:cubicBezTo>
                    <a:pt x="3931" y="2028"/>
                    <a:pt x="4088" y="2217"/>
                    <a:pt x="4088" y="2469"/>
                  </a:cubicBezTo>
                  <a:cubicBezTo>
                    <a:pt x="4088" y="2721"/>
                    <a:pt x="3868" y="2878"/>
                    <a:pt x="3679" y="2878"/>
                  </a:cubicBezTo>
                  <a:cubicBezTo>
                    <a:pt x="3458" y="2878"/>
                    <a:pt x="3238" y="2658"/>
                    <a:pt x="3238" y="2469"/>
                  </a:cubicBezTo>
                  <a:cubicBezTo>
                    <a:pt x="3238" y="2185"/>
                    <a:pt x="3458" y="2028"/>
                    <a:pt x="3679" y="2028"/>
                  </a:cubicBezTo>
                  <a:close/>
                  <a:moveTo>
                    <a:pt x="7806" y="1618"/>
                  </a:moveTo>
                  <a:cubicBezTo>
                    <a:pt x="8278" y="1618"/>
                    <a:pt x="8656" y="1965"/>
                    <a:pt x="8656" y="2437"/>
                  </a:cubicBezTo>
                  <a:cubicBezTo>
                    <a:pt x="8656" y="2910"/>
                    <a:pt x="8278" y="3256"/>
                    <a:pt x="7806" y="3256"/>
                  </a:cubicBezTo>
                  <a:cubicBezTo>
                    <a:pt x="7333" y="3256"/>
                    <a:pt x="6987" y="2910"/>
                    <a:pt x="6987" y="2437"/>
                  </a:cubicBezTo>
                  <a:cubicBezTo>
                    <a:pt x="6987" y="1965"/>
                    <a:pt x="7333" y="1618"/>
                    <a:pt x="7806" y="1618"/>
                  </a:cubicBezTo>
                  <a:close/>
                  <a:moveTo>
                    <a:pt x="5348" y="2878"/>
                  </a:moveTo>
                  <a:cubicBezTo>
                    <a:pt x="5569" y="2878"/>
                    <a:pt x="5758" y="3067"/>
                    <a:pt x="5758" y="3256"/>
                  </a:cubicBezTo>
                  <a:cubicBezTo>
                    <a:pt x="5758" y="3509"/>
                    <a:pt x="5569" y="3698"/>
                    <a:pt x="5348" y="3698"/>
                  </a:cubicBezTo>
                  <a:cubicBezTo>
                    <a:pt x="5096" y="3698"/>
                    <a:pt x="4907" y="3509"/>
                    <a:pt x="4907" y="3256"/>
                  </a:cubicBezTo>
                  <a:cubicBezTo>
                    <a:pt x="4907" y="3004"/>
                    <a:pt x="5096" y="2878"/>
                    <a:pt x="5348" y="2878"/>
                  </a:cubicBezTo>
                  <a:close/>
                  <a:moveTo>
                    <a:pt x="8249" y="1"/>
                  </a:moveTo>
                  <a:cubicBezTo>
                    <a:pt x="6319" y="1"/>
                    <a:pt x="5400" y="1530"/>
                    <a:pt x="3381" y="1530"/>
                  </a:cubicBezTo>
                  <a:cubicBezTo>
                    <a:pt x="2909" y="1530"/>
                    <a:pt x="2377" y="1447"/>
                    <a:pt x="1757" y="1240"/>
                  </a:cubicBezTo>
                  <a:lnTo>
                    <a:pt x="560" y="2973"/>
                  </a:lnTo>
                  <a:cubicBezTo>
                    <a:pt x="0" y="3812"/>
                    <a:pt x="544" y="4927"/>
                    <a:pt x="1557" y="4927"/>
                  </a:cubicBezTo>
                  <a:cubicBezTo>
                    <a:pt x="1571" y="4927"/>
                    <a:pt x="1585" y="4927"/>
                    <a:pt x="1599" y="4926"/>
                  </a:cubicBezTo>
                  <a:lnTo>
                    <a:pt x="9980" y="4926"/>
                  </a:lnTo>
                  <a:cubicBezTo>
                    <a:pt x="10956" y="4926"/>
                    <a:pt x="11555" y="3761"/>
                    <a:pt x="11019" y="2941"/>
                  </a:cubicBezTo>
                  <a:lnTo>
                    <a:pt x="9003" y="75"/>
                  </a:lnTo>
                  <a:cubicBezTo>
                    <a:pt x="8734" y="24"/>
                    <a:pt x="8484" y="1"/>
                    <a:pt x="82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83"/>
            <p:cNvSpPr/>
            <p:nvPr/>
          </p:nvSpPr>
          <p:spPr>
            <a:xfrm>
              <a:off x="-39940950" y="3605325"/>
              <a:ext cx="160700" cy="212050"/>
            </a:xfrm>
            <a:custGeom>
              <a:avLst/>
              <a:gdLst/>
              <a:ahLst/>
              <a:cxnLst/>
              <a:rect l="l" t="t" r="r" b="b"/>
              <a:pathLst>
                <a:path w="6428" h="8482" extrusionOk="0">
                  <a:moveTo>
                    <a:pt x="1891" y="1"/>
                  </a:moveTo>
                  <a:cubicBezTo>
                    <a:pt x="1229" y="1"/>
                    <a:pt x="694" y="568"/>
                    <a:pt x="694" y="1261"/>
                  </a:cubicBezTo>
                  <a:cubicBezTo>
                    <a:pt x="694" y="1828"/>
                    <a:pt x="1040" y="2238"/>
                    <a:pt x="1513" y="2395"/>
                  </a:cubicBezTo>
                  <a:lnTo>
                    <a:pt x="1513" y="5829"/>
                  </a:lnTo>
                  <a:cubicBezTo>
                    <a:pt x="1481" y="6459"/>
                    <a:pt x="1072" y="6774"/>
                    <a:pt x="0" y="8318"/>
                  </a:cubicBezTo>
                  <a:cubicBezTo>
                    <a:pt x="441" y="8433"/>
                    <a:pt x="822" y="8482"/>
                    <a:pt x="1162" y="8482"/>
                  </a:cubicBezTo>
                  <a:cubicBezTo>
                    <a:pt x="3061" y="8482"/>
                    <a:pt x="3671" y="6963"/>
                    <a:pt x="6049" y="6963"/>
                  </a:cubicBezTo>
                  <a:lnTo>
                    <a:pt x="6112" y="6963"/>
                  </a:lnTo>
                  <a:cubicBezTo>
                    <a:pt x="5829" y="6585"/>
                    <a:pt x="5608" y="6333"/>
                    <a:pt x="5608" y="5861"/>
                  </a:cubicBezTo>
                  <a:lnTo>
                    <a:pt x="5608" y="2458"/>
                  </a:lnTo>
                  <a:cubicBezTo>
                    <a:pt x="6081" y="2301"/>
                    <a:pt x="6427" y="1828"/>
                    <a:pt x="6427" y="1261"/>
                  </a:cubicBezTo>
                  <a:cubicBezTo>
                    <a:pt x="6427" y="599"/>
                    <a:pt x="5892" y="1"/>
                    <a:pt x="51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4" name="Google Shape;5174;p83"/>
          <p:cNvGrpSpPr/>
          <p:nvPr/>
        </p:nvGrpSpPr>
        <p:grpSpPr>
          <a:xfrm>
            <a:off x="863950" y="3601168"/>
            <a:ext cx="369974" cy="369945"/>
            <a:chOff x="-40011050" y="3972375"/>
            <a:chExt cx="316650" cy="316625"/>
          </a:xfrm>
        </p:grpSpPr>
        <p:sp>
          <p:nvSpPr>
            <p:cNvPr id="5175" name="Google Shape;5175;p83"/>
            <p:cNvSpPr/>
            <p:nvPr/>
          </p:nvSpPr>
          <p:spPr>
            <a:xfrm>
              <a:off x="-40011050" y="3972375"/>
              <a:ext cx="316650" cy="232350"/>
            </a:xfrm>
            <a:custGeom>
              <a:avLst/>
              <a:gdLst/>
              <a:ahLst/>
              <a:cxnLst/>
              <a:rect l="l" t="t" r="r" b="b"/>
              <a:pathLst>
                <a:path w="12666" h="9294" extrusionOk="0">
                  <a:moveTo>
                    <a:pt x="11405" y="1701"/>
                  </a:moveTo>
                  <a:cubicBezTo>
                    <a:pt x="11626" y="1701"/>
                    <a:pt x="11846" y="1890"/>
                    <a:pt x="11846" y="2142"/>
                  </a:cubicBezTo>
                  <a:cubicBezTo>
                    <a:pt x="11846" y="3749"/>
                    <a:pt x="11090" y="4663"/>
                    <a:pt x="9956" y="4978"/>
                  </a:cubicBezTo>
                  <a:cubicBezTo>
                    <a:pt x="10051" y="4631"/>
                    <a:pt x="10145" y="4222"/>
                    <a:pt x="10145" y="3844"/>
                  </a:cubicBezTo>
                  <a:lnTo>
                    <a:pt x="10145" y="1701"/>
                  </a:lnTo>
                  <a:close/>
                  <a:moveTo>
                    <a:pt x="2584" y="1701"/>
                  </a:moveTo>
                  <a:lnTo>
                    <a:pt x="2584" y="3812"/>
                  </a:lnTo>
                  <a:cubicBezTo>
                    <a:pt x="2584" y="4222"/>
                    <a:pt x="2647" y="4600"/>
                    <a:pt x="2773" y="5009"/>
                  </a:cubicBezTo>
                  <a:cubicBezTo>
                    <a:pt x="1639" y="4694"/>
                    <a:pt x="851" y="3781"/>
                    <a:pt x="851" y="2142"/>
                  </a:cubicBezTo>
                  <a:cubicBezTo>
                    <a:pt x="851" y="1890"/>
                    <a:pt x="1040" y="1701"/>
                    <a:pt x="1292" y="1701"/>
                  </a:cubicBezTo>
                  <a:close/>
                  <a:moveTo>
                    <a:pt x="4065" y="3655"/>
                  </a:moveTo>
                  <a:cubicBezTo>
                    <a:pt x="4317" y="3655"/>
                    <a:pt x="4506" y="3875"/>
                    <a:pt x="4506" y="4096"/>
                  </a:cubicBezTo>
                  <a:cubicBezTo>
                    <a:pt x="4506" y="4631"/>
                    <a:pt x="4821" y="5041"/>
                    <a:pt x="5262" y="5261"/>
                  </a:cubicBezTo>
                  <a:cubicBezTo>
                    <a:pt x="5451" y="5324"/>
                    <a:pt x="5577" y="5608"/>
                    <a:pt x="5482" y="5797"/>
                  </a:cubicBezTo>
                  <a:cubicBezTo>
                    <a:pt x="5431" y="5952"/>
                    <a:pt x="5229" y="6065"/>
                    <a:pt x="5054" y="6065"/>
                  </a:cubicBezTo>
                  <a:cubicBezTo>
                    <a:pt x="5017" y="6065"/>
                    <a:pt x="4980" y="6060"/>
                    <a:pt x="4947" y="6049"/>
                  </a:cubicBezTo>
                  <a:cubicBezTo>
                    <a:pt x="4128" y="5734"/>
                    <a:pt x="3655" y="4946"/>
                    <a:pt x="3655" y="4096"/>
                  </a:cubicBezTo>
                  <a:cubicBezTo>
                    <a:pt x="3655" y="3875"/>
                    <a:pt x="3844" y="3655"/>
                    <a:pt x="4065" y="3655"/>
                  </a:cubicBezTo>
                  <a:close/>
                  <a:moveTo>
                    <a:pt x="2993" y="0"/>
                  </a:moveTo>
                  <a:cubicBezTo>
                    <a:pt x="2741" y="0"/>
                    <a:pt x="2552" y="189"/>
                    <a:pt x="2552" y="441"/>
                  </a:cubicBezTo>
                  <a:lnTo>
                    <a:pt x="2552" y="882"/>
                  </a:lnTo>
                  <a:lnTo>
                    <a:pt x="1261" y="882"/>
                  </a:lnTo>
                  <a:cubicBezTo>
                    <a:pt x="536" y="882"/>
                    <a:pt x="1" y="1418"/>
                    <a:pt x="1" y="2142"/>
                  </a:cubicBezTo>
                  <a:cubicBezTo>
                    <a:pt x="1" y="4568"/>
                    <a:pt x="1513" y="5797"/>
                    <a:pt x="3183" y="5923"/>
                  </a:cubicBezTo>
                  <a:cubicBezTo>
                    <a:pt x="4159" y="7372"/>
                    <a:pt x="5073" y="7089"/>
                    <a:pt x="5073" y="7687"/>
                  </a:cubicBezTo>
                  <a:cubicBezTo>
                    <a:pt x="5073" y="8286"/>
                    <a:pt x="4821" y="8884"/>
                    <a:pt x="4443" y="9294"/>
                  </a:cubicBezTo>
                  <a:lnTo>
                    <a:pt x="8192" y="9294"/>
                  </a:lnTo>
                  <a:cubicBezTo>
                    <a:pt x="7782" y="8884"/>
                    <a:pt x="7562" y="8286"/>
                    <a:pt x="7562" y="7687"/>
                  </a:cubicBezTo>
                  <a:cubicBezTo>
                    <a:pt x="7562" y="7089"/>
                    <a:pt x="8507" y="7372"/>
                    <a:pt x="9484" y="5923"/>
                  </a:cubicBezTo>
                  <a:cubicBezTo>
                    <a:pt x="11216" y="5797"/>
                    <a:pt x="12666" y="4537"/>
                    <a:pt x="12666" y="2142"/>
                  </a:cubicBezTo>
                  <a:cubicBezTo>
                    <a:pt x="12666" y="1418"/>
                    <a:pt x="12098" y="882"/>
                    <a:pt x="11405" y="882"/>
                  </a:cubicBezTo>
                  <a:lnTo>
                    <a:pt x="10145" y="882"/>
                  </a:lnTo>
                  <a:lnTo>
                    <a:pt x="10145" y="441"/>
                  </a:lnTo>
                  <a:cubicBezTo>
                    <a:pt x="10145" y="189"/>
                    <a:pt x="9956" y="0"/>
                    <a:pt x="97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83"/>
            <p:cNvSpPr/>
            <p:nvPr/>
          </p:nvSpPr>
          <p:spPr>
            <a:xfrm>
              <a:off x="-39950400" y="4225975"/>
              <a:ext cx="194575" cy="63025"/>
            </a:xfrm>
            <a:custGeom>
              <a:avLst/>
              <a:gdLst/>
              <a:ahLst/>
              <a:cxnLst/>
              <a:rect l="l" t="t" r="r" b="b"/>
              <a:pathLst>
                <a:path w="7783" h="2521" extrusionOk="0">
                  <a:moveTo>
                    <a:pt x="757" y="1"/>
                  </a:moveTo>
                  <a:lnTo>
                    <a:pt x="63" y="1954"/>
                  </a:lnTo>
                  <a:cubicBezTo>
                    <a:pt x="0" y="2237"/>
                    <a:pt x="158" y="2521"/>
                    <a:pt x="473" y="2521"/>
                  </a:cubicBezTo>
                  <a:lnTo>
                    <a:pt x="7278" y="2521"/>
                  </a:lnTo>
                  <a:cubicBezTo>
                    <a:pt x="7593" y="2521"/>
                    <a:pt x="7782" y="2237"/>
                    <a:pt x="7688" y="1954"/>
                  </a:cubicBezTo>
                  <a:lnTo>
                    <a:pt x="6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7" name="Google Shape;5177;p83"/>
          <p:cNvGrpSpPr/>
          <p:nvPr/>
        </p:nvGrpSpPr>
        <p:grpSpPr>
          <a:xfrm>
            <a:off x="3095881" y="2665867"/>
            <a:ext cx="266921" cy="369039"/>
            <a:chOff x="-38129425" y="3222550"/>
            <a:chExt cx="228450" cy="315850"/>
          </a:xfrm>
        </p:grpSpPr>
        <p:sp>
          <p:nvSpPr>
            <p:cNvPr id="5178" name="Google Shape;5178;p83"/>
            <p:cNvSpPr/>
            <p:nvPr/>
          </p:nvSpPr>
          <p:spPr>
            <a:xfrm>
              <a:off x="-38129425" y="3222550"/>
              <a:ext cx="228450" cy="227650"/>
            </a:xfrm>
            <a:custGeom>
              <a:avLst/>
              <a:gdLst/>
              <a:ahLst/>
              <a:cxnLst/>
              <a:rect l="l" t="t" r="r" b="b"/>
              <a:pathLst>
                <a:path w="9138" h="9106" extrusionOk="0">
                  <a:moveTo>
                    <a:pt x="4097" y="1292"/>
                  </a:moveTo>
                  <a:cubicBezTo>
                    <a:pt x="4349" y="1292"/>
                    <a:pt x="4538" y="1450"/>
                    <a:pt x="4538" y="1702"/>
                  </a:cubicBezTo>
                  <a:cubicBezTo>
                    <a:pt x="4538" y="1922"/>
                    <a:pt x="4349" y="2111"/>
                    <a:pt x="4160" y="2111"/>
                  </a:cubicBezTo>
                  <a:cubicBezTo>
                    <a:pt x="2994" y="2111"/>
                    <a:pt x="2112" y="3056"/>
                    <a:pt x="2049" y="4222"/>
                  </a:cubicBezTo>
                  <a:cubicBezTo>
                    <a:pt x="2049" y="4443"/>
                    <a:pt x="1860" y="4600"/>
                    <a:pt x="1639" y="4600"/>
                  </a:cubicBezTo>
                  <a:cubicBezTo>
                    <a:pt x="1387" y="4600"/>
                    <a:pt x="1198" y="4411"/>
                    <a:pt x="1198" y="4222"/>
                  </a:cubicBezTo>
                  <a:cubicBezTo>
                    <a:pt x="1198" y="2584"/>
                    <a:pt x="2490" y="1324"/>
                    <a:pt x="4097" y="1292"/>
                  </a:cubicBezTo>
                  <a:close/>
                  <a:moveTo>
                    <a:pt x="4569" y="0"/>
                  </a:moveTo>
                  <a:cubicBezTo>
                    <a:pt x="2049" y="0"/>
                    <a:pt x="1" y="2048"/>
                    <a:pt x="1" y="4569"/>
                  </a:cubicBezTo>
                  <a:cubicBezTo>
                    <a:pt x="1" y="6207"/>
                    <a:pt x="946" y="7688"/>
                    <a:pt x="2332" y="8475"/>
                  </a:cubicBezTo>
                  <a:cubicBezTo>
                    <a:pt x="2458" y="8507"/>
                    <a:pt x="2521" y="8664"/>
                    <a:pt x="2521" y="8822"/>
                  </a:cubicBezTo>
                  <a:lnTo>
                    <a:pt x="2521" y="9105"/>
                  </a:lnTo>
                  <a:lnTo>
                    <a:pt x="6680" y="9105"/>
                  </a:lnTo>
                  <a:lnTo>
                    <a:pt x="6680" y="8822"/>
                  </a:lnTo>
                  <a:cubicBezTo>
                    <a:pt x="6680" y="8696"/>
                    <a:pt x="6743" y="8570"/>
                    <a:pt x="6900" y="8507"/>
                  </a:cubicBezTo>
                  <a:cubicBezTo>
                    <a:pt x="8255" y="7719"/>
                    <a:pt x="9137" y="6270"/>
                    <a:pt x="9137" y="4569"/>
                  </a:cubicBezTo>
                  <a:cubicBezTo>
                    <a:pt x="9137" y="2048"/>
                    <a:pt x="7089" y="32"/>
                    <a:pt x="45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83"/>
            <p:cNvSpPr/>
            <p:nvPr/>
          </p:nvSpPr>
          <p:spPr>
            <a:xfrm>
              <a:off x="-38067200" y="3470650"/>
              <a:ext cx="103200" cy="67750"/>
            </a:xfrm>
            <a:custGeom>
              <a:avLst/>
              <a:gdLst/>
              <a:ahLst/>
              <a:cxnLst/>
              <a:rect l="l" t="t" r="r" b="b"/>
              <a:pathLst>
                <a:path w="4128" h="2710" extrusionOk="0">
                  <a:moveTo>
                    <a:pt x="1" y="0"/>
                  </a:moveTo>
                  <a:lnTo>
                    <a:pt x="1" y="662"/>
                  </a:lnTo>
                  <a:cubicBezTo>
                    <a:pt x="1" y="1198"/>
                    <a:pt x="410" y="1702"/>
                    <a:pt x="883" y="1859"/>
                  </a:cubicBezTo>
                  <a:cubicBezTo>
                    <a:pt x="1040" y="2363"/>
                    <a:pt x="1513" y="2710"/>
                    <a:pt x="2049" y="2710"/>
                  </a:cubicBezTo>
                  <a:cubicBezTo>
                    <a:pt x="2647" y="2710"/>
                    <a:pt x="3120" y="2363"/>
                    <a:pt x="3277" y="1859"/>
                  </a:cubicBezTo>
                  <a:cubicBezTo>
                    <a:pt x="3781" y="1702"/>
                    <a:pt x="4128" y="1198"/>
                    <a:pt x="4128" y="662"/>
                  </a:cubicBez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0" name="Google Shape;5180;p83"/>
          <p:cNvGrpSpPr/>
          <p:nvPr/>
        </p:nvGrpSpPr>
        <p:grpSpPr>
          <a:xfrm>
            <a:off x="3050850" y="3122462"/>
            <a:ext cx="371785" cy="369974"/>
            <a:chOff x="-38172725" y="3588000"/>
            <a:chExt cx="318200" cy="316650"/>
          </a:xfrm>
        </p:grpSpPr>
        <p:sp>
          <p:nvSpPr>
            <p:cNvPr id="5181" name="Google Shape;5181;p83"/>
            <p:cNvSpPr/>
            <p:nvPr/>
          </p:nvSpPr>
          <p:spPr>
            <a:xfrm>
              <a:off x="-38171150" y="3760050"/>
              <a:ext cx="98475" cy="91050"/>
            </a:xfrm>
            <a:custGeom>
              <a:avLst/>
              <a:gdLst/>
              <a:ahLst/>
              <a:cxnLst/>
              <a:rect l="l" t="t" r="r" b="b"/>
              <a:pathLst>
                <a:path w="3939" h="3642" extrusionOk="0">
                  <a:moveTo>
                    <a:pt x="739" y="1"/>
                  </a:moveTo>
                  <a:cubicBezTo>
                    <a:pt x="480" y="1"/>
                    <a:pt x="232" y="12"/>
                    <a:pt x="0" y="18"/>
                  </a:cubicBezTo>
                  <a:cubicBezTo>
                    <a:pt x="95" y="1341"/>
                    <a:pt x="630" y="2602"/>
                    <a:pt x="1512" y="3641"/>
                  </a:cubicBezTo>
                  <a:lnTo>
                    <a:pt x="3938" y="1247"/>
                  </a:lnTo>
                  <a:cubicBezTo>
                    <a:pt x="2844" y="153"/>
                    <a:pt x="1711" y="1"/>
                    <a:pt x="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83"/>
            <p:cNvSpPr/>
            <p:nvPr/>
          </p:nvSpPr>
          <p:spPr>
            <a:xfrm>
              <a:off x="-38172725" y="3641575"/>
              <a:ext cx="144150" cy="133900"/>
            </a:xfrm>
            <a:custGeom>
              <a:avLst/>
              <a:gdLst/>
              <a:ahLst/>
              <a:cxnLst/>
              <a:rect l="l" t="t" r="r" b="b"/>
              <a:pathLst>
                <a:path w="5766" h="5356" extrusionOk="0">
                  <a:moveTo>
                    <a:pt x="1575" y="0"/>
                  </a:moveTo>
                  <a:cubicBezTo>
                    <a:pt x="599" y="1103"/>
                    <a:pt x="95" y="2520"/>
                    <a:pt x="0" y="3907"/>
                  </a:cubicBezTo>
                  <a:cubicBezTo>
                    <a:pt x="213" y="3901"/>
                    <a:pt x="452" y="3891"/>
                    <a:pt x="712" y="3891"/>
                  </a:cubicBezTo>
                  <a:cubicBezTo>
                    <a:pt x="1801" y="3891"/>
                    <a:pt x="3246" y="4059"/>
                    <a:pt x="4568" y="5356"/>
                  </a:cubicBezTo>
                  <a:lnTo>
                    <a:pt x="5766" y="4190"/>
                  </a:lnTo>
                  <a:lnTo>
                    <a:pt x="15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83"/>
            <p:cNvSpPr/>
            <p:nvPr/>
          </p:nvSpPr>
          <p:spPr>
            <a:xfrm>
              <a:off x="-38117600" y="3806975"/>
              <a:ext cx="77200" cy="94525"/>
            </a:xfrm>
            <a:custGeom>
              <a:avLst/>
              <a:gdLst/>
              <a:ahLst/>
              <a:cxnLst/>
              <a:rect l="l" t="t" r="r" b="b"/>
              <a:pathLst>
                <a:path w="3088" h="3781" extrusionOk="0">
                  <a:moveTo>
                    <a:pt x="2332" y="0"/>
                  </a:moveTo>
                  <a:lnTo>
                    <a:pt x="0" y="2331"/>
                  </a:lnTo>
                  <a:cubicBezTo>
                    <a:pt x="883" y="3088"/>
                    <a:pt x="1891" y="3592"/>
                    <a:pt x="2962" y="3781"/>
                  </a:cubicBezTo>
                  <a:cubicBezTo>
                    <a:pt x="3088" y="2363"/>
                    <a:pt x="3088" y="1197"/>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83"/>
            <p:cNvSpPr/>
            <p:nvPr/>
          </p:nvSpPr>
          <p:spPr>
            <a:xfrm>
              <a:off x="-37997875" y="3716375"/>
              <a:ext cx="143350" cy="135500"/>
            </a:xfrm>
            <a:custGeom>
              <a:avLst/>
              <a:gdLst/>
              <a:ahLst/>
              <a:cxnLst/>
              <a:rect l="l" t="t" r="r" b="b"/>
              <a:pathLst>
                <a:path w="5734" h="5420" extrusionOk="0">
                  <a:moveTo>
                    <a:pt x="1197" y="1"/>
                  </a:moveTo>
                  <a:lnTo>
                    <a:pt x="0" y="1230"/>
                  </a:lnTo>
                  <a:lnTo>
                    <a:pt x="4159" y="5420"/>
                  </a:lnTo>
                  <a:cubicBezTo>
                    <a:pt x="5199" y="4191"/>
                    <a:pt x="5703" y="2773"/>
                    <a:pt x="5734" y="1324"/>
                  </a:cubicBezTo>
                  <a:cubicBezTo>
                    <a:pt x="5557" y="1324"/>
                    <a:pt x="5356" y="1329"/>
                    <a:pt x="5135" y="1329"/>
                  </a:cubicBezTo>
                  <a:cubicBezTo>
                    <a:pt x="4098" y="1329"/>
                    <a:pt x="2626" y="1222"/>
                    <a:pt x="11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83"/>
            <p:cNvSpPr/>
            <p:nvPr/>
          </p:nvSpPr>
          <p:spPr>
            <a:xfrm>
              <a:off x="-38044350" y="3761275"/>
              <a:ext cx="135500" cy="143375"/>
            </a:xfrm>
            <a:custGeom>
              <a:avLst/>
              <a:gdLst/>
              <a:ahLst/>
              <a:cxnLst/>
              <a:rect l="l" t="t" r="r" b="b"/>
              <a:pathLst>
                <a:path w="5420" h="5735" extrusionOk="0">
                  <a:moveTo>
                    <a:pt x="1261" y="1"/>
                  </a:moveTo>
                  <a:lnTo>
                    <a:pt x="0" y="1261"/>
                  </a:lnTo>
                  <a:cubicBezTo>
                    <a:pt x="1009" y="2679"/>
                    <a:pt x="1009" y="4002"/>
                    <a:pt x="851" y="5735"/>
                  </a:cubicBezTo>
                  <a:lnTo>
                    <a:pt x="1261" y="5735"/>
                  </a:lnTo>
                  <a:cubicBezTo>
                    <a:pt x="2773" y="5735"/>
                    <a:pt x="4254" y="5231"/>
                    <a:pt x="5419" y="4159"/>
                  </a:cubicBezTo>
                  <a:lnTo>
                    <a:pt x="126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83"/>
            <p:cNvSpPr/>
            <p:nvPr/>
          </p:nvSpPr>
          <p:spPr>
            <a:xfrm>
              <a:off x="-37997875" y="3588800"/>
              <a:ext cx="89025" cy="97675"/>
            </a:xfrm>
            <a:custGeom>
              <a:avLst/>
              <a:gdLst/>
              <a:ahLst/>
              <a:cxnLst/>
              <a:rect l="l" t="t" r="r" b="b"/>
              <a:pathLst>
                <a:path w="3561" h="3907" extrusionOk="0">
                  <a:moveTo>
                    <a:pt x="158" y="0"/>
                  </a:moveTo>
                  <a:lnTo>
                    <a:pt x="158" y="0"/>
                  </a:lnTo>
                  <a:cubicBezTo>
                    <a:pt x="126" y="977"/>
                    <a:pt x="0" y="2395"/>
                    <a:pt x="1260" y="3907"/>
                  </a:cubicBezTo>
                  <a:lnTo>
                    <a:pt x="3560" y="1544"/>
                  </a:lnTo>
                  <a:cubicBezTo>
                    <a:pt x="2584" y="662"/>
                    <a:pt x="1355" y="158"/>
                    <a:pt x="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83"/>
            <p:cNvSpPr/>
            <p:nvPr/>
          </p:nvSpPr>
          <p:spPr>
            <a:xfrm>
              <a:off x="-38117600" y="3588000"/>
              <a:ext cx="135500" cy="143375"/>
            </a:xfrm>
            <a:custGeom>
              <a:avLst/>
              <a:gdLst/>
              <a:ahLst/>
              <a:cxnLst/>
              <a:rect l="l" t="t" r="r" b="b"/>
              <a:pathLst>
                <a:path w="5420" h="5735" extrusionOk="0">
                  <a:moveTo>
                    <a:pt x="4096" y="1"/>
                  </a:moveTo>
                  <a:lnTo>
                    <a:pt x="4096" y="1"/>
                  </a:lnTo>
                  <a:cubicBezTo>
                    <a:pt x="2647" y="32"/>
                    <a:pt x="1198" y="536"/>
                    <a:pt x="0" y="1576"/>
                  </a:cubicBezTo>
                  <a:lnTo>
                    <a:pt x="4191" y="5735"/>
                  </a:lnTo>
                  <a:lnTo>
                    <a:pt x="5419" y="4506"/>
                  </a:lnTo>
                  <a:cubicBezTo>
                    <a:pt x="3939" y="2805"/>
                    <a:pt x="4065" y="1135"/>
                    <a:pt x="40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83"/>
            <p:cNvSpPr/>
            <p:nvPr/>
          </p:nvSpPr>
          <p:spPr>
            <a:xfrm>
              <a:off x="-37953000" y="3641575"/>
              <a:ext cx="97700" cy="86350"/>
            </a:xfrm>
            <a:custGeom>
              <a:avLst/>
              <a:gdLst/>
              <a:ahLst/>
              <a:cxnLst/>
              <a:rect l="l" t="t" r="r" b="b"/>
              <a:pathLst>
                <a:path w="3908" h="3454" extrusionOk="0">
                  <a:moveTo>
                    <a:pt x="2364" y="0"/>
                  </a:moveTo>
                  <a:lnTo>
                    <a:pt x="1" y="2363"/>
                  </a:lnTo>
                  <a:cubicBezTo>
                    <a:pt x="1171" y="3313"/>
                    <a:pt x="2246" y="3453"/>
                    <a:pt x="3155" y="3453"/>
                  </a:cubicBezTo>
                  <a:cubicBezTo>
                    <a:pt x="3421" y="3453"/>
                    <a:pt x="3672" y="3441"/>
                    <a:pt x="3908" y="3434"/>
                  </a:cubicBezTo>
                  <a:cubicBezTo>
                    <a:pt x="3750" y="2205"/>
                    <a:pt x="3246" y="1008"/>
                    <a:pt x="2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9" name="Google Shape;5189;p83"/>
          <p:cNvGrpSpPr/>
          <p:nvPr/>
        </p:nvGrpSpPr>
        <p:grpSpPr>
          <a:xfrm>
            <a:off x="3126752" y="3580897"/>
            <a:ext cx="219981" cy="369974"/>
            <a:chOff x="-38109725" y="3955025"/>
            <a:chExt cx="188275" cy="316650"/>
          </a:xfrm>
        </p:grpSpPr>
        <p:sp>
          <p:nvSpPr>
            <p:cNvPr id="5190" name="Google Shape;5190;p83"/>
            <p:cNvSpPr/>
            <p:nvPr/>
          </p:nvSpPr>
          <p:spPr>
            <a:xfrm>
              <a:off x="-38109725" y="3955025"/>
              <a:ext cx="188275" cy="220575"/>
            </a:xfrm>
            <a:custGeom>
              <a:avLst/>
              <a:gdLst/>
              <a:ahLst/>
              <a:cxnLst/>
              <a:rect l="l" t="t" r="r" b="b"/>
              <a:pathLst>
                <a:path w="7531" h="8823" extrusionOk="0">
                  <a:moveTo>
                    <a:pt x="3372" y="1"/>
                  </a:moveTo>
                  <a:lnTo>
                    <a:pt x="95" y="5703"/>
                  </a:lnTo>
                  <a:cubicBezTo>
                    <a:pt x="1" y="5829"/>
                    <a:pt x="1" y="5987"/>
                    <a:pt x="95" y="6113"/>
                  </a:cubicBezTo>
                  <a:lnTo>
                    <a:pt x="1418" y="8822"/>
                  </a:lnTo>
                  <a:lnTo>
                    <a:pt x="6081" y="8822"/>
                  </a:lnTo>
                  <a:lnTo>
                    <a:pt x="7467" y="6113"/>
                  </a:lnTo>
                  <a:cubicBezTo>
                    <a:pt x="7530" y="5987"/>
                    <a:pt x="7499" y="5829"/>
                    <a:pt x="7467" y="5703"/>
                  </a:cubicBezTo>
                  <a:lnTo>
                    <a:pt x="4191" y="1"/>
                  </a:lnTo>
                  <a:lnTo>
                    <a:pt x="4191" y="4727"/>
                  </a:lnTo>
                  <a:cubicBezTo>
                    <a:pt x="4663" y="4884"/>
                    <a:pt x="5010" y="5357"/>
                    <a:pt x="5010" y="5892"/>
                  </a:cubicBezTo>
                  <a:cubicBezTo>
                    <a:pt x="5010" y="6585"/>
                    <a:pt x="4474" y="7121"/>
                    <a:pt x="3750" y="7121"/>
                  </a:cubicBezTo>
                  <a:cubicBezTo>
                    <a:pt x="3088" y="7121"/>
                    <a:pt x="2521" y="6585"/>
                    <a:pt x="2521" y="5892"/>
                  </a:cubicBezTo>
                  <a:cubicBezTo>
                    <a:pt x="2521" y="5357"/>
                    <a:pt x="2899" y="4916"/>
                    <a:pt x="3372" y="4727"/>
                  </a:cubicBezTo>
                  <a:lnTo>
                    <a:pt x="3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83"/>
            <p:cNvSpPr/>
            <p:nvPr/>
          </p:nvSpPr>
          <p:spPr>
            <a:xfrm>
              <a:off x="-38067200" y="4196050"/>
              <a:ext cx="104775" cy="75625"/>
            </a:xfrm>
            <a:custGeom>
              <a:avLst/>
              <a:gdLst/>
              <a:ahLst/>
              <a:cxnLst/>
              <a:rect l="l" t="t" r="r" b="b"/>
              <a:pathLst>
                <a:path w="4191" h="3025" extrusionOk="0">
                  <a:moveTo>
                    <a:pt x="32" y="0"/>
                  </a:moveTo>
                  <a:lnTo>
                    <a:pt x="32" y="2615"/>
                  </a:lnTo>
                  <a:cubicBezTo>
                    <a:pt x="1" y="2836"/>
                    <a:pt x="190" y="3025"/>
                    <a:pt x="442" y="3025"/>
                  </a:cubicBezTo>
                  <a:lnTo>
                    <a:pt x="3750" y="3025"/>
                  </a:lnTo>
                  <a:cubicBezTo>
                    <a:pt x="3970" y="3025"/>
                    <a:pt x="4191" y="2836"/>
                    <a:pt x="4191" y="2615"/>
                  </a:cubicBezTo>
                  <a:lnTo>
                    <a:pt x="41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92" name="Google Shape;5192;p83"/>
          <p:cNvSpPr/>
          <p:nvPr/>
        </p:nvSpPr>
        <p:spPr>
          <a:xfrm>
            <a:off x="2228355" y="4040658"/>
            <a:ext cx="383790" cy="370266"/>
          </a:xfrm>
          <a:custGeom>
            <a:avLst/>
            <a:gdLst/>
            <a:ahLst/>
            <a:cxnLst/>
            <a:rect l="l" t="t" r="r" b="b"/>
            <a:pathLst>
              <a:path w="13139" h="12676" extrusionOk="0">
                <a:moveTo>
                  <a:pt x="7184" y="1702"/>
                </a:moveTo>
                <a:cubicBezTo>
                  <a:pt x="7909" y="1702"/>
                  <a:pt x="8444" y="2237"/>
                  <a:pt x="8444" y="2962"/>
                </a:cubicBezTo>
                <a:cubicBezTo>
                  <a:pt x="8444" y="3623"/>
                  <a:pt x="7877" y="4222"/>
                  <a:pt x="7184" y="4222"/>
                </a:cubicBezTo>
                <a:cubicBezTo>
                  <a:pt x="6491" y="4222"/>
                  <a:pt x="5955" y="3655"/>
                  <a:pt x="5955" y="2962"/>
                </a:cubicBezTo>
                <a:cubicBezTo>
                  <a:pt x="5955" y="2237"/>
                  <a:pt x="6491" y="1702"/>
                  <a:pt x="7184" y="1702"/>
                </a:cubicBezTo>
                <a:close/>
                <a:moveTo>
                  <a:pt x="3813" y="2521"/>
                </a:moveTo>
                <a:cubicBezTo>
                  <a:pt x="4506" y="2521"/>
                  <a:pt x="5073" y="3056"/>
                  <a:pt x="5073" y="3781"/>
                </a:cubicBezTo>
                <a:cubicBezTo>
                  <a:pt x="5073" y="4474"/>
                  <a:pt x="4506" y="5041"/>
                  <a:pt x="3813" y="5041"/>
                </a:cubicBezTo>
                <a:cubicBezTo>
                  <a:pt x="3088" y="5041"/>
                  <a:pt x="2553" y="4474"/>
                  <a:pt x="2553" y="3781"/>
                </a:cubicBezTo>
                <a:cubicBezTo>
                  <a:pt x="2521" y="3056"/>
                  <a:pt x="3088" y="2521"/>
                  <a:pt x="3813" y="2521"/>
                </a:cubicBezTo>
                <a:close/>
                <a:moveTo>
                  <a:pt x="2931" y="5892"/>
                </a:moveTo>
                <a:cubicBezTo>
                  <a:pt x="3656" y="5892"/>
                  <a:pt x="4191" y="6459"/>
                  <a:pt x="4191" y="7152"/>
                </a:cubicBezTo>
                <a:cubicBezTo>
                  <a:pt x="4191" y="7877"/>
                  <a:pt x="3656" y="8412"/>
                  <a:pt x="2931" y="8412"/>
                </a:cubicBezTo>
                <a:cubicBezTo>
                  <a:pt x="2238" y="8412"/>
                  <a:pt x="1671" y="7877"/>
                  <a:pt x="1671" y="7152"/>
                </a:cubicBezTo>
                <a:cubicBezTo>
                  <a:pt x="1671" y="6459"/>
                  <a:pt x="2238" y="5892"/>
                  <a:pt x="2931" y="5892"/>
                </a:cubicBezTo>
                <a:close/>
                <a:moveTo>
                  <a:pt x="5514" y="8475"/>
                </a:moveTo>
                <a:cubicBezTo>
                  <a:pt x="6207" y="8475"/>
                  <a:pt x="6775" y="9011"/>
                  <a:pt x="6775" y="9735"/>
                </a:cubicBezTo>
                <a:cubicBezTo>
                  <a:pt x="6775" y="10397"/>
                  <a:pt x="6176" y="10996"/>
                  <a:pt x="5514" y="10996"/>
                </a:cubicBezTo>
                <a:cubicBezTo>
                  <a:pt x="4790" y="10996"/>
                  <a:pt x="4254" y="10429"/>
                  <a:pt x="4254" y="9735"/>
                </a:cubicBezTo>
                <a:cubicBezTo>
                  <a:pt x="4254" y="9011"/>
                  <a:pt x="4790" y="8475"/>
                  <a:pt x="5514" y="8475"/>
                </a:cubicBezTo>
                <a:close/>
                <a:moveTo>
                  <a:pt x="6333" y="0"/>
                </a:moveTo>
                <a:cubicBezTo>
                  <a:pt x="2836" y="0"/>
                  <a:pt x="1" y="2836"/>
                  <a:pt x="1" y="6333"/>
                </a:cubicBezTo>
                <a:cubicBezTo>
                  <a:pt x="1" y="9420"/>
                  <a:pt x="2143" y="11878"/>
                  <a:pt x="4916" y="12508"/>
                </a:cubicBezTo>
                <a:cubicBezTo>
                  <a:pt x="5408" y="12621"/>
                  <a:pt x="5838" y="12675"/>
                  <a:pt x="6211" y="12675"/>
                </a:cubicBezTo>
                <a:cubicBezTo>
                  <a:pt x="7914" y="12675"/>
                  <a:pt x="8444" y="11545"/>
                  <a:pt x="8444" y="9735"/>
                </a:cubicBezTo>
                <a:cubicBezTo>
                  <a:pt x="8444" y="9011"/>
                  <a:pt x="9011" y="8475"/>
                  <a:pt x="9705" y="8475"/>
                </a:cubicBezTo>
                <a:cubicBezTo>
                  <a:pt x="11878" y="8475"/>
                  <a:pt x="13139" y="7719"/>
                  <a:pt x="12508" y="4915"/>
                </a:cubicBezTo>
                <a:cubicBezTo>
                  <a:pt x="11878" y="2206"/>
                  <a:pt x="9452"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93" name="Google Shape;5193;p83"/>
          <p:cNvGrpSpPr/>
          <p:nvPr/>
        </p:nvGrpSpPr>
        <p:grpSpPr>
          <a:xfrm>
            <a:off x="2542151" y="1312318"/>
            <a:ext cx="373654" cy="369068"/>
            <a:chOff x="-41530375" y="3218800"/>
            <a:chExt cx="319800" cy="315875"/>
          </a:xfrm>
        </p:grpSpPr>
        <p:sp>
          <p:nvSpPr>
            <p:cNvPr id="5194" name="Google Shape;5194;p83"/>
            <p:cNvSpPr/>
            <p:nvPr/>
          </p:nvSpPr>
          <p:spPr>
            <a:xfrm>
              <a:off x="-41530375" y="3337550"/>
              <a:ext cx="199300" cy="197125"/>
            </a:xfrm>
            <a:custGeom>
              <a:avLst/>
              <a:gdLst/>
              <a:ahLst/>
              <a:cxnLst/>
              <a:rect l="l" t="t" r="r" b="b"/>
              <a:pathLst>
                <a:path w="7972" h="7885" extrusionOk="0">
                  <a:moveTo>
                    <a:pt x="3245" y="0"/>
                  </a:moveTo>
                  <a:lnTo>
                    <a:pt x="473" y="2804"/>
                  </a:lnTo>
                  <a:cubicBezTo>
                    <a:pt x="0" y="3277"/>
                    <a:pt x="0" y="4064"/>
                    <a:pt x="473" y="4568"/>
                  </a:cubicBezTo>
                  <a:lnTo>
                    <a:pt x="3403" y="7530"/>
                  </a:lnTo>
                  <a:cubicBezTo>
                    <a:pt x="3639" y="7766"/>
                    <a:pt x="3954" y="7884"/>
                    <a:pt x="4277" y="7884"/>
                  </a:cubicBezTo>
                  <a:cubicBezTo>
                    <a:pt x="4600" y="7884"/>
                    <a:pt x="4931" y="7766"/>
                    <a:pt x="5199" y="7530"/>
                  </a:cubicBezTo>
                  <a:lnTo>
                    <a:pt x="7971" y="4726"/>
                  </a:lnTo>
                  <a:lnTo>
                    <a:pt x="324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83"/>
            <p:cNvSpPr/>
            <p:nvPr/>
          </p:nvSpPr>
          <p:spPr>
            <a:xfrm>
              <a:off x="-41435075" y="3218800"/>
              <a:ext cx="224500" cy="221950"/>
            </a:xfrm>
            <a:custGeom>
              <a:avLst/>
              <a:gdLst/>
              <a:ahLst/>
              <a:cxnLst/>
              <a:rect l="l" t="t" r="r" b="b"/>
              <a:pathLst>
                <a:path w="8980" h="8878" extrusionOk="0">
                  <a:moveTo>
                    <a:pt x="4395" y="1"/>
                  </a:moveTo>
                  <a:cubicBezTo>
                    <a:pt x="4285" y="1"/>
                    <a:pt x="4175" y="40"/>
                    <a:pt x="4096" y="119"/>
                  </a:cubicBezTo>
                  <a:lnTo>
                    <a:pt x="1" y="4152"/>
                  </a:lnTo>
                  <a:lnTo>
                    <a:pt x="4726" y="8877"/>
                  </a:lnTo>
                  <a:lnTo>
                    <a:pt x="8822" y="4845"/>
                  </a:lnTo>
                  <a:cubicBezTo>
                    <a:pt x="8979" y="4687"/>
                    <a:pt x="8979" y="4404"/>
                    <a:pt x="8822" y="4246"/>
                  </a:cubicBezTo>
                  <a:lnTo>
                    <a:pt x="4695" y="119"/>
                  </a:lnTo>
                  <a:cubicBezTo>
                    <a:pt x="4616" y="40"/>
                    <a:pt x="4506" y="1"/>
                    <a:pt x="4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96" name="Google Shape;5196;p83"/>
          <p:cNvGrpSpPr/>
          <p:nvPr/>
        </p:nvGrpSpPr>
        <p:grpSpPr>
          <a:xfrm>
            <a:off x="2544444" y="1827476"/>
            <a:ext cx="369068" cy="289004"/>
            <a:chOff x="-41526450" y="3653375"/>
            <a:chExt cx="315875" cy="247350"/>
          </a:xfrm>
        </p:grpSpPr>
        <p:sp>
          <p:nvSpPr>
            <p:cNvPr id="5197" name="Google Shape;5197;p83"/>
            <p:cNvSpPr/>
            <p:nvPr/>
          </p:nvSpPr>
          <p:spPr>
            <a:xfrm>
              <a:off x="-41526450" y="3860525"/>
              <a:ext cx="315875" cy="40200"/>
            </a:xfrm>
            <a:custGeom>
              <a:avLst/>
              <a:gdLst/>
              <a:ahLst/>
              <a:cxnLst/>
              <a:rect l="l" t="t" r="r" b="b"/>
              <a:pathLst>
                <a:path w="12635" h="1608" extrusionOk="0">
                  <a:moveTo>
                    <a:pt x="379" y="0"/>
                  </a:moveTo>
                  <a:cubicBezTo>
                    <a:pt x="159" y="0"/>
                    <a:pt x="1" y="189"/>
                    <a:pt x="1" y="378"/>
                  </a:cubicBezTo>
                  <a:cubicBezTo>
                    <a:pt x="1" y="1040"/>
                    <a:pt x="537" y="1607"/>
                    <a:pt x="1198" y="1607"/>
                  </a:cubicBezTo>
                  <a:lnTo>
                    <a:pt x="11406" y="1607"/>
                  </a:lnTo>
                  <a:cubicBezTo>
                    <a:pt x="12067" y="1607"/>
                    <a:pt x="12634" y="1072"/>
                    <a:pt x="12634" y="378"/>
                  </a:cubicBezTo>
                  <a:cubicBezTo>
                    <a:pt x="12603" y="158"/>
                    <a:pt x="12445" y="0"/>
                    <a:pt x="12193" y="0"/>
                  </a:cubicBezTo>
                  <a:lnTo>
                    <a:pt x="10965" y="0"/>
                  </a:lnTo>
                  <a:lnTo>
                    <a:pt x="10965" y="378"/>
                  </a:lnTo>
                  <a:cubicBezTo>
                    <a:pt x="10965" y="630"/>
                    <a:pt x="10776" y="819"/>
                    <a:pt x="10555" y="819"/>
                  </a:cubicBezTo>
                  <a:cubicBezTo>
                    <a:pt x="10303" y="819"/>
                    <a:pt x="10146" y="630"/>
                    <a:pt x="10146" y="378"/>
                  </a:cubicBezTo>
                  <a:lnTo>
                    <a:pt x="10146" y="0"/>
                  </a:lnTo>
                  <a:lnTo>
                    <a:pt x="9326" y="0"/>
                  </a:lnTo>
                  <a:lnTo>
                    <a:pt x="9326" y="378"/>
                  </a:lnTo>
                  <a:cubicBezTo>
                    <a:pt x="9326" y="630"/>
                    <a:pt x="9137" y="819"/>
                    <a:pt x="8917" y="819"/>
                  </a:cubicBezTo>
                  <a:cubicBezTo>
                    <a:pt x="8696" y="819"/>
                    <a:pt x="8507" y="630"/>
                    <a:pt x="8507" y="378"/>
                  </a:cubicBez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83"/>
            <p:cNvSpPr/>
            <p:nvPr/>
          </p:nvSpPr>
          <p:spPr>
            <a:xfrm>
              <a:off x="-41506750" y="3653375"/>
              <a:ext cx="275700" cy="186700"/>
            </a:xfrm>
            <a:custGeom>
              <a:avLst/>
              <a:gdLst/>
              <a:ahLst/>
              <a:cxnLst/>
              <a:rect l="l" t="t" r="r" b="b"/>
              <a:pathLst>
                <a:path w="11028" h="7468" extrusionOk="0">
                  <a:moveTo>
                    <a:pt x="3794" y="1673"/>
                  </a:moveTo>
                  <a:cubicBezTo>
                    <a:pt x="3841" y="1673"/>
                    <a:pt x="3890" y="1682"/>
                    <a:pt x="3939" y="1702"/>
                  </a:cubicBezTo>
                  <a:lnTo>
                    <a:pt x="6428" y="2521"/>
                  </a:lnTo>
                  <a:cubicBezTo>
                    <a:pt x="6680" y="2616"/>
                    <a:pt x="6806" y="2994"/>
                    <a:pt x="6585" y="3214"/>
                  </a:cubicBezTo>
                  <a:lnTo>
                    <a:pt x="6018" y="3750"/>
                  </a:lnTo>
                  <a:lnTo>
                    <a:pt x="7404" y="5136"/>
                  </a:lnTo>
                  <a:cubicBezTo>
                    <a:pt x="7593" y="5262"/>
                    <a:pt x="7593" y="5514"/>
                    <a:pt x="7436" y="5671"/>
                  </a:cubicBezTo>
                  <a:cubicBezTo>
                    <a:pt x="7357" y="5750"/>
                    <a:pt x="7247" y="5790"/>
                    <a:pt x="7136" y="5790"/>
                  </a:cubicBezTo>
                  <a:cubicBezTo>
                    <a:pt x="7026" y="5790"/>
                    <a:pt x="6916" y="5750"/>
                    <a:pt x="6837" y="5671"/>
                  </a:cubicBezTo>
                  <a:lnTo>
                    <a:pt x="5451" y="4317"/>
                  </a:lnTo>
                  <a:lnTo>
                    <a:pt x="4915" y="4852"/>
                  </a:lnTo>
                  <a:cubicBezTo>
                    <a:pt x="4821" y="4947"/>
                    <a:pt x="4714" y="4988"/>
                    <a:pt x="4613" y="4988"/>
                  </a:cubicBezTo>
                  <a:cubicBezTo>
                    <a:pt x="4444" y="4988"/>
                    <a:pt x="4293" y="4872"/>
                    <a:pt x="4254" y="4695"/>
                  </a:cubicBezTo>
                  <a:lnTo>
                    <a:pt x="3435" y="2206"/>
                  </a:lnTo>
                  <a:cubicBezTo>
                    <a:pt x="3328" y="1940"/>
                    <a:pt x="3537" y="1673"/>
                    <a:pt x="3794" y="1673"/>
                  </a:cubicBezTo>
                  <a:close/>
                  <a:moveTo>
                    <a:pt x="1198" y="1"/>
                  </a:moveTo>
                  <a:cubicBezTo>
                    <a:pt x="536" y="1"/>
                    <a:pt x="1" y="568"/>
                    <a:pt x="1" y="1229"/>
                  </a:cubicBezTo>
                  <a:lnTo>
                    <a:pt x="1" y="7467"/>
                  </a:lnTo>
                  <a:lnTo>
                    <a:pt x="11027" y="7467"/>
                  </a:lnTo>
                  <a:lnTo>
                    <a:pt x="11027" y="1229"/>
                  </a:lnTo>
                  <a:cubicBezTo>
                    <a:pt x="11027" y="568"/>
                    <a:pt x="10460" y="1"/>
                    <a:pt x="97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99" name="Google Shape;5199;p83"/>
          <p:cNvGrpSpPr/>
          <p:nvPr/>
        </p:nvGrpSpPr>
        <p:grpSpPr>
          <a:xfrm>
            <a:off x="2545831" y="2190140"/>
            <a:ext cx="366293" cy="369974"/>
            <a:chOff x="-41526450" y="3951100"/>
            <a:chExt cx="313500" cy="316650"/>
          </a:xfrm>
        </p:grpSpPr>
        <p:sp>
          <p:nvSpPr>
            <p:cNvPr id="5200" name="Google Shape;5200;p83"/>
            <p:cNvSpPr/>
            <p:nvPr/>
          </p:nvSpPr>
          <p:spPr>
            <a:xfrm>
              <a:off x="-41483125" y="4041675"/>
              <a:ext cx="226075" cy="226075"/>
            </a:xfrm>
            <a:custGeom>
              <a:avLst/>
              <a:gdLst/>
              <a:ahLst/>
              <a:cxnLst/>
              <a:rect l="l" t="t" r="r" b="b"/>
              <a:pathLst>
                <a:path w="9043" h="9043" extrusionOk="0">
                  <a:moveTo>
                    <a:pt x="4506" y="2174"/>
                  </a:moveTo>
                  <a:cubicBezTo>
                    <a:pt x="6144" y="2174"/>
                    <a:pt x="7404" y="3466"/>
                    <a:pt x="7436" y="5041"/>
                  </a:cubicBezTo>
                  <a:cubicBezTo>
                    <a:pt x="7436" y="6648"/>
                    <a:pt x="6144" y="7908"/>
                    <a:pt x="4506" y="7908"/>
                  </a:cubicBezTo>
                  <a:cubicBezTo>
                    <a:pt x="2899" y="7908"/>
                    <a:pt x="1639" y="6616"/>
                    <a:pt x="1639" y="5041"/>
                  </a:cubicBezTo>
                  <a:cubicBezTo>
                    <a:pt x="1639" y="3466"/>
                    <a:pt x="2931" y="2174"/>
                    <a:pt x="4506" y="2174"/>
                  </a:cubicBezTo>
                  <a:close/>
                  <a:moveTo>
                    <a:pt x="4506" y="0"/>
                  </a:moveTo>
                  <a:lnTo>
                    <a:pt x="1" y="3214"/>
                  </a:lnTo>
                  <a:lnTo>
                    <a:pt x="1" y="8664"/>
                  </a:lnTo>
                  <a:cubicBezTo>
                    <a:pt x="1" y="8885"/>
                    <a:pt x="190" y="9042"/>
                    <a:pt x="379" y="9042"/>
                  </a:cubicBezTo>
                  <a:lnTo>
                    <a:pt x="8665" y="9042"/>
                  </a:lnTo>
                  <a:cubicBezTo>
                    <a:pt x="8885" y="9042"/>
                    <a:pt x="9043" y="8853"/>
                    <a:pt x="9043" y="8664"/>
                  </a:cubicBezTo>
                  <a:lnTo>
                    <a:pt x="9043" y="3214"/>
                  </a:lnTo>
                  <a:lnTo>
                    <a:pt x="45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83"/>
            <p:cNvSpPr/>
            <p:nvPr/>
          </p:nvSpPr>
          <p:spPr>
            <a:xfrm>
              <a:off x="-41422475" y="4114925"/>
              <a:ext cx="104775" cy="104775"/>
            </a:xfrm>
            <a:custGeom>
              <a:avLst/>
              <a:gdLst/>
              <a:ahLst/>
              <a:cxnLst/>
              <a:rect l="l" t="t" r="r" b="b"/>
              <a:pathLst>
                <a:path w="4191" h="4191" extrusionOk="0">
                  <a:moveTo>
                    <a:pt x="2080" y="1040"/>
                  </a:moveTo>
                  <a:cubicBezTo>
                    <a:pt x="2332" y="1040"/>
                    <a:pt x="2521" y="1229"/>
                    <a:pt x="2521" y="1450"/>
                  </a:cubicBezTo>
                  <a:lnTo>
                    <a:pt x="2521" y="1859"/>
                  </a:lnTo>
                  <a:lnTo>
                    <a:pt x="2931" y="1859"/>
                  </a:lnTo>
                  <a:cubicBezTo>
                    <a:pt x="3151" y="1859"/>
                    <a:pt x="3372" y="2080"/>
                    <a:pt x="3372" y="2269"/>
                  </a:cubicBezTo>
                  <a:cubicBezTo>
                    <a:pt x="3372" y="2489"/>
                    <a:pt x="3151" y="2710"/>
                    <a:pt x="2931" y="2710"/>
                  </a:cubicBezTo>
                  <a:lnTo>
                    <a:pt x="2080" y="2710"/>
                  </a:lnTo>
                  <a:cubicBezTo>
                    <a:pt x="1859" y="2710"/>
                    <a:pt x="1702" y="2489"/>
                    <a:pt x="1702" y="2269"/>
                  </a:cubicBezTo>
                  <a:lnTo>
                    <a:pt x="1702" y="1450"/>
                  </a:lnTo>
                  <a:cubicBezTo>
                    <a:pt x="1702" y="1198"/>
                    <a:pt x="1891" y="1040"/>
                    <a:pt x="2080" y="1040"/>
                  </a:cubicBezTo>
                  <a:close/>
                  <a:moveTo>
                    <a:pt x="2080" y="0"/>
                  </a:moveTo>
                  <a:cubicBezTo>
                    <a:pt x="946" y="0"/>
                    <a:pt x="64" y="946"/>
                    <a:pt x="1" y="2111"/>
                  </a:cubicBezTo>
                  <a:cubicBezTo>
                    <a:pt x="64" y="3277"/>
                    <a:pt x="946" y="4191"/>
                    <a:pt x="2080" y="4191"/>
                  </a:cubicBezTo>
                  <a:cubicBezTo>
                    <a:pt x="3246" y="4191"/>
                    <a:pt x="4128" y="3245"/>
                    <a:pt x="4191" y="2111"/>
                  </a:cubicBezTo>
                  <a:cubicBezTo>
                    <a:pt x="4191" y="977"/>
                    <a:pt x="3246" y="63"/>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83"/>
            <p:cNvSpPr/>
            <p:nvPr/>
          </p:nvSpPr>
          <p:spPr>
            <a:xfrm>
              <a:off x="-41526450" y="3951100"/>
              <a:ext cx="313500" cy="165575"/>
            </a:xfrm>
            <a:custGeom>
              <a:avLst/>
              <a:gdLst/>
              <a:ahLst/>
              <a:cxnLst/>
              <a:rect l="l" t="t" r="r" b="b"/>
              <a:pathLst>
                <a:path w="12540" h="6623" extrusionOk="0">
                  <a:moveTo>
                    <a:pt x="6239" y="0"/>
                  </a:moveTo>
                  <a:cubicBezTo>
                    <a:pt x="6018" y="0"/>
                    <a:pt x="5861" y="189"/>
                    <a:pt x="5861" y="378"/>
                  </a:cubicBezTo>
                  <a:lnTo>
                    <a:pt x="5861" y="1859"/>
                  </a:lnTo>
                  <a:lnTo>
                    <a:pt x="1891" y="4695"/>
                  </a:lnTo>
                  <a:lnTo>
                    <a:pt x="222" y="5860"/>
                  </a:lnTo>
                  <a:cubicBezTo>
                    <a:pt x="32" y="5986"/>
                    <a:pt x="1" y="6270"/>
                    <a:pt x="159" y="6459"/>
                  </a:cubicBezTo>
                  <a:cubicBezTo>
                    <a:pt x="230" y="6566"/>
                    <a:pt x="342" y="6623"/>
                    <a:pt x="460" y="6623"/>
                  </a:cubicBezTo>
                  <a:cubicBezTo>
                    <a:pt x="550" y="6623"/>
                    <a:pt x="644" y="6590"/>
                    <a:pt x="726" y="6522"/>
                  </a:cubicBezTo>
                  <a:lnTo>
                    <a:pt x="6050" y="2741"/>
                  </a:lnTo>
                  <a:cubicBezTo>
                    <a:pt x="6129" y="2678"/>
                    <a:pt x="6215" y="2647"/>
                    <a:pt x="6298" y="2647"/>
                  </a:cubicBezTo>
                  <a:cubicBezTo>
                    <a:pt x="6381" y="2647"/>
                    <a:pt x="6459" y="2678"/>
                    <a:pt x="6523" y="2741"/>
                  </a:cubicBezTo>
                  <a:lnTo>
                    <a:pt x="11847" y="6522"/>
                  </a:lnTo>
                  <a:cubicBezTo>
                    <a:pt x="11926" y="6575"/>
                    <a:pt x="12016" y="6600"/>
                    <a:pt x="12105" y="6600"/>
                  </a:cubicBezTo>
                  <a:cubicBezTo>
                    <a:pt x="12230" y="6600"/>
                    <a:pt x="12354" y="6551"/>
                    <a:pt x="12445" y="6459"/>
                  </a:cubicBezTo>
                  <a:cubicBezTo>
                    <a:pt x="12540" y="6270"/>
                    <a:pt x="12508" y="6018"/>
                    <a:pt x="12351" y="5860"/>
                  </a:cubicBezTo>
                  <a:lnTo>
                    <a:pt x="10713" y="4695"/>
                  </a:lnTo>
                  <a:lnTo>
                    <a:pt x="6712" y="1859"/>
                  </a:lnTo>
                  <a:lnTo>
                    <a:pt x="6712" y="378"/>
                  </a:lnTo>
                  <a:cubicBezTo>
                    <a:pt x="6680" y="189"/>
                    <a:pt x="6491" y="0"/>
                    <a:pt x="62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3" name="Google Shape;5203;p83"/>
          <p:cNvGrpSpPr/>
          <p:nvPr/>
        </p:nvGrpSpPr>
        <p:grpSpPr>
          <a:xfrm>
            <a:off x="1311086" y="2684269"/>
            <a:ext cx="339595" cy="371814"/>
            <a:chOff x="-39625900" y="3238300"/>
            <a:chExt cx="290650" cy="318225"/>
          </a:xfrm>
        </p:grpSpPr>
        <p:sp>
          <p:nvSpPr>
            <p:cNvPr id="5204" name="Google Shape;5204;p83"/>
            <p:cNvSpPr/>
            <p:nvPr/>
          </p:nvSpPr>
          <p:spPr>
            <a:xfrm>
              <a:off x="-39625900" y="3238300"/>
              <a:ext cx="290650" cy="318225"/>
            </a:xfrm>
            <a:custGeom>
              <a:avLst/>
              <a:gdLst/>
              <a:ahLst/>
              <a:cxnLst/>
              <a:rect l="l" t="t" r="r" b="b"/>
              <a:pathLst>
                <a:path w="11626" h="12729" extrusionOk="0">
                  <a:moveTo>
                    <a:pt x="442" y="1"/>
                  </a:moveTo>
                  <a:cubicBezTo>
                    <a:pt x="221" y="1"/>
                    <a:pt x="32" y="190"/>
                    <a:pt x="32" y="442"/>
                  </a:cubicBezTo>
                  <a:lnTo>
                    <a:pt x="32" y="4159"/>
                  </a:lnTo>
                  <a:cubicBezTo>
                    <a:pt x="32" y="4317"/>
                    <a:pt x="126" y="4474"/>
                    <a:pt x="284" y="4569"/>
                  </a:cubicBezTo>
                  <a:cubicBezTo>
                    <a:pt x="1072" y="4821"/>
                    <a:pt x="1670" y="5640"/>
                    <a:pt x="1670" y="6491"/>
                  </a:cubicBezTo>
                  <a:cubicBezTo>
                    <a:pt x="1670" y="7404"/>
                    <a:pt x="1103" y="8129"/>
                    <a:pt x="284" y="8475"/>
                  </a:cubicBezTo>
                  <a:cubicBezTo>
                    <a:pt x="126" y="8507"/>
                    <a:pt x="0" y="8664"/>
                    <a:pt x="0" y="8853"/>
                  </a:cubicBezTo>
                  <a:lnTo>
                    <a:pt x="0" y="12319"/>
                  </a:lnTo>
                  <a:cubicBezTo>
                    <a:pt x="0" y="12571"/>
                    <a:pt x="221" y="12729"/>
                    <a:pt x="442" y="12729"/>
                  </a:cubicBezTo>
                  <a:lnTo>
                    <a:pt x="3308" y="12729"/>
                  </a:lnTo>
                  <a:lnTo>
                    <a:pt x="3308" y="4852"/>
                  </a:lnTo>
                  <a:cubicBezTo>
                    <a:pt x="3308" y="3687"/>
                    <a:pt x="4254" y="2805"/>
                    <a:pt x="5419" y="2741"/>
                  </a:cubicBezTo>
                  <a:lnTo>
                    <a:pt x="6238" y="2741"/>
                  </a:lnTo>
                  <a:cubicBezTo>
                    <a:pt x="7373" y="2741"/>
                    <a:pt x="8286" y="3687"/>
                    <a:pt x="8318" y="4852"/>
                  </a:cubicBezTo>
                  <a:lnTo>
                    <a:pt x="8318" y="12729"/>
                  </a:lnTo>
                  <a:lnTo>
                    <a:pt x="11216" y="12729"/>
                  </a:lnTo>
                  <a:cubicBezTo>
                    <a:pt x="11437" y="12729"/>
                    <a:pt x="11594" y="12508"/>
                    <a:pt x="11626" y="12319"/>
                  </a:cubicBezTo>
                  <a:lnTo>
                    <a:pt x="11626" y="8853"/>
                  </a:lnTo>
                  <a:cubicBezTo>
                    <a:pt x="11626" y="8696"/>
                    <a:pt x="11500" y="8538"/>
                    <a:pt x="11374" y="8475"/>
                  </a:cubicBezTo>
                  <a:cubicBezTo>
                    <a:pt x="10586" y="8192"/>
                    <a:pt x="9988" y="7404"/>
                    <a:pt x="9988" y="6491"/>
                  </a:cubicBezTo>
                  <a:cubicBezTo>
                    <a:pt x="9988" y="5577"/>
                    <a:pt x="10586" y="4852"/>
                    <a:pt x="11374" y="4569"/>
                  </a:cubicBezTo>
                  <a:cubicBezTo>
                    <a:pt x="11531" y="4537"/>
                    <a:pt x="11626" y="4380"/>
                    <a:pt x="11626" y="4159"/>
                  </a:cubicBezTo>
                  <a:lnTo>
                    <a:pt x="11626" y="442"/>
                  </a:lnTo>
                  <a:cubicBezTo>
                    <a:pt x="11626" y="190"/>
                    <a:pt x="11437" y="1"/>
                    <a:pt x="112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83"/>
            <p:cNvSpPr/>
            <p:nvPr/>
          </p:nvSpPr>
          <p:spPr>
            <a:xfrm>
              <a:off x="-39521150" y="3328875"/>
              <a:ext cx="82725" cy="227650"/>
            </a:xfrm>
            <a:custGeom>
              <a:avLst/>
              <a:gdLst/>
              <a:ahLst/>
              <a:cxnLst/>
              <a:rect l="l" t="t" r="r" b="b"/>
              <a:pathLst>
                <a:path w="3309" h="9106" extrusionOk="0">
                  <a:moveTo>
                    <a:pt x="1607" y="3309"/>
                  </a:moveTo>
                  <a:cubicBezTo>
                    <a:pt x="2080" y="3309"/>
                    <a:pt x="2426" y="3655"/>
                    <a:pt x="2426" y="4128"/>
                  </a:cubicBezTo>
                  <a:cubicBezTo>
                    <a:pt x="2426" y="4600"/>
                    <a:pt x="2080" y="4947"/>
                    <a:pt x="1607" y="4947"/>
                  </a:cubicBezTo>
                  <a:cubicBezTo>
                    <a:pt x="1135" y="4947"/>
                    <a:pt x="788" y="4600"/>
                    <a:pt x="788" y="4128"/>
                  </a:cubicBezTo>
                  <a:cubicBezTo>
                    <a:pt x="788" y="3655"/>
                    <a:pt x="1135" y="3309"/>
                    <a:pt x="1607" y="3309"/>
                  </a:cubicBezTo>
                  <a:close/>
                  <a:moveTo>
                    <a:pt x="1229" y="1"/>
                  </a:moveTo>
                  <a:cubicBezTo>
                    <a:pt x="536" y="1"/>
                    <a:pt x="1" y="536"/>
                    <a:pt x="1" y="1261"/>
                  </a:cubicBezTo>
                  <a:lnTo>
                    <a:pt x="1" y="9106"/>
                  </a:lnTo>
                  <a:lnTo>
                    <a:pt x="3309" y="9106"/>
                  </a:lnTo>
                  <a:lnTo>
                    <a:pt x="3309" y="1229"/>
                  </a:lnTo>
                  <a:cubicBezTo>
                    <a:pt x="3309" y="536"/>
                    <a:pt x="2742"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06" name="Google Shape;5206;p83"/>
          <p:cNvSpPr/>
          <p:nvPr/>
        </p:nvSpPr>
        <p:spPr>
          <a:xfrm>
            <a:off x="1333259" y="3143395"/>
            <a:ext cx="315672" cy="369974"/>
          </a:xfrm>
          <a:custGeom>
            <a:avLst/>
            <a:gdLst/>
            <a:ahLst/>
            <a:cxnLst/>
            <a:rect l="l" t="t" r="r" b="b"/>
            <a:pathLst>
              <a:path w="10807" h="12666" extrusionOk="0">
                <a:moveTo>
                  <a:pt x="5419" y="851"/>
                </a:moveTo>
                <a:cubicBezTo>
                  <a:pt x="5640" y="851"/>
                  <a:pt x="5797" y="1040"/>
                  <a:pt x="5829" y="1261"/>
                </a:cubicBezTo>
                <a:cubicBezTo>
                  <a:pt x="5829" y="1513"/>
                  <a:pt x="6049" y="1670"/>
                  <a:pt x="6270" y="1670"/>
                </a:cubicBezTo>
                <a:lnTo>
                  <a:pt x="7940" y="1670"/>
                </a:lnTo>
                <a:cubicBezTo>
                  <a:pt x="8160" y="1670"/>
                  <a:pt x="8318" y="1859"/>
                  <a:pt x="8349" y="2048"/>
                </a:cubicBezTo>
                <a:lnTo>
                  <a:pt x="8349" y="2489"/>
                </a:lnTo>
                <a:lnTo>
                  <a:pt x="2615" y="2489"/>
                </a:lnTo>
                <a:lnTo>
                  <a:pt x="2615" y="2048"/>
                </a:lnTo>
                <a:lnTo>
                  <a:pt x="2521" y="2048"/>
                </a:lnTo>
                <a:cubicBezTo>
                  <a:pt x="2521" y="1828"/>
                  <a:pt x="2741" y="1670"/>
                  <a:pt x="2962" y="1670"/>
                </a:cubicBezTo>
                <a:lnTo>
                  <a:pt x="4569" y="1670"/>
                </a:lnTo>
                <a:cubicBezTo>
                  <a:pt x="4821" y="1670"/>
                  <a:pt x="5010" y="1481"/>
                  <a:pt x="5010" y="1261"/>
                </a:cubicBezTo>
                <a:cubicBezTo>
                  <a:pt x="5010" y="1040"/>
                  <a:pt x="5199" y="882"/>
                  <a:pt x="5419" y="851"/>
                </a:cubicBezTo>
                <a:close/>
                <a:moveTo>
                  <a:pt x="8203" y="5651"/>
                </a:moveTo>
                <a:cubicBezTo>
                  <a:pt x="8417" y="5651"/>
                  <a:pt x="8629" y="5730"/>
                  <a:pt x="8790" y="5892"/>
                </a:cubicBezTo>
                <a:lnTo>
                  <a:pt x="8885" y="5955"/>
                </a:lnTo>
                <a:cubicBezTo>
                  <a:pt x="9200" y="6270"/>
                  <a:pt x="9200" y="6805"/>
                  <a:pt x="8885" y="7152"/>
                </a:cubicBezTo>
                <a:lnTo>
                  <a:pt x="5577" y="10428"/>
                </a:lnTo>
                <a:cubicBezTo>
                  <a:pt x="5419" y="10586"/>
                  <a:pt x="5199" y="10665"/>
                  <a:pt x="4978" y="10665"/>
                </a:cubicBezTo>
                <a:cubicBezTo>
                  <a:pt x="4758" y="10665"/>
                  <a:pt x="4537" y="10586"/>
                  <a:pt x="4380" y="10428"/>
                </a:cubicBezTo>
                <a:lnTo>
                  <a:pt x="2773" y="8822"/>
                </a:lnTo>
                <a:cubicBezTo>
                  <a:pt x="2458" y="8507"/>
                  <a:pt x="2458" y="7971"/>
                  <a:pt x="2773" y="7656"/>
                </a:cubicBezTo>
                <a:lnTo>
                  <a:pt x="2836" y="7561"/>
                </a:lnTo>
                <a:cubicBezTo>
                  <a:pt x="2993" y="7404"/>
                  <a:pt x="3214" y="7325"/>
                  <a:pt x="3434" y="7325"/>
                </a:cubicBezTo>
                <a:cubicBezTo>
                  <a:pt x="3655" y="7325"/>
                  <a:pt x="3876" y="7404"/>
                  <a:pt x="4033" y="7561"/>
                </a:cubicBezTo>
                <a:lnTo>
                  <a:pt x="4978" y="8507"/>
                </a:lnTo>
                <a:lnTo>
                  <a:pt x="7625" y="5860"/>
                </a:lnTo>
                <a:cubicBezTo>
                  <a:pt x="7793" y="5722"/>
                  <a:pt x="7999" y="5651"/>
                  <a:pt x="8203" y="5651"/>
                </a:cubicBezTo>
                <a:close/>
                <a:moveTo>
                  <a:pt x="5419" y="0"/>
                </a:moveTo>
                <a:cubicBezTo>
                  <a:pt x="4852" y="0"/>
                  <a:pt x="4411" y="347"/>
                  <a:pt x="4222" y="851"/>
                </a:cubicBezTo>
                <a:lnTo>
                  <a:pt x="2930" y="851"/>
                </a:lnTo>
                <a:cubicBezTo>
                  <a:pt x="2363" y="851"/>
                  <a:pt x="1954" y="1198"/>
                  <a:pt x="1733" y="1670"/>
                </a:cubicBezTo>
                <a:lnTo>
                  <a:pt x="442" y="1670"/>
                </a:lnTo>
                <a:cubicBezTo>
                  <a:pt x="221" y="1670"/>
                  <a:pt x="0" y="1859"/>
                  <a:pt x="0" y="2048"/>
                </a:cubicBezTo>
                <a:lnTo>
                  <a:pt x="0" y="12256"/>
                </a:lnTo>
                <a:cubicBezTo>
                  <a:pt x="0" y="12508"/>
                  <a:pt x="221" y="12665"/>
                  <a:pt x="442" y="12665"/>
                </a:cubicBezTo>
                <a:lnTo>
                  <a:pt x="10366" y="12665"/>
                </a:lnTo>
                <a:cubicBezTo>
                  <a:pt x="10618" y="12665"/>
                  <a:pt x="10807" y="12445"/>
                  <a:pt x="10807" y="12256"/>
                </a:cubicBezTo>
                <a:lnTo>
                  <a:pt x="10807" y="2048"/>
                </a:lnTo>
                <a:cubicBezTo>
                  <a:pt x="10807" y="1828"/>
                  <a:pt x="10618" y="1670"/>
                  <a:pt x="10366" y="1670"/>
                </a:cubicBezTo>
                <a:lnTo>
                  <a:pt x="9074" y="1670"/>
                </a:lnTo>
                <a:cubicBezTo>
                  <a:pt x="8916" y="1198"/>
                  <a:pt x="8444" y="851"/>
                  <a:pt x="7877" y="851"/>
                </a:cubicBezTo>
                <a:lnTo>
                  <a:pt x="6585" y="851"/>
                </a:lnTo>
                <a:cubicBezTo>
                  <a:pt x="6427" y="378"/>
                  <a:pt x="5955" y="0"/>
                  <a:pt x="5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07" name="Google Shape;5207;p83"/>
          <p:cNvGrpSpPr/>
          <p:nvPr/>
        </p:nvGrpSpPr>
        <p:grpSpPr>
          <a:xfrm>
            <a:off x="1305137" y="3600730"/>
            <a:ext cx="366293" cy="370441"/>
            <a:chOff x="-39647175" y="3972000"/>
            <a:chExt cx="313500" cy="317050"/>
          </a:xfrm>
        </p:grpSpPr>
        <p:sp>
          <p:nvSpPr>
            <p:cNvPr id="5208" name="Google Shape;5208;p83"/>
            <p:cNvSpPr/>
            <p:nvPr/>
          </p:nvSpPr>
          <p:spPr>
            <a:xfrm>
              <a:off x="-39647175" y="3972000"/>
              <a:ext cx="95325" cy="153975"/>
            </a:xfrm>
            <a:custGeom>
              <a:avLst/>
              <a:gdLst/>
              <a:ahLst/>
              <a:cxnLst/>
              <a:rect l="l" t="t" r="r" b="b"/>
              <a:pathLst>
                <a:path w="3813" h="6159" extrusionOk="0">
                  <a:moveTo>
                    <a:pt x="1698" y="1"/>
                  </a:moveTo>
                  <a:cubicBezTo>
                    <a:pt x="1520" y="1"/>
                    <a:pt x="1373" y="138"/>
                    <a:pt x="1293" y="299"/>
                  </a:cubicBezTo>
                  <a:lnTo>
                    <a:pt x="1" y="5119"/>
                  </a:lnTo>
                  <a:cubicBezTo>
                    <a:pt x="1" y="5308"/>
                    <a:pt x="127" y="5528"/>
                    <a:pt x="316" y="5623"/>
                  </a:cubicBezTo>
                  <a:lnTo>
                    <a:pt x="2332" y="6158"/>
                  </a:lnTo>
                  <a:cubicBezTo>
                    <a:pt x="3277" y="2630"/>
                    <a:pt x="2868" y="4111"/>
                    <a:pt x="3813" y="582"/>
                  </a:cubicBezTo>
                  <a:lnTo>
                    <a:pt x="1797" y="15"/>
                  </a:lnTo>
                  <a:cubicBezTo>
                    <a:pt x="1763" y="5"/>
                    <a:pt x="1730" y="1"/>
                    <a:pt x="16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83"/>
            <p:cNvSpPr/>
            <p:nvPr/>
          </p:nvSpPr>
          <p:spPr>
            <a:xfrm>
              <a:off x="-39588875" y="4011750"/>
              <a:ext cx="216600" cy="277300"/>
            </a:xfrm>
            <a:custGeom>
              <a:avLst/>
              <a:gdLst/>
              <a:ahLst/>
              <a:cxnLst/>
              <a:rect l="l" t="t" r="r" b="b"/>
              <a:pathLst>
                <a:path w="8664" h="11092" extrusionOk="0">
                  <a:moveTo>
                    <a:pt x="4348" y="3466"/>
                  </a:moveTo>
                  <a:cubicBezTo>
                    <a:pt x="4820" y="3466"/>
                    <a:pt x="5199" y="3844"/>
                    <a:pt x="5199" y="4316"/>
                  </a:cubicBezTo>
                  <a:cubicBezTo>
                    <a:pt x="5199" y="4789"/>
                    <a:pt x="4820" y="5136"/>
                    <a:pt x="4348" y="5136"/>
                  </a:cubicBezTo>
                  <a:cubicBezTo>
                    <a:pt x="3907" y="5136"/>
                    <a:pt x="3529" y="4789"/>
                    <a:pt x="3529" y="4316"/>
                  </a:cubicBezTo>
                  <a:cubicBezTo>
                    <a:pt x="3529" y="3875"/>
                    <a:pt x="3875" y="3466"/>
                    <a:pt x="4348" y="3466"/>
                  </a:cubicBezTo>
                  <a:close/>
                  <a:moveTo>
                    <a:pt x="5104" y="5766"/>
                  </a:moveTo>
                  <a:lnTo>
                    <a:pt x="6081" y="7624"/>
                  </a:lnTo>
                  <a:lnTo>
                    <a:pt x="2615" y="7624"/>
                  </a:lnTo>
                  <a:lnTo>
                    <a:pt x="3560" y="5766"/>
                  </a:lnTo>
                  <a:cubicBezTo>
                    <a:pt x="3812" y="5892"/>
                    <a:pt x="4096" y="5955"/>
                    <a:pt x="4348" y="5955"/>
                  </a:cubicBezTo>
                  <a:cubicBezTo>
                    <a:pt x="4631" y="5955"/>
                    <a:pt x="4883" y="5892"/>
                    <a:pt x="5104" y="5766"/>
                  </a:cubicBezTo>
                  <a:close/>
                  <a:moveTo>
                    <a:pt x="2048" y="0"/>
                  </a:moveTo>
                  <a:cubicBezTo>
                    <a:pt x="1386" y="2458"/>
                    <a:pt x="1638" y="1544"/>
                    <a:pt x="977" y="4001"/>
                  </a:cubicBezTo>
                  <a:lnTo>
                    <a:pt x="2678" y="4474"/>
                  </a:lnTo>
                  <a:cubicBezTo>
                    <a:pt x="2678" y="4726"/>
                    <a:pt x="2741" y="5010"/>
                    <a:pt x="2899" y="5199"/>
                  </a:cubicBezTo>
                  <a:lnTo>
                    <a:pt x="32" y="10523"/>
                  </a:lnTo>
                  <a:cubicBezTo>
                    <a:pt x="0" y="10680"/>
                    <a:pt x="63" y="10964"/>
                    <a:pt x="252" y="11027"/>
                  </a:cubicBezTo>
                  <a:cubicBezTo>
                    <a:pt x="328" y="11070"/>
                    <a:pt x="404" y="11091"/>
                    <a:pt x="475" y="11091"/>
                  </a:cubicBezTo>
                  <a:cubicBezTo>
                    <a:pt x="613" y="11091"/>
                    <a:pt x="737" y="11014"/>
                    <a:pt x="819" y="10869"/>
                  </a:cubicBezTo>
                  <a:lnTo>
                    <a:pt x="2143" y="8475"/>
                  </a:lnTo>
                  <a:lnTo>
                    <a:pt x="6490" y="8475"/>
                  </a:lnTo>
                  <a:lnTo>
                    <a:pt x="7845" y="10869"/>
                  </a:lnTo>
                  <a:cubicBezTo>
                    <a:pt x="7907" y="11014"/>
                    <a:pt x="8037" y="11091"/>
                    <a:pt x="8173" y="11091"/>
                  </a:cubicBezTo>
                  <a:cubicBezTo>
                    <a:pt x="8243" y="11091"/>
                    <a:pt x="8316" y="11070"/>
                    <a:pt x="8381" y="11027"/>
                  </a:cubicBezTo>
                  <a:cubicBezTo>
                    <a:pt x="8570" y="10932"/>
                    <a:pt x="8664" y="10680"/>
                    <a:pt x="8538" y="10491"/>
                  </a:cubicBezTo>
                  <a:lnTo>
                    <a:pt x="5734" y="5262"/>
                  </a:lnTo>
                  <a:lnTo>
                    <a:pt x="6585" y="5482"/>
                  </a:lnTo>
                  <a:cubicBezTo>
                    <a:pt x="7120" y="3434"/>
                    <a:pt x="6931" y="4222"/>
                    <a:pt x="7624" y="1513"/>
                  </a:cubicBez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83"/>
            <p:cNvSpPr/>
            <p:nvPr/>
          </p:nvSpPr>
          <p:spPr>
            <a:xfrm>
              <a:off x="-39398275" y="4073975"/>
              <a:ext cx="64600" cy="71600"/>
            </a:xfrm>
            <a:custGeom>
              <a:avLst/>
              <a:gdLst/>
              <a:ahLst/>
              <a:cxnLst/>
              <a:rect l="l" t="t" r="r" b="b"/>
              <a:pathLst>
                <a:path w="2584" h="2864" extrusionOk="0">
                  <a:moveTo>
                    <a:pt x="630" y="0"/>
                  </a:moveTo>
                  <a:cubicBezTo>
                    <a:pt x="252" y="1449"/>
                    <a:pt x="410" y="945"/>
                    <a:pt x="0" y="2395"/>
                  </a:cubicBezTo>
                  <a:lnTo>
                    <a:pt x="1607" y="2836"/>
                  </a:lnTo>
                  <a:cubicBezTo>
                    <a:pt x="1658" y="2855"/>
                    <a:pt x="1707" y="2864"/>
                    <a:pt x="1753" y="2864"/>
                  </a:cubicBezTo>
                  <a:cubicBezTo>
                    <a:pt x="1932" y="2864"/>
                    <a:pt x="2067" y="2728"/>
                    <a:pt x="2143" y="2552"/>
                  </a:cubicBezTo>
                  <a:lnTo>
                    <a:pt x="2584" y="945"/>
                  </a:lnTo>
                  <a:cubicBezTo>
                    <a:pt x="2552" y="725"/>
                    <a:pt x="2458" y="473"/>
                    <a:pt x="2237" y="441"/>
                  </a:cubicBezTo>
                  <a:lnTo>
                    <a:pt x="6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1" name="Google Shape;5211;p83"/>
          <p:cNvGrpSpPr/>
          <p:nvPr/>
        </p:nvGrpSpPr>
        <p:grpSpPr>
          <a:xfrm>
            <a:off x="3474265" y="2664728"/>
            <a:ext cx="375495" cy="370879"/>
            <a:chOff x="-37808850" y="3221575"/>
            <a:chExt cx="321375" cy="317425"/>
          </a:xfrm>
        </p:grpSpPr>
        <p:sp>
          <p:nvSpPr>
            <p:cNvPr id="5212" name="Google Shape;5212;p83"/>
            <p:cNvSpPr/>
            <p:nvPr/>
          </p:nvSpPr>
          <p:spPr>
            <a:xfrm>
              <a:off x="-37808850" y="3294050"/>
              <a:ext cx="261500" cy="244950"/>
            </a:xfrm>
            <a:custGeom>
              <a:avLst/>
              <a:gdLst/>
              <a:ahLst/>
              <a:cxnLst/>
              <a:rect l="l" t="t" r="r" b="b"/>
              <a:pathLst>
                <a:path w="10460" h="9798" extrusionOk="0">
                  <a:moveTo>
                    <a:pt x="6091" y="980"/>
                  </a:moveTo>
                  <a:cubicBezTo>
                    <a:pt x="6596" y="980"/>
                    <a:pt x="7119" y="1154"/>
                    <a:pt x="7562" y="1520"/>
                  </a:cubicBezTo>
                  <a:cubicBezTo>
                    <a:pt x="7719" y="1677"/>
                    <a:pt x="7751" y="1898"/>
                    <a:pt x="7593" y="2087"/>
                  </a:cubicBezTo>
                  <a:cubicBezTo>
                    <a:pt x="7518" y="2181"/>
                    <a:pt x="7387" y="2241"/>
                    <a:pt x="7260" y="2241"/>
                  </a:cubicBezTo>
                  <a:cubicBezTo>
                    <a:pt x="7174" y="2241"/>
                    <a:pt x="7090" y="2213"/>
                    <a:pt x="7026" y="2150"/>
                  </a:cubicBezTo>
                  <a:cubicBezTo>
                    <a:pt x="6747" y="1918"/>
                    <a:pt x="6415" y="1807"/>
                    <a:pt x="6101" y="1807"/>
                  </a:cubicBezTo>
                  <a:cubicBezTo>
                    <a:pt x="5776" y="1807"/>
                    <a:pt x="5470" y="1925"/>
                    <a:pt x="5262" y="2150"/>
                  </a:cubicBezTo>
                  <a:cubicBezTo>
                    <a:pt x="5183" y="2229"/>
                    <a:pt x="5073" y="2268"/>
                    <a:pt x="4962" y="2268"/>
                  </a:cubicBezTo>
                  <a:cubicBezTo>
                    <a:pt x="4852" y="2268"/>
                    <a:pt x="4742" y="2229"/>
                    <a:pt x="4663" y="2150"/>
                  </a:cubicBezTo>
                  <a:cubicBezTo>
                    <a:pt x="4506" y="1992"/>
                    <a:pt x="4506" y="1709"/>
                    <a:pt x="4663" y="1551"/>
                  </a:cubicBezTo>
                  <a:cubicBezTo>
                    <a:pt x="5037" y="1177"/>
                    <a:pt x="5553" y="980"/>
                    <a:pt x="6091" y="980"/>
                  </a:cubicBezTo>
                  <a:close/>
                  <a:moveTo>
                    <a:pt x="3781" y="7852"/>
                  </a:moveTo>
                  <a:lnTo>
                    <a:pt x="4348" y="8451"/>
                  </a:lnTo>
                  <a:lnTo>
                    <a:pt x="4002" y="8797"/>
                  </a:lnTo>
                  <a:cubicBezTo>
                    <a:pt x="3923" y="8876"/>
                    <a:pt x="3812" y="8915"/>
                    <a:pt x="3702" y="8915"/>
                  </a:cubicBezTo>
                  <a:cubicBezTo>
                    <a:pt x="3592" y="8915"/>
                    <a:pt x="3482" y="8876"/>
                    <a:pt x="3403" y="8797"/>
                  </a:cubicBezTo>
                  <a:cubicBezTo>
                    <a:pt x="3214" y="8640"/>
                    <a:pt x="3214" y="8356"/>
                    <a:pt x="3403" y="8199"/>
                  </a:cubicBezTo>
                  <a:lnTo>
                    <a:pt x="3781" y="7852"/>
                  </a:lnTo>
                  <a:close/>
                  <a:moveTo>
                    <a:pt x="6201" y="1"/>
                  </a:moveTo>
                  <a:cubicBezTo>
                    <a:pt x="5236" y="1"/>
                    <a:pt x="4264" y="375"/>
                    <a:pt x="3529" y="1110"/>
                  </a:cubicBezTo>
                  <a:lnTo>
                    <a:pt x="2363" y="2307"/>
                  </a:lnTo>
                  <a:cubicBezTo>
                    <a:pt x="2269" y="2370"/>
                    <a:pt x="2206" y="2402"/>
                    <a:pt x="2048" y="2402"/>
                  </a:cubicBezTo>
                  <a:cubicBezTo>
                    <a:pt x="1450" y="2465"/>
                    <a:pt x="851" y="2622"/>
                    <a:pt x="378" y="3095"/>
                  </a:cubicBezTo>
                  <a:cubicBezTo>
                    <a:pt x="0" y="3441"/>
                    <a:pt x="0" y="4040"/>
                    <a:pt x="347" y="4418"/>
                  </a:cubicBezTo>
                  <a:lnTo>
                    <a:pt x="3182" y="7254"/>
                  </a:lnTo>
                  <a:lnTo>
                    <a:pt x="2773" y="7663"/>
                  </a:lnTo>
                  <a:cubicBezTo>
                    <a:pt x="2300" y="8136"/>
                    <a:pt x="2300" y="8923"/>
                    <a:pt x="2773" y="9427"/>
                  </a:cubicBezTo>
                  <a:cubicBezTo>
                    <a:pt x="3009" y="9664"/>
                    <a:pt x="3324" y="9782"/>
                    <a:pt x="3647" y="9782"/>
                  </a:cubicBezTo>
                  <a:cubicBezTo>
                    <a:pt x="3970" y="9782"/>
                    <a:pt x="4301" y="9664"/>
                    <a:pt x="4569" y="9427"/>
                  </a:cubicBezTo>
                  <a:lnTo>
                    <a:pt x="4947" y="9018"/>
                  </a:lnTo>
                  <a:lnTo>
                    <a:pt x="5419" y="9490"/>
                  </a:lnTo>
                  <a:cubicBezTo>
                    <a:pt x="5624" y="9695"/>
                    <a:pt x="5868" y="9798"/>
                    <a:pt x="6112" y="9798"/>
                  </a:cubicBezTo>
                  <a:cubicBezTo>
                    <a:pt x="6357" y="9798"/>
                    <a:pt x="6601" y="9695"/>
                    <a:pt x="6805" y="9490"/>
                  </a:cubicBezTo>
                  <a:cubicBezTo>
                    <a:pt x="7278" y="9018"/>
                    <a:pt x="7436" y="8388"/>
                    <a:pt x="7467" y="7852"/>
                  </a:cubicBezTo>
                  <a:cubicBezTo>
                    <a:pt x="7467" y="7726"/>
                    <a:pt x="7499" y="7663"/>
                    <a:pt x="7593" y="7569"/>
                  </a:cubicBezTo>
                  <a:lnTo>
                    <a:pt x="8696" y="6466"/>
                  </a:lnTo>
                  <a:cubicBezTo>
                    <a:pt x="10460" y="4702"/>
                    <a:pt x="10145" y="1740"/>
                    <a:pt x="8066" y="511"/>
                  </a:cubicBezTo>
                  <a:cubicBezTo>
                    <a:pt x="7496" y="170"/>
                    <a:pt x="6850" y="1"/>
                    <a:pt x="62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83"/>
            <p:cNvSpPr/>
            <p:nvPr/>
          </p:nvSpPr>
          <p:spPr>
            <a:xfrm>
              <a:off x="-37601700" y="3221575"/>
              <a:ext cx="114225" cy="111275"/>
            </a:xfrm>
            <a:custGeom>
              <a:avLst/>
              <a:gdLst/>
              <a:ahLst/>
              <a:cxnLst/>
              <a:rect l="l" t="t" r="r" b="b"/>
              <a:pathLst>
                <a:path w="4569" h="4451" extrusionOk="0">
                  <a:moveTo>
                    <a:pt x="3226" y="0"/>
                  </a:moveTo>
                  <a:cubicBezTo>
                    <a:pt x="2907" y="0"/>
                    <a:pt x="2584" y="118"/>
                    <a:pt x="2332" y="355"/>
                  </a:cubicBezTo>
                  <a:lnTo>
                    <a:pt x="0" y="2686"/>
                  </a:lnTo>
                  <a:cubicBezTo>
                    <a:pt x="788" y="3095"/>
                    <a:pt x="1355" y="3631"/>
                    <a:pt x="1796" y="4450"/>
                  </a:cubicBezTo>
                  <a:lnTo>
                    <a:pt x="4096" y="2119"/>
                  </a:lnTo>
                  <a:cubicBezTo>
                    <a:pt x="4568" y="1646"/>
                    <a:pt x="4568" y="859"/>
                    <a:pt x="4096" y="355"/>
                  </a:cubicBezTo>
                  <a:cubicBezTo>
                    <a:pt x="3860" y="118"/>
                    <a:pt x="3545" y="0"/>
                    <a:pt x="32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4" name="Google Shape;5214;p83"/>
          <p:cNvGrpSpPr/>
          <p:nvPr/>
        </p:nvGrpSpPr>
        <p:grpSpPr>
          <a:xfrm>
            <a:off x="3483038" y="3186759"/>
            <a:ext cx="372749" cy="241158"/>
            <a:chOff x="-37806500" y="3643030"/>
            <a:chExt cx="319025" cy="206400"/>
          </a:xfrm>
        </p:grpSpPr>
        <p:sp>
          <p:nvSpPr>
            <p:cNvPr id="5215" name="Google Shape;5215;p83"/>
            <p:cNvSpPr/>
            <p:nvPr/>
          </p:nvSpPr>
          <p:spPr>
            <a:xfrm>
              <a:off x="-37615100" y="3759700"/>
              <a:ext cx="62250" cy="62250"/>
            </a:xfrm>
            <a:custGeom>
              <a:avLst/>
              <a:gdLst/>
              <a:ahLst/>
              <a:cxnLst/>
              <a:rect l="l" t="t" r="r" b="b"/>
              <a:pathLst>
                <a:path w="2490" h="2490" extrusionOk="0">
                  <a:moveTo>
                    <a:pt x="1229" y="1"/>
                  </a:moveTo>
                  <a:cubicBezTo>
                    <a:pt x="568" y="1"/>
                    <a:pt x="1" y="568"/>
                    <a:pt x="1" y="1261"/>
                  </a:cubicBezTo>
                  <a:cubicBezTo>
                    <a:pt x="1" y="1923"/>
                    <a:pt x="568" y="2490"/>
                    <a:pt x="1229" y="2490"/>
                  </a:cubicBezTo>
                  <a:cubicBezTo>
                    <a:pt x="1891" y="2490"/>
                    <a:pt x="2426" y="1954"/>
                    <a:pt x="2490" y="1261"/>
                  </a:cubicBezTo>
                  <a:cubicBezTo>
                    <a:pt x="2490" y="599"/>
                    <a:pt x="1922" y="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83"/>
            <p:cNvSpPr/>
            <p:nvPr/>
          </p:nvSpPr>
          <p:spPr>
            <a:xfrm>
              <a:off x="-37806500" y="3643030"/>
              <a:ext cx="319025" cy="206400"/>
            </a:xfrm>
            <a:custGeom>
              <a:avLst/>
              <a:gdLst/>
              <a:ahLst/>
              <a:cxnLst/>
              <a:rect l="l" t="t" r="r" b="b"/>
              <a:pathLst>
                <a:path w="12761" h="8256" extrusionOk="0">
                  <a:moveTo>
                    <a:pt x="5357" y="1702"/>
                  </a:moveTo>
                  <a:cubicBezTo>
                    <a:pt x="5609" y="1702"/>
                    <a:pt x="5798" y="1923"/>
                    <a:pt x="5798" y="2112"/>
                  </a:cubicBezTo>
                  <a:cubicBezTo>
                    <a:pt x="5766" y="2332"/>
                    <a:pt x="5609" y="2490"/>
                    <a:pt x="5357" y="2490"/>
                  </a:cubicBezTo>
                  <a:lnTo>
                    <a:pt x="2049" y="2490"/>
                  </a:lnTo>
                  <a:cubicBezTo>
                    <a:pt x="1828" y="2490"/>
                    <a:pt x="1639" y="2301"/>
                    <a:pt x="1639" y="2112"/>
                  </a:cubicBezTo>
                  <a:cubicBezTo>
                    <a:pt x="1639" y="1860"/>
                    <a:pt x="1828" y="1702"/>
                    <a:pt x="2049" y="1702"/>
                  </a:cubicBezTo>
                  <a:close/>
                  <a:moveTo>
                    <a:pt x="5357" y="3309"/>
                  </a:moveTo>
                  <a:cubicBezTo>
                    <a:pt x="5609" y="3309"/>
                    <a:pt x="5798" y="3529"/>
                    <a:pt x="5798" y="3750"/>
                  </a:cubicBezTo>
                  <a:cubicBezTo>
                    <a:pt x="5766" y="4002"/>
                    <a:pt x="5609" y="4160"/>
                    <a:pt x="5357" y="4160"/>
                  </a:cubicBezTo>
                  <a:lnTo>
                    <a:pt x="2049" y="4160"/>
                  </a:lnTo>
                  <a:cubicBezTo>
                    <a:pt x="1828" y="4160"/>
                    <a:pt x="1639" y="3939"/>
                    <a:pt x="1639" y="3750"/>
                  </a:cubicBezTo>
                  <a:cubicBezTo>
                    <a:pt x="1639" y="3529"/>
                    <a:pt x="1828" y="3309"/>
                    <a:pt x="2049" y="3309"/>
                  </a:cubicBezTo>
                  <a:close/>
                  <a:moveTo>
                    <a:pt x="5357" y="4979"/>
                  </a:moveTo>
                  <a:cubicBezTo>
                    <a:pt x="5609" y="4979"/>
                    <a:pt x="5798" y="5168"/>
                    <a:pt x="5798" y="5388"/>
                  </a:cubicBezTo>
                  <a:cubicBezTo>
                    <a:pt x="5766" y="5640"/>
                    <a:pt x="5609" y="5798"/>
                    <a:pt x="5357" y="5798"/>
                  </a:cubicBezTo>
                  <a:lnTo>
                    <a:pt x="2049" y="5798"/>
                  </a:lnTo>
                  <a:cubicBezTo>
                    <a:pt x="1828" y="5798"/>
                    <a:pt x="1639" y="5609"/>
                    <a:pt x="1639" y="5388"/>
                  </a:cubicBezTo>
                  <a:cubicBezTo>
                    <a:pt x="1639" y="5136"/>
                    <a:pt x="1828" y="4979"/>
                    <a:pt x="2049" y="4979"/>
                  </a:cubicBezTo>
                  <a:close/>
                  <a:moveTo>
                    <a:pt x="8948" y="1671"/>
                  </a:moveTo>
                  <a:cubicBezTo>
                    <a:pt x="10082" y="1671"/>
                    <a:pt x="10996" y="2584"/>
                    <a:pt x="11028" y="3750"/>
                  </a:cubicBezTo>
                  <a:cubicBezTo>
                    <a:pt x="10996" y="4916"/>
                    <a:pt x="10082" y="5798"/>
                    <a:pt x="8948" y="5798"/>
                  </a:cubicBezTo>
                  <a:cubicBezTo>
                    <a:pt x="7814" y="5798"/>
                    <a:pt x="6900" y="4853"/>
                    <a:pt x="6869" y="3750"/>
                  </a:cubicBezTo>
                  <a:cubicBezTo>
                    <a:pt x="6869" y="2616"/>
                    <a:pt x="7814" y="1702"/>
                    <a:pt x="8948" y="1671"/>
                  </a:cubicBezTo>
                  <a:close/>
                  <a:moveTo>
                    <a:pt x="1230" y="1"/>
                  </a:moveTo>
                  <a:cubicBezTo>
                    <a:pt x="568" y="1"/>
                    <a:pt x="1" y="568"/>
                    <a:pt x="1" y="1230"/>
                  </a:cubicBezTo>
                  <a:lnTo>
                    <a:pt x="1" y="6207"/>
                  </a:lnTo>
                  <a:cubicBezTo>
                    <a:pt x="1" y="6743"/>
                    <a:pt x="379" y="7184"/>
                    <a:pt x="852" y="7373"/>
                  </a:cubicBezTo>
                  <a:lnTo>
                    <a:pt x="852" y="7846"/>
                  </a:lnTo>
                  <a:cubicBezTo>
                    <a:pt x="852" y="8098"/>
                    <a:pt x="1041" y="8255"/>
                    <a:pt x="1261" y="8255"/>
                  </a:cubicBezTo>
                  <a:lnTo>
                    <a:pt x="2931" y="8255"/>
                  </a:lnTo>
                  <a:cubicBezTo>
                    <a:pt x="3151" y="8255"/>
                    <a:pt x="3372" y="8066"/>
                    <a:pt x="3372" y="7846"/>
                  </a:cubicBezTo>
                  <a:lnTo>
                    <a:pt x="3372" y="7436"/>
                  </a:lnTo>
                  <a:lnTo>
                    <a:pt x="9421" y="7436"/>
                  </a:lnTo>
                  <a:lnTo>
                    <a:pt x="9421" y="7846"/>
                  </a:lnTo>
                  <a:cubicBezTo>
                    <a:pt x="9421" y="8098"/>
                    <a:pt x="9610" y="8255"/>
                    <a:pt x="9862" y="8255"/>
                  </a:cubicBezTo>
                  <a:lnTo>
                    <a:pt x="11500" y="8255"/>
                  </a:lnTo>
                  <a:cubicBezTo>
                    <a:pt x="11752" y="8255"/>
                    <a:pt x="11941" y="8066"/>
                    <a:pt x="11941" y="7846"/>
                  </a:cubicBezTo>
                  <a:lnTo>
                    <a:pt x="11941" y="7373"/>
                  </a:lnTo>
                  <a:cubicBezTo>
                    <a:pt x="12414" y="7215"/>
                    <a:pt x="12760" y="6743"/>
                    <a:pt x="12760" y="6207"/>
                  </a:cubicBezTo>
                  <a:lnTo>
                    <a:pt x="12760" y="1230"/>
                  </a:lnTo>
                  <a:cubicBezTo>
                    <a:pt x="12666" y="599"/>
                    <a:pt x="12099" y="1"/>
                    <a:pt x="114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7" name="Google Shape;5217;p83"/>
          <p:cNvGrpSpPr/>
          <p:nvPr/>
        </p:nvGrpSpPr>
        <p:grpSpPr>
          <a:xfrm>
            <a:off x="3485346" y="3579056"/>
            <a:ext cx="368134" cy="371814"/>
            <a:chOff x="-37804925" y="3953450"/>
            <a:chExt cx="315075" cy="318225"/>
          </a:xfrm>
        </p:grpSpPr>
        <p:sp>
          <p:nvSpPr>
            <p:cNvPr id="5218" name="Google Shape;5218;p83"/>
            <p:cNvSpPr/>
            <p:nvPr/>
          </p:nvSpPr>
          <p:spPr>
            <a:xfrm>
              <a:off x="-37614300" y="3955025"/>
              <a:ext cx="124450" cy="186200"/>
            </a:xfrm>
            <a:custGeom>
              <a:avLst/>
              <a:gdLst/>
              <a:ahLst/>
              <a:cxnLst/>
              <a:rect l="l" t="t" r="r" b="b"/>
              <a:pathLst>
                <a:path w="4978" h="7448" extrusionOk="0">
                  <a:moveTo>
                    <a:pt x="2489" y="820"/>
                  </a:moveTo>
                  <a:cubicBezTo>
                    <a:pt x="3403" y="820"/>
                    <a:pt x="4127" y="1576"/>
                    <a:pt x="4127" y="2490"/>
                  </a:cubicBezTo>
                  <a:cubicBezTo>
                    <a:pt x="4127" y="3372"/>
                    <a:pt x="3403" y="4128"/>
                    <a:pt x="2489" y="4128"/>
                  </a:cubicBezTo>
                  <a:cubicBezTo>
                    <a:pt x="1575" y="4128"/>
                    <a:pt x="819" y="3372"/>
                    <a:pt x="819" y="2490"/>
                  </a:cubicBezTo>
                  <a:cubicBezTo>
                    <a:pt x="819" y="1576"/>
                    <a:pt x="1575" y="820"/>
                    <a:pt x="2489" y="820"/>
                  </a:cubicBezTo>
                  <a:close/>
                  <a:moveTo>
                    <a:pt x="2489" y="1"/>
                  </a:moveTo>
                  <a:cubicBezTo>
                    <a:pt x="1103" y="1"/>
                    <a:pt x="0" y="1104"/>
                    <a:pt x="0" y="2490"/>
                  </a:cubicBezTo>
                  <a:cubicBezTo>
                    <a:pt x="0" y="3214"/>
                    <a:pt x="315" y="3845"/>
                    <a:pt x="819" y="4317"/>
                  </a:cubicBezTo>
                  <a:lnTo>
                    <a:pt x="819" y="7058"/>
                  </a:lnTo>
                  <a:cubicBezTo>
                    <a:pt x="819" y="7287"/>
                    <a:pt x="1012" y="7448"/>
                    <a:pt x="1225" y="7448"/>
                  </a:cubicBezTo>
                  <a:cubicBezTo>
                    <a:pt x="1334" y="7448"/>
                    <a:pt x="1448" y="7406"/>
                    <a:pt x="1544" y="7310"/>
                  </a:cubicBezTo>
                  <a:lnTo>
                    <a:pt x="2489" y="6365"/>
                  </a:lnTo>
                  <a:lnTo>
                    <a:pt x="3434" y="7310"/>
                  </a:lnTo>
                  <a:cubicBezTo>
                    <a:pt x="3530" y="7406"/>
                    <a:pt x="3640" y="7448"/>
                    <a:pt x="3744" y="7448"/>
                  </a:cubicBezTo>
                  <a:cubicBezTo>
                    <a:pt x="3948" y="7448"/>
                    <a:pt x="4127" y="7287"/>
                    <a:pt x="4127" y="7058"/>
                  </a:cubicBezTo>
                  <a:lnTo>
                    <a:pt x="4127" y="4317"/>
                  </a:lnTo>
                  <a:cubicBezTo>
                    <a:pt x="4663" y="3845"/>
                    <a:pt x="4978" y="3214"/>
                    <a:pt x="4978" y="2490"/>
                  </a:cubicBezTo>
                  <a:cubicBezTo>
                    <a:pt x="4978" y="1104"/>
                    <a:pt x="3875"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83"/>
            <p:cNvSpPr/>
            <p:nvPr/>
          </p:nvSpPr>
          <p:spPr>
            <a:xfrm>
              <a:off x="-37761600" y="4230700"/>
              <a:ext cx="270175" cy="40975"/>
            </a:xfrm>
            <a:custGeom>
              <a:avLst/>
              <a:gdLst/>
              <a:ahLst/>
              <a:cxnLst/>
              <a:rect l="l" t="t" r="r" b="b"/>
              <a:pathLst>
                <a:path w="10807" h="1639" extrusionOk="0">
                  <a:moveTo>
                    <a:pt x="1450" y="1"/>
                  </a:moveTo>
                  <a:cubicBezTo>
                    <a:pt x="1292" y="788"/>
                    <a:pt x="662" y="1387"/>
                    <a:pt x="1" y="1639"/>
                  </a:cubicBezTo>
                  <a:lnTo>
                    <a:pt x="8822" y="1639"/>
                  </a:lnTo>
                  <a:cubicBezTo>
                    <a:pt x="9799" y="1639"/>
                    <a:pt x="10649" y="946"/>
                    <a:pt x="108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83"/>
            <p:cNvSpPr/>
            <p:nvPr/>
          </p:nvSpPr>
          <p:spPr>
            <a:xfrm>
              <a:off x="-37804925" y="3953450"/>
              <a:ext cx="274125" cy="295675"/>
            </a:xfrm>
            <a:custGeom>
              <a:avLst/>
              <a:gdLst/>
              <a:ahLst/>
              <a:cxnLst/>
              <a:rect l="l" t="t" r="r" b="b"/>
              <a:pathLst>
                <a:path w="10965" h="11827" extrusionOk="0">
                  <a:moveTo>
                    <a:pt x="379" y="1"/>
                  </a:moveTo>
                  <a:cubicBezTo>
                    <a:pt x="158" y="1"/>
                    <a:pt x="1" y="221"/>
                    <a:pt x="1" y="411"/>
                  </a:cubicBezTo>
                  <a:lnTo>
                    <a:pt x="1" y="10618"/>
                  </a:lnTo>
                  <a:cubicBezTo>
                    <a:pt x="1" y="11280"/>
                    <a:pt x="537" y="11815"/>
                    <a:pt x="1198" y="11815"/>
                  </a:cubicBezTo>
                  <a:cubicBezTo>
                    <a:pt x="1247" y="11823"/>
                    <a:pt x="1295" y="11826"/>
                    <a:pt x="1342" y="11826"/>
                  </a:cubicBezTo>
                  <a:cubicBezTo>
                    <a:pt x="1912" y="11826"/>
                    <a:pt x="2395" y="11318"/>
                    <a:pt x="2395" y="10650"/>
                  </a:cubicBezTo>
                  <a:cubicBezTo>
                    <a:pt x="2395" y="10398"/>
                    <a:pt x="2584" y="10272"/>
                    <a:pt x="2836" y="10272"/>
                  </a:cubicBezTo>
                  <a:lnTo>
                    <a:pt x="10965" y="10272"/>
                  </a:lnTo>
                  <a:lnTo>
                    <a:pt x="10965" y="8255"/>
                  </a:lnTo>
                  <a:cubicBezTo>
                    <a:pt x="10807" y="8161"/>
                    <a:pt x="10650" y="8098"/>
                    <a:pt x="10492" y="7972"/>
                  </a:cubicBezTo>
                  <a:lnTo>
                    <a:pt x="10146" y="7625"/>
                  </a:lnTo>
                  <a:lnTo>
                    <a:pt x="9799" y="7972"/>
                  </a:lnTo>
                  <a:cubicBezTo>
                    <a:pt x="9547" y="8224"/>
                    <a:pt x="9232" y="8318"/>
                    <a:pt x="8917" y="8318"/>
                  </a:cubicBezTo>
                  <a:cubicBezTo>
                    <a:pt x="8255" y="8318"/>
                    <a:pt x="7720" y="7783"/>
                    <a:pt x="7720" y="7058"/>
                  </a:cubicBezTo>
                  <a:lnTo>
                    <a:pt x="7720" y="4664"/>
                  </a:lnTo>
                  <a:cubicBezTo>
                    <a:pt x="7184" y="4065"/>
                    <a:pt x="6869" y="3309"/>
                    <a:pt x="6869" y="2490"/>
                  </a:cubicBezTo>
                  <a:cubicBezTo>
                    <a:pt x="6869" y="1513"/>
                    <a:pt x="7310" y="600"/>
                    <a:pt x="80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21" name="Google Shape;5221;p83"/>
          <p:cNvSpPr/>
          <p:nvPr/>
        </p:nvSpPr>
        <p:spPr>
          <a:xfrm>
            <a:off x="2734290" y="4043800"/>
            <a:ext cx="265986" cy="369039"/>
          </a:xfrm>
          <a:custGeom>
            <a:avLst/>
            <a:gdLst/>
            <a:ahLst/>
            <a:cxnLst/>
            <a:rect l="l" t="t" r="r" b="b"/>
            <a:pathLst>
              <a:path w="9106" h="12634" extrusionOk="0">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22" name="Google Shape;5222;p83"/>
          <p:cNvGrpSpPr/>
          <p:nvPr/>
        </p:nvGrpSpPr>
        <p:grpSpPr>
          <a:xfrm>
            <a:off x="4840364" y="1328538"/>
            <a:ext cx="355663" cy="308725"/>
            <a:chOff x="-28462125" y="3199700"/>
            <a:chExt cx="298550" cy="259150"/>
          </a:xfrm>
        </p:grpSpPr>
        <p:sp>
          <p:nvSpPr>
            <p:cNvPr id="5223" name="Google Shape;5223;p83"/>
            <p:cNvSpPr/>
            <p:nvPr/>
          </p:nvSpPr>
          <p:spPr>
            <a:xfrm>
              <a:off x="-28459750" y="3284775"/>
              <a:ext cx="296175" cy="104775"/>
            </a:xfrm>
            <a:custGeom>
              <a:avLst/>
              <a:gdLst/>
              <a:ahLst/>
              <a:cxnLst/>
              <a:rect l="l" t="t" r="r" b="b"/>
              <a:pathLst>
                <a:path w="11847" h="4191" extrusionOk="0">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83"/>
            <p:cNvSpPr/>
            <p:nvPr/>
          </p:nvSpPr>
          <p:spPr>
            <a:xfrm>
              <a:off x="-28462125" y="3199700"/>
              <a:ext cx="295400" cy="125275"/>
            </a:xfrm>
            <a:custGeom>
              <a:avLst/>
              <a:gdLst/>
              <a:ahLst/>
              <a:cxnLst/>
              <a:rect l="l" t="t" r="r" b="b"/>
              <a:pathLst>
                <a:path w="11816" h="5011" extrusionOk="0">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83"/>
            <p:cNvSpPr/>
            <p:nvPr/>
          </p:nvSpPr>
          <p:spPr>
            <a:xfrm>
              <a:off x="-28405400" y="3360375"/>
              <a:ext cx="186675" cy="98475"/>
            </a:xfrm>
            <a:custGeom>
              <a:avLst/>
              <a:gdLst/>
              <a:ahLst/>
              <a:cxnLst/>
              <a:rect l="l" t="t" r="r" b="b"/>
              <a:pathLst>
                <a:path w="7467" h="3939" extrusionOk="0">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6" name="Google Shape;5226;p83"/>
          <p:cNvGrpSpPr/>
          <p:nvPr/>
        </p:nvGrpSpPr>
        <p:grpSpPr>
          <a:xfrm>
            <a:off x="4841317" y="1763228"/>
            <a:ext cx="353757" cy="352833"/>
            <a:chOff x="-28461325" y="3545475"/>
            <a:chExt cx="296950" cy="296175"/>
          </a:xfrm>
        </p:grpSpPr>
        <p:sp>
          <p:nvSpPr>
            <p:cNvPr id="5227" name="Google Shape;5227;p83"/>
            <p:cNvSpPr/>
            <p:nvPr/>
          </p:nvSpPr>
          <p:spPr>
            <a:xfrm>
              <a:off x="-28461325" y="3666775"/>
              <a:ext cx="34675" cy="52775"/>
            </a:xfrm>
            <a:custGeom>
              <a:avLst/>
              <a:gdLst/>
              <a:ahLst/>
              <a:cxnLst/>
              <a:rect l="l" t="t" r="r" b="b"/>
              <a:pathLst>
                <a:path w="1387" h="2111" extrusionOk="0">
                  <a:moveTo>
                    <a:pt x="0" y="0"/>
                  </a:moveTo>
                  <a:lnTo>
                    <a:pt x="0" y="2111"/>
                  </a:lnTo>
                  <a:lnTo>
                    <a:pt x="1386" y="2111"/>
                  </a:lnTo>
                  <a:lnTo>
                    <a:pt x="13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83"/>
            <p:cNvSpPr/>
            <p:nvPr/>
          </p:nvSpPr>
          <p:spPr>
            <a:xfrm>
              <a:off x="-28461325" y="3737650"/>
              <a:ext cx="52775" cy="17350"/>
            </a:xfrm>
            <a:custGeom>
              <a:avLst/>
              <a:gdLst/>
              <a:ahLst/>
              <a:cxnLst/>
              <a:rect l="l" t="t" r="r" b="b"/>
              <a:pathLst>
                <a:path w="2111" h="694" extrusionOk="0">
                  <a:moveTo>
                    <a:pt x="0" y="1"/>
                  </a:moveTo>
                  <a:lnTo>
                    <a:pt x="0" y="694"/>
                  </a:lnTo>
                  <a:lnTo>
                    <a:pt x="1733" y="694"/>
                  </a:lnTo>
                  <a:cubicBezTo>
                    <a:pt x="1954" y="694"/>
                    <a:pt x="2111" y="536"/>
                    <a:pt x="2111" y="347"/>
                  </a:cubicBezTo>
                  <a:cubicBezTo>
                    <a:pt x="2111" y="158"/>
                    <a:pt x="1954"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83"/>
            <p:cNvSpPr/>
            <p:nvPr/>
          </p:nvSpPr>
          <p:spPr>
            <a:xfrm>
              <a:off x="-28461325" y="3632100"/>
              <a:ext cx="52775" cy="17375"/>
            </a:xfrm>
            <a:custGeom>
              <a:avLst/>
              <a:gdLst/>
              <a:ahLst/>
              <a:cxnLst/>
              <a:rect l="l" t="t" r="r" b="b"/>
              <a:pathLst>
                <a:path w="2111" h="695" extrusionOk="0">
                  <a:moveTo>
                    <a:pt x="0" y="1"/>
                  </a:moveTo>
                  <a:lnTo>
                    <a:pt x="0" y="694"/>
                  </a:lnTo>
                  <a:lnTo>
                    <a:pt x="1733" y="694"/>
                  </a:lnTo>
                  <a:cubicBezTo>
                    <a:pt x="1954" y="694"/>
                    <a:pt x="2111" y="537"/>
                    <a:pt x="2111" y="348"/>
                  </a:cubicBezTo>
                  <a:cubicBezTo>
                    <a:pt x="2111" y="159"/>
                    <a:pt x="1954"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83"/>
            <p:cNvSpPr/>
            <p:nvPr/>
          </p:nvSpPr>
          <p:spPr>
            <a:xfrm>
              <a:off x="-28460550" y="3545475"/>
              <a:ext cx="296175" cy="296175"/>
            </a:xfrm>
            <a:custGeom>
              <a:avLst/>
              <a:gdLst/>
              <a:ahLst/>
              <a:cxnLst/>
              <a:rect l="l" t="t" r="r" b="b"/>
              <a:pathLst>
                <a:path w="11847" h="11847" extrusionOk="0">
                  <a:moveTo>
                    <a:pt x="2427" y="0"/>
                  </a:moveTo>
                  <a:cubicBezTo>
                    <a:pt x="1072" y="0"/>
                    <a:pt x="1" y="1103"/>
                    <a:pt x="1" y="2426"/>
                  </a:cubicBezTo>
                  <a:lnTo>
                    <a:pt x="1" y="2804"/>
                  </a:lnTo>
                  <a:lnTo>
                    <a:pt x="1355" y="2804"/>
                  </a:lnTo>
                  <a:lnTo>
                    <a:pt x="1355" y="2426"/>
                  </a:lnTo>
                  <a:cubicBezTo>
                    <a:pt x="1355" y="1859"/>
                    <a:pt x="1828" y="1418"/>
                    <a:pt x="2395" y="1418"/>
                  </a:cubicBezTo>
                  <a:lnTo>
                    <a:pt x="9358" y="1418"/>
                  </a:lnTo>
                  <a:cubicBezTo>
                    <a:pt x="9956" y="1418"/>
                    <a:pt x="10366" y="1891"/>
                    <a:pt x="10366" y="2426"/>
                  </a:cubicBezTo>
                  <a:lnTo>
                    <a:pt x="10366" y="9420"/>
                  </a:lnTo>
                  <a:cubicBezTo>
                    <a:pt x="10366" y="9987"/>
                    <a:pt x="9893" y="10429"/>
                    <a:pt x="9358" y="10429"/>
                  </a:cubicBezTo>
                  <a:lnTo>
                    <a:pt x="2395" y="10429"/>
                  </a:lnTo>
                  <a:cubicBezTo>
                    <a:pt x="1797" y="10429"/>
                    <a:pt x="1355" y="9956"/>
                    <a:pt x="1355" y="9420"/>
                  </a:cubicBezTo>
                  <a:lnTo>
                    <a:pt x="1355" y="9042"/>
                  </a:lnTo>
                  <a:lnTo>
                    <a:pt x="1" y="9042"/>
                  </a:lnTo>
                  <a:lnTo>
                    <a:pt x="1" y="9420"/>
                  </a:lnTo>
                  <a:cubicBezTo>
                    <a:pt x="1" y="10744"/>
                    <a:pt x="1103" y="11846"/>
                    <a:pt x="2427" y="11846"/>
                  </a:cubicBezTo>
                  <a:lnTo>
                    <a:pt x="9389" y="11846"/>
                  </a:lnTo>
                  <a:cubicBezTo>
                    <a:pt x="10744" y="11846"/>
                    <a:pt x="11847" y="10744"/>
                    <a:pt x="11847" y="9420"/>
                  </a:cubicBezTo>
                  <a:lnTo>
                    <a:pt x="11847" y="2426"/>
                  </a:lnTo>
                  <a:cubicBezTo>
                    <a:pt x="11847" y="1103"/>
                    <a:pt x="10744" y="0"/>
                    <a:pt x="93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83"/>
            <p:cNvSpPr/>
            <p:nvPr/>
          </p:nvSpPr>
          <p:spPr>
            <a:xfrm>
              <a:off x="-28347925" y="3649450"/>
              <a:ext cx="86675" cy="86650"/>
            </a:xfrm>
            <a:custGeom>
              <a:avLst/>
              <a:gdLst/>
              <a:ahLst/>
              <a:cxnLst/>
              <a:rect l="l" t="t" r="r" b="b"/>
              <a:pathLst>
                <a:path w="3467" h="3466" extrusionOk="0">
                  <a:moveTo>
                    <a:pt x="1387" y="0"/>
                  </a:moveTo>
                  <a:lnTo>
                    <a:pt x="1387" y="1040"/>
                  </a:lnTo>
                  <a:cubicBezTo>
                    <a:pt x="1387" y="1229"/>
                    <a:pt x="1230" y="1386"/>
                    <a:pt x="1041" y="1386"/>
                  </a:cubicBezTo>
                  <a:lnTo>
                    <a:pt x="1" y="1386"/>
                  </a:lnTo>
                  <a:lnTo>
                    <a:pt x="1" y="2111"/>
                  </a:lnTo>
                  <a:lnTo>
                    <a:pt x="1041" y="2111"/>
                  </a:lnTo>
                  <a:cubicBezTo>
                    <a:pt x="1230" y="2111"/>
                    <a:pt x="1387" y="2268"/>
                    <a:pt x="1387" y="2457"/>
                  </a:cubicBezTo>
                  <a:lnTo>
                    <a:pt x="1387" y="3466"/>
                  </a:lnTo>
                  <a:lnTo>
                    <a:pt x="2080" y="3466"/>
                  </a:lnTo>
                  <a:lnTo>
                    <a:pt x="2080" y="2457"/>
                  </a:lnTo>
                  <a:cubicBezTo>
                    <a:pt x="2080" y="2268"/>
                    <a:pt x="2238" y="2111"/>
                    <a:pt x="2458" y="2111"/>
                  </a:cubicBezTo>
                  <a:lnTo>
                    <a:pt x="3467" y="2111"/>
                  </a:lnTo>
                  <a:lnTo>
                    <a:pt x="3467" y="1386"/>
                  </a:lnTo>
                  <a:lnTo>
                    <a:pt x="2458" y="1386"/>
                  </a:lnTo>
                  <a:cubicBezTo>
                    <a:pt x="2238" y="1386"/>
                    <a:pt x="2080" y="1229"/>
                    <a:pt x="2080" y="1040"/>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83"/>
            <p:cNvSpPr/>
            <p:nvPr/>
          </p:nvSpPr>
          <p:spPr>
            <a:xfrm>
              <a:off x="-28408550" y="3597450"/>
              <a:ext cx="191400" cy="192200"/>
            </a:xfrm>
            <a:custGeom>
              <a:avLst/>
              <a:gdLst/>
              <a:ahLst/>
              <a:cxnLst/>
              <a:rect l="l" t="t" r="r" b="b"/>
              <a:pathLst>
                <a:path w="7656" h="7688" extrusionOk="0">
                  <a:moveTo>
                    <a:pt x="4883" y="1418"/>
                  </a:moveTo>
                  <a:cubicBezTo>
                    <a:pt x="5072" y="1418"/>
                    <a:pt x="5230" y="1576"/>
                    <a:pt x="5230" y="1765"/>
                  </a:cubicBezTo>
                  <a:lnTo>
                    <a:pt x="5230" y="2805"/>
                  </a:lnTo>
                  <a:lnTo>
                    <a:pt x="6238" y="2805"/>
                  </a:lnTo>
                  <a:cubicBezTo>
                    <a:pt x="6459" y="2805"/>
                    <a:pt x="6616" y="2962"/>
                    <a:pt x="6616" y="3151"/>
                  </a:cubicBezTo>
                  <a:lnTo>
                    <a:pt x="6616" y="4537"/>
                  </a:lnTo>
                  <a:cubicBezTo>
                    <a:pt x="6616" y="4726"/>
                    <a:pt x="6459" y="4884"/>
                    <a:pt x="6238" y="4884"/>
                  </a:cubicBezTo>
                  <a:lnTo>
                    <a:pt x="5230" y="4884"/>
                  </a:lnTo>
                  <a:lnTo>
                    <a:pt x="5230" y="5924"/>
                  </a:lnTo>
                  <a:cubicBezTo>
                    <a:pt x="5230" y="6113"/>
                    <a:pt x="5072" y="6270"/>
                    <a:pt x="4883" y="6270"/>
                  </a:cubicBezTo>
                  <a:lnTo>
                    <a:pt x="3497" y="6270"/>
                  </a:lnTo>
                  <a:cubicBezTo>
                    <a:pt x="3308" y="6270"/>
                    <a:pt x="3151" y="6113"/>
                    <a:pt x="3151" y="5924"/>
                  </a:cubicBezTo>
                  <a:lnTo>
                    <a:pt x="3151" y="4884"/>
                  </a:lnTo>
                  <a:lnTo>
                    <a:pt x="2111" y="4884"/>
                  </a:lnTo>
                  <a:cubicBezTo>
                    <a:pt x="1922" y="4884"/>
                    <a:pt x="1764" y="4726"/>
                    <a:pt x="1764" y="4537"/>
                  </a:cubicBezTo>
                  <a:lnTo>
                    <a:pt x="1764" y="3151"/>
                  </a:lnTo>
                  <a:cubicBezTo>
                    <a:pt x="1764" y="2962"/>
                    <a:pt x="1922" y="2805"/>
                    <a:pt x="2111" y="2805"/>
                  </a:cubicBezTo>
                  <a:lnTo>
                    <a:pt x="3151" y="2805"/>
                  </a:lnTo>
                  <a:lnTo>
                    <a:pt x="3151" y="1765"/>
                  </a:lnTo>
                  <a:cubicBezTo>
                    <a:pt x="3151" y="1576"/>
                    <a:pt x="3308" y="1418"/>
                    <a:pt x="3497" y="1418"/>
                  </a:cubicBezTo>
                  <a:close/>
                  <a:moveTo>
                    <a:pt x="347" y="1"/>
                  </a:moveTo>
                  <a:cubicBezTo>
                    <a:pt x="158" y="1"/>
                    <a:pt x="0" y="158"/>
                    <a:pt x="0" y="347"/>
                  </a:cubicBezTo>
                  <a:lnTo>
                    <a:pt x="0" y="757"/>
                  </a:lnTo>
                  <a:cubicBezTo>
                    <a:pt x="378" y="914"/>
                    <a:pt x="693" y="1261"/>
                    <a:pt x="693" y="1734"/>
                  </a:cubicBezTo>
                  <a:cubicBezTo>
                    <a:pt x="693" y="2175"/>
                    <a:pt x="378" y="2553"/>
                    <a:pt x="0" y="2710"/>
                  </a:cubicBezTo>
                  <a:lnTo>
                    <a:pt x="0" y="4979"/>
                  </a:lnTo>
                  <a:cubicBezTo>
                    <a:pt x="378" y="5136"/>
                    <a:pt x="693" y="5483"/>
                    <a:pt x="693" y="5955"/>
                  </a:cubicBezTo>
                  <a:cubicBezTo>
                    <a:pt x="693" y="6396"/>
                    <a:pt x="441" y="6774"/>
                    <a:pt x="0" y="6932"/>
                  </a:cubicBezTo>
                  <a:lnTo>
                    <a:pt x="0" y="7341"/>
                  </a:lnTo>
                  <a:cubicBezTo>
                    <a:pt x="0" y="7530"/>
                    <a:pt x="158" y="7688"/>
                    <a:pt x="347" y="7688"/>
                  </a:cubicBezTo>
                  <a:lnTo>
                    <a:pt x="7309" y="7688"/>
                  </a:lnTo>
                  <a:cubicBezTo>
                    <a:pt x="7498" y="7688"/>
                    <a:pt x="7656" y="7530"/>
                    <a:pt x="7656" y="7341"/>
                  </a:cubicBezTo>
                  <a:lnTo>
                    <a:pt x="7656" y="347"/>
                  </a:lnTo>
                  <a:cubicBezTo>
                    <a:pt x="7656" y="158"/>
                    <a:pt x="7498" y="1"/>
                    <a:pt x="7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3" name="Google Shape;5233;p83"/>
          <p:cNvGrpSpPr/>
          <p:nvPr/>
        </p:nvGrpSpPr>
        <p:grpSpPr>
          <a:xfrm>
            <a:off x="4837550" y="2213272"/>
            <a:ext cx="361292" cy="352803"/>
            <a:chOff x="-28463700" y="3914875"/>
            <a:chExt cx="303275" cy="296150"/>
          </a:xfrm>
        </p:grpSpPr>
        <p:sp>
          <p:nvSpPr>
            <p:cNvPr id="5234" name="Google Shape;5234;p83"/>
            <p:cNvSpPr/>
            <p:nvPr/>
          </p:nvSpPr>
          <p:spPr>
            <a:xfrm>
              <a:off x="-28333725" y="4057375"/>
              <a:ext cx="86650" cy="64650"/>
            </a:xfrm>
            <a:custGeom>
              <a:avLst/>
              <a:gdLst/>
              <a:ahLst/>
              <a:cxnLst/>
              <a:rect l="l" t="t" r="r" b="b"/>
              <a:pathLst>
                <a:path w="3466" h="2586" extrusionOk="0">
                  <a:moveTo>
                    <a:pt x="614" y="0"/>
                  </a:moveTo>
                  <a:cubicBezTo>
                    <a:pt x="287" y="0"/>
                    <a:pt x="0" y="305"/>
                    <a:pt x="0" y="696"/>
                  </a:cubicBezTo>
                  <a:cubicBezTo>
                    <a:pt x="0" y="1326"/>
                    <a:pt x="1008" y="2019"/>
                    <a:pt x="1733" y="2586"/>
                  </a:cubicBezTo>
                  <a:cubicBezTo>
                    <a:pt x="2426" y="2019"/>
                    <a:pt x="3466" y="1326"/>
                    <a:pt x="3466" y="696"/>
                  </a:cubicBezTo>
                  <a:cubicBezTo>
                    <a:pt x="3466" y="349"/>
                    <a:pt x="3214" y="3"/>
                    <a:pt x="2741" y="3"/>
                  </a:cubicBezTo>
                  <a:cubicBezTo>
                    <a:pt x="2237" y="3"/>
                    <a:pt x="2048" y="570"/>
                    <a:pt x="2048" y="570"/>
                  </a:cubicBezTo>
                  <a:cubicBezTo>
                    <a:pt x="2001" y="743"/>
                    <a:pt x="1851" y="830"/>
                    <a:pt x="1701" y="830"/>
                  </a:cubicBezTo>
                  <a:cubicBezTo>
                    <a:pt x="1552" y="830"/>
                    <a:pt x="1402" y="743"/>
                    <a:pt x="1355" y="570"/>
                  </a:cubicBezTo>
                  <a:cubicBezTo>
                    <a:pt x="1355" y="538"/>
                    <a:pt x="1166" y="3"/>
                    <a:pt x="662" y="3"/>
                  </a:cubicBezTo>
                  <a:cubicBezTo>
                    <a:pt x="646" y="1"/>
                    <a:pt x="630" y="0"/>
                    <a:pt x="6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83"/>
            <p:cNvSpPr/>
            <p:nvPr/>
          </p:nvSpPr>
          <p:spPr>
            <a:xfrm>
              <a:off x="-28463700" y="3914875"/>
              <a:ext cx="303275" cy="296150"/>
            </a:xfrm>
            <a:custGeom>
              <a:avLst/>
              <a:gdLst/>
              <a:ahLst/>
              <a:cxnLst/>
              <a:rect l="l" t="t" r="r" b="b"/>
              <a:pathLst>
                <a:path w="12131" h="11846" extrusionOk="0">
                  <a:moveTo>
                    <a:pt x="3744" y="3555"/>
                  </a:moveTo>
                  <a:cubicBezTo>
                    <a:pt x="3907" y="3555"/>
                    <a:pt x="4040" y="3674"/>
                    <a:pt x="4096" y="3844"/>
                  </a:cubicBezTo>
                  <a:cubicBezTo>
                    <a:pt x="4128" y="4033"/>
                    <a:pt x="3970" y="4190"/>
                    <a:pt x="3813" y="4253"/>
                  </a:cubicBezTo>
                  <a:cubicBezTo>
                    <a:pt x="2931" y="4379"/>
                    <a:pt x="2427" y="5451"/>
                    <a:pt x="2899" y="6333"/>
                  </a:cubicBezTo>
                  <a:cubicBezTo>
                    <a:pt x="2994" y="6490"/>
                    <a:pt x="2931" y="6711"/>
                    <a:pt x="2773" y="6805"/>
                  </a:cubicBezTo>
                  <a:cubicBezTo>
                    <a:pt x="2723" y="6825"/>
                    <a:pt x="2667" y="6836"/>
                    <a:pt x="2611" y="6836"/>
                  </a:cubicBezTo>
                  <a:cubicBezTo>
                    <a:pt x="2489" y="6836"/>
                    <a:pt x="2365" y="6787"/>
                    <a:pt x="2301" y="6679"/>
                  </a:cubicBezTo>
                  <a:cubicBezTo>
                    <a:pt x="1608" y="5419"/>
                    <a:pt x="2364" y="3812"/>
                    <a:pt x="3687" y="3560"/>
                  </a:cubicBezTo>
                  <a:cubicBezTo>
                    <a:pt x="3706" y="3557"/>
                    <a:pt x="3726" y="3555"/>
                    <a:pt x="3744" y="3555"/>
                  </a:cubicBezTo>
                  <a:close/>
                  <a:moveTo>
                    <a:pt x="7940" y="4946"/>
                  </a:moveTo>
                  <a:cubicBezTo>
                    <a:pt x="8728" y="4946"/>
                    <a:pt x="9326" y="5577"/>
                    <a:pt x="9326" y="6364"/>
                  </a:cubicBezTo>
                  <a:cubicBezTo>
                    <a:pt x="9326" y="7341"/>
                    <a:pt x="8381" y="7939"/>
                    <a:pt x="7121" y="9011"/>
                  </a:cubicBezTo>
                  <a:cubicBezTo>
                    <a:pt x="7058" y="9074"/>
                    <a:pt x="6979" y="9105"/>
                    <a:pt x="6900" y="9105"/>
                  </a:cubicBezTo>
                  <a:cubicBezTo>
                    <a:pt x="6822" y="9105"/>
                    <a:pt x="6743" y="9074"/>
                    <a:pt x="6680" y="9011"/>
                  </a:cubicBezTo>
                  <a:cubicBezTo>
                    <a:pt x="5420" y="7971"/>
                    <a:pt x="4474" y="7341"/>
                    <a:pt x="4474" y="6364"/>
                  </a:cubicBezTo>
                  <a:cubicBezTo>
                    <a:pt x="4474" y="5577"/>
                    <a:pt x="5105" y="4946"/>
                    <a:pt x="5861" y="4946"/>
                  </a:cubicBezTo>
                  <a:cubicBezTo>
                    <a:pt x="6365" y="4946"/>
                    <a:pt x="6711" y="5230"/>
                    <a:pt x="6932" y="5451"/>
                  </a:cubicBezTo>
                  <a:cubicBezTo>
                    <a:pt x="7121" y="5198"/>
                    <a:pt x="7467" y="4946"/>
                    <a:pt x="7940" y="4946"/>
                  </a:cubicBezTo>
                  <a:close/>
                  <a:moveTo>
                    <a:pt x="7404" y="0"/>
                  </a:moveTo>
                  <a:cubicBezTo>
                    <a:pt x="6459" y="0"/>
                    <a:pt x="5703" y="788"/>
                    <a:pt x="5703" y="1733"/>
                  </a:cubicBezTo>
                  <a:lnTo>
                    <a:pt x="5703" y="2899"/>
                  </a:lnTo>
                  <a:cubicBezTo>
                    <a:pt x="5136" y="2395"/>
                    <a:pt x="4443" y="2111"/>
                    <a:pt x="3687" y="2111"/>
                  </a:cubicBezTo>
                  <a:cubicBezTo>
                    <a:pt x="1450" y="2111"/>
                    <a:pt x="1" y="4505"/>
                    <a:pt x="977" y="6616"/>
                  </a:cubicBezTo>
                  <a:lnTo>
                    <a:pt x="2899" y="10649"/>
                  </a:lnTo>
                  <a:cubicBezTo>
                    <a:pt x="3246" y="11373"/>
                    <a:pt x="3939" y="11846"/>
                    <a:pt x="4727" y="11846"/>
                  </a:cubicBezTo>
                  <a:cubicBezTo>
                    <a:pt x="5231" y="11846"/>
                    <a:pt x="5703" y="11657"/>
                    <a:pt x="6050" y="11342"/>
                  </a:cubicBezTo>
                  <a:cubicBezTo>
                    <a:pt x="6396" y="11688"/>
                    <a:pt x="6869" y="11846"/>
                    <a:pt x="7404" y="11846"/>
                  </a:cubicBezTo>
                  <a:cubicBezTo>
                    <a:pt x="8192" y="11846"/>
                    <a:pt x="8885" y="11405"/>
                    <a:pt x="9200" y="10649"/>
                  </a:cubicBezTo>
                  <a:lnTo>
                    <a:pt x="11122" y="6616"/>
                  </a:lnTo>
                  <a:cubicBezTo>
                    <a:pt x="12130" y="4505"/>
                    <a:pt x="10618" y="2111"/>
                    <a:pt x="8413" y="2111"/>
                  </a:cubicBezTo>
                  <a:cubicBezTo>
                    <a:pt x="7656" y="2111"/>
                    <a:pt x="6963" y="2395"/>
                    <a:pt x="6396" y="2899"/>
                  </a:cubicBezTo>
                  <a:lnTo>
                    <a:pt x="6396" y="1733"/>
                  </a:lnTo>
                  <a:cubicBezTo>
                    <a:pt x="6396" y="1166"/>
                    <a:pt x="6837" y="693"/>
                    <a:pt x="7404" y="693"/>
                  </a:cubicBezTo>
                  <a:cubicBezTo>
                    <a:pt x="7593" y="693"/>
                    <a:pt x="7751" y="536"/>
                    <a:pt x="7751" y="347"/>
                  </a:cubicBezTo>
                  <a:cubicBezTo>
                    <a:pt x="7751" y="158"/>
                    <a:pt x="7593" y="0"/>
                    <a:pt x="74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6" name="Google Shape;5236;p83"/>
          <p:cNvGrpSpPr/>
          <p:nvPr/>
        </p:nvGrpSpPr>
        <p:grpSpPr>
          <a:xfrm>
            <a:off x="7072335" y="1369355"/>
            <a:ext cx="351880" cy="227092"/>
            <a:chOff x="-26573400" y="3224125"/>
            <a:chExt cx="295375" cy="190625"/>
          </a:xfrm>
        </p:grpSpPr>
        <p:sp>
          <p:nvSpPr>
            <p:cNvPr id="5237" name="Google Shape;5237;p83"/>
            <p:cNvSpPr/>
            <p:nvPr/>
          </p:nvSpPr>
          <p:spPr>
            <a:xfrm>
              <a:off x="-26330800" y="3327900"/>
              <a:ext cx="52775" cy="68750"/>
            </a:xfrm>
            <a:custGeom>
              <a:avLst/>
              <a:gdLst/>
              <a:ahLst/>
              <a:cxnLst/>
              <a:rect l="l" t="t" r="r" b="b"/>
              <a:pathLst>
                <a:path w="2111" h="2750" extrusionOk="0">
                  <a:moveTo>
                    <a:pt x="1067" y="0"/>
                  </a:moveTo>
                  <a:cubicBezTo>
                    <a:pt x="953" y="0"/>
                    <a:pt x="835" y="55"/>
                    <a:pt x="756" y="166"/>
                  </a:cubicBezTo>
                  <a:cubicBezTo>
                    <a:pt x="536" y="481"/>
                    <a:pt x="0" y="1300"/>
                    <a:pt x="0" y="1741"/>
                  </a:cubicBezTo>
                  <a:cubicBezTo>
                    <a:pt x="0" y="2308"/>
                    <a:pt x="473" y="2749"/>
                    <a:pt x="1040" y="2749"/>
                  </a:cubicBezTo>
                  <a:cubicBezTo>
                    <a:pt x="1638" y="2749"/>
                    <a:pt x="2048" y="2276"/>
                    <a:pt x="2048" y="1741"/>
                  </a:cubicBezTo>
                  <a:cubicBezTo>
                    <a:pt x="2111" y="1300"/>
                    <a:pt x="1575" y="481"/>
                    <a:pt x="1355" y="166"/>
                  </a:cubicBezTo>
                  <a:cubicBezTo>
                    <a:pt x="1292" y="55"/>
                    <a:pt x="1182" y="0"/>
                    <a:pt x="10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83"/>
            <p:cNvSpPr/>
            <p:nvPr/>
          </p:nvSpPr>
          <p:spPr>
            <a:xfrm>
              <a:off x="-26573400" y="3224125"/>
              <a:ext cx="293025" cy="190625"/>
            </a:xfrm>
            <a:custGeom>
              <a:avLst/>
              <a:gdLst/>
              <a:ahLst/>
              <a:cxnLst/>
              <a:rect l="l" t="t" r="r" b="b"/>
              <a:pathLst>
                <a:path w="11721" h="7625" extrusionOk="0">
                  <a:moveTo>
                    <a:pt x="10775" y="2048"/>
                  </a:moveTo>
                  <a:cubicBezTo>
                    <a:pt x="10964" y="2048"/>
                    <a:pt x="11122" y="2206"/>
                    <a:pt x="11122" y="2426"/>
                  </a:cubicBezTo>
                  <a:cubicBezTo>
                    <a:pt x="11122" y="2615"/>
                    <a:pt x="10964" y="2773"/>
                    <a:pt x="10775" y="2773"/>
                  </a:cubicBezTo>
                  <a:lnTo>
                    <a:pt x="9830" y="2773"/>
                  </a:lnTo>
                  <a:lnTo>
                    <a:pt x="9988" y="2048"/>
                  </a:lnTo>
                  <a:close/>
                  <a:moveTo>
                    <a:pt x="4474" y="2773"/>
                  </a:moveTo>
                  <a:cubicBezTo>
                    <a:pt x="4663" y="2773"/>
                    <a:pt x="4821" y="2930"/>
                    <a:pt x="4821" y="3119"/>
                  </a:cubicBezTo>
                  <a:cubicBezTo>
                    <a:pt x="4821" y="3308"/>
                    <a:pt x="4663" y="3466"/>
                    <a:pt x="4474" y="3466"/>
                  </a:cubicBezTo>
                  <a:cubicBezTo>
                    <a:pt x="4285" y="3466"/>
                    <a:pt x="4128" y="3308"/>
                    <a:pt x="4128" y="3119"/>
                  </a:cubicBezTo>
                  <a:cubicBezTo>
                    <a:pt x="4128" y="2930"/>
                    <a:pt x="4285" y="2773"/>
                    <a:pt x="4474" y="2773"/>
                  </a:cubicBezTo>
                  <a:close/>
                  <a:moveTo>
                    <a:pt x="4474" y="4159"/>
                  </a:moveTo>
                  <a:cubicBezTo>
                    <a:pt x="4663" y="4159"/>
                    <a:pt x="4821" y="4317"/>
                    <a:pt x="4821" y="4506"/>
                  </a:cubicBezTo>
                  <a:cubicBezTo>
                    <a:pt x="4821" y="4695"/>
                    <a:pt x="4663" y="4852"/>
                    <a:pt x="4474" y="4852"/>
                  </a:cubicBezTo>
                  <a:cubicBezTo>
                    <a:pt x="4285" y="4852"/>
                    <a:pt x="4128" y="4695"/>
                    <a:pt x="4128" y="4506"/>
                  </a:cubicBezTo>
                  <a:cubicBezTo>
                    <a:pt x="4128" y="4317"/>
                    <a:pt x="4285" y="4159"/>
                    <a:pt x="4474" y="4159"/>
                  </a:cubicBezTo>
                  <a:close/>
                  <a:moveTo>
                    <a:pt x="4474" y="5514"/>
                  </a:moveTo>
                  <a:cubicBezTo>
                    <a:pt x="4663" y="5514"/>
                    <a:pt x="4821" y="5671"/>
                    <a:pt x="4821" y="5892"/>
                  </a:cubicBezTo>
                  <a:cubicBezTo>
                    <a:pt x="4821" y="6081"/>
                    <a:pt x="4663" y="6238"/>
                    <a:pt x="4474" y="6238"/>
                  </a:cubicBezTo>
                  <a:cubicBezTo>
                    <a:pt x="4285" y="6238"/>
                    <a:pt x="4128" y="6081"/>
                    <a:pt x="4128" y="5892"/>
                  </a:cubicBezTo>
                  <a:cubicBezTo>
                    <a:pt x="4128" y="5671"/>
                    <a:pt x="4285" y="5514"/>
                    <a:pt x="4474" y="5514"/>
                  </a:cubicBezTo>
                  <a:close/>
                  <a:moveTo>
                    <a:pt x="3088" y="0"/>
                  </a:moveTo>
                  <a:cubicBezTo>
                    <a:pt x="1355" y="0"/>
                    <a:pt x="1" y="1418"/>
                    <a:pt x="1" y="3119"/>
                  </a:cubicBezTo>
                  <a:lnTo>
                    <a:pt x="1" y="4506"/>
                  </a:lnTo>
                  <a:cubicBezTo>
                    <a:pt x="1" y="6238"/>
                    <a:pt x="1418" y="7625"/>
                    <a:pt x="3088" y="7625"/>
                  </a:cubicBezTo>
                  <a:lnTo>
                    <a:pt x="6554" y="7625"/>
                  </a:lnTo>
                  <a:cubicBezTo>
                    <a:pt x="7152" y="7625"/>
                    <a:pt x="7593" y="7152"/>
                    <a:pt x="7593" y="6585"/>
                  </a:cubicBezTo>
                  <a:cubicBezTo>
                    <a:pt x="7593" y="6459"/>
                    <a:pt x="7562" y="6301"/>
                    <a:pt x="7499" y="6207"/>
                  </a:cubicBezTo>
                  <a:cubicBezTo>
                    <a:pt x="7940" y="6081"/>
                    <a:pt x="8255" y="5671"/>
                    <a:pt x="8255" y="5199"/>
                  </a:cubicBezTo>
                  <a:cubicBezTo>
                    <a:pt x="8255" y="5104"/>
                    <a:pt x="8223" y="4947"/>
                    <a:pt x="8192" y="4821"/>
                  </a:cubicBezTo>
                  <a:cubicBezTo>
                    <a:pt x="8633" y="4695"/>
                    <a:pt x="8948" y="4317"/>
                    <a:pt x="8948" y="3844"/>
                  </a:cubicBezTo>
                  <a:cubicBezTo>
                    <a:pt x="8948" y="3718"/>
                    <a:pt x="8885" y="3592"/>
                    <a:pt x="8854" y="3466"/>
                  </a:cubicBezTo>
                  <a:lnTo>
                    <a:pt x="10712" y="3466"/>
                  </a:lnTo>
                  <a:cubicBezTo>
                    <a:pt x="11311" y="3466"/>
                    <a:pt x="11721" y="2993"/>
                    <a:pt x="11721" y="2458"/>
                  </a:cubicBezTo>
                  <a:cubicBezTo>
                    <a:pt x="11721" y="1891"/>
                    <a:pt x="11342" y="1387"/>
                    <a:pt x="10775" y="1387"/>
                  </a:cubicBezTo>
                  <a:lnTo>
                    <a:pt x="6554" y="1387"/>
                  </a:lnTo>
                  <a:cubicBezTo>
                    <a:pt x="6806" y="1103"/>
                    <a:pt x="6932" y="757"/>
                    <a:pt x="6932" y="379"/>
                  </a:cubicBezTo>
                  <a:cubicBezTo>
                    <a:pt x="6932" y="158"/>
                    <a:pt x="6774" y="0"/>
                    <a:pt x="65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9" name="Google Shape;5239;p83"/>
          <p:cNvGrpSpPr/>
          <p:nvPr/>
        </p:nvGrpSpPr>
        <p:grpSpPr>
          <a:xfrm>
            <a:off x="7072335" y="1763690"/>
            <a:ext cx="351880" cy="351910"/>
            <a:chOff x="-26573400" y="3546250"/>
            <a:chExt cx="295375" cy="295400"/>
          </a:xfrm>
        </p:grpSpPr>
        <p:sp>
          <p:nvSpPr>
            <p:cNvPr id="5240" name="Google Shape;5240;p83"/>
            <p:cNvSpPr/>
            <p:nvPr/>
          </p:nvSpPr>
          <p:spPr>
            <a:xfrm>
              <a:off x="-26464700" y="3599225"/>
              <a:ext cx="77200" cy="38425"/>
            </a:xfrm>
            <a:custGeom>
              <a:avLst/>
              <a:gdLst/>
              <a:ahLst/>
              <a:cxnLst/>
              <a:rect l="l" t="t" r="r" b="b"/>
              <a:pathLst>
                <a:path w="3088" h="1537" extrusionOk="0">
                  <a:moveTo>
                    <a:pt x="1532" y="1"/>
                  </a:moveTo>
                  <a:cubicBezTo>
                    <a:pt x="1001" y="1"/>
                    <a:pt x="473" y="103"/>
                    <a:pt x="0" y="308"/>
                  </a:cubicBezTo>
                  <a:lnTo>
                    <a:pt x="693" y="1537"/>
                  </a:lnTo>
                  <a:cubicBezTo>
                    <a:pt x="946" y="1442"/>
                    <a:pt x="1229" y="1379"/>
                    <a:pt x="1544" y="1379"/>
                  </a:cubicBezTo>
                  <a:cubicBezTo>
                    <a:pt x="1859" y="1379"/>
                    <a:pt x="2143" y="1442"/>
                    <a:pt x="2426" y="1537"/>
                  </a:cubicBezTo>
                  <a:lnTo>
                    <a:pt x="3088" y="308"/>
                  </a:lnTo>
                  <a:cubicBezTo>
                    <a:pt x="2600" y="103"/>
                    <a:pt x="2064" y="1"/>
                    <a:pt x="1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83"/>
            <p:cNvSpPr/>
            <p:nvPr/>
          </p:nvSpPr>
          <p:spPr>
            <a:xfrm>
              <a:off x="-26434775" y="3686450"/>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83"/>
            <p:cNvSpPr/>
            <p:nvPr/>
          </p:nvSpPr>
          <p:spPr>
            <a:xfrm>
              <a:off x="-26520625" y="3703775"/>
              <a:ext cx="55950" cy="67775"/>
            </a:xfrm>
            <a:custGeom>
              <a:avLst/>
              <a:gdLst/>
              <a:ahLst/>
              <a:cxnLst/>
              <a:rect l="l" t="t" r="r" b="b"/>
              <a:pathLst>
                <a:path w="2238" h="2711" extrusionOk="0">
                  <a:moveTo>
                    <a:pt x="1387" y="1"/>
                  </a:moveTo>
                  <a:lnTo>
                    <a:pt x="1" y="32"/>
                  </a:lnTo>
                  <a:cubicBezTo>
                    <a:pt x="127" y="1104"/>
                    <a:pt x="662" y="2080"/>
                    <a:pt x="1544" y="2710"/>
                  </a:cubicBezTo>
                  <a:lnTo>
                    <a:pt x="2237" y="1545"/>
                  </a:lnTo>
                  <a:cubicBezTo>
                    <a:pt x="1765" y="1135"/>
                    <a:pt x="1450" y="600"/>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83"/>
            <p:cNvSpPr/>
            <p:nvPr/>
          </p:nvSpPr>
          <p:spPr>
            <a:xfrm>
              <a:off x="-26387525" y="3703000"/>
              <a:ext cx="55950" cy="67750"/>
            </a:xfrm>
            <a:custGeom>
              <a:avLst/>
              <a:gdLst/>
              <a:ahLst/>
              <a:cxnLst/>
              <a:rect l="l" t="t" r="r" b="b"/>
              <a:pathLst>
                <a:path w="2238" h="2710" extrusionOk="0">
                  <a:moveTo>
                    <a:pt x="851" y="0"/>
                  </a:moveTo>
                  <a:cubicBezTo>
                    <a:pt x="757" y="631"/>
                    <a:pt x="473" y="1166"/>
                    <a:pt x="1" y="1544"/>
                  </a:cubicBezTo>
                  <a:lnTo>
                    <a:pt x="694" y="2710"/>
                  </a:lnTo>
                  <a:cubicBezTo>
                    <a:pt x="1576" y="2080"/>
                    <a:pt x="2112" y="1103"/>
                    <a:pt x="2238" y="32"/>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83"/>
            <p:cNvSpPr/>
            <p:nvPr/>
          </p:nvSpPr>
          <p:spPr>
            <a:xfrm>
              <a:off x="-26573400" y="3546250"/>
              <a:ext cx="295375" cy="295400"/>
            </a:xfrm>
            <a:custGeom>
              <a:avLst/>
              <a:gdLst/>
              <a:ahLst/>
              <a:cxnLst/>
              <a:rect l="l" t="t" r="r" b="b"/>
              <a:pathLst>
                <a:path w="11815" h="11816" extrusionOk="0">
                  <a:moveTo>
                    <a:pt x="5876" y="1419"/>
                  </a:moveTo>
                  <a:cubicBezTo>
                    <a:pt x="6632" y="1419"/>
                    <a:pt x="7389" y="1608"/>
                    <a:pt x="8066" y="1986"/>
                  </a:cubicBezTo>
                  <a:cubicBezTo>
                    <a:pt x="8223" y="2049"/>
                    <a:pt x="8286" y="2301"/>
                    <a:pt x="8192" y="2458"/>
                  </a:cubicBezTo>
                  <a:lnTo>
                    <a:pt x="7152" y="4254"/>
                  </a:lnTo>
                  <a:cubicBezTo>
                    <a:pt x="7110" y="4361"/>
                    <a:pt x="6980" y="4439"/>
                    <a:pt x="6852" y="4439"/>
                  </a:cubicBezTo>
                  <a:cubicBezTo>
                    <a:pt x="6791" y="4439"/>
                    <a:pt x="6731" y="4421"/>
                    <a:pt x="6680" y="4380"/>
                  </a:cubicBezTo>
                  <a:cubicBezTo>
                    <a:pt x="6428" y="4238"/>
                    <a:pt x="6136" y="4167"/>
                    <a:pt x="5841" y="4167"/>
                  </a:cubicBezTo>
                  <a:cubicBezTo>
                    <a:pt x="5546" y="4167"/>
                    <a:pt x="5246" y="4238"/>
                    <a:pt x="4978" y="4380"/>
                  </a:cubicBezTo>
                  <a:cubicBezTo>
                    <a:pt x="4929" y="4400"/>
                    <a:pt x="4872" y="4411"/>
                    <a:pt x="4816" y="4411"/>
                  </a:cubicBezTo>
                  <a:cubicBezTo>
                    <a:pt x="4694" y="4411"/>
                    <a:pt x="4570" y="4362"/>
                    <a:pt x="4506" y="4254"/>
                  </a:cubicBezTo>
                  <a:lnTo>
                    <a:pt x="3498" y="2458"/>
                  </a:lnTo>
                  <a:cubicBezTo>
                    <a:pt x="3466" y="2301"/>
                    <a:pt x="3529" y="2080"/>
                    <a:pt x="3687" y="1986"/>
                  </a:cubicBezTo>
                  <a:cubicBezTo>
                    <a:pt x="4364" y="1608"/>
                    <a:pt x="5120" y="1419"/>
                    <a:pt x="5876" y="1419"/>
                  </a:cubicBezTo>
                  <a:close/>
                  <a:moveTo>
                    <a:pt x="5861" y="4916"/>
                  </a:moveTo>
                  <a:cubicBezTo>
                    <a:pt x="6459" y="4916"/>
                    <a:pt x="6869" y="5388"/>
                    <a:pt x="6869" y="5955"/>
                  </a:cubicBezTo>
                  <a:cubicBezTo>
                    <a:pt x="6869" y="6554"/>
                    <a:pt x="6396" y="6964"/>
                    <a:pt x="5861" y="6964"/>
                  </a:cubicBezTo>
                  <a:cubicBezTo>
                    <a:pt x="5294" y="6964"/>
                    <a:pt x="4821" y="6491"/>
                    <a:pt x="4821" y="5955"/>
                  </a:cubicBezTo>
                  <a:cubicBezTo>
                    <a:pt x="4821" y="5357"/>
                    <a:pt x="5294" y="4916"/>
                    <a:pt x="5861" y="4916"/>
                  </a:cubicBezTo>
                  <a:close/>
                  <a:moveTo>
                    <a:pt x="3813" y="5609"/>
                  </a:moveTo>
                  <a:cubicBezTo>
                    <a:pt x="4065" y="5640"/>
                    <a:pt x="4159" y="5735"/>
                    <a:pt x="4159" y="5955"/>
                  </a:cubicBezTo>
                  <a:cubicBezTo>
                    <a:pt x="4159" y="6522"/>
                    <a:pt x="4474" y="7090"/>
                    <a:pt x="5010" y="7405"/>
                  </a:cubicBezTo>
                  <a:cubicBezTo>
                    <a:pt x="5136" y="7531"/>
                    <a:pt x="5230" y="7720"/>
                    <a:pt x="5104" y="7877"/>
                  </a:cubicBezTo>
                  <a:lnTo>
                    <a:pt x="4033" y="9641"/>
                  </a:lnTo>
                  <a:cubicBezTo>
                    <a:pt x="3991" y="9748"/>
                    <a:pt x="3861" y="9826"/>
                    <a:pt x="3733" y="9826"/>
                  </a:cubicBezTo>
                  <a:cubicBezTo>
                    <a:pt x="3672" y="9826"/>
                    <a:pt x="3612" y="9808"/>
                    <a:pt x="3561" y="9767"/>
                  </a:cubicBezTo>
                  <a:cubicBezTo>
                    <a:pt x="2238" y="8948"/>
                    <a:pt x="1418" y="7531"/>
                    <a:pt x="1355" y="5987"/>
                  </a:cubicBezTo>
                  <a:cubicBezTo>
                    <a:pt x="1355" y="5798"/>
                    <a:pt x="1544" y="5640"/>
                    <a:pt x="1733" y="5640"/>
                  </a:cubicBezTo>
                  <a:lnTo>
                    <a:pt x="3813" y="5609"/>
                  </a:lnTo>
                  <a:close/>
                  <a:moveTo>
                    <a:pt x="8003" y="5640"/>
                  </a:moveTo>
                  <a:lnTo>
                    <a:pt x="10082" y="5672"/>
                  </a:lnTo>
                  <a:cubicBezTo>
                    <a:pt x="10271" y="5672"/>
                    <a:pt x="10429" y="5829"/>
                    <a:pt x="10429" y="6018"/>
                  </a:cubicBezTo>
                  <a:cubicBezTo>
                    <a:pt x="10397" y="7562"/>
                    <a:pt x="9547" y="8980"/>
                    <a:pt x="8223" y="9799"/>
                  </a:cubicBezTo>
                  <a:cubicBezTo>
                    <a:pt x="8168" y="9844"/>
                    <a:pt x="8100" y="9865"/>
                    <a:pt x="8033" y="9865"/>
                  </a:cubicBezTo>
                  <a:cubicBezTo>
                    <a:pt x="7911" y="9865"/>
                    <a:pt x="7792" y="9795"/>
                    <a:pt x="7751" y="9673"/>
                  </a:cubicBezTo>
                  <a:lnTo>
                    <a:pt x="6680" y="7909"/>
                  </a:lnTo>
                  <a:cubicBezTo>
                    <a:pt x="6554" y="7751"/>
                    <a:pt x="6648" y="7531"/>
                    <a:pt x="6806" y="7436"/>
                  </a:cubicBezTo>
                  <a:cubicBezTo>
                    <a:pt x="7310" y="7121"/>
                    <a:pt x="7625" y="6585"/>
                    <a:pt x="7625" y="5987"/>
                  </a:cubicBezTo>
                  <a:cubicBezTo>
                    <a:pt x="7625" y="5829"/>
                    <a:pt x="7751" y="5672"/>
                    <a:pt x="8003" y="5640"/>
                  </a:cubicBezTo>
                  <a:close/>
                  <a:moveTo>
                    <a:pt x="5892" y="1"/>
                  </a:moveTo>
                  <a:cubicBezTo>
                    <a:pt x="2616" y="1"/>
                    <a:pt x="1" y="2679"/>
                    <a:pt x="1" y="5924"/>
                  </a:cubicBezTo>
                  <a:cubicBezTo>
                    <a:pt x="1" y="9137"/>
                    <a:pt x="2679" y="11815"/>
                    <a:pt x="5892" y="11815"/>
                  </a:cubicBezTo>
                  <a:cubicBezTo>
                    <a:pt x="9169" y="11815"/>
                    <a:pt x="11815" y="9137"/>
                    <a:pt x="11815" y="5924"/>
                  </a:cubicBezTo>
                  <a:cubicBezTo>
                    <a:pt x="11815" y="2679"/>
                    <a:pt x="9137" y="1"/>
                    <a:pt x="5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45" name="Google Shape;5245;p83"/>
          <p:cNvGrpSpPr/>
          <p:nvPr/>
        </p:nvGrpSpPr>
        <p:grpSpPr>
          <a:xfrm>
            <a:off x="7060615" y="2213599"/>
            <a:ext cx="375319" cy="352148"/>
            <a:chOff x="-26583625" y="3917025"/>
            <a:chExt cx="315050" cy="295600"/>
          </a:xfrm>
        </p:grpSpPr>
        <p:sp>
          <p:nvSpPr>
            <p:cNvPr id="5246" name="Google Shape;5246;p83"/>
            <p:cNvSpPr/>
            <p:nvPr/>
          </p:nvSpPr>
          <p:spPr>
            <a:xfrm>
              <a:off x="-26413500" y="3918400"/>
              <a:ext cx="144925" cy="135125"/>
            </a:xfrm>
            <a:custGeom>
              <a:avLst/>
              <a:gdLst/>
              <a:ahLst/>
              <a:cxnLst/>
              <a:rect l="l" t="t" r="r" b="b"/>
              <a:pathLst>
                <a:path w="5797" h="5405" extrusionOk="0">
                  <a:moveTo>
                    <a:pt x="2317" y="1"/>
                  </a:moveTo>
                  <a:cubicBezTo>
                    <a:pt x="1515" y="1"/>
                    <a:pt x="685" y="309"/>
                    <a:pt x="0" y="993"/>
                  </a:cubicBezTo>
                  <a:lnTo>
                    <a:pt x="1008" y="1970"/>
                  </a:lnTo>
                  <a:cubicBezTo>
                    <a:pt x="1398" y="1581"/>
                    <a:pt x="1864" y="1407"/>
                    <a:pt x="2313" y="1407"/>
                  </a:cubicBezTo>
                  <a:cubicBezTo>
                    <a:pt x="2771" y="1407"/>
                    <a:pt x="3210" y="1588"/>
                    <a:pt x="3529" y="1907"/>
                  </a:cubicBezTo>
                  <a:cubicBezTo>
                    <a:pt x="3623" y="2002"/>
                    <a:pt x="3623" y="2254"/>
                    <a:pt x="3529" y="2380"/>
                  </a:cubicBezTo>
                  <a:cubicBezTo>
                    <a:pt x="3450" y="2427"/>
                    <a:pt x="3348" y="2450"/>
                    <a:pt x="3249" y="2450"/>
                  </a:cubicBezTo>
                  <a:cubicBezTo>
                    <a:pt x="3151" y="2450"/>
                    <a:pt x="3056" y="2427"/>
                    <a:pt x="2993" y="2380"/>
                  </a:cubicBezTo>
                  <a:cubicBezTo>
                    <a:pt x="2804" y="2175"/>
                    <a:pt x="2552" y="2057"/>
                    <a:pt x="2284" y="2057"/>
                  </a:cubicBezTo>
                  <a:cubicBezTo>
                    <a:pt x="2016" y="2057"/>
                    <a:pt x="1733" y="2175"/>
                    <a:pt x="1481" y="2443"/>
                  </a:cubicBezTo>
                  <a:lnTo>
                    <a:pt x="4411" y="5404"/>
                  </a:lnTo>
                  <a:cubicBezTo>
                    <a:pt x="5797" y="4018"/>
                    <a:pt x="5640" y="2065"/>
                    <a:pt x="4505" y="899"/>
                  </a:cubicBezTo>
                  <a:cubicBezTo>
                    <a:pt x="3931" y="325"/>
                    <a:pt x="3139" y="1"/>
                    <a:pt x="2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83"/>
            <p:cNvSpPr/>
            <p:nvPr/>
          </p:nvSpPr>
          <p:spPr>
            <a:xfrm>
              <a:off x="-26466275" y="4026700"/>
              <a:ext cx="78775" cy="77225"/>
            </a:xfrm>
            <a:custGeom>
              <a:avLst/>
              <a:gdLst/>
              <a:ahLst/>
              <a:cxnLst/>
              <a:rect l="l" t="t" r="r" b="b"/>
              <a:pathLst>
                <a:path w="3151" h="3089" extrusionOk="0">
                  <a:moveTo>
                    <a:pt x="1339" y="1"/>
                  </a:moveTo>
                  <a:cubicBezTo>
                    <a:pt x="1253" y="1"/>
                    <a:pt x="1166" y="32"/>
                    <a:pt x="1103" y="95"/>
                  </a:cubicBezTo>
                  <a:lnTo>
                    <a:pt x="126" y="1072"/>
                  </a:lnTo>
                  <a:cubicBezTo>
                    <a:pt x="0" y="1198"/>
                    <a:pt x="0" y="1387"/>
                    <a:pt x="126" y="1545"/>
                  </a:cubicBezTo>
                  <a:lnTo>
                    <a:pt x="1576" y="2994"/>
                  </a:lnTo>
                  <a:cubicBezTo>
                    <a:pt x="1639" y="3057"/>
                    <a:pt x="1725" y="3088"/>
                    <a:pt x="1812" y="3088"/>
                  </a:cubicBezTo>
                  <a:cubicBezTo>
                    <a:pt x="1899" y="3088"/>
                    <a:pt x="1985" y="3057"/>
                    <a:pt x="2048" y="2994"/>
                  </a:cubicBezTo>
                  <a:lnTo>
                    <a:pt x="3025" y="2017"/>
                  </a:lnTo>
                  <a:cubicBezTo>
                    <a:pt x="3151" y="1891"/>
                    <a:pt x="3151" y="1671"/>
                    <a:pt x="3025" y="1545"/>
                  </a:cubicBezTo>
                  <a:lnTo>
                    <a:pt x="1576" y="95"/>
                  </a:lnTo>
                  <a:cubicBezTo>
                    <a:pt x="1513" y="32"/>
                    <a:pt x="1426" y="1"/>
                    <a:pt x="13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83"/>
            <p:cNvSpPr/>
            <p:nvPr/>
          </p:nvSpPr>
          <p:spPr>
            <a:xfrm>
              <a:off x="-26583625" y="4077125"/>
              <a:ext cx="144925" cy="134700"/>
            </a:xfrm>
            <a:custGeom>
              <a:avLst/>
              <a:gdLst/>
              <a:ahLst/>
              <a:cxnLst/>
              <a:rect l="l" t="t" r="r" b="b"/>
              <a:pathLst>
                <a:path w="5797" h="5388" extrusionOk="0">
                  <a:moveTo>
                    <a:pt x="1355" y="0"/>
                  </a:moveTo>
                  <a:cubicBezTo>
                    <a:pt x="0" y="1386"/>
                    <a:pt x="158" y="3340"/>
                    <a:pt x="1292" y="4474"/>
                  </a:cubicBezTo>
                  <a:cubicBezTo>
                    <a:pt x="1890" y="5072"/>
                    <a:pt x="2710" y="5388"/>
                    <a:pt x="3497" y="5388"/>
                  </a:cubicBezTo>
                  <a:cubicBezTo>
                    <a:pt x="4348" y="5388"/>
                    <a:pt x="5135" y="5072"/>
                    <a:pt x="5797" y="4411"/>
                  </a:cubicBezTo>
                  <a:lnTo>
                    <a:pt x="4820" y="3434"/>
                  </a:lnTo>
                  <a:cubicBezTo>
                    <a:pt x="4431" y="3824"/>
                    <a:pt x="3964" y="3997"/>
                    <a:pt x="3516" y="3997"/>
                  </a:cubicBezTo>
                  <a:cubicBezTo>
                    <a:pt x="3058" y="3997"/>
                    <a:pt x="2619" y="3816"/>
                    <a:pt x="2300" y="3497"/>
                  </a:cubicBezTo>
                  <a:cubicBezTo>
                    <a:pt x="2174" y="3371"/>
                    <a:pt x="2174" y="3151"/>
                    <a:pt x="2300" y="3025"/>
                  </a:cubicBezTo>
                  <a:cubicBezTo>
                    <a:pt x="2347" y="2962"/>
                    <a:pt x="2434" y="2930"/>
                    <a:pt x="2524" y="2930"/>
                  </a:cubicBezTo>
                  <a:cubicBezTo>
                    <a:pt x="2615" y="2930"/>
                    <a:pt x="2710" y="2962"/>
                    <a:pt x="2773" y="3025"/>
                  </a:cubicBezTo>
                  <a:cubicBezTo>
                    <a:pt x="2962" y="3229"/>
                    <a:pt x="3214" y="3348"/>
                    <a:pt x="3481" y="3348"/>
                  </a:cubicBezTo>
                  <a:cubicBezTo>
                    <a:pt x="3749" y="3348"/>
                    <a:pt x="4033" y="3229"/>
                    <a:pt x="4285" y="2962"/>
                  </a:cubicBez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83"/>
            <p:cNvSpPr/>
            <p:nvPr/>
          </p:nvSpPr>
          <p:spPr>
            <a:xfrm>
              <a:off x="-26581275" y="3917025"/>
              <a:ext cx="311125" cy="295600"/>
            </a:xfrm>
            <a:custGeom>
              <a:avLst/>
              <a:gdLst/>
              <a:ahLst/>
              <a:cxnLst/>
              <a:rect l="l" t="t" r="r" b="b"/>
              <a:pathLst>
                <a:path w="12445" h="11824" extrusionOk="0">
                  <a:moveTo>
                    <a:pt x="3419" y="1356"/>
                  </a:moveTo>
                  <a:cubicBezTo>
                    <a:pt x="3506" y="1356"/>
                    <a:pt x="3592" y="1379"/>
                    <a:pt x="3655" y="1426"/>
                  </a:cubicBezTo>
                  <a:cubicBezTo>
                    <a:pt x="3781" y="1552"/>
                    <a:pt x="3781" y="1741"/>
                    <a:pt x="3655" y="1899"/>
                  </a:cubicBezTo>
                  <a:cubicBezTo>
                    <a:pt x="3592" y="1962"/>
                    <a:pt x="3506" y="1994"/>
                    <a:pt x="3419" y="1994"/>
                  </a:cubicBezTo>
                  <a:cubicBezTo>
                    <a:pt x="3332" y="1994"/>
                    <a:pt x="3246" y="1962"/>
                    <a:pt x="3183" y="1899"/>
                  </a:cubicBezTo>
                  <a:cubicBezTo>
                    <a:pt x="3057" y="1804"/>
                    <a:pt x="3057" y="1552"/>
                    <a:pt x="3183" y="1426"/>
                  </a:cubicBezTo>
                  <a:cubicBezTo>
                    <a:pt x="3246" y="1379"/>
                    <a:pt x="3332" y="1356"/>
                    <a:pt x="3419" y="1356"/>
                  </a:cubicBezTo>
                  <a:close/>
                  <a:moveTo>
                    <a:pt x="4364" y="2277"/>
                  </a:moveTo>
                  <a:cubicBezTo>
                    <a:pt x="4451" y="2277"/>
                    <a:pt x="4537" y="2309"/>
                    <a:pt x="4600" y="2372"/>
                  </a:cubicBezTo>
                  <a:cubicBezTo>
                    <a:pt x="4726" y="2498"/>
                    <a:pt x="4726" y="2718"/>
                    <a:pt x="4600" y="2844"/>
                  </a:cubicBezTo>
                  <a:cubicBezTo>
                    <a:pt x="4537" y="2907"/>
                    <a:pt x="4451" y="2939"/>
                    <a:pt x="4364" y="2939"/>
                  </a:cubicBezTo>
                  <a:cubicBezTo>
                    <a:pt x="4277" y="2939"/>
                    <a:pt x="4191" y="2907"/>
                    <a:pt x="4128" y="2844"/>
                  </a:cubicBezTo>
                  <a:cubicBezTo>
                    <a:pt x="4002" y="2750"/>
                    <a:pt x="4002" y="2529"/>
                    <a:pt x="4128" y="2372"/>
                  </a:cubicBezTo>
                  <a:cubicBezTo>
                    <a:pt x="4191" y="2309"/>
                    <a:pt x="4277" y="2277"/>
                    <a:pt x="4364" y="2277"/>
                  </a:cubicBezTo>
                  <a:close/>
                  <a:moveTo>
                    <a:pt x="3179" y="2561"/>
                  </a:moveTo>
                  <a:cubicBezTo>
                    <a:pt x="3269" y="2561"/>
                    <a:pt x="3356" y="2592"/>
                    <a:pt x="3403" y="2655"/>
                  </a:cubicBezTo>
                  <a:cubicBezTo>
                    <a:pt x="3529" y="2781"/>
                    <a:pt x="3529" y="2970"/>
                    <a:pt x="3403" y="3128"/>
                  </a:cubicBezTo>
                  <a:cubicBezTo>
                    <a:pt x="3356" y="3191"/>
                    <a:pt x="3269" y="3222"/>
                    <a:pt x="3179" y="3222"/>
                  </a:cubicBezTo>
                  <a:cubicBezTo>
                    <a:pt x="3088" y="3222"/>
                    <a:pt x="2994" y="3191"/>
                    <a:pt x="2931" y="3128"/>
                  </a:cubicBezTo>
                  <a:cubicBezTo>
                    <a:pt x="2836" y="3002"/>
                    <a:pt x="2836" y="2781"/>
                    <a:pt x="2931" y="2655"/>
                  </a:cubicBezTo>
                  <a:cubicBezTo>
                    <a:pt x="2994" y="2592"/>
                    <a:pt x="3088" y="2561"/>
                    <a:pt x="3179" y="2561"/>
                  </a:cubicBezTo>
                  <a:close/>
                  <a:moveTo>
                    <a:pt x="1970" y="2813"/>
                  </a:moveTo>
                  <a:cubicBezTo>
                    <a:pt x="2056" y="2813"/>
                    <a:pt x="2143" y="2844"/>
                    <a:pt x="2206" y="2907"/>
                  </a:cubicBezTo>
                  <a:cubicBezTo>
                    <a:pt x="2300" y="3002"/>
                    <a:pt x="2300" y="3254"/>
                    <a:pt x="2206" y="3380"/>
                  </a:cubicBezTo>
                  <a:cubicBezTo>
                    <a:pt x="2143" y="3427"/>
                    <a:pt x="2048" y="3451"/>
                    <a:pt x="1958" y="3451"/>
                  </a:cubicBezTo>
                  <a:cubicBezTo>
                    <a:pt x="1867" y="3451"/>
                    <a:pt x="1781" y="3427"/>
                    <a:pt x="1733" y="3380"/>
                  </a:cubicBezTo>
                  <a:cubicBezTo>
                    <a:pt x="1607" y="3254"/>
                    <a:pt x="1607" y="3002"/>
                    <a:pt x="1733" y="2907"/>
                  </a:cubicBezTo>
                  <a:cubicBezTo>
                    <a:pt x="1796" y="2844"/>
                    <a:pt x="1883" y="2813"/>
                    <a:pt x="1970" y="2813"/>
                  </a:cubicBezTo>
                  <a:close/>
                  <a:moveTo>
                    <a:pt x="2946" y="3789"/>
                  </a:moveTo>
                  <a:cubicBezTo>
                    <a:pt x="3033" y="3789"/>
                    <a:pt x="3120" y="3821"/>
                    <a:pt x="3183" y="3884"/>
                  </a:cubicBezTo>
                  <a:cubicBezTo>
                    <a:pt x="3309" y="4010"/>
                    <a:pt x="3309" y="4199"/>
                    <a:pt x="3183" y="4356"/>
                  </a:cubicBezTo>
                  <a:cubicBezTo>
                    <a:pt x="3120" y="4419"/>
                    <a:pt x="3033" y="4451"/>
                    <a:pt x="2946" y="4451"/>
                  </a:cubicBezTo>
                  <a:cubicBezTo>
                    <a:pt x="2860" y="4451"/>
                    <a:pt x="2773" y="4419"/>
                    <a:pt x="2710" y="4356"/>
                  </a:cubicBezTo>
                  <a:cubicBezTo>
                    <a:pt x="2584" y="4230"/>
                    <a:pt x="2584" y="4010"/>
                    <a:pt x="2710" y="3884"/>
                  </a:cubicBezTo>
                  <a:cubicBezTo>
                    <a:pt x="2773" y="3821"/>
                    <a:pt x="2860" y="3789"/>
                    <a:pt x="2946" y="3789"/>
                  </a:cubicBezTo>
                  <a:close/>
                  <a:moveTo>
                    <a:pt x="9480" y="7381"/>
                  </a:moveTo>
                  <a:cubicBezTo>
                    <a:pt x="9570" y="7381"/>
                    <a:pt x="9657" y="7412"/>
                    <a:pt x="9704" y="7475"/>
                  </a:cubicBezTo>
                  <a:cubicBezTo>
                    <a:pt x="9830" y="7570"/>
                    <a:pt x="9830" y="7822"/>
                    <a:pt x="9704" y="7948"/>
                  </a:cubicBezTo>
                  <a:cubicBezTo>
                    <a:pt x="9657" y="7995"/>
                    <a:pt x="9570" y="8019"/>
                    <a:pt x="9480" y="8019"/>
                  </a:cubicBezTo>
                  <a:cubicBezTo>
                    <a:pt x="9389" y="8019"/>
                    <a:pt x="9295" y="7995"/>
                    <a:pt x="9232" y="7948"/>
                  </a:cubicBezTo>
                  <a:cubicBezTo>
                    <a:pt x="9074" y="7822"/>
                    <a:pt x="9074" y="7633"/>
                    <a:pt x="9232" y="7475"/>
                  </a:cubicBezTo>
                  <a:cubicBezTo>
                    <a:pt x="9295" y="7412"/>
                    <a:pt x="9389" y="7381"/>
                    <a:pt x="9480" y="7381"/>
                  </a:cubicBezTo>
                  <a:close/>
                  <a:moveTo>
                    <a:pt x="5955" y="3640"/>
                  </a:moveTo>
                  <a:cubicBezTo>
                    <a:pt x="6223" y="3640"/>
                    <a:pt x="6491" y="3742"/>
                    <a:pt x="6680" y="3947"/>
                  </a:cubicBezTo>
                  <a:lnTo>
                    <a:pt x="8129" y="5396"/>
                  </a:lnTo>
                  <a:cubicBezTo>
                    <a:pt x="8538" y="5806"/>
                    <a:pt x="8538" y="6467"/>
                    <a:pt x="8129" y="6877"/>
                  </a:cubicBezTo>
                  <a:lnTo>
                    <a:pt x="7152" y="7853"/>
                  </a:lnTo>
                  <a:cubicBezTo>
                    <a:pt x="6963" y="8058"/>
                    <a:pt x="6695" y="8161"/>
                    <a:pt x="6428" y="8161"/>
                  </a:cubicBezTo>
                  <a:cubicBezTo>
                    <a:pt x="6160" y="8161"/>
                    <a:pt x="5892" y="8058"/>
                    <a:pt x="5703" y="7853"/>
                  </a:cubicBezTo>
                  <a:lnTo>
                    <a:pt x="4254" y="6404"/>
                  </a:lnTo>
                  <a:cubicBezTo>
                    <a:pt x="3844" y="5995"/>
                    <a:pt x="3844" y="5333"/>
                    <a:pt x="4254" y="4955"/>
                  </a:cubicBezTo>
                  <a:lnTo>
                    <a:pt x="5230" y="3947"/>
                  </a:lnTo>
                  <a:cubicBezTo>
                    <a:pt x="5419" y="3742"/>
                    <a:pt x="5687" y="3640"/>
                    <a:pt x="5955" y="3640"/>
                  </a:cubicBezTo>
                  <a:close/>
                  <a:moveTo>
                    <a:pt x="10464" y="8357"/>
                  </a:moveTo>
                  <a:cubicBezTo>
                    <a:pt x="10555" y="8357"/>
                    <a:pt x="10649" y="8389"/>
                    <a:pt x="10712" y="8452"/>
                  </a:cubicBezTo>
                  <a:cubicBezTo>
                    <a:pt x="10807" y="8578"/>
                    <a:pt x="10807" y="8799"/>
                    <a:pt x="10712" y="8925"/>
                  </a:cubicBezTo>
                  <a:cubicBezTo>
                    <a:pt x="10649" y="8988"/>
                    <a:pt x="10555" y="9019"/>
                    <a:pt x="10464" y="9019"/>
                  </a:cubicBezTo>
                  <a:cubicBezTo>
                    <a:pt x="10374" y="9019"/>
                    <a:pt x="10287" y="8988"/>
                    <a:pt x="10240" y="8925"/>
                  </a:cubicBezTo>
                  <a:cubicBezTo>
                    <a:pt x="10082" y="8799"/>
                    <a:pt x="10082" y="8610"/>
                    <a:pt x="10240" y="8452"/>
                  </a:cubicBezTo>
                  <a:cubicBezTo>
                    <a:pt x="10287" y="8389"/>
                    <a:pt x="10374" y="8357"/>
                    <a:pt x="10464" y="8357"/>
                  </a:cubicBezTo>
                  <a:close/>
                  <a:moveTo>
                    <a:pt x="9247" y="8602"/>
                  </a:moveTo>
                  <a:cubicBezTo>
                    <a:pt x="9334" y="8602"/>
                    <a:pt x="9421" y="8625"/>
                    <a:pt x="9484" y="8673"/>
                  </a:cubicBezTo>
                  <a:cubicBezTo>
                    <a:pt x="9610" y="8799"/>
                    <a:pt x="9610" y="9051"/>
                    <a:pt x="9484" y="9145"/>
                  </a:cubicBezTo>
                  <a:cubicBezTo>
                    <a:pt x="9421" y="9208"/>
                    <a:pt x="9334" y="9240"/>
                    <a:pt x="9247" y="9240"/>
                  </a:cubicBezTo>
                  <a:cubicBezTo>
                    <a:pt x="9161" y="9240"/>
                    <a:pt x="9074" y="9208"/>
                    <a:pt x="9011" y="9145"/>
                  </a:cubicBezTo>
                  <a:cubicBezTo>
                    <a:pt x="8854" y="9051"/>
                    <a:pt x="8854" y="8830"/>
                    <a:pt x="9011" y="8673"/>
                  </a:cubicBezTo>
                  <a:cubicBezTo>
                    <a:pt x="9074" y="8625"/>
                    <a:pt x="9161" y="8602"/>
                    <a:pt x="9247" y="8602"/>
                  </a:cubicBezTo>
                  <a:close/>
                  <a:moveTo>
                    <a:pt x="8030" y="8862"/>
                  </a:moveTo>
                  <a:cubicBezTo>
                    <a:pt x="8121" y="8862"/>
                    <a:pt x="8208" y="8893"/>
                    <a:pt x="8255" y="8956"/>
                  </a:cubicBezTo>
                  <a:cubicBezTo>
                    <a:pt x="8381" y="9082"/>
                    <a:pt x="8381" y="9303"/>
                    <a:pt x="8255" y="9429"/>
                  </a:cubicBezTo>
                  <a:cubicBezTo>
                    <a:pt x="8192" y="9492"/>
                    <a:pt x="8105" y="9523"/>
                    <a:pt x="8019" y="9523"/>
                  </a:cubicBezTo>
                  <a:cubicBezTo>
                    <a:pt x="7932" y="9523"/>
                    <a:pt x="7845" y="9492"/>
                    <a:pt x="7782" y="9429"/>
                  </a:cubicBezTo>
                  <a:cubicBezTo>
                    <a:pt x="7656" y="9303"/>
                    <a:pt x="7656" y="9082"/>
                    <a:pt x="7782" y="8956"/>
                  </a:cubicBezTo>
                  <a:cubicBezTo>
                    <a:pt x="7845" y="8893"/>
                    <a:pt x="7940" y="8862"/>
                    <a:pt x="8030" y="8862"/>
                  </a:cubicBezTo>
                  <a:close/>
                  <a:moveTo>
                    <a:pt x="8964" y="9862"/>
                  </a:moveTo>
                  <a:cubicBezTo>
                    <a:pt x="9050" y="9862"/>
                    <a:pt x="9137" y="9885"/>
                    <a:pt x="9200" y="9933"/>
                  </a:cubicBezTo>
                  <a:cubicBezTo>
                    <a:pt x="9326" y="10059"/>
                    <a:pt x="9326" y="10279"/>
                    <a:pt x="9200" y="10405"/>
                  </a:cubicBezTo>
                  <a:cubicBezTo>
                    <a:pt x="9137" y="10468"/>
                    <a:pt x="9050" y="10500"/>
                    <a:pt x="8964" y="10500"/>
                  </a:cubicBezTo>
                  <a:cubicBezTo>
                    <a:pt x="8877" y="10500"/>
                    <a:pt x="8791" y="10468"/>
                    <a:pt x="8727" y="10405"/>
                  </a:cubicBezTo>
                  <a:cubicBezTo>
                    <a:pt x="8601" y="10311"/>
                    <a:pt x="8601" y="10059"/>
                    <a:pt x="8727" y="9933"/>
                  </a:cubicBezTo>
                  <a:cubicBezTo>
                    <a:pt x="8791" y="9885"/>
                    <a:pt x="8877" y="9862"/>
                    <a:pt x="8964" y="9862"/>
                  </a:cubicBezTo>
                  <a:close/>
                  <a:moveTo>
                    <a:pt x="3415" y="1"/>
                  </a:moveTo>
                  <a:cubicBezTo>
                    <a:pt x="2616" y="1"/>
                    <a:pt x="1812" y="308"/>
                    <a:pt x="1198" y="922"/>
                  </a:cubicBezTo>
                  <a:cubicBezTo>
                    <a:pt x="1" y="2151"/>
                    <a:pt x="1" y="4104"/>
                    <a:pt x="1198" y="5333"/>
                  </a:cubicBezTo>
                  <a:lnTo>
                    <a:pt x="6806" y="10941"/>
                  </a:lnTo>
                  <a:cubicBezTo>
                    <a:pt x="7404" y="11508"/>
                    <a:pt x="8223" y="11823"/>
                    <a:pt x="9011" y="11823"/>
                  </a:cubicBezTo>
                  <a:cubicBezTo>
                    <a:pt x="9799" y="11823"/>
                    <a:pt x="10618" y="11508"/>
                    <a:pt x="11216" y="10941"/>
                  </a:cubicBezTo>
                  <a:cubicBezTo>
                    <a:pt x="12445" y="9712"/>
                    <a:pt x="12445" y="7727"/>
                    <a:pt x="11216" y="6530"/>
                  </a:cubicBezTo>
                  <a:lnTo>
                    <a:pt x="5609" y="922"/>
                  </a:lnTo>
                  <a:cubicBezTo>
                    <a:pt x="5010" y="308"/>
                    <a:pt x="4214" y="1"/>
                    <a:pt x="34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50" name="Google Shape;5250;p83"/>
          <p:cNvSpPr/>
          <p:nvPr/>
        </p:nvSpPr>
        <p:spPr>
          <a:xfrm>
            <a:off x="5727703" y="2694114"/>
            <a:ext cx="352833" cy="351880"/>
          </a:xfrm>
          <a:custGeom>
            <a:avLst/>
            <a:gdLst/>
            <a:ahLst/>
            <a:cxnLst/>
            <a:rect l="l" t="t" r="r" b="b"/>
            <a:pathLst>
              <a:path w="11847" h="11815" extrusionOk="0">
                <a:moveTo>
                  <a:pt x="4915" y="662"/>
                </a:moveTo>
                <a:cubicBezTo>
                  <a:pt x="5671" y="662"/>
                  <a:pt x="6301" y="1292"/>
                  <a:pt x="6301" y="2048"/>
                </a:cubicBezTo>
                <a:cubicBezTo>
                  <a:pt x="6301" y="2520"/>
                  <a:pt x="6081" y="2961"/>
                  <a:pt x="5577" y="3245"/>
                </a:cubicBezTo>
                <a:cubicBezTo>
                  <a:pt x="5577" y="2489"/>
                  <a:pt x="5104" y="2079"/>
                  <a:pt x="4568" y="2079"/>
                </a:cubicBezTo>
                <a:lnTo>
                  <a:pt x="1418" y="2079"/>
                </a:lnTo>
                <a:cubicBezTo>
                  <a:pt x="1008" y="2079"/>
                  <a:pt x="693" y="1764"/>
                  <a:pt x="693" y="1386"/>
                </a:cubicBezTo>
                <a:cubicBezTo>
                  <a:pt x="693" y="977"/>
                  <a:pt x="1008" y="662"/>
                  <a:pt x="1418" y="662"/>
                </a:cubicBezTo>
                <a:close/>
                <a:moveTo>
                  <a:pt x="3198" y="4915"/>
                </a:moveTo>
                <a:cubicBezTo>
                  <a:pt x="3285" y="4915"/>
                  <a:pt x="3371" y="4946"/>
                  <a:pt x="3434" y="5009"/>
                </a:cubicBezTo>
                <a:cubicBezTo>
                  <a:pt x="3529" y="5135"/>
                  <a:pt x="3529" y="5324"/>
                  <a:pt x="3434" y="5482"/>
                </a:cubicBezTo>
                <a:cubicBezTo>
                  <a:pt x="3371" y="5545"/>
                  <a:pt x="3277" y="5576"/>
                  <a:pt x="3186" y="5576"/>
                </a:cubicBezTo>
                <a:cubicBezTo>
                  <a:pt x="3096" y="5576"/>
                  <a:pt x="3009" y="5545"/>
                  <a:pt x="2962" y="5482"/>
                </a:cubicBezTo>
                <a:cubicBezTo>
                  <a:pt x="2836" y="5356"/>
                  <a:pt x="2836" y="5135"/>
                  <a:pt x="2962" y="5009"/>
                </a:cubicBezTo>
                <a:cubicBezTo>
                  <a:pt x="3025" y="4946"/>
                  <a:pt x="3111" y="4915"/>
                  <a:pt x="3198" y="4915"/>
                </a:cubicBezTo>
                <a:close/>
                <a:moveTo>
                  <a:pt x="1386" y="0"/>
                </a:moveTo>
                <a:cubicBezTo>
                  <a:pt x="630" y="0"/>
                  <a:pt x="0" y="630"/>
                  <a:pt x="0" y="1386"/>
                </a:cubicBezTo>
                <a:lnTo>
                  <a:pt x="0" y="5230"/>
                </a:lnTo>
                <a:cubicBezTo>
                  <a:pt x="0" y="5797"/>
                  <a:pt x="284" y="6301"/>
                  <a:pt x="693" y="6616"/>
                </a:cubicBezTo>
                <a:lnTo>
                  <a:pt x="693" y="4474"/>
                </a:lnTo>
                <a:cubicBezTo>
                  <a:pt x="693" y="3529"/>
                  <a:pt x="1481" y="2741"/>
                  <a:pt x="2426" y="2741"/>
                </a:cubicBezTo>
                <a:lnTo>
                  <a:pt x="4568" y="2741"/>
                </a:lnTo>
                <a:cubicBezTo>
                  <a:pt x="4758" y="2741"/>
                  <a:pt x="4915" y="2898"/>
                  <a:pt x="4915" y="3119"/>
                </a:cubicBezTo>
                <a:lnTo>
                  <a:pt x="4915" y="3466"/>
                </a:lnTo>
                <a:lnTo>
                  <a:pt x="2426" y="3466"/>
                </a:lnTo>
                <a:cubicBezTo>
                  <a:pt x="1859" y="3466"/>
                  <a:pt x="1418" y="3938"/>
                  <a:pt x="1418" y="4474"/>
                </a:cubicBezTo>
                <a:lnTo>
                  <a:pt x="1418" y="7309"/>
                </a:lnTo>
                <a:cubicBezTo>
                  <a:pt x="1418" y="7908"/>
                  <a:pt x="1922" y="8349"/>
                  <a:pt x="2521" y="8349"/>
                </a:cubicBezTo>
                <a:lnTo>
                  <a:pt x="3592" y="8349"/>
                </a:lnTo>
                <a:cubicBezTo>
                  <a:pt x="3655" y="10271"/>
                  <a:pt x="5293" y="11814"/>
                  <a:pt x="7215" y="11814"/>
                </a:cubicBezTo>
                <a:cubicBezTo>
                  <a:pt x="9263" y="11814"/>
                  <a:pt x="10838" y="9483"/>
                  <a:pt x="10838" y="7467"/>
                </a:cubicBezTo>
                <a:lnTo>
                  <a:pt x="10838" y="6931"/>
                </a:lnTo>
                <a:cubicBezTo>
                  <a:pt x="11405" y="6774"/>
                  <a:pt x="11846" y="6206"/>
                  <a:pt x="11846" y="5576"/>
                </a:cubicBezTo>
                <a:cubicBezTo>
                  <a:pt x="11846" y="4852"/>
                  <a:pt x="11216" y="4222"/>
                  <a:pt x="10460" y="4222"/>
                </a:cubicBezTo>
                <a:cubicBezTo>
                  <a:pt x="9735" y="4222"/>
                  <a:pt x="9105" y="4852"/>
                  <a:pt x="9105" y="5576"/>
                </a:cubicBezTo>
                <a:cubicBezTo>
                  <a:pt x="9105" y="6206"/>
                  <a:pt x="9515" y="6774"/>
                  <a:pt x="10113" y="6931"/>
                </a:cubicBezTo>
                <a:lnTo>
                  <a:pt x="10113" y="7467"/>
                </a:lnTo>
                <a:cubicBezTo>
                  <a:pt x="10113" y="9136"/>
                  <a:pt x="8727" y="11090"/>
                  <a:pt x="7152" y="11090"/>
                </a:cubicBezTo>
                <a:cubicBezTo>
                  <a:pt x="5577" y="11090"/>
                  <a:pt x="4316" y="9893"/>
                  <a:pt x="4253" y="8349"/>
                </a:cubicBezTo>
                <a:lnTo>
                  <a:pt x="4947" y="8349"/>
                </a:lnTo>
                <a:cubicBezTo>
                  <a:pt x="5143" y="9193"/>
                  <a:pt x="5842" y="9760"/>
                  <a:pt x="6640" y="9760"/>
                </a:cubicBezTo>
                <a:cubicBezTo>
                  <a:pt x="6736" y="9760"/>
                  <a:pt x="6833" y="9752"/>
                  <a:pt x="6931" y="9735"/>
                </a:cubicBezTo>
                <a:cubicBezTo>
                  <a:pt x="7750" y="9609"/>
                  <a:pt x="8381" y="8821"/>
                  <a:pt x="8381" y="7971"/>
                </a:cubicBezTo>
                <a:lnTo>
                  <a:pt x="8381" y="3182"/>
                </a:lnTo>
                <a:cubicBezTo>
                  <a:pt x="8381" y="3024"/>
                  <a:pt x="8412" y="2867"/>
                  <a:pt x="8507" y="2709"/>
                </a:cubicBezTo>
                <a:cubicBezTo>
                  <a:pt x="8727" y="3182"/>
                  <a:pt x="9231" y="3560"/>
                  <a:pt x="9767" y="3560"/>
                </a:cubicBezTo>
                <a:cubicBezTo>
                  <a:pt x="10460" y="3560"/>
                  <a:pt x="11846" y="2993"/>
                  <a:pt x="11846" y="2174"/>
                </a:cubicBezTo>
                <a:cubicBezTo>
                  <a:pt x="11846" y="1292"/>
                  <a:pt x="10460" y="788"/>
                  <a:pt x="9767" y="788"/>
                </a:cubicBezTo>
                <a:cubicBezTo>
                  <a:pt x="9137" y="788"/>
                  <a:pt x="8570" y="1229"/>
                  <a:pt x="8412" y="1827"/>
                </a:cubicBezTo>
                <a:cubicBezTo>
                  <a:pt x="7940" y="2142"/>
                  <a:pt x="7687" y="2646"/>
                  <a:pt x="7687" y="3245"/>
                </a:cubicBezTo>
                <a:lnTo>
                  <a:pt x="7687" y="8002"/>
                </a:lnTo>
                <a:cubicBezTo>
                  <a:pt x="7687" y="8538"/>
                  <a:pt x="7309" y="9010"/>
                  <a:pt x="6805" y="9105"/>
                </a:cubicBezTo>
                <a:cubicBezTo>
                  <a:pt x="6755" y="9111"/>
                  <a:pt x="6705" y="9114"/>
                  <a:pt x="6654" y="9114"/>
                </a:cubicBezTo>
                <a:cubicBezTo>
                  <a:pt x="6204" y="9114"/>
                  <a:pt x="5781" y="8859"/>
                  <a:pt x="5640" y="8349"/>
                </a:cubicBezTo>
                <a:cubicBezTo>
                  <a:pt x="6364" y="8160"/>
                  <a:pt x="6963" y="7498"/>
                  <a:pt x="6963" y="6648"/>
                </a:cubicBezTo>
                <a:lnTo>
                  <a:pt x="6963" y="2079"/>
                </a:lnTo>
                <a:cubicBezTo>
                  <a:pt x="6963" y="945"/>
                  <a:pt x="6018" y="0"/>
                  <a:pt x="48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51" name="Google Shape;5251;p83"/>
          <p:cNvGrpSpPr/>
          <p:nvPr/>
        </p:nvGrpSpPr>
        <p:grpSpPr>
          <a:xfrm>
            <a:off x="5759130" y="3172629"/>
            <a:ext cx="289039" cy="352833"/>
            <a:chOff x="-24694925" y="3518700"/>
            <a:chExt cx="242625" cy="296175"/>
          </a:xfrm>
        </p:grpSpPr>
        <p:sp>
          <p:nvSpPr>
            <p:cNvPr id="5252" name="Google Shape;5252;p83"/>
            <p:cNvSpPr/>
            <p:nvPr/>
          </p:nvSpPr>
          <p:spPr>
            <a:xfrm>
              <a:off x="-24694925" y="3572250"/>
              <a:ext cx="104000" cy="112650"/>
            </a:xfrm>
            <a:custGeom>
              <a:avLst/>
              <a:gdLst/>
              <a:ahLst/>
              <a:cxnLst/>
              <a:rect l="l" t="t" r="r" b="b"/>
              <a:pathLst>
                <a:path w="4160" h="4506" extrusionOk="0">
                  <a:moveTo>
                    <a:pt x="2080" y="1"/>
                  </a:moveTo>
                  <a:cubicBezTo>
                    <a:pt x="946" y="1"/>
                    <a:pt x="1" y="946"/>
                    <a:pt x="1" y="2080"/>
                  </a:cubicBezTo>
                  <a:lnTo>
                    <a:pt x="1" y="4506"/>
                  </a:lnTo>
                  <a:lnTo>
                    <a:pt x="4160" y="4506"/>
                  </a:lnTo>
                  <a:lnTo>
                    <a:pt x="4160" y="2080"/>
                  </a:lnTo>
                  <a:cubicBezTo>
                    <a:pt x="4160" y="946"/>
                    <a:pt x="3214"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83"/>
            <p:cNvSpPr/>
            <p:nvPr/>
          </p:nvSpPr>
          <p:spPr>
            <a:xfrm>
              <a:off x="-24556300" y="3648650"/>
              <a:ext cx="104000" cy="113450"/>
            </a:xfrm>
            <a:custGeom>
              <a:avLst/>
              <a:gdLst/>
              <a:ahLst/>
              <a:cxnLst/>
              <a:rect l="l" t="t" r="r" b="b"/>
              <a:pathLst>
                <a:path w="4160" h="4538" extrusionOk="0">
                  <a:moveTo>
                    <a:pt x="1" y="1"/>
                  </a:moveTo>
                  <a:lnTo>
                    <a:pt x="1" y="2458"/>
                  </a:lnTo>
                  <a:cubicBezTo>
                    <a:pt x="1" y="3592"/>
                    <a:pt x="946" y="4537"/>
                    <a:pt x="2080" y="4537"/>
                  </a:cubicBezTo>
                  <a:cubicBezTo>
                    <a:pt x="3246" y="4537"/>
                    <a:pt x="4160" y="3592"/>
                    <a:pt x="4160" y="2458"/>
                  </a:cubicBezTo>
                  <a:lnTo>
                    <a:pt x="41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83"/>
            <p:cNvSpPr/>
            <p:nvPr/>
          </p:nvSpPr>
          <p:spPr>
            <a:xfrm>
              <a:off x="-24694925" y="3702200"/>
              <a:ext cx="104000" cy="112675"/>
            </a:xfrm>
            <a:custGeom>
              <a:avLst/>
              <a:gdLst/>
              <a:ahLst/>
              <a:cxnLst/>
              <a:rect l="l" t="t" r="r" b="b"/>
              <a:pathLst>
                <a:path w="4160" h="4507" extrusionOk="0">
                  <a:moveTo>
                    <a:pt x="1734" y="694"/>
                  </a:moveTo>
                  <a:cubicBezTo>
                    <a:pt x="1923" y="694"/>
                    <a:pt x="2080" y="852"/>
                    <a:pt x="2080" y="1041"/>
                  </a:cubicBezTo>
                  <a:lnTo>
                    <a:pt x="2080" y="2427"/>
                  </a:lnTo>
                  <a:cubicBezTo>
                    <a:pt x="2269" y="2427"/>
                    <a:pt x="2427" y="2584"/>
                    <a:pt x="2427" y="2773"/>
                  </a:cubicBezTo>
                  <a:cubicBezTo>
                    <a:pt x="2427" y="2962"/>
                    <a:pt x="2269" y="3120"/>
                    <a:pt x="2080" y="3120"/>
                  </a:cubicBezTo>
                  <a:cubicBezTo>
                    <a:pt x="1702" y="3120"/>
                    <a:pt x="1356" y="2805"/>
                    <a:pt x="1356" y="2427"/>
                  </a:cubicBezTo>
                  <a:lnTo>
                    <a:pt x="1356" y="1041"/>
                  </a:lnTo>
                  <a:cubicBezTo>
                    <a:pt x="1356" y="852"/>
                    <a:pt x="1513" y="694"/>
                    <a:pt x="1734" y="694"/>
                  </a:cubicBezTo>
                  <a:close/>
                  <a:moveTo>
                    <a:pt x="1" y="1"/>
                  </a:moveTo>
                  <a:lnTo>
                    <a:pt x="1" y="2427"/>
                  </a:lnTo>
                  <a:cubicBezTo>
                    <a:pt x="1" y="3561"/>
                    <a:pt x="946" y="4506"/>
                    <a:pt x="2080" y="4506"/>
                  </a:cubicBezTo>
                  <a:cubicBezTo>
                    <a:pt x="3214" y="4506"/>
                    <a:pt x="4160" y="3561"/>
                    <a:pt x="4160" y="2427"/>
                  </a:cubicBezTo>
                  <a:lnTo>
                    <a:pt x="41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83"/>
            <p:cNvSpPr/>
            <p:nvPr/>
          </p:nvSpPr>
          <p:spPr>
            <a:xfrm>
              <a:off x="-24556300" y="3518700"/>
              <a:ext cx="104000" cy="113425"/>
            </a:xfrm>
            <a:custGeom>
              <a:avLst/>
              <a:gdLst/>
              <a:ahLst/>
              <a:cxnLst/>
              <a:rect l="l" t="t" r="r" b="b"/>
              <a:pathLst>
                <a:path w="4160" h="4537" extrusionOk="0">
                  <a:moveTo>
                    <a:pt x="2049" y="1387"/>
                  </a:moveTo>
                  <a:cubicBezTo>
                    <a:pt x="2427" y="1387"/>
                    <a:pt x="2742" y="1702"/>
                    <a:pt x="2742" y="2080"/>
                  </a:cubicBezTo>
                  <a:lnTo>
                    <a:pt x="2742" y="3466"/>
                  </a:lnTo>
                  <a:cubicBezTo>
                    <a:pt x="2742" y="3655"/>
                    <a:pt x="2584" y="3812"/>
                    <a:pt x="2395" y="3812"/>
                  </a:cubicBezTo>
                  <a:cubicBezTo>
                    <a:pt x="2206" y="3812"/>
                    <a:pt x="2049" y="3655"/>
                    <a:pt x="2049" y="3466"/>
                  </a:cubicBezTo>
                  <a:lnTo>
                    <a:pt x="2049" y="2080"/>
                  </a:lnTo>
                  <a:cubicBezTo>
                    <a:pt x="1860" y="2080"/>
                    <a:pt x="1702" y="1922"/>
                    <a:pt x="1702" y="1733"/>
                  </a:cubicBezTo>
                  <a:cubicBezTo>
                    <a:pt x="1702" y="1544"/>
                    <a:pt x="1860" y="1387"/>
                    <a:pt x="2049" y="1387"/>
                  </a:cubicBezTo>
                  <a:close/>
                  <a:moveTo>
                    <a:pt x="2080" y="0"/>
                  </a:moveTo>
                  <a:cubicBezTo>
                    <a:pt x="946" y="0"/>
                    <a:pt x="1" y="945"/>
                    <a:pt x="1" y="2080"/>
                  </a:cubicBezTo>
                  <a:lnTo>
                    <a:pt x="1" y="4537"/>
                  </a:lnTo>
                  <a:lnTo>
                    <a:pt x="4160" y="4537"/>
                  </a:lnTo>
                  <a:lnTo>
                    <a:pt x="4160" y="2080"/>
                  </a:lnTo>
                  <a:cubicBezTo>
                    <a:pt x="4160" y="945"/>
                    <a:pt x="3214"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6" name="Google Shape;5256;p83"/>
          <p:cNvGrpSpPr/>
          <p:nvPr/>
        </p:nvGrpSpPr>
        <p:grpSpPr>
          <a:xfrm>
            <a:off x="5758668" y="3622657"/>
            <a:ext cx="289962" cy="352833"/>
            <a:chOff x="-24709100" y="3888875"/>
            <a:chExt cx="243400" cy="296175"/>
          </a:xfrm>
        </p:grpSpPr>
        <p:sp>
          <p:nvSpPr>
            <p:cNvPr id="5257" name="Google Shape;5257;p83"/>
            <p:cNvSpPr/>
            <p:nvPr/>
          </p:nvSpPr>
          <p:spPr>
            <a:xfrm>
              <a:off x="-24587800" y="3888875"/>
              <a:ext cx="105575" cy="227650"/>
            </a:xfrm>
            <a:custGeom>
              <a:avLst/>
              <a:gdLst/>
              <a:ahLst/>
              <a:cxnLst/>
              <a:rect l="l" t="t" r="r" b="b"/>
              <a:pathLst>
                <a:path w="4223" h="9106" extrusionOk="0">
                  <a:moveTo>
                    <a:pt x="2836" y="662"/>
                  </a:moveTo>
                  <a:lnTo>
                    <a:pt x="2836" y="1387"/>
                  </a:lnTo>
                  <a:lnTo>
                    <a:pt x="2143" y="1387"/>
                  </a:lnTo>
                  <a:lnTo>
                    <a:pt x="2143" y="662"/>
                  </a:lnTo>
                  <a:close/>
                  <a:moveTo>
                    <a:pt x="1072" y="4884"/>
                  </a:moveTo>
                  <a:cubicBezTo>
                    <a:pt x="1261" y="4884"/>
                    <a:pt x="1418" y="5041"/>
                    <a:pt x="1418" y="5230"/>
                  </a:cubicBezTo>
                  <a:cubicBezTo>
                    <a:pt x="1418" y="5451"/>
                    <a:pt x="1261" y="5608"/>
                    <a:pt x="1072" y="5608"/>
                  </a:cubicBezTo>
                  <a:cubicBezTo>
                    <a:pt x="851" y="5608"/>
                    <a:pt x="694" y="5451"/>
                    <a:pt x="694" y="5230"/>
                  </a:cubicBezTo>
                  <a:cubicBezTo>
                    <a:pt x="694" y="5041"/>
                    <a:pt x="851" y="4884"/>
                    <a:pt x="1072" y="4884"/>
                  </a:cubicBezTo>
                  <a:close/>
                  <a:moveTo>
                    <a:pt x="3498" y="6302"/>
                  </a:moveTo>
                  <a:lnTo>
                    <a:pt x="3498" y="6648"/>
                  </a:lnTo>
                  <a:cubicBezTo>
                    <a:pt x="3498" y="6869"/>
                    <a:pt x="3340" y="6995"/>
                    <a:pt x="3151" y="6995"/>
                  </a:cubicBezTo>
                  <a:lnTo>
                    <a:pt x="1765" y="6995"/>
                  </a:lnTo>
                  <a:cubicBezTo>
                    <a:pt x="1576" y="6995"/>
                    <a:pt x="1418" y="6869"/>
                    <a:pt x="1418" y="6648"/>
                  </a:cubicBezTo>
                  <a:lnTo>
                    <a:pt x="1418" y="6302"/>
                  </a:lnTo>
                  <a:close/>
                  <a:moveTo>
                    <a:pt x="1072" y="1"/>
                  </a:moveTo>
                  <a:cubicBezTo>
                    <a:pt x="851" y="1"/>
                    <a:pt x="694" y="158"/>
                    <a:pt x="694" y="347"/>
                  </a:cubicBezTo>
                  <a:cubicBezTo>
                    <a:pt x="694" y="568"/>
                    <a:pt x="851" y="725"/>
                    <a:pt x="1072" y="725"/>
                  </a:cubicBezTo>
                  <a:lnTo>
                    <a:pt x="1418" y="725"/>
                  </a:lnTo>
                  <a:lnTo>
                    <a:pt x="1418" y="1450"/>
                  </a:lnTo>
                  <a:cubicBezTo>
                    <a:pt x="1009" y="1576"/>
                    <a:pt x="694" y="1985"/>
                    <a:pt x="694" y="2458"/>
                  </a:cubicBezTo>
                  <a:lnTo>
                    <a:pt x="694" y="4285"/>
                  </a:lnTo>
                  <a:cubicBezTo>
                    <a:pt x="316" y="4443"/>
                    <a:pt x="1" y="4821"/>
                    <a:pt x="1" y="5293"/>
                  </a:cubicBezTo>
                  <a:cubicBezTo>
                    <a:pt x="1" y="5703"/>
                    <a:pt x="284" y="6112"/>
                    <a:pt x="694" y="6270"/>
                  </a:cubicBezTo>
                  <a:lnTo>
                    <a:pt x="694" y="6648"/>
                  </a:lnTo>
                  <a:cubicBezTo>
                    <a:pt x="694" y="7089"/>
                    <a:pt x="977" y="7499"/>
                    <a:pt x="1418" y="7656"/>
                  </a:cubicBezTo>
                  <a:lnTo>
                    <a:pt x="1418" y="8759"/>
                  </a:lnTo>
                  <a:cubicBezTo>
                    <a:pt x="1418" y="8948"/>
                    <a:pt x="1576" y="9105"/>
                    <a:pt x="1765" y="9105"/>
                  </a:cubicBezTo>
                  <a:lnTo>
                    <a:pt x="3151" y="9105"/>
                  </a:lnTo>
                  <a:cubicBezTo>
                    <a:pt x="3340" y="9105"/>
                    <a:pt x="3498" y="8948"/>
                    <a:pt x="3498" y="8759"/>
                  </a:cubicBezTo>
                  <a:lnTo>
                    <a:pt x="3498" y="7656"/>
                  </a:lnTo>
                  <a:cubicBezTo>
                    <a:pt x="3907" y="7499"/>
                    <a:pt x="4222" y="7121"/>
                    <a:pt x="4222" y="6648"/>
                  </a:cubicBezTo>
                  <a:lnTo>
                    <a:pt x="4222" y="5955"/>
                  </a:lnTo>
                  <a:lnTo>
                    <a:pt x="4222" y="2458"/>
                  </a:lnTo>
                  <a:cubicBezTo>
                    <a:pt x="4222" y="2017"/>
                    <a:pt x="3939" y="1607"/>
                    <a:pt x="3498" y="1450"/>
                  </a:cubicBezTo>
                  <a:lnTo>
                    <a:pt x="3498" y="725"/>
                  </a:lnTo>
                  <a:lnTo>
                    <a:pt x="3876" y="725"/>
                  </a:lnTo>
                  <a:cubicBezTo>
                    <a:pt x="4065" y="725"/>
                    <a:pt x="4222" y="568"/>
                    <a:pt x="4222" y="347"/>
                  </a:cubicBezTo>
                  <a:cubicBezTo>
                    <a:pt x="4222" y="158"/>
                    <a:pt x="4065" y="1"/>
                    <a:pt x="38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83"/>
            <p:cNvSpPr/>
            <p:nvPr/>
          </p:nvSpPr>
          <p:spPr>
            <a:xfrm>
              <a:off x="-24536600" y="4132250"/>
              <a:ext cx="70900" cy="17350"/>
            </a:xfrm>
            <a:custGeom>
              <a:avLst/>
              <a:gdLst/>
              <a:ahLst/>
              <a:cxnLst/>
              <a:rect l="l" t="t" r="r" b="b"/>
              <a:pathLst>
                <a:path w="2836" h="694" extrusionOk="0">
                  <a:moveTo>
                    <a:pt x="0" y="1"/>
                  </a:moveTo>
                  <a:lnTo>
                    <a:pt x="347" y="694"/>
                  </a:lnTo>
                  <a:lnTo>
                    <a:pt x="2489" y="694"/>
                  </a:lnTo>
                  <a:cubicBezTo>
                    <a:pt x="2678" y="694"/>
                    <a:pt x="2836" y="536"/>
                    <a:pt x="2836" y="347"/>
                  </a:cubicBezTo>
                  <a:cubicBezTo>
                    <a:pt x="2836" y="158"/>
                    <a:pt x="2678"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83"/>
            <p:cNvSpPr/>
            <p:nvPr/>
          </p:nvSpPr>
          <p:spPr>
            <a:xfrm>
              <a:off x="-24709100" y="3963700"/>
              <a:ext cx="208750" cy="221350"/>
            </a:xfrm>
            <a:custGeom>
              <a:avLst/>
              <a:gdLst/>
              <a:ahLst/>
              <a:cxnLst/>
              <a:rect l="l" t="t" r="r" b="b"/>
              <a:pathLst>
                <a:path w="8350" h="8854" extrusionOk="0">
                  <a:moveTo>
                    <a:pt x="4884" y="1"/>
                  </a:moveTo>
                  <a:cubicBezTo>
                    <a:pt x="2931" y="473"/>
                    <a:pt x="1419" y="2237"/>
                    <a:pt x="1419" y="4380"/>
                  </a:cubicBezTo>
                  <a:lnTo>
                    <a:pt x="1419" y="8192"/>
                  </a:lnTo>
                  <a:lnTo>
                    <a:pt x="410" y="8192"/>
                  </a:lnTo>
                  <a:cubicBezTo>
                    <a:pt x="389" y="8189"/>
                    <a:pt x="368" y="8188"/>
                    <a:pt x="347" y="8188"/>
                  </a:cubicBezTo>
                  <a:cubicBezTo>
                    <a:pt x="132" y="8188"/>
                    <a:pt x="1" y="8334"/>
                    <a:pt x="1" y="8507"/>
                  </a:cubicBezTo>
                  <a:cubicBezTo>
                    <a:pt x="1" y="8696"/>
                    <a:pt x="158" y="8853"/>
                    <a:pt x="347" y="8853"/>
                  </a:cubicBezTo>
                  <a:lnTo>
                    <a:pt x="8003" y="8853"/>
                  </a:lnTo>
                  <a:cubicBezTo>
                    <a:pt x="8192" y="8853"/>
                    <a:pt x="8350" y="8696"/>
                    <a:pt x="8350" y="8507"/>
                  </a:cubicBezTo>
                  <a:cubicBezTo>
                    <a:pt x="8350" y="8318"/>
                    <a:pt x="8192" y="8160"/>
                    <a:pt x="8003" y="8160"/>
                  </a:cubicBezTo>
                  <a:lnTo>
                    <a:pt x="6806" y="8160"/>
                  </a:lnTo>
                  <a:lnTo>
                    <a:pt x="6239" y="6963"/>
                  </a:lnTo>
                  <a:cubicBezTo>
                    <a:pt x="6207" y="6869"/>
                    <a:pt x="6018" y="6774"/>
                    <a:pt x="5924" y="6774"/>
                  </a:cubicBezTo>
                  <a:lnTo>
                    <a:pt x="4191" y="6774"/>
                  </a:lnTo>
                  <a:lnTo>
                    <a:pt x="4191" y="3655"/>
                  </a:lnTo>
                  <a:cubicBezTo>
                    <a:pt x="4191" y="3435"/>
                    <a:pt x="4254" y="3245"/>
                    <a:pt x="4380" y="3088"/>
                  </a:cubicBezTo>
                  <a:cubicBezTo>
                    <a:pt x="4254" y="2836"/>
                    <a:pt x="4191" y="2552"/>
                    <a:pt x="4191" y="2300"/>
                  </a:cubicBezTo>
                  <a:cubicBezTo>
                    <a:pt x="4191" y="1733"/>
                    <a:pt x="4443" y="1229"/>
                    <a:pt x="4884" y="914"/>
                  </a:cubicBezTo>
                  <a:lnTo>
                    <a:pt x="48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0" name="Google Shape;5260;p83"/>
          <p:cNvGrpSpPr/>
          <p:nvPr/>
        </p:nvGrpSpPr>
        <p:grpSpPr>
          <a:xfrm>
            <a:off x="7958668" y="2695320"/>
            <a:ext cx="356556" cy="349557"/>
            <a:chOff x="-22863675" y="3131775"/>
            <a:chExt cx="299300" cy="293425"/>
          </a:xfrm>
        </p:grpSpPr>
        <p:sp>
          <p:nvSpPr>
            <p:cNvPr id="5261" name="Google Shape;5261;p83"/>
            <p:cNvSpPr/>
            <p:nvPr/>
          </p:nvSpPr>
          <p:spPr>
            <a:xfrm>
              <a:off x="-22863675" y="3131775"/>
              <a:ext cx="299300" cy="293425"/>
            </a:xfrm>
            <a:custGeom>
              <a:avLst/>
              <a:gdLst/>
              <a:ahLst/>
              <a:cxnLst/>
              <a:rect l="l" t="t" r="r" b="b"/>
              <a:pathLst>
                <a:path w="11972" h="11737" extrusionOk="0">
                  <a:moveTo>
                    <a:pt x="3214" y="5522"/>
                  </a:moveTo>
                  <a:cubicBezTo>
                    <a:pt x="3403" y="5522"/>
                    <a:pt x="3560" y="5679"/>
                    <a:pt x="3560" y="5868"/>
                  </a:cubicBezTo>
                  <a:cubicBezTo>
                    <a:pt x="3560" y="6057"/>
                    <a:pt x="3403" y="6215"/>
                    <a:pt x="3214" y="6215"/>
                  </a:cubicBezTo>
                  <a:cubicBezTo>
                    <a:pt x="3024" y="6215"/>
                    <a:pt x="2867" y="6057"/>
                    <a:pt x="2867" y="5868"/>
                  </a:cubicBezTo>
                  <a:cubicBezTo>
                    <a:pt x="2867" y="5679"/>
                    <a:pt x="3024" y="5522"/>
                    <a:pt x="3214" y="5522"/>
                  </a:cubicBezTo>
                  <a:close/>
                  <a:moveTo>
                    <a:pt x="5986" y="2749"/>
                  </a:moveTo>
                  <a:cubicBezTo>
                    <a:pt x="6931" y="2749"/>
                    <a:pt x="7719" y="3537"/>
                    <a:pt x="7719" y="4482"/>
                  </a:cubicBezTo>
                  <a:cubicBezTo>
                    <a:pt x="7719" y="5427"/>
                    <a:pt x="6963" y="6215"/>
                    <a:pt x="5986" y="6215"/>
                  </a:cubicBezTo>
                  <a:cubicBezTo>
                    <a:pt x="5041" y="6215"/>
                    <a:pt x="4253" y="5427"/>
                    <a:pt x="4253" y="4482"/>
                  </a:cubicBezTo>
                  <a:cubicBezTo>
                    <a:pt x="4253" y="3537"/>
                    <a:pt x="5041" y="2749"/>
                    <a:pt x="5986" y="2749"/>
                  </a:cubicBezTo>
                  <a:close/>
                  <a:moveTo>
                    <a:pt x="8790" y="5522"/>
                  </a:moveTo>
                  <a:cubicBezTo>
                    <a:pt x="8979" y="5522"/>
                    <a:pt x="9136" y="5679"/>
                    <a:pt x="9136" y="5868"/>
                  </a:cubicBezTo>
                  <a:cubicBezTo>
                    <a:pt x="9136" y="6057"/>
                    <a:pt x="8979" y="6215"/>
                    <a:pt x="8790" y="6215"/>
                  </a:cubicBezTo>
                  <a:cubicBezTo>
                    <a:pt x="8569" y="6215"/>
                    <a:pt x="8412" y="6057"/>
                    <a:pt x="8412" y="5868"/>
                  </a:cubicBezTo>
                  <a:cubicBezTo>
                    <a:pt x="8412" y="5679"/>
                    <a:pt x="8569" y="5522"/>
                    <a:pt x="8790" y="5522"/>
                  </a:cubicBezTo>
                  <a:close/>
                  <a:moveTo>
                    <a:pt x="4600" y="7601"/>
                  </a:moveTo>
                  <a:cubicBezTo>
                    <a:pt x="4789" y="7601"/>
                    <a:pt x="4946" y="7759"/>
                    <a:pt x="4946" y="7948"/>
                  </a:cubicBezTo>
                  <a:cubicBezTo>
                    <a:pt x="4946" y="8168"/>
                    <a:pt x="4789" y="8326"/>
                    <a:pt x="4600" y="8326"/>
                  </a:cubicBezTo>
                  <a:cubicBezTo>
                    <a:pt x="4411" y="8326"/>
                    <a:pt x="4253" y="8168"/>
                    <a:pt x="4253" y="7948"/>
                  </a:cubicBezTo>
                  <a:cubicBezTo>
                    <a:pt x="4253" y="7759"/>
                    <a:pt x="4411" y="7601"/>
                    <a:pt x="4600" y="7601"/>
                  </a:cubicBezTo>
                  <a:close/>
                  <a:moveTo>
                    <a:pt x="6679" y="6939"/>
                  </a:moveTo>
                  <a:cubicBezTo>
                    <a:pt x="7278" y="6939"/>
                    <a:pt x="7719" y="7412"/>
                    <a:pt x="7719" y="7948"/>
                  </a:cubicBezTo>
                  <a:cubicBezTo>
                    <a:pt x="7719" y="8515"/>
                    <a:pt x="7246" y="8987"/>
                    <a:pt x="6679" y="8987"/>
                  </a:cubicBezTo>
                  <a:cubicBezTo>
                    <a:pt x="6080" y="8987"/>
                    <a:pt x="5671" y="8515"/>
                    <a:pt x="5671" y="7948"/>
                  </a:cubicBezTo>
                  <a:cubicBezTo>
                    <a:pt x="5671" y="7412"/>
                    <a:pt x="6143" y="6939"/>
                    <a:pt x="6679" y="6939"/>
                  </a:cubicBezTo>
                  <a:close/>
                  <a:moveTo>
                    <a:pt x="5309" y="1"/>
                  </a:moveTo>
                  <a:cubicBezTo>
                    <a:pt x="5222" y="1"/>
                    <a:pt x="5135" y="24"/>
                    <a:pt x="5072" y="71"/>
                  </a:cubicBezTo>
                  <a:cubicBezTo>
                    <a:pt x="4946" y="197"/>
                    <a:pt x="4946" y="449"/>
                    <a:pt x="5072" y="544"/>
                  </a:cubicBezTo>
                  <a:cubicBezTo>
                    <a:pt x="5356" y="828"/>
                    <a:pt x="5545" y="1080"/>
                    <a:pt x="5639" y="1363"/>
                  </a:cubicBezTo>
                  <a:cubicBezTo>
                    <a:pt x="5356" y="1426"/>
                    <a:pt x="5041" y="1458"/>
                    <a:pt x="4757" y="1552"/>
                  </a:cubicBezTo>
                  <a:cubicBezTo>
                    <a:pt x="4474" y="1017"/>
                    <a:pt x="4096" y="796"/>
                    <a:pt x="3592" y="576"/>
                  </a:cubicBezTo>
                  <a:cubicBezTo>
                    <a:pt x="3552" y="560"/>
                    <a:pt x="3507" y="552"/>
                    <a:pt x="3460" y="552"/>
                  </a:cubicBezTo>
                  <a:cubicBezTo>
                    <a:pt x="3320" y="552"/>
                    <a:pt x="3166" y="623"/>
                    <a:pt x="3119" y="765"/>
                  </a:cubicBezTo>
                  <a:cubicBezTo>
                    <a:pt x="3024" y="922"/>
                    <a:pt x="3119" y="1143"/>
                    <a:pt x="3277" y="1206"/>
                  </a:cubicBezTo>
                  <a:cubicBezTo>
                    <a:pt x="3623" y="1363"/>
                    <a:pt x="3907" y="1552"/>
                    <a:pt x="4064" y="1804"/>
                  </a:cubicBezTo>
                  <a:cubicBezTo>
                    <a:pt x="3781" y="1930"/>
                    <a:pt x="3529" y="2088"/>
                    <a:pt x="3308" y="2245"/>
                  </a:cubicBezTo>
                  <a:cubicBezTo>
                    <a:pt x="2867" y="1836"/>
                    <a:pt x="2394" y="1773"/>
                    <a:pt x="1890" y="1741"/>
                  </a:cubicBezTo>
                  <a:cubicBezTo>
                    <a:pt x="1701" y="1741"/>
                    <a:pt x="1544" y="1836"/>
                    <a:pt x="1481" y="2056"/>
                  </a:cubicBezTo>
                  <a:cubicBezTo>
                    <a:pt x="1481" y="2245"/>
                    <a:pt x="1607" y="2403"/>
                    <a:pt x="1796" y="2434"/>
                  </a:cubicBezTo>
                  <a:cubicBezTo>
                    <a:pt x="2205" y="2466"/>
                    <a:pt x="2489" y="2529"/>
                    <a:pt x="2741" y="2718"/>
                  </a:cubicBezTo>
                  <a:cubicBezTo>
                    <a:pt x="2552" y="2907"/>
                    <a:pt x="2363" y="3159"/>
                    <a:pt x="2205" y="3379"/>
                  </a:cubicBezTo>
                  <a:cubicBezTo>
                    <a:pt x="1949" y="3294"/>
                    <a:pt x="1725" y="3260"/>
                    <a:pt x="1508" y="3260"/>
                  </a:cubicBezTo>
                  <a:cubicBezTo>
                    <a:pt x="1243" y="3260"/>
                    <a:pt x="987" y="3310"/>
                    <a:pt x="693" y="3379"/>
                  </a:cubicBezTo>
                  <a:cubicBezTo>
                    <a:pt x="504" y="3411"/>
                    <a:pt x="441" y="3631"/>
                    <a:pt x="473" y="3821"/>
                  </a:cubicBezTo>
                  <a:cubicBezTo>
                    <a:pt x="498" y="3970"/>
                    <a:pt x="621" y="4060"/>
                    <a:pt x="781" y="4060"/>
                  </a:cubicBezTo>
                  <a:cubicBezTo>
                    <a:pt x="823" y="4060"/>
                    <a:pt x="868" y="4054"/>
                    <a:pt x="914" y="4041"/>
                  </a:cubicBezTo>
                  <a:cubicBezTo>
                    <a:pt x="1160" y="3979"/>
                    <a:pt x="1366" y="3931"/>
                    <a:pt x="1567" y="3931"/>
                  </a:cubicBezTo>
                  <a:cubicBezTo>
                    <a:pt x="1674" y="3931"/>
                    <a:pt x="1780" y="3945"/>
                    <a:pt x="1890" y="3978"/>
                  </a:cubicBezTo>
                  <a:cubicBezTo>
                    <a:pt x="1764" y="4262"/>
                    <a:pt x="1638" y="4514"/>
                    <a:pt x="1607" y="4797"/>
                  </a:cubicBezTo>
                  <a:cubicBezTo>
                    <a:pt x="1071" y="4797"/>
                    <a:pt x="630" y="4986"/>
                    <a:pt x="189" y="5301"/>
                  </a:cubicBezTo>
                  <a:cubicBezTo>
                    <a:pt x="32" y="5427"/>
                    <a:pt x="0" y="5616"/>
                    <a:pt x="126" y="5774"/>
                  </a:cubicBezTo>
                  <a:cubicBezTo>
                    <a:pt x="186" y="5874"/>
                    <a:pt x="296" y="5935"/>
                    <a:pt x="409" y="5935"/>
                  </a:cubicBezTo>
                  <a:cubicBezTo>
                    <a:pt x="474" y="5935"/>
                    <a:pt x="541" y="5915"/>
                    <a:pt x="599" y="5868"/>
                  </a:cubicBezTo>
                  <a:cubicBezTo>
                    <a:pt x="914" y="5616"/>
                    <a:pt x="1166" y="5459"/>
                    <a:pt x="1481" y="5459"/>
                  </a:cubicBezTo>
                  <a:cubicBezTo>
                    <a:pt x="1481" y="5585"/>
                    <a:pt x="1449" y="5742"/>
                    <a:pt x="1449" y="5868"/>
                  </a:cubicBezTo>
                  <a:cubicBezTo>
                    <a:pt x="1449" y="6026"/>
                    <a:pt x="1449" y="6183"/>
                    <a:pt x="1481" y="6341"/>
                  </a:cubicBezTo>
                  <a:cubicBezTo>
                    <a:pt x="945" y="6530"/>
                    <a:pt x="662" y="6876"/>
                    <a:pt x="347" y="7318"/>
                  </a:cubicBezTo>
                  <a:cubicBezTo>
                    <a:pt x="221" y="7475"/>
                    <a:pt x="284" y="7664"/>
                    <a:pt x="441" y="7790"/>
                  </a:cubicBezTo>
                  <a:cubicBezTo>
                    <a:pt x="507" y="7843"/>
                    <a:pt x="584" y="7868"/>
                    <a:pt x="658" y="7868"/>
                  </a:cubicBezTo>
                  <a:cubicBezTo>
                    <a:pt x="761" y="7868"/>
                    <a:pt x="859" y="7819"/>
                    <a:pt x="914" y="7727"/>
                  </a:cubicBezTo>
                  <a:cubicBezTo>
                    <a:pt x="1134" y="7349"/>
                    <a:pt x="1323" y="7129"/>
                    <a:pt x="1607" y="7002"/>
                  </a:cubicBezTo>
                  <a:cubicBezTo>
                    <a:pt x="1701" y="7286"/>
                    <a:pt x="1764" y="7570"/>
                    <a:pt x="1922" y="7822"/>
                  </a:cubicBezTo>
                  <a:cubicBezTo>
                    <a:pt x="1481" y="8200"/>
                    <a:pt x="1323" y="8609"/>
                    <a:pt x="1166" y="9145"/>
                  </a:cubicBezTo>
                  <a:cubicBezTo>
                    <a:pt x="1134" y="9334"/>
                    <a:pt x="1260" y="9523"/>
                    <a:pt x="1418" y="9554"/>
                  </a:cubicBezTo>
                  <a:cubicBezTo>
                    <a:pt x="1452" y="9566"/>
                    <a:pt x="1486" y="9571"/>
                    <a:pt x="1519" y="9571"/>
                  </a:cubicBezTo>
                  <a:cubicBezTo>
                    <a:pt x="1671" y="9571"/>
                    <a:pt x="1807" y="9463"/>
                    <a:pt x="1859" y="9334"/>
                  </a:cubicBezTo>
                  <a:cubicBezTo>
                    <a:pt x="1953" y="8924"/>
                    <a:pt x="2048" y="8672"/>
                    <a:pt x="2268" y="8420"/>
                  </a:cubicBezTo>
                  <a:cubicBezTo>
                    <a:pt x="2426" y="8672"/>
                    <a:pt x="2646" y="8893"/>
                    <a:pt x="2835" y="9082"/>
                  </a:cubicBezTo>
                  <a:cubicBezTo>
                    <a:pt x="2520" y="9554"/>
                    <a:pt x="2552" y="10027"/>
                    <a:pt x="2583" y="10594"/>
                  </a:cubicBezTo>
                  <a:cubicBezTo>
                    <a:pt x="2583" y="10783"/>
                    <a:pt x="2741" y="10909"/>
                    <a:pt x="2961" y="10909"/>
                  </a:cubicBezTo>
                  <a:lnTo>
                    <a:pt x="2993" y="10909"/>
                  </a:lnTo>
                  <a:cubicBezTo>
                    <a:pt x="3182" y="10909"/>
                    <a:pt x="3308" y="10720"/>
                    <a:pt x="3308" y="10500"/>
                  </a:cubicBezTo>
                  <a:cubicBezTo>
                    <a:pt x="3277" y="10090"/>
                    <a:pt x="3277" y="9806"/>
                    <a:pt x="3371" y="9523"/>
                  </a:cubicBezTo>
                  <a:cubicBezTo>
                    <a:pt x="3623" y="9680"/>
                    <a:pt x="3844" y="9838"/>
                    <a:pt x="4127" y="9964"/>
                  </a:cubicBezTo>
                  <a:cubicBezTo>
                    <a:pt x="4001" y="10500"/>
                    <a:pt x="4159" y="10941"/>
                    <a:pt x="4411" y="11445"/>
                  </a:cubicBezTo>
                  <a:cubicBezTo>
                    <a:pt x="4452" y="11589"/>
                    <a:pt x="4561" y="11652"/>
                    <a:pt x="4684" y="11652"/>
                  </a:cubicBezTo>
                  <a:cubicBezTo>
                    <a:pt x="4749" y="11652"/>
                    <a:pt x="4818" y="11635"/>
                    <a:pt x="4883" y="11602"/>
                  </a:cubicBezTo>
                  <a:cubicBezTo>
                    <a:pt x="5041" y="11539"/>
                    <a:pt x="5104" y="11350"/>
                    <a:pt x="5041" y="11130"/>
                  </a:cubicBezTo>
                  <a:cubicBezTo>
                    <a:pt x="4883" y="10783"/>
                    <a:pt x="4757" y="10500"/>
                    <a:pt x="4789" y="10184"/>
                  </a:cubicBezTo>
                  <a:lnTo>
                    <a:pt x="4789" y="10184"/>
                  </a:lnTo>
                  <a:cubicBezTo>
                    <a:pt x="5072" y="10279"/>
                    <a:pt x="5356" y="10311"/>
                    <a:pt x="5671" y="10342"/>
                  </a:cubicBezTo>
                  <a:cubicBezTo>
                    <a:pt x="5734" y="10909"/>
                    <a:pt x="6049" y="11256"/>
                    <a:pt x="6427" y="11665"/>
                  </a:cubicBezTo>
                  <a:cubicBezTo>
                    <a:pt x="6474" y="11712"/>
                    <a:pt x="6561" y="11736"/>
                    <a:pt x="6651" y="11736"/>
                  </a:cubicBezTo>
                  <a:cubicBezTo>
                    <a:pt x="6742" y="11736"/>
                    <a:pt x="6837" y="11712"/>
                    <a:pt x="6900" y="11665"/>
                  </a:cubicBezTo>
                  <a:cubicBezTo>
                    <a:pt x="6994" y="11539"/>
                    <a:pt x="6994" y="11287"/>
                    <a:pt x="6900" y="11193"/>
                  </a:cubicBezTo>
                  <a:cubicBezTo>
                    <a:pt x="6616" y="10909"/>
                    <a:pt x="6427" y="10657"/>
                    <a:pt x="6333" y="10342"/>
                  </a:cubicBezTo>
                  <a:cubicBezTo>
                    <a:pt x="6616" y="10311"/>
                    <a:pt x="6931" y="10279"/>
                    <a:pt x="7215" y="10184"/>
                  </a:cubicBezTo>
                  <a:cubicBezTo>
                    <a:pt x="7467" y="10720"/>
                    <a:pt x="7876" y="10941"/>
                    <a:pt x="8380" y="11130"/>
                  </a:cubicBezTo>
                  <a:cubicBezTo>
                    <a:pt x="8424" y="11156"/>
                    <a:pt x="8474" y="11167"/>
                    <a:pt x="8526" y="11167"/>
                  </a:cubicBezTo>
                  <a:cubicBezTo>
                    <a:pt x="8662" y="11167"/>
                    <a:pt x="8807" y="11086"/>
                    <a:pt x="8853" y="10972"/>
                  </a:cubicBezTo>
                  <a:cubicBezTo>
                    <a:pt x="8947" y="10815"/>
                    <a:pt x="8853" y="10594"/>
                    <a:pt x="8695" y="10500"/>
                  </a:cubicBezTo>
                  <a:cubicBezTo>
                    <a:pt x="8349" y="10374"/>
                    <a:pt x="8065" y="10184"/>
                    <a:pt x="7908" y="9932"/>
                  </a:cubicBezTo>
                  <a:cubicBezTo>
                    <a:pt x="8191" y="9806"/>
                    <a:pt x="8412" y="9649"/>
                    <a:pt x="8664" y="9491"/>
                  </a:cubicBezTo>
                  <a:cubicBezTo>
                    <a:pt x="9105" y="9901"/>
                    <a:pt x="9578" y="9964"/>
                    <a:pt x="10082" y="9995"/>
                  </a:cubicBezTo>
                  <a:lnTo>
                    <a:pt x="10113" y="9995"/>
                  </a:lnTo>
                  <a:cubicBezTo>
                    <a:pt x="10302" y="9995"/>
                    <a:pt x="10428" y="9869"/>
                    <a:pt x="10460" y="9680"/>
                  </a:cubicBezTo>
                  <a:cubicBezTo>
                    <a:pt x="10460" y="9491"/>
                    <a:pt x="10365" y="9334"/>
                    <a:pt x="10145" y="9302"/>
                  </a:cubicBezTo>
                  <a:cubicBezTo>
                    <a:pt x="9767" y="9239"/>
                    <a:pt x="9483" y="9208"/>
                    <a:pt x="9199" y="9019"/>
                  </a:cubicBezTo>
                  <a:cubicBezTo>
                    <a:pt x="9388" y="8830"/>
                    <a:pt x="9609" y="8578"/>
                    <a:pt x="9767" y="8357"/>
                  </a:cubicBezTo>
                  <a:cubicBezTo>
                    <a:pt x="9980" y="8437"/>
                    <a:pt x="10181" y="8466"/>
                    <a:pt x="10384" y="8466"/>
                  </a:cubicBezTo>
                  <a:cubicBezTo>
                    <a:pt x="10660" y="8466"/>
                    <a:pt x="10938" y="8412"/>
                    <a:pt x="11247" y="8357"/>
                  </a:cubicBezTo>
                  <a:cubicBezTo>
                    <a:pt x="11468" y="8294"/>
                    <a:pt x="11531" y="8105"/>
                    <a:pt x="11499" y="7916"/>
                  </a:cubicBezTo>
                  <a:cubicBezTo>
                    <a:pt x="11472" y="7751"/>
                    <a:pt x="11300" y="7658"/>
                    <a:pt x="11131" y="7658"/>
                  </a:cubicBezTo>
                  <a:cubicBezTo>
                    <a:pt x="11107" y="7658"/>
                    <a:pt x="11082" y="7660"/>
                    <a:pt x="11058" y="7664"/>
                  </a:cubicBezTo>
                  <a:cubicBezTo>
                    <a:pt x="10806" y="7748"/>
                    <a:pt x="10596" y="7804"/>
                    <a:pt x="10391" y="7804"/>
                  </a:cubicBezTo>
                  <a:cubicBezTo>
                    <a:pt x="10288" y="7804"/>
                    <a:pt x="10187" y="7790"/>
                    <a:pt x="10082" y="7759"/>
                  </a:cubicBezTo>
                  <a:cubicBezTo>
                    <a:pt x="10208" y="7475"/>
                    <a:pt x="10302" y="7192"/>
                    <a:pt x="10365" y="6939"/>
                  </a:cubicBezTo>
                  <a:lnTo>
                    <a:pt x="10397" y="6939"/>
                  </a:lnTo>
                  <a:cubicBezTo>
                    <a:pt x="10932" y="6939"/>
                    <a:pt x="11342" y="6687"/>
                    <a:pt x="11751" y="6372"/>
                  </a:cubicBezTo>
                  <a:cubicBezTo>
                    <a:pt x="11940" y="6246"/>
                    <a:pt x="11972" y="6057"/>
                    <a:pt x="11846" y="5900"/>
                  </a:cubicBezTo>
                  <a:cubicBezTo>
                    <a:pt x="11789" y="5843"/>
                    <a:pt x="11687" y="5798"/>
                    <a:pt x="11580" y="5798"/>
                  </a:cubicBezTo>
                  <a:cubicBezTo>
                    <a:pt x="11509" y="5798"/>
                    <a:pt x="11436" y="5818"/>
                    <a:pt x="11373" y="5868"/>
                  </a:cubicBezTo>
                  <a:cubicBezTo>
                    <a:pt x="11058" y="6120"/>
                    <a:pt x="10775" y="6278"/>
                    <a:pt x="10460" y="6278"/>
                  </a:cubicBezTo>
                  <a:cubicBezTo>
                    <a:pt x="10460" y="6152"/>
                    <a:pt x="10491" y="5994"/>
                    <a:pt x="10491" y="5868"/>
                  </a:cubicBezTo>
                  <a:cubicBezTo>
                    <a:pt x="10491" y="5711"/>
                    <a:pt x="10491" y="5553"/>
                    <a:pt x="10460" y="5396"/>
                  </a:cubicBezTo>
                  <a:cubicBezTo>
                    <a:pt x="11027" y="5207"/>
                    <a:pt x="11279" y="4860"/>
                    <a:pt x="11594" y="4419"/>
                  </a:cubicBezTo>
                  <a:cubicBezTo>
                    <a:pt x="11720" y="4262"/>
                    <a:pt x="11688" y="4073"/>
                    <a:pt x="11531" y="3947"/>
                  </a:cubicBezTo>
                  <a:cubicBezTo>
                    <a:pt x="11465" y="3894"/>
                    <a:pt x="11394" y="3869"/>
                    <a:pt x="11324" y="3869"/>
                  </a:cubicBezTo>
                  <a:cubicBezTo>
                    <a:pt x="11226" y="3869"/>
                    <a:pt x="11132" y="3918"/>
                    <a:pt x="11058" y="4010"/>
                  </a:cubicBezTo>
                  <a:cubicBezTo>
                    <a:pt x="10838" y="4388"/>
                    <a:pt x="10617" y="4608"/>
                    <a:pt x="10365" y="4734"/>
                  </a:cubicBezTo>
                  <a:cubicBezTo>
                    <a:pt x="10271" y="4451"/>
                    <a:pt x="10176" y="4167"/>
                    <a:pt x="10019" y="3915"/>
                  </a:cubicBezTo>
                  <a:cubicBezTo>
                    <a:pt x="10460" y="3537"/>
                    <a:pt x="10617" y="3127"/>
                    <a:pt x="10775" y="2592"/>
                  </a:cubicBezTo>
                  <a:cubicBezTo>
                    <a:pt x="10806" y="2403"/>
                    <a:pt x="10712" y="2214"/>
                    <a:pt x="10554" y="2182"/>
                  </a:cubicBezTo>
                  <a:cubicBezTo>
                    <a:pt x="10520" y="2171"/>
                    <a:pt x="10485" y="2166"/>
                    <a:pt x="10450" y="2166"/>
                  </a:cubicBezTo>
                  <a:cubicBezTo>
                    <a:pt x="10292" y="2166"/>
                    <a:pt x="10139" y="2274"/>
                    <a:pt x="10113" y="2403"/>
                  </a:cubicBezTo>
                  <a:cubicBezTo>
                    <a:pt x="9987" y="2812"/>
                    <a:pt x="9924" y="3064"/>
                    <a:pt x="9672" y="3316"/>
                  </a:cubicBezTo>
                  <a:cubicBezTo>
                    <a:pt x="9515" y="3064"/>
                    <a:pt x="9325" y="2844"/>
                    <a:pt x="9136" y="2655"/>
                  </a:cubicBezTo>
                  <a:cubicBezTo>
                    <a:pt x="9451" y="2182"/>
                    <a:pt x="9388" y="1710"/>
                    <a:pt x="9357" y="1143"/>
                  </a:cubicBezTo>
                  <a:cubicBezTo>
                    <a:pt x="9357" y="954"/>
                    <a:pt x="9168" y="828"/>
                    <a:pt x="8979" y="828"/>
                  </a:cubicBezTo>
                  <a:cubicBezTo>
                    <a:pt x="8790" y="828"/>
                    <a:pt x="8664" y="1017"/>
                    <a:pt x="8664" y="1237"/>
                  </a:cubicBezTo>
                  <a:cubicBezTo>
                    <a:pt x="8695" y="1647"/>
                    <a:pt x="8695" y="1930"/>
                    <a:pt x="8569" y="2214"/>
                  </a:cubicBezTo>
                  <a:cubicBezTo>
                    <a:pt x="8349" y="2056"/>
                    <a:pt x="8097" y="1899"/>
                    <a:pt x="7813" y="1773"/>
                  </a:cubicBezTo>
                  <a:cubicBezTo>
                    <a:pt x="7939" y="1237"/>
                    <a:pt x="7782" y="796"/>
                    <a:pt x="7561" y="292"/>
                  </a:cubicBezTo>
                  <a:cubicBezTo>
                    <a:pt x="7493" y="178"/>
                    <a:pt x="7375" y="97"/>
                    <a:pt x="7243" y="97"/>
                  </a:cubicBezTo>
                  <a:cubicBezTo>
                    <a:pt x="7193" y="97"/>
                    <a:pt x="7141" y="108"/>
                    <a:pt x="7089" y="134"/>
                  </a:cubicBezTo>
                  <a:cubicBezTo>
                    <a:pt x="6931" y="197"/>
                    <a:pt x="6837" y="386"/>
                    <a:pt x="6931" y="607"/>
                  </a:cubicBezTo>
                  <a:cubicBezTo>
                    <a:pt x="7089" y="954"/>
                    <a:pt x="7215" y="1237"/>
                    <a:pt x="7152" y="1552"/>
                  </a:cubicBezTo>
                  <a:cubicBezTo>
                    <a:pt x="6900" y="1458"/>
                    <a:pt x="6616" y="1426"/>
                    <a:pt x="6301" y="1395"/>
                  </a:cubicBezTo>
                  <a:cubicBezTo>
                    <a:pt x="6206" y="828"/>
                    <a:pt x="5891" y="481"/>
                    <a:pt x="5545" y="71"/>
                  </a:cubicBezTo>
                  <a:cubicBezTo>
                    <a:pt x="5482" y="24"/>
                    <a:pt x="5395" y="1"/>
                    <a:pt x="5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83"/>
            <p:cNvSpPr/>
            <p:nvPr/>
          </p:nvSpPr>
          <p:spPr>
            <a:xfrm>
              <a:off x="-22740025" y="3217825"/>
              <a:ext cx="52000" cy="51225"/>
            </a:xfrm>
            <a:custGeom>
              <a:avLst/>
              <a:gdLst/>
              <a:ahLst/>
              <a:cxnLst/>
              <a:rect l="l" t="t" r="r" b="b"/>
              <a:pathLst>
                <a:path w="2080" h="2049" extrusionOk="0">
                  <a:moveTo>
                    <a:pt x="1040" y="0"/>
                  </a:moveTo>
                  <a:cubicBezTo>
                    <a:pt x="441" y="0"/>
                    <a:pt x="0" y="473"/>
                    <a:pt x="0" y="1009"/>
                  </a:cubicBezTo>
                  <a:cubicBezTo>
                    <a:pt x="0" y="1607"/>
                    <a:pt x="473" y="2048"/>
                    <a:pt x="1040" y="2048"/>
                  </a:cubicBezTo>
                  <a:cubicBezTo>
                    <a:pt x="1607" y="2048"/>
                    <a:pt x="2048" y="1576"/>
                    <a:pt x="2048" y="1009"/>
                  </a:cubicBezTo>
                  <a:cubicBezTo>
                    <a:pt x="2080" y="473"/>
                    <a:pt x="1607"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83"/>
            <p:cNvSpPr/>
            <p:nvPr/>
          </p:nvSpPr>
          <p:spPr>
            <a:xfrm>
              <a:off x="-22705375" y="33218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4" name="Google Shape;5264;p83"/>
          <p:cNvGrpSpPr/>
          <p:nvPr/>
        </p:nvGrpSpPr>
        <p:grpSpPr>
          <a:xfrm>
            <a:off x="5301532" y="1306499"/>
            <a:ext cx="310602" cy="352803"/>
            <a:chOff x="-28069875" y="3175300"/>
            <a:chExt cx="260725" cy="296150"/>
          </a:xfrm>
        </p:grpSpPr>
        <p:sp>
          <p:nvSpPr>
            <p:cNvPr id="5265" name="Google Shape;5265;p83"/>
            <p:cNvSpPr/>
            <p:nvPr/>
          </p:nvSpPr>
          <p:spPr>
            <a:xfrm>
              <a:off x="-28059650" y="3192625"/>
              <a:ext cx="26025" cy="70125"/>
            </a:xfrm>
            <a:custGeom>
              <a:avLst/>
              <a:gdLst/>
              <a:ahLst/>
              <a:cxnLst/>
              <a:rect l="l" t="t" r="r" b="b"/>
              <a:pathLst>
                <a:path w="1041" h="2805" extrusionOk="0">
                  <a:moveTo>
                    <a:pt x="536" y="0"/>
                  </a:moveTo>
                  <a:cubicBezTo>
                    <a:pt x="253" y="0"/>
                    <a:pt x="1" y="252"/>
                    <a:pt x="1" y="536"/>
                  </a:cubicBezTo>
                  <a:lnTo>
                    <a:pt x="1" y="2458"/>
                  </a:lnTo>
                  <a:cubicBezTo>
                    <a:pt x="410" y="2458"/>
                    <a:pt x="757" y="2584"/>
                    <a:pt x="1040" y="2804"/>
                  </a:cubicBezTo>
                  <a:lnTo>
                    <a:pt x="1040" y="536"/>
                  </a:lnTo>
                  <a:cubicBezTo>
                    <a:pt x="1040" y="252"/>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83"/>
            <p:cNvSpPr/>
            <p:nvPr/>
          </p:nvSpPr>
          <p:spPr>
            <a:xfrm>
              <a:off x="-27843050" y="3192625"/>
              <a:ext cx="26025" cy="69325"/>
            </a:xfrm>
            <a:custGeom>
              <a:avLst/>
              <a:gdLst/>
              <a:ahLst/>
              <a:cxnLst/>
              <a:rect l="l" t="t" r="r" b="b"/>
              <a:pathLst>
                <a:path w="1041" h="2773" extrusionOk="0">
                  <a:moveTo>
                    <a:pt x="536" y="0"/>
                  </a:moveTo>
                  <a:cubicBezTo>
                    <a:pt x="253" y="0"/>
                    <a:pt x="1" y="252"/>
                    <a:pt x="1" y="536"/>
                  </a:cubicBezTo>
                  <a:lnTo>
                    <a:pt x="1" y="2773"/>
                  </a:lnTo>
                  <a:cubicBezTo>
                    <a:pt x="284" y="2584"/>
                    <a:pt x="694" y="2426"/>
                    <a:pt x="1040" y="2426"/>
                  </a:cubicBezTo>
                  <a:lnTo>
                    <a:pt x="1040" y="536"/>
                  </a:lnTo>
                  <a:cubicBezTo>
                    <a:pt x="1040" y="252"/>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83"/>
            <p:cNvSpPr/>
            <p:nvPr/>
          </p:nvSpPr>
          <p:spPr>
            <a:xfrm>
              <a:off x="-27973000" y="3202075"/>
              <a:ext cx="26000" cy="57525"/>
            </a:xfrm>
            <a:custGeom>
              <a:avLst/>
              <a:gdLst/>
              <a:ahLst/>
              <a:cxnLst/>
              <a:rect l="l" t="t" r="r" b="b"/>
              <a:pathLst>
                <a:path w="1040" h="2301" extrusionOk="0">
                  <a:moveTo>
                    <a:pt x="536" y="0"/>
                  </a:moveTo>
                  <a:cubicBezTo>
                    <a:pt x="252" y="0"/>
                    <a:pt x="0" y="221"/>
                    <a:pt x="0" y="504"/>
                  </a:cubicBezTo>
                  <a:lnTo>
                    <a:pt x="0" y="1954"/>
                  </a:lnTo>
                  <a:cubicBezTo>
                    <a:pt x="410" y="1985"/>
                    <a:pt x="756" y="2080"/>
                    <a:pt x="1040" y="2300"/>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83"/>
            <p:cNvSpPr/>
            <p:nvPr/>
          </p:nvSpPr>
          <p:spPr>
            <a:xfrm>
              <a:off x="-27929675" y="3202075"/>
              <a:ext cx="26000" cy="57525"/>
            </a:xfrm>
            <a:custGeom>
              <a:avLst/>
              <a:gdLst/>
              <a:ahLst/>
              <a:cxnLst/>
              <a:rect l="l" t="t" r="r" b="b"/>
              <a:pathLst>
                <a:path w="1040" h="2301" extrusionOk="0">
                  <a:moveTo>
                    <a:pt x="536" y="0"/>
                  </a:moveTo>
                  <a:cubicBezTo>
                    <a:pt x="252" y="0"/>
                    <a:pt x="0" y="221"/>
                    <a:pt x="0" y="504"/>
                  </a:cubicBezTo>
                  <a:lnTo>
                    <a:pt x="0" y="2300"/>
                  </a:lnTo>
                  <a:cubicBezTo>
                    <a:pt x="315" y="2111"/>
                    <a:pt x="693" y="1985"/>
                    <a:pt x="1040" y="1954"/>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83"/>
            <p:cNvSpPr/>
            <p:nvPr/>
          </p:nvSpPr>
          <p:spPr>
            <a:xfrm>
              <a:off x="-28016325" y="3175300"/>
              <a:ext cx="26025" cy="91375"/>
            </a:xfrm>
            <a:custGeom>
              <a:avLst/>
              <a:gdLst/>
              <a:ahLst/>
              <a:cxnLst/>
              <a:rect l="l" t="t" r="r" b="b"/>
              <a:pathLst>
                <a:path w="1041" h="3655" extrusionOk="0">
                  <a:moveTo>
                    <a:pt x="536" y="0"/>
                  </a:moveTo>
                  <a:cubicBezTo>
                    <a:pt x="253" y="0"/>
                    <a:pt x="1" y="221"/>
                    <a:pt x="1" y="504"/>
                  </a:cubicBezTo>
                  <a:lnTo>
                    <a:pt x="1" y="3655"/>
                  </a:lnTo>
                  <a:cubicBezTo>
                    <a:pt x="1" y="3655"/>
                    <a:pt x="1" y="3623"/>
                    <a:pt x="64" y="3623"/>
                  </a:cubicBezTo>
                  <a:cubicBezTo>
                    <a:pt x="284" y="3371"/>
                    <a:pt x="631" y="3182"/>
                    <a:pt x="1040" y="3056"/>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83"/>
            <p:cNvSpPr/>
            <p:nvPr/>
          </p:nvSpPr>
          <p:spPr>
            <a:xfrm>
              <a:off x="-27886375" y="3176075"/>
              <a:ext cx="26025" cy="91400"/>
            </a:xfrm>
            <a:custGeom>
              <a:avLst/>
              <a:gdLst/>
              <a:ahLst/>
              <a:cxnLst/>
              <a:rect l="l" t="t" r="r" b="b"/>
              <a:pathLst>
                <a:path w="1041" h="3656" extrusionOk="0">
                  <a:moveTo>
                    <a:pt x="536" y="1"/>
                  </a:moveTo>
                  <a:cubicBezTo>
                    <a:pt x="253" y="1"/>
                    <a:pt x="1" y="221"/>
                    <a:pt x="1" y="505"/>
                  </a:cubicBezTo>
                  <a:lnTo>
                    <a:pt x="1" y="3088"/>
                  </a:lnTo>
                  <a:cubicBezTo>
                    <a:pt x="379" y="3151"/>
                    <a:pt x="726" y="3340"/>
                    <a:pt x="1041" y="3655"/>
                  </a:cubicBezTo>
                  <a:lnTo>
                    <a:pt x="1041" y="505"/>
                  </a:lnTo>
                  <a:cubicBezTo>
                    <a:pt x="1041" y="253"/>
                    <a:pt x="789" y="1"/>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83"/>
            <p:cNvSpPr/>
            <p:nvPr/>
          </p:nvSpPr>
          <p:spPr>
            <a:xfrm>
              <a:off x="-28017900" y="3269025"/>
              <a:ext cx="161475" cy="133125"/>
            </a:xfrm>
            <a:custGeom>
              <a:avLst/>
              <a:gdLst/>
              <a:ahLst/>
              <a:cxnLst/>
              <a:rect l="l" t="t" r="r" b="b"/>
              <a:pathLst>
                <a:path w="6459" h="5325" extrusionOk="0">
                  <a:moveTo>
                    <a:pt x="1733" y="0"/>
                  </a:moveTo>
                  <a:cubicBezTo>
                    <a:pt x="1355" y="0"/>
                    <a:pt x="946" y="158"/>
                    <a:pt x="662" y="410"/>
                  </a:cubicBezTo>
                  <a:cubicBezTo>
                    <a:pt x="64" y="882"/>
                    <a:pt x="1" y="1639"/>
                    <a:pt x="347" y="2237"/>
                  </a:cubicBezTo>
                  <a:cubicBezTo>
                    <a:pt x="1324" y="2458"/>
                    <a:pt x="2048" y="3340"/>
                    <a:pt x="2174" y="4348"/>
                  </a:cubicBezTo>
                  <a:lnTo>
                    <a:pt x="3214" y="5325"/>
                  </a:lnTo>
                  <a:lnTo>
                    <a:pt x="4285" y="4348"/>
                  </a:lnTo>
                  <a:cubicBezTo>
                    <a:pt x="4380" y="3340"/>
                    <a:pt x="5073" y="2521"/>
                    <a:pt x="6113" y="2237"/>
                  </a:cubicBezTo>
                  <a:cubicBezTo>
                    <a:pt x="6459" y="1639"/>
                    <a:pt x="6333" y="882"/>
                    <a:pt x="5860" y="410"/>
                  </a:cubicBezTo>
                  <a:cubicBezTo>
                    <a:pt x="5577" y="158"/>
                    <a:pt x="5199" y="0"/>
                    <a:pt x="4789" y="0"/>
                  </a:cubicBezTo>
                  <a:cubicBezTo>
                    <a:pt x="4411" y="0"/>
                    <a:pt x="4002" y="158"/>
                    <a:pt x="3750" y="410"/>
                  </a:cubicBezTo>
                  <a:lnTo>
                    <a:pt x="3277" y="882"/>
                  </a:lnTo>
                  <a:lnTo>
                    <a:pt x="2805" y="410"/>
                  </a:lnTo>
                  <a:cubicBezTo>
                    <a:pt x="2521" y="158"/>
                    <a:pt x="2143"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83"/>
            <p:cNvSpPr/>
            <p:nvPr/>
          </p:nvSpPr>
          <p:spPr>
            <a:xfrm>
              <a:off x="-27930475" y="3269800"/>
              <a:ext cx="121325" cy="201650"/>
            </a:xfrm>
            <a:custGeom>
              <a:avLst/>
              <a:gdLst/>
              <a:ahLst/>
              <a:cxnLst/>
              <a:rect l="l" t="t" r="r" b="b"/>
              <a:pathLst>
                <a:path w="4853" h="8066" extrusionOk="0">
                  <a:moveTo>
                    <a:pt x="4506" y="1"/>
                  </a:moveTo>
                  <a:cubicBezTo>
                    <a:pt x="3876" y="1"/>
                    <a:pt x="3403" y="505"/>
                    <a:pt x="3403" y="1198"/>
                  </a:cubicBezTo>
                  <a:lnTo>
                    <a:pt x="3403" y="2395"/>
                  </a:lnTo>
                  <a:cubicBezTo>
                    <a:pt x="3403" y="2584"/>
                    <a:pt x="3246" y="2742"/>
                    <a:pt x="3025" y="2742"/>
                  </a:cubicBezTo>
                  <a:cubicBezTo>
                    <a:pt x="2679" y="2742"/>
                    <a:pt x="2363" y="2868"/>
                    <a:pt x="2080" y="3025"/>
                  </a:cubicBezTo>
                  <a:cubicBezTo>
                    <a:pt x="1702" y="3372"/>
                    <a:pt x="1418" y="3939"/>
                    <a:pt x="1418" y="4474"/>
                  </a:cubicBezTo>
                  <a:lnTo>
                    <a:pt x="1418" y="5231"/>
                  </a:lnTo>
                  <a:cubicBezTo>
                    <a:pt x="1418" y="5420"/>
                    <a:pt x="1261" y="5577"/>
                    <a:pt x="1072" y="5577"/>
                  </a:cubicBezTo>
                  <a:cubicBezTo>
                    <a:pt x="883" y="5577"/>
                    <a:pt x="725" y="5420"/>
                    <a:pt x="725" y="5231"/>
                  </a:cubicBezTo>
                  <a:lnTo>
                    <a:pt x="1" y="5892"/>
                  </a:lnTo>
                  <a:lnTo>
                    <a:pt x="1" y="8066"/>
                  </a:lnTo>
                  <a:lnTo>
                    <a:pt x="3813" y="8066"/>
                  </a:lnTo>
                  <a:cubicBezTo>
                    <a:pt x="4033" y="8066"/>
                    <a:pt x="4191" y="7908"/>
                    <a:pt x="4191" y="7719"/>
                  </a:cubicBezTo>
                  <a:cubicBezTo>
                    <a:pt x="4191" y="7530"/>
                    <a:pt x="4033" y="7373"/>
                    <a:pt x="3813" y="7373"/>
                  </a:cubicBezTo>
                  <a:lnTo>
                    <a:pt x="3466" y="7373"/>
                  </a:lnTo>
                  <a:lnTo>
                    <a:pt x="3466" y="6270"/>
                  </a:lnTo>
                  <a:cubicBezTo>
                    <a:pt x="3466" y="6176"/>
                    <a:pt x="3498" y="6050"/>
                    <a:pt x="3592" y="6018"/>
                  </a:cubicBezTo>
                  <a:lnTo>
                    <a:pt x="4128" y="5420"/>
                  </a:lnTo>
                  <a:cubicBezTo>
                    <a:pt x="4600" y="4947"/>
                    <a:pt x="4852" y="4380"/>
                    <a:pt x="4852" y="3687"/>
                  </a:cubicBezTo>
                  <a:lnTo>
                    <a:pt x="4852" y="347"/>
                  </a:lnTo>
                  <a:cubicBezTo>
                    <a:pt x="4852" y="158"/>
                    <a:pt x="4695" y="1"/>
                    <a:pt x="45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83"/>
            <p:cNvSpPr/>
            <p:nvPr/>
          </p:nvSpPr>
          <p:spPr>
            <a:xfrm>
              <a:off x="-28069875" y="3271375"/>
              <a:ext cx="122875" cy="200075"/>
            </a:xfrm>
            <a:custGeom>
              <a:avLst/>
              <a:gdLst/>
              <a:ahLst/>
              <a:cxnLst/>
              <a:rect l="l" t="t" r="r" b="b"/>
              <a:pathLst>
                <a:path w="4915" h="8003" extrusionOk="0">
                  <a:moveTo>
                    <a:pt x="347" y="1"/>
                  </a:moveTo>
                  <a:cubicBezTo>
                    <a:pt x="158" y="1"/>
                    <a:pt x="0" y="158"/>
                    <a:pt x="0" y="379"/>
                  </a:cubicBezTo>
                  <a:lnTo>
                    <a:pt x="0" y="3718"/>
                  </a:lnTo>
                  <a:cubicBezTo>
                    <a:pt x="0" y="4348"/>
                    <a:pt x="221" y="4979"/>
                    <a:pt x="693" y="5451"/>
                  </a:cubicBezTo>
                  <a:lnTo>
                    <a:pt x="1323" y="5955"/>
                  </a:lnTo>
                  <a:cubicBezTo>
                    <a:pt x="1418" y="6018"/>
                    <a:pt x="1449" y="6113"/>
                    <a:pt x="1449" y="6207"/>
                  </a:cubicBezTo>
                  <a:lnTo>
                    <a:pt x="1449" y="7310"/>
                  </a:lnTo>
                  <a:lnTo>
                    <a:pt x="1103" y="7310"/>
                  </a:lnTo>
                  <a:cubicBezTo>
                    <a:pt x="882" y="7310"/>
                    <a:pt x="725" y="7467"/>
                    <a:pt x="725" y="7656"/>
                  </a:cubicBezTo>
                  <a:cubicBezTo>
                    <a:pt x="725" y="7845"/>
                    <a:pt x="882" y="8003"/>
                    <a:pt x="1103" y="8003"/>
                  </a:cubicBezTo>
                  <a:lnTo>
                    <a:pt x="4915" y="8003"/>
                  </a:lnTo>
                  <a:lnTo>
                    <a:pt x="4915" y="5829"/>
                  </a:lnTo>
                  <a:lnTo>
                    <a:pt x="4190" y="5168"/>
                  </a:lnTo>
                  <a:cubicBezTo>
                    <a:pt x="4190" y="5357"/>
                    <a:pt x="4033" y="5514"/>
                    <a:pt x="3844" y="5514"/>
                  </a:cubicBezTo>
                  <a:cubicBezTo>
                    <a:pt x="3655" y="5514"/>
                    <a:pt x="3497" y="5357"/>
                    <a:pt x="3497" y="5168"/>
                  </a:cubicBezTo>
                  <a:lnTo>
                    <a:pt x="3497" y="4411"/>
                  </a:lnTo>
                  <a:cubicBezTo>
                    <a:pt x="3497" y="3876"/>
                    <a:pt x="3214" y="3372"/>
                    <a:pt x="2741" y="3057"/>
                  </a:cubicBezTo>
                  <a:cubicBezTo>
                    <a:pt x="2458" y="2899"/>
                    <a:pt x="2143" y="2773"/>
                    <a:pt x="1796" y="2773"/>
                  </a:cubicBezTo>
                  <a:cubicBezTo>
                    <a:pt x="1607" y="2773"/>
                    <a:pt x="1449" y="2616"/>
                    <a:pt x="1449" y="2427"/>
                  </a:cubicBezTo>
                  <a:lnTo>
                    <a:pt x="1449" y="1229"/>
                  </a:lnTo>
                  <a:cubicBezTo>
                    <a:pt x="1449" y="473"/>
                    <a:pt x="945"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74" name="Google Shape;5274;p83"/>
          <p:cNvSpPr/>
          <p:nvPr/>
        </p:nvSpPr>
        <p:spPr>
          <a:xfrm>
            <a:off x="5280965" y="1764235"/>
            <a:ext cx="352803" cy="350719"/>
          </a:xfrm>
          <a:custGeom>
            <a:avLst/>
            <a:gdLst/>
            <a:ahLst/>
            <a:cxnLst/>
            <a:rect l="l" t="t" r="r" b="b"/>
            <a:pathLst>
              <a:path w="11846" h="11776" extrusionOk="0">
                <a:moveTo>
                  <a:pt x="9074" y="2261"/>
                </a:moveTo>
                <a:lnTo>
                  <a:pt x="9546" y="2733"/>
                </a:lnTo>
                <a:lnTo>
                  <a:pt x="9011" y="3300"/>
                </a:lnTo>
                <a:lnTo>
                  <a:pt x="8538" y="2828"/>
                </a:lnTo>
                <a:lnTo>
                  <a:pt x="9074" y="2261"/>
                </a:lnTo>
                <a:close/>
                <a:moveTo>
                  <a:pt x="6333" y="3489"/>
                </a:moveTo>
                <a:lnTo>
                  <a:pt x="8286" y="5474"/>
                </a:lnTo>
                <a:lnTo>
                  <a:pt x="7782" y="5978"/>
                </a:lnTo>
                <a:lnTo>
                  <a:pt x="7026" y="5222"/>
                </a:lnTo>
                <a:cubicBezTo>
                  <a:pt x="6963" y="5159"/>
                  <a:pt x="6876" y="5128"/>
                  <a:pt x="6789" y="5128"/>
                </a:cubicBezTo>
                <a:cubicBezTo>
                  <a:pt x="6703" y="5128"/>
                  <a:pt x="6616" y="5159"/>
                  <a:pt x="6553" y="5222"/>
                </a:cubicBezTo>
                <a:cubicBezTo>
                  <a:pt x="6427" y="5348"/>
                  <a:pt x="6427" y="5569"/>
                  <a:pt x="6553" y="5695"/>
                </a:cubicBezTo>
                <a:lnTo>
                  <a:pt x="7309" y="6451"/>
                </a:lnTo>
                <a:lnTo>
                  <a:pt x="6837" y="6924"/>
                </a:lnTo>
                <a:lnTo>
                  <a:pt x="4883" y="4939"/>
                </a:lnTo>
                <a:lnTo>
                  <a:pt x="6333" y="3489"/>
                </a:lnTo>
                <a:close/>
                <a:moveTo>
                  <a:pt x="2647" y="8688"/>
                </a:moveTo>
                <a:lnTo>
                  <a:pt x="3119" y="9160"/>
                </a:lnTo>
                <a:lnTo>
                  <a:pt x="2899" y="9412"/>
                </a:lnTo>
                <a:cubicBezTo>
                  <a:pt x="2836" y="9460"/>
                  <a:pt x="2749" y="9483"/>
                  <a:pt x="2662" y="9483"/>
                </a:cubicBezTo>
                <a:cubicBezTo>
                  <a:pt x="2576" y="9483"/>
                  <a:pt x="2489" y="9460"/>
                  <a:pt x="2426" y="9412"/>
                </a:cubicBezTo>
                <a:cubicBezTo>
                  <a:pt x="2300" y="9286"/>
                  <a:pt x="2300" y="9034"/>
                  <a:pt x="2426" y="8940"/>
                </a:cubicBezTo>
                <a:lnTo>
                  <a:pt x="2647" y="8688"/>
                </a:lnTo>
                <a:close/>
                <a:moveTo>
                  <a:pt x="9294" y="0"/>
                </a:moveTo>
                <a:cubicBezTo>
                  <a:pt x="9026" y="0"/>
                  <a:pt x="8758" y="103"/>
                  <a:pt x="8569" y="308"/>
                </a:cubicBezTo>
                <a:cubicBezTo>
                  <a:pt x="8160" y="686"/>
                  <a:pt x="8097" y="1410"/>
                  <a:pt x="8538" y="1820"/>
                </a:cubicBezTo>
                <a:lnTo>
                  <a:pt x="8065" y="2292"/>
                </a:lnTo>
                <a:lnTo>
                  <a:pt x="7089" y="1316"/>
                </a:lnTo>
                <a:cubicBezTo>
                  <a:pt x="6884" y="1127"/>
                  <a:pt x="6616" y="1032"/>
                  <a:pt x="6348" y="1032"/>
                </a:cubicBezTo>
                <a:cubicBezTo>
                  <a:pt x="6081" y="1032"/>
                  <a:pt x="5813" y="1127"/>
                  <a:pt x="5608" y="1316"/>
                </a:cubicBezTo>
                <a:cubicBezTo>
                  <a:pt x="5230" y="1725"/>
                  <a:pt x="5230" y="2387"/>
                  <a:pt x="5608" y="2765"/>
                </a:cubicBezTo>
                <a:lnTo>
                  <a:pt x="5860" y="3017"/>
                </a:lnTo>
                <a:lnTo>
                  <a:pt x="2678" y="6199"/>
                </a:lnTo>
                <a:cubicBezTo>
                  <a:pt x="2142" y="6734"/>
                  <a:pt x="2048" y="7428"/>
                  <a:pt x="2268" y="8058"/>
                </a:cubicBezTo>
                <a:lnTo>
                  <a:pt x="1922" y="8404"/>
                </a:lnTo>
                <a:cubicBezTo>
                  <a:pt x="1607" y="8719"/>
                  <a:pt x="1512" y="9192"/>
                  <a:pt x="1733" y="9601"/>
                </a:cubicBezTo>
                <a:lnTo>
                  <a:pt x="95" y="11208"/>
                </a:lnTo>
                <a:cubicBezTo>
                  <a:pt x="0" y="11334"/>
                  <a:pt x="0" y="11555"/>
                  <a:pt x="95" y="11681"/>
                </a:cubicBezTo>
                <a:cubicBezTo>
                  <a:pt x="158" y="11744"/>
                  <a:pt x="252" y="11775"/>
                  <a:pt x="343" y="11775"/>
                </a:cubicBezTo>
                <a:cubicBezTo>
                  <a:pt x="433" y="11775"/>
                  <a:pt x="520" y="11744"/>
                  <a:pt x="567" y="11681"/>
                </a:cubicBezTo>
                <a:lnTo>
                  <a:pt x="2174" y="10074"/>
                </a:lnTo>
                <a:cubicBezTo>
                  <a:pt x="2318" y="10136"/>
                  <a:pt x="2465" y="10164"/>
                  <a:pt x="2609" y="10164"/>
                </a:cubicBezTo>
                <a:cubicBezTo>
                  <a:pt x="2904" y="10164"/>
                  <a:pt x="3180" y="10044"/>
                  <a:pt x="3371" y="9853"/>
                </a:cubicBezTo>
                <a:lnTo>
                  <a:pt x="3718" y="9507"/>
                </a:lnTo>
                <a:cubicBezTo>
                  <a:pt x="3930" y="9598"/>
                  <a:pt x="4148" y="9640"/>
                  <a:pt x="4363" y="9640"/>
                </a:cubicBezTo>
                <a:cubicBezTo>
                  <a:pt x="4818" y="9640"/>
                  <a:pt x="5255" y="9450"/>
                  <a:pt x="5576" y="9129"/>
                </a:cubicBezTo>
                <a:lnTo>
                  <a:pt x="5797" y="8877"/>
                </a:lnTo>
                <a:lnTo>
                  <a:pt x="4820" y="7900"/>
                </a:lnTo>
                <a:cubicBezTo>
                  <a:pt x="4694" y="7774"/>
                  <a:pt x="4694" y="7554"/>
                  <a:pt x="4820" y="7428"/>
                </a:cubicBezTo>
                <a:cubicBezTo>
                  <a:pt x="4883" y="7365"/>
                  <a:pt x="4970" y="7333"/>
                  <a:pt x="5057" y="7333"/>
                </a:cubicBezTo>
                <a:cubicBezTo>
                  <a:pt x="5143" y="7333"/>
                  <a:pt x="5230" y="7365"/>
                  <a:pt x="5293" y="7428"/>
                </a:cubicBezTo>
                <a:lnTo>
                  <a:pt x="6270" y="8404"/>
                </a:lnTo>
                <a:lnTo>
                  <a:pt x="8727" y="5978"/>
                </a:lnTo>
                <a:lnTo>
                  <a:pt x="8948" y="6199"/>
                </a:lnTo>
                <a:cubicBezTo>
                  <a:pt x="9152" y="6404"/>
                  <a:pt x="9420" y="6506"/>
                  <a:pt x="9688" y="6506"/>
                </a:cubicBezTo>
                <a:cubicBezTo>
                  <a:pt x="9956" y="6506"/>
                  <a:pt x="10223" y="6404"/>
                  <a:pt x="10428" y="6199"/>
                </a:cubicBezTo>
                <a:cubicBezTo>
                  <a:pt x="10806" y="5821"/>
                  <a:pt x="10806" y="5159"/>
                  <a:pt x="10428" y="4750"/>
                </a:cubicBezTo>
                <a:lnTo>
                  <a:pt x="9420" y="3773"/>
                </a:lnTo>
                <a:lnTo>
                  <a:pt x="9987" y="3206"/>
                </a:lnTo>
                <a:cubicBezTo>
                  <a:pt x="10176" y="3411"/>
                  <a:pt x="10444" y="3513"/>
                  <a:pt x="10712" y="3513"/>
                </a:cubicBezTo>
                <a:cubicBezTo>
                  <a:pt x="10980" y="3513"/>
                  <a:pt x="11247" y="3411"/>
                  <a:pt x="11436" y="3206"/>
                </a:cubicBezTo>
                <a:cubicBezTo>
                  <a:pt x="11846" y="2828"/>
                  <a:pt x="11846" y="2166"/>
                  <a:pt x="11436" y="1757"/>
                </a:cubicBezTo>
                <a:lnTo>
                  <a:pt x="10019" y="308"/>
                </a:lnTo>
                <a:cubicBezTo>
                  <a:pt x="9830" y="103"/>
                  <a:pt x="9562" y="0"/>
                  <a:pt x="92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75" name="Google Shape;5275;p83"/>
          <p:cNvGrpSpPr/>
          <p:nvPr/>
        </p:nvGrpSpPr>
        <p:grpSpPr>
          <a:xfrm>
            <a:off x="5342810" y="2213733"/>
            <a:ext cx="228045" cy="351880"/>
            <a:chOff x="-28032075" y="3916450"/>
            <a:chExt cx="191425" cy="295375"/>
          </a:xfrm>
        </p:grpSpPr>
        <p:sp>
          <p:nvSpPr>
            <p:cNvPr id="5276" name="Google Shape;5276;p83"/>
            <p:cNvSpPr/>
            <p:nvPr/>
          </p:nvSpPr>
          <p:spPr>
            <a:xfrm>
              <a:off x="-27996625" y="3916450"/>
              <a:ext cx="120525" cy="51225"/>
            </a:xfrm>
            <a:custGeom>
              <a:avLst/>
              <a:gdLst/>
              <a:ahLst/>
              <a:cxnLst/>
              <a:rect l="l" t="t" r="r" b="b"/>
              <a:pathLst>
                <a:path w="4821" h="2049" extrusionOk="0">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83"/>
            <p:cNvSpPr/>
            <p:nvPr/>
          </p:nvSpPr>
          <p:spPr>
            <a:xfrm>
              <a:off x="-28032075" y="4089975"/>
              <a:ext cx="191425" cy="121850"/>
            </a:xfrm>
            <a:custGeom>
              <a:avLst/>
              <a:gdLst/>
              <a:ahLst/>
              <a:cxnLst/>
              <a:rect l="l" t="t" r="r" b="b"/>
              <a:pathLst>
                <a:path w="7657" h="4874" extrusionOk="0">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83"/>
            <p:cNvSpPr/>
            <p:nvPr/>
          </p:nvSpPr>
          <p:spPr>
            <a:xfrm>
              <a:off x="-28024975" y="3985750"/>
              <a:ext cx="181950" cy="121975"/>
            </a:xfrm>
            <a:custGeom>
              <a:avLst/>
              <a:gdLst/>
              <a:ahLst/>
              <a:cxnLst/>
              <a:rect l="l" t="t" r="r" b="b"/>
              <a:pathLst>
                <a:path w="7278" h="4879" extrusionOk="0">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9" name="Google Shape;5279;p83"/>
          <p:cNvGrpSpPr/>
          <p:nvPr/>
        </p:nvGrpSpPr>
        <p:grpSpPr>
          <a:xfrm>
            <a:off x="7508157" y="1306484"/>
            <a:ext cx="352833" cy="352833"/>
            <a:chOff x="-26201650" y="3176075"/>
            <a:chExt cx="296175" cy="296175"/>
          </a:xfrm>
        </p:grpSpPr>
        <p:sp>
          <p:nvSpPr>
            <p:cNvPr id="5280" name="Google Shape;5280;p83"/>
            <p:cNvSpPr/>
            <p:nvPr/>
          </p:nvSpPr>
          <p:spPr>
            <a:xfrm>
              <a:off x="-26082700" y="3176075"/>
              <a:ext cx="51200" cy="226875"/>
            </a:xfrm>
            <a:custGeom>
              <a:avLst/>
              <a:gdLst/>
              <a:ahLst/>
              <a:cxnLst/>
              <a:rect l="l" t="t" r="r" b="b"/>
              <a:pathLst>
                <a:path w="2048" h="9075" extrusionOk="0">
                  <a:moveTo>
                    <a:pt x="1071" y="1"/>
                  </a:moveTo>
                  <a:cubicBezTo>
                    <a:pt x="882" y="1"/>
                    <a:pt x="725" y="158"/>
                    <a:pt x="725" y="347"/>
                  </a:cubicBezTo>
                  <a:lnTo>
                    <a:pt x="725" y="6554"/>
                  </a:lnTo>
                  <a:cubicBezTo>
                    <a:pt x="473" y="6900"/>
                    <a:pt x="0" y="7656"/>
                    <a:pt x="0" y="8034"/>
                  </a:cubicBezTo>
                  <a:cubicBezTo>
                    <a:pt x="0" y="8633"/>
                    <a:pt x="473" y="9074"/>
                    <a:pt x="1040" y="9074"/>
                  </a:cubicBezTo>
                  <a:cubicBezTo>
                    <a:pt x="1638" y="9074"/>
                    <a:pt x="2048" y="8602"/>
                    <a:pt x="2048" y="8034"/>
                  </a:cubicBezTo>
                  <a:cubicBezTo>
                    <a:pt x="2048" y="7656"/>
                    <a:pt x="1638" y="6900"/>
                    <a:pt x="1355" y="6554"/>
                  </a:cubicBezTo>
                  <a:lnTo>
                    <a:pt x="1355" y="347"/>
                  </a:lnTo>
                  <a:cubicBezTo>
                    <a:pt x="1386" y="158"/>
                    <a:pt x="126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1" name="Google Shape;5281;p83"/>
            <p:cNvSpPr/>
            <p:nvPr/>
          </p:nvSpPr>
          <p:spPr>
            <a:xfrm>
              <a:off x="-26201650" y="3317075"/>
              <a:ext cx="296175" cy="155175"/>
            </a:xfrm>
            <a:custGeom>
              <a:avLst/>
              <a:gdLst/>
              <a:ahLst/>
              <a:cxnLst/>
              <a:rect l="l" t="t" r="r" b="b"/>
              <a:pathLst>
                <a:path w="11847" h="6207" extrusionOk="0">
                  <a:moveTo>
                    <a:pt x="3939" y="662"/>
                  </a:moveTo>
                  <a:cubicBezTo>
                    <a:pt x="3876" y="914"/>
                    <a:pt x="3750" y="1134"/>
                    <a:pt x="3624" y="1323"/>
                  </a:cubicBezTo>
                  <a:cubicBezTo>
                    <a:pt x="3624" y="1386"/>
                    <a:pt x="3593" y="1418"/>
                    <a:pt x="3593" y="1481"/>
                  </a:cubicBezTo>
                  <a:cubicBezTo>
                    <a:pt x="3277" y="1292"/>
                    <a:pt x="2836" y="1229"/>
                    <a:pt x="2490" y="1229"/>
                  </a:cubicBezTo>
                  <a:cubicBezTo>
                    <a:pt x="1986" y="1229"/>
                    <a:pt x="1293" y="1386"/>
                    <a:pt x="1041" y="1859"/>
                  </a:cubicBezTo>
                  <a:cubicBezTo>
                    <a:pt x="915" y="2048"/>
                    <a:pt x="757" y="2111"/>
                    <a:pt x="568" y="2111"/>
                  </a:cubicBezTo>
                  <a:lnTo>
                    <a:pt x="568" y="1008"/>
                  </a:lnTo>
                  <a:cubicBezTo>
                    <a:pt x="568" y="819"/>
                    <a:pt x="726" y="662"/>
                    <a:pt x="915" y="662"/>
                  </a:cubicBezTo>
                  <a:close/>
                  <a:moveTo>
                    <a:pt x="10681" y="662"/>
                  </a:moveTo>
                  <a:cubicBezTo>
                    <a:pt x="10870" y="662"/>
                    <a:pt x="11028" y="819"/>
                    <a:pt x="11028" y="1008"/>
                  </a:cubicBezTo>
                  <a:lnTo>
                    <a:pt x="11028" y="2111"/>
                  </a:lnTo>
                  <a:cubicBezTo>
                    <a:pt x="10870" y="2111"/>
                    <a:pt x="10681" y="2048"/>
                    <a:pt x="10555" y="1859"/>
                  </a:cubicBezTo>
                  <a:cubicBezTo>
                    <a:pt x="10335" y="1449"/>
                    <a:pt x="9894" y="1229"/>
                    <a:pt x="9452" y="1229"/>
                  </a:cubicBezTo>
                  <a:cubicBezTo>
                    <a:pt x="9011" y="1229"/>
                    <a:pt x="8602" y="1449"/>
                    <a:pt x="8350" y="1859"/>
                  </a:cubicBezTo>
                  <a:cubicBezTo>
                    <a:pt x="8318" y="1922"/>
                    <a:pt x="8224" y="2016"/>
                    <a:pt x="8192" y="2048"/>
                  </a:cubicBezTo>
                  <a:cubicBezTo>
                    <a:pt x="8161" y="1733"/>
                    <a:pt x="8003" y="1292"/>
                    <a:pt x="7657" y="662"/>
                  </a:cubicBezTo>
                  <a:close/>
                  <a:moveTo>
                    <a:pt x="2332" y="2741"/>
                  </a:moveTo>
                  <a:cubicBezTo>
                    <a:pt x="2521" y="2741"/>
                    <a:pt x="2679" y="2899"/>
                    <a:pt x="2679" y="3119"/>
                  </a:cubicBezTo>
                  <a:cubicBezTo>
                    <a:pt x="2679" y="3308"/>
                    <a:pt x="2521" y="3466"/>
                    <a:pt x="2332" y="3466"/>
                  </a:cubicBezTo>
                  <a:cubicBezTo>
                    <a:pt x="2143" y="3466"/>
                    <a:pt x="1986" y="3308"/>
                    <a:pt x="1986" y="3119"/>
                  </a:cubicBezTo>
                  <a:cubicBezTo>
                    <a:pt x="1986" y="2899"/>
                    <a:pt x="2143" y="2741"/>
                    <a:pt x="2332" y="2741"/>
                  </a:cubicBezTo>
                  <a:close/>
                  <a:moveTo>
                    <a:pt x="9295" y="2741"/>
                  </a:moveTo>
                  <a:cubicBezTo>
                    <a:pt x="9484" y="2741"/>
                    <a:pt x="9641" y="2899"/>
                    <a:pt x="9641" y="3119"/>
                  </a:cubicBezTo>
                  <a:cubicBezTo>
                    <a:pt x="9641" y="3308"/>
                    <a:pt x="9484" y="3466"/>
                    <a:pt x="9295" y="3466"/>
                  </a:cubicBezTo>
                  <a:cubicBezTo>
                    <a:pt x="9106" y="3466"/>
                    <a:pt x="8948" y="3308"/>
                    <a:pt x="8948" y="3119"/>
                  </a:cubicBezTo>
                  <a:cubicBezTo>
                    <a:pt x="8948" y="2899"/>
                    <a:pt x="9106" y="2741"/>
                    <a:pt x="9295" y="2741"/>
                  </a:cubicBezTo>
                  <a:close/>
                  <a:moveTo>
                    <a:pt x="1608" y="4127"/>
                  </a:moveTo>
                  <a:cubicBezTo>
                    <a:pt x="1828" y="4127"/>
                    <a:pt x="1986" y="4285"/>
                    <a:pt x="1986" y="4474"/>
                  </a:cubicBezTo>
                  <a:cubicBezTo>
                    <a:pt x="1986" y="4694"/>
                    <a:pt x="1828" y="4852"/>
                    <a:pt x="1608" y="4852"/>
                  </a:cubicBezTo>
                  <a:cubicBezTo>
                    <a:pt x="1419" y="4852"/>
                    <a:pt x="1261" y="4694"/>
                    <a:pt x="1261" y="4474"/>
                  </a:cubicBezTo>
                  <a:cubicBezTo>
                    <a:pt x="1261" y="4285"/>
                    <a:pt x="1419" y="4127"/>
                    <a:pt x="1608" y="4127"/>
                  </a:cubicBezTo>
                  <a:close/>
                  <a:moveTo>
                    <a:pt x="3025" y="4127"/>
                  </a:moveTo>
                  <a:cubicBezTo>
                    <a:pt x="3246" y="4127"/>
                    <a:pt x="3404" y="4285"/>
                    <a:pt x="3404" y="4474"/>
                  </a:cubicBezTo>
                  <a:cubicBezTo>
                    <a:pt x="3404" y="4694"/>
                    <a:pt x="3183" y="4852"/>
                    <a:pt x="3025" y="4852"/>
                  </a:cubicBezTo>
                  <a:cubicBezTo>
                    <a:pt x="2836" y="4852"/>
                    <a:pt x="2679" y="4694"/>
                    <a:pt x="2679" y="4474"/>
                  </a:cubicBezTo>
                  <a:cubicBezTo>
                    <a:pt x="2679" y="4285"/>
                    <a:pt x="2836" y="4127"/>
                    <a:pt x="3025" y="4127"/>
                  </a:cubicBezTo>
                  <a:close/>
                  <a:moveTo>
                    <a:pt x="8602" y="4127"/>
                  </a:moveTo>
                  <a:cubicBezTo>
                    <a:pt x="8791" y="4127"/>
                    <a:pt x="8948" y="4285"/>
                    <a:pt x="8948" y="4474"/>
                  </a:cubicBezTo>
                  <a:cubicBezTo>
                    <a:pt x="8948" y="4694"/>
                    <a:pt x="8791" y="4852"/>
                    <a:pt x="8602" y="4852"/>
                  </a:cubicBezTo>
                  <a:cubicBezTo>
                    <a:pt x="8381" y="4852"/>
                    <a:pt x="8224" y="4694"/>
                    <a:pt x="8224" y="4474"/>
                  </a:cubicBezTo>
                  <a:cubicBezTo>
                    <a:pt x="8224" y="4285"/>
                    <a:pt x="8381" y="4127"/>
                    <a:pt x="8602" y="4127"/>
                  </a:cubicBezTo>
                  <a:close/>
                  <a:moveTo>
                    <a:pt x="9957" y="4127"/>
                  </a:moveTo>
                  <a:cubicBezTo>
                    <a:pt x="10177" y="4127"/>
                    <a:pt x="10335" y="4285"/>
                    <a:pt x="10335" y="4474"/>
                  </a:cubicBezTo>
                  <a:cubicBezTo>
                    <a:pt x="10335" y="4694"/>
                    <a:pt x="10177" y="4852"/>
                    <a:pt x="9957" y="4852"/>
                  </a:cubicBezTo>
                  <a:cubicBezTo>
                    <a:pt x="9768" y="4852"/>
                    <a:pt x="9610" y="4694"/>
                    <a:pt x="9610" y="4474"/>
                  </a:cubicBezTo>
                  <a:cubicBezTo>
                    <a:pt x="9610" y="4285"/>
                    <a:pt x="9768" y="4127"/>
                    <a:pt x="9957" y="4127"/>
                  </a:cubicBezTo>
                  <a:close/>
                  <a:moveTo>
                    <a:pt x="1041" y="0"/>
                  </a:moveTo>
                  <a:cubicBezTo>
                    <a:pt x="442" y="0"/>
                    <a:pt x="1" y="473"/>
                    <a:pt x="1" y="1008"/>
                  </a:cubicBezTo>
                  <a:lnTo>
                    <a:pt x="1" y="5860"/>
                  </a:lnTo>
                  <a:cubicBezTo>
                    <a:pt x="1" y="6049"/>
                    <a:pt x="159" y="6207"/>
                    <a:pt x="348" y="6207"/>
                  </a:cubicBezTo>
                  <a:lnTo>
                    <a:pt x="11500" y="6207"/>
                  </a:lnTo>
                  <a:cubicBezTo>
                    <a:pt x="11689" y="6207"/>
                    <a:pt x="11847" y="6049"/>
                    <a:pt x="11847" y="5860"/>
                  </a:cubicBezTo>
                  <a:lnTo>
                    <a:pt x="11847" y="1008"/>
                  </a:lnTo>
                  <a:cubicBezTo>
                    <a:pt x="11752" y="441"/>
                    <a:pt x="11280" y="0"/>
                    <a:pt x="10713" y="0"/>
                  </a:cubicBezTo>
                  <a:lnTo>
                    <a:pt x="7058" y="0"/>
                  </a:lnTo>
                  <a:cubicBezTo>
                    <a:pt x="6775" y="0"/>
                    <a:pt x="6617" y="315"/>
                    <a:pt x="6775" y="536"/>
                  </a:cubicBezTo>
                  <a:cubicBezTo>
                    <a:pt x="7342" y="1323"/>
                    <a:pt x="7594" y="1953"/>
                    <a:pt x="7594" y="2426"/>
                  </a:cubicBezTo>
                  <a:cubicBezTo>
                    <a:pt x="7594" y="2899"/>
                    <a:pt x="7405" y="3371"/>
                    <a:pt x="7027" y="3749"/>
                  </a:cubicBezTo>
                  <a:cubicBezTo>
                    <a:pt x="6686" y="4033"/>
                    <a:pt x="6243" y="4163"/>
                    <a:pt x="5813" y="4163"/>
                  </a:cubicBezTo>
                  <a:cubicBezTo>
                    <a:pt x="5766" y="4163"/>
                    <a:pt x="5719" y="4162"/>
                    <a:pt x="5672" y="4159"/>
                  </a:cubicBezTo>
                  <a:cubicBezTo>
                    <a:pt x="5168" y="4127"/>
                    <a:pt x="4695" y="3812"/>
                    <a:pt x="4443" y="3340"/>
                  </a:cubicBezTo>
                  <a:cubicBezTo>
                    <a:pt x="4128" y="2835"/>
                    <a:pt x="4097" y="2205"/>
                    <a:pt x="4349" y="1638"/>
                  </a:cubicBezTo>
                  <a:cubicBezTo>
                    <a:pt x="4506" y="1323"/>
                    <a:pt x="4695" y="945"/>
                    <a:pt x="4979" y="536"/>
                  </a:cubicBezTo>
                  <a:cubicBezTo>
                    <a:pt x="5136" y="315"/>
                    <a:pt x="4979" y="0"/>
                    <a:pt x="46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2" name="Google Shape;5282;p83"/>
          <p:cNvGrpSpPr/>
          <p:nvPr/>
        </p:nvGrpSpPr>
        <p:grpSpPr>
          <a:xfrm>
            <a:off x="7507680" y="1763705"/>
            <a:ext cx="353786" cy="351880"/>
            <a:chOff x="-26204800" y="3547050"/>
            <a:chExt cx="296975" cy="295375"/>
          </a:xfrm>
        </p:grpSpPr>
        <p:sp>
          <p:nvSpPr>
            <p:cNvPr id="5283" name="Google Shape;5283;p83"/>
            <p:cNvSpPr/>
            <p:nvPr/>
          </p:nvSpPr>
          <p:spPr>
            <a:xfrm>
              <a:off x="-26204000" y="3669125"/>
              <a:ext cx="296175" cy="173300"/>
            </a:xfrm>
            <a:custGeom>
              <a:avLst/>
              <a:gdLst/>
              <a:ahLst/>
              <a:cxnLst/>
              <a:rect l="l" t="t" r="r" b="b"/>
              <a:pathLst>
                <a:path w="11847" h="6932" extrusionOk="0">
                  <a:moveTo>
                    <a:pt x="7656" y="3466"/>
                  </a:moveTo>
                  <a:lnTo>
                    <a:pt x="7656" y="4852"/>
                  </a:lnTo>
                  <a:lnTo>
                    <a:pt x="6963" y="4852"/>
                  </a:lnTo>
                  <a:lnTo>
                    <a:pt x="6963" y="3466"/>
                  </a:lnTo>
                  <a:close/>
                  <a:moveTo>
                    <a:pt x="9074" y="3466"/>
                  </a:moveTo>
                  <a:lnTo>
                    <a:pt x="9074" y="4852"/>
                  </a:lnTo>
                  <a:lnTo>
                    <a:pt x="8381" y="4852"/>
                  </a:lnTo>
                  <a:lnTo>
                    <a:pt x="8381" y="3466"/>
                  </a:lnTo>
                  <a:close/>
                  <a:moveTo>
                    <a:pt x="10460" y="3435"/>
                  </a:moveTo>
                  <a:lnTo>
                    <a:pt x="10460" y="4852"/>
                  </a:lnTo>
                  <a:lnTo>
                    <a:pt x="9735" y="4852"/>
                  </a:lnTo>
                  <a:lnTo>
                    <a:pt x="9735" y="3466"/>
                  </a:lnTo>
                  <a:lnTo>
                    <a:pt x="10114" y="3466"/>
                  </a:lnTo>
                  <a:cubicBezTo>
                    <a:pt x="10208" y="3466"/>
                    <a:pt x="10334" y="3466"/>
                    <a:pt x="10460" y="3435"/>
                  </a:cubicBezTo>
                  <a:close/>
                  <a:moveTo>
                    <a:pt x="10114" y="1"/>
                  </a:moveTo>
                  <a:cubicBezTo>
                    <a:pt x="9515" y="1"/>
                    <a:pt x="9042" y="442"/>
                    <a:pt x="8633" y="788"/>
                  </a:cubicBezTo>
                  <a:cubicBezTo>
                    <a:pt x="8318" y="1103"/>
                    <a:pt x="8034" y="1387"/>
                    <a:pt x="7656" y="1387"/>
                  </a:cubicBezTo>
                  <a:cubicBezTo>
                    <a:pt x="7404" y="1387"/>
                    <a:pt x="7121" y="1229"/>
                    <a:pt x="7026" y="946"/>
                  </a:cubicBezTo>
                  <a:cubicBezTo>
                    <a:pt x="6974" y="815"/>
                    <a:pt x="6855" y="749"/>
                    <a:pt x="6708" y="749"/>
                  </a:cubicBezTo>
                  <a:cubicBezTo>
                    <a:pt x="6679" y="749"/>
                    <a:pt x="6648" y="752"/>
                    <a:pt x="6617" y="757"/>
                  </a:cubicBezTo>
                  <a:cubicBezTo>
                    <a:pt x="6018" y="914"/>
                    <a:pt x="5577" y="1481"/>
                    <a:pt x="5577" y="2080"/>
                  </a:cubicBezTo>
                  <a:cubicBezTo>
                    <a:pt x="5577" y="2616"/>
                    <a:pt x="5860" y="3025"/>
                    <a:pt x="6301" y="3277"/>
                  </a:cubicBezTo>
                  <a:lnTo>
                    <a:pt x="6301" y="4758"/>
                  </a:lnTo>
                  <a:cubicBezTo>
                    <a:pt x="6238" y="4758"/>
                    <a:pt x="6207" y="4726"/>
                    <a:pt x="6144" y="4726"/>
                  </a:cubicBezTo>
                  <a:lnTo>
                    <a:pt x="4443" y="3813"/>
                  </a:lnTo>
                  <a:cubicBezTo>
                    <a:pt x="4002" y="3592"/>
                    <a:pt x="3498" y="3466"/>
                    <a:pt x="2993" y="3466"/>
                  </a:cubicBezTo>
                  <a:lnTo>
                    <a:pt x="347" y="3466"/>
                  </a:lnTo>
                  <a:cubicBezTo>
                    <a:pt x="158" y="3466"/>
                    <a:pt x="0" y="3624"/>
                    <a:pt x="0" y="3813"/>
                  </a:cubicBezTo>
                  <a:lnTo>
                    <a:pt x="0" y="5199"/>
                  </a:lnTo>
                  <a:cubicBezTo>
                    <a:pt x="0" y="5388"/>
                    <a:pt x="158" y="5546"/>
                    <a:pt x="347" y="5546"/>
                  </a:cubicBezTo>
                  <a:lnTo>
                    <a:pt x="2993" y="5546"/>
                  </a:lnTo>
                  <a:cubicBezTo>
                    <a:pt x="3371" y="5546"/>
                    <a:pt x="3781" y="5672"/>
                    <a:pt x="4128" y="5829"/>
                  </a:cubicBezTo>
                  <a:lnTo>
                    <a:pt x="5829" y="6743"/>
                  </a:lnTo>
                  <a:cubicBezTo>
                    <a:pt x="6049" y="6869"/>
                    <a:pt x="6364" y="6932"/>
                    <a:pt x="6648" y="6932"/>
                  </a:cubicBezTo>
                  <a:lnTo>
                    <a:pt x="10807" y="6932"/>
                  </a:lnTo>
                  <a:cubicBezTo>
                    <a:pt x="11405" y="6932"/>
                    <a:pt x="11846" y="6459"/>
                    <a:pt x="11846" y="5924"/>
                  </a:cubicBezTo>
                  <a:cubicBezTo>
                    <a:pt x="11846" y="5483"/>
                    <a:pt x="11563" y="5073"/>
                    <a:pt x="11122" y="4915"/>
                  </a:cubicBezTo>
                  <a:lnTo>
                    <a:pt x="11122" y="3120"/>
                  </a:lnTo>
                  <a:cubicBezTo>
                    <a:pt x="11563" y="2805"/>
                    <a:pt x="11846" y="2301"/>
                    <a:pt x="11846" y="1733"/>
                  </a:cubicBezTo>
                  <a:cubicBezTo>
                    <a:pt x="11846" y="788"/>
                    <a:pt x="11059" y="1"/>
                    <a:pt x="101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83"/>
            <p:cNvSpPr/>
            <p:nvPr/>
          </p:nvSpPr>
          <p:spPr>
            <a:xfrm>
              <a:off x="-26204800" y="3547050"/>
              <a:ext cx="296975" cy="122100"/>
            </a:xfrm>
            <a:custGeom>
              <a:avLst/>
              <a:gdLst/>
              <a:ahLst/>
              <a:cxnLst/>
              <a:rect l="l" t="t" r="r" b="b"/>
              <a:pathLst>
                <a:path w="11879" h="4884" extrusionOk="0">
                  <a:moveTo>
                    <a:pt x="10839" y="1702"/>
                  </a:moveTo>
                  <a:cubicBezTo>
                    <a:pt x="11028" y="1702"/>
                    <a:pt x="11185" y="1859"/>
                    <a:pt x="11185" y="2048"/>
                  </a:cubicBezTo>
                  <a:cubicBezTo>
                    <a:pt x="11154" y="2269"/>
                    <a:pt x="10996" y="2426"/>
                    <a:pt x="10839" y="2426"/>
                  </a:cubicBezTo>
                  <a:lnTo>
                    <a:pt x="10492" y="2426"/>
                  </a:lnTo>
                  <a:lnTo>
                    <a:pt x="10492" y="1702"/>
                  </a:lnTo>
                  <a:close/>
                  <a:moveTo>
                    <a:pt x="726" y="725"/>
                  </a:moveTo>
                  <a:lnTo>
                    <a:pt x="1419" y="757"/>
                  </a:lnTo>
                  <a:lnTo>
                    <a:pt x="1419" y="4002"/>
                  </a:lnTo>
                  <a:lnTo>
                    <a:pt x="726" y="4096"/>
                  </a:lnTo>
                  <a:lnTo>
                    <a:pt x="726" y="725"/>
                  </a:lnTo>
                  <a:close/>
                  <a:moveTo>
                    <a:pt x="379" y="0"/>
                  </a:moveTo>
                  <a:cubicBezTo>
                    <a:pt x="158" y="0"/>
                    <a:pt x="1" y="158"/>
                    <a:pt x="1" y="347"/>
                  </a:cubicBezTo>
                  <a:lnTo>
                    <a:pt x="1" y="4537"/>
                  </a:lnTo>
                  <a:cubicBezTo>
                    <a:pt x="1" y="4726"/>
                    <a:pt x="221" y="4884"/>
                    <a:pt x="411" y="4884"/>
                  </a:cubicBezTo>
                  <a:lnTo>
                    <a:pt x="9578" y="3592"/>
                  </a:lnTo>
                  <a:cubicBezTo>
                    <a:pt x="9862" y="3561"/>
                    <a:pt x="10083" y="3403"/>
                    <a:pt x="10240" y="3151"/>
                  </a:cubicBezTo>
                  <a:lnTo>
                    <a:pt x="10807" y="3151"/>
                  </a:lnTo>
                  <a:cubicBezTo>
                    <a:pt x="11406" y="3151"/>
                    <a:pt x="11815" y="2678"/>
                    <a:pt x="11815" y="2143"/>
                  </a:cubicBezTo>
                  <a:cubicBezTo>
                    <a:pt x="11878" y="1513"/>
                    <a:pt x="11406" y="1040"/>
                    <a:pt x="10839" y="1040"/>
                  </a:cubicBezTo>
                  <a:lnTo>
                    <a:pt x="10240" y="1040"/>
                  </a:lnTo>
                  <a:cubicBezTo>
                    <a:pt x="10083" y="788"/>
                    <a:pt x="9831" y="694"/>
                    <a:pt x="9515" y="631"/>
                  </a:cubicBezTo>
                  <a:lnTo>
                    <a:pt x="3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85" name="Google Shape;5285;p83"/>
          <p:cNvSpPr/>
          <p:nvPr/>
        </p:nvSpPr>
        <p:spPr>
          <a:xfrm>
            <a:off x="7540567" y="2213200"/>
            <a:ext cx="289009" cy="352833"/>
          </a:xfrm>
          <a:custGeom>
            <a:avLst/>
            <a:gdLst/>
            <a:ahLst/>
            <a:cxnLst/>
            <a:rect l="l" t="t" r="r" b="b"/>
            <a:pathLst>
              <a:path w="9704" h="11847" extrusionOk="0">
                <a:moveTo>
                  <a:pt x="7687" y="662"/>
                </a:moveTo>
                <a:cubicBezTo>
                  <a:pt x="7813" y="945"/>
                  <a:pt x="7971" y="1134"/>
                  <a:pt x="8160" y="1386"/>
                </a:cubicBezTo>
                <a:lnTo>
                  <a:pt x="1008" y="1386"/>
                </a:lnTo>
                <a:cubicBezTo>
                  <a:pt x="788" y="1386"/>
                  <a:pt x="630" y="1229"/>
                  <a:pt x="630" y="1040"/>
                </a:cubicBezTo>
                <a:cubicBezTo>
                  <a:pt x="630" y="819"/>
                  <a:pt x="788" y="662"/>
                  <a:pt x="1008" y="662"/>
                </a:cubicBezTo>
                <a:close/>
                <a:moveTo>
                  <a:pt x="6553" y="3466"/>
                </a:moveTo>
                <a:cubicBezTo>
                  <a:pt x="6742" y="3466"/>
                  <a:pt x="6900" y="3623"/>
                  <a:pt x="6900" y="3812"/>
                </a:cubicBezTo>
                <a:lnTo>
                  <a:pt x="6900" y="4852"/>
                </a:lnTo>
                <a:lnTo>
                  <a:pt x="7939" y="4852"/>
                </a:lnTo>
                <a:cubicBezTo>
                  <a:pt x="8128" y="4852"/>
                  <a:pt x="8286" y="5009"/>
                  <a:pt x="8286" y="5199"/>
                </a:cubicBezTo>
                <a:lnTo>
                  <a:pt x="8286" y="6585"/>
                </a:lnTo>
                <a:cubicBezTo>
                  <a:pt x="8286" y="6774"/>
                  <a:pt x="8128" y="6931"/>
                  <a:pt x="7939" y="6931"/>
                </a:cubicBezTo>
                <a:lnTo>
                  <a:pt x="6900" y="6931"/>
                </a:lnTo>
                <a:lnTo>
                  <a:pt x="6900" y="7971"/>
                </a:lnTo>
                <a:cubicBezTo>
                  <a:pt x="6900" y="8160"/>
                  <a:pt x="6742" y="8317"/>
                  <a:pt x="6553" y="8317"/>
                </a:cubicBezTo>
                <a:lnTo>
                  <a:pt x="5167" y="8317"/>
                </a:lnTo>
                <a:cubicBezTo>
                  <a:pt x="4978" y="8317"/>
                  <a:pt x="4820" y="8160"/>
                  <a:pt x="4820" y="7971"/>
                </a:cubicBezTo>
                <a:lnTo>
                  <a:pt x="4820" y="6931"/>
                </a:lnTo>
                <a:lnTo>
                  <a:pt x="3781" y="6931"/>
                </a:lnTo>
                <a:cubicBezTo>
                  <a:pt x="3592" y="6931"/>
                  <a:pt x="3434" y="6774"/>
                  <a:pt x="3434" y="6585"/>
                </a:cubicBezTo>
                <a:lnTo>
                  <a:pt x="3434" y="5199"/>
                </a:lnTo>
                <a:cubicBezTo>
                  <a:pt x="3434" y="5009"/>
                  <a:pt x="3592" y="4852"/>
                  <a:pt x="3781" y="4852"/>
                </a:cubicBezTo>
                <a:lnTo>
                  <a:pt x="4820" y="4852"/>
                </a:lnTo>
                <a:lnTo>
                  <a:pt x="4820" y="3812"/>
                </a:lnTo>
                <a:cubicBezTo>
                  <a:pt x="4820" y="3623"/>
                  <a:pt x="4978" y="3466"/>
                  <a:pt x="5167" y="3466"/>
                </a:cubicBezTo>
                <a:close/>
                <a:moveTo>
                  <a:pt x="7939" y="9735"/>
                </a:moveTo>
                <a:cubicBezTo>
                  <a:pt x="8128" y="9735"/>
                  <a:pt x="8286" y="9893"/>
                  <a:pt x="8286" y="10082"/>
                </a:cubicBezTo>
                <a:cubicBezTo>
                  <a:pt x="8286" y="10334"/>
                  <a:pt x="8128" y="10428"/>
                  <a:pt x="7939" y="10428"/>
                </a:cubicBezTo>
                <a:lnTo>
                  <a:pt x="3749" y="10428"/>
                </a:lnTo>
                <a:cubicBezTo>
                  <a:pt x="3560" y="10428"/>
                  <a:pt x="3403" y="10271"/>
                  <a:pt x="3403" y="10082"/>
                </a:cubicBezTo>
                <a:cubicBezTo>
                  <a:pt x="3403" y="9893"/>
                  <a:pt x="3560" y="9735"/>
                  <a:pt x="3749" y="9735"/>
                </a:cubicBezTo>
                <a:close/>
                <a:moveTo>
                  <a:pt x="1040" y="0"/>
                </a:moveTo>
                <a:cubicBezTo>
                  <a:pt x="441" y="0"/>
                  <a:pt x="0" y="473"/>
                  <a:pt x="0" y="1040"/>
                </a:cubicBezTo>
                <a:lnTo>
                  <a:pt x="0" y="10428"/>
                </a:lnTo>
                <a:cubicBezTo>
                  <a:pt x="0" y="11184"/>
                  <a:pt x="630" y="11815"/>
                  <a:pt x="1386" y="11815"/>
                </a:cubicBezTo>
                <a:lnTo>
                  <a:pt x="1386" y="2048"/>
                </a:lnTo>
                <a:lnTo>
                  <a:pt x="2111" y="2048"/>
                </a:lnTo>
                <a:lnTo>
                  <a:pt x="2111" y="11815"/>
                </a:lnTo>
                <a:lnTo>
                  <a:pt x="9357" y="11815"/>
                </a:lnTo>
                <a:lnTo>
                  <a:pt x="9357" y="11846"/>
                </a:lnTo>
                <a:cubicBezTo>
                  <a:pt x="9546" y="11846"/>
                  <a:pt x="9704" y="11688"/>
                  <a:pt x="9704" y="11499"/>
                </a:cubicBezTo>
                <a:lnTo>
                  <a:pt x="9704" y="1733"/>
                </a:lnTo>
                <a:cubicBezTo>
                  <a:pt x="9704" y="1607"/>
                  <a:pt x="9609" y="1449"/>
                  <a:pt x="9452" y="1418"/>
                </a:cubicBezTo>
                <a:cubicBezTo>
                  <a:pt x="8822" y="1166"/>
                  <a:pt x="8443" y="756"/>
                  <a:pt x="8286" y="252"/>
                </a:cubicBezTo>
                <a:cubicBezTo>
                  <a:pt x="8254" y="95"/>
                  <a:pt x="8097" y="0"/>
                  <a:pt x="79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86" name="Google Shape;5286;p83"/>
          <p:cNvGrpSpPr/>
          <p:nvPr/>
        </p:nvGrpSpPr>
        <p:grpSpPr>
          <a:xfrm>
            <a:off x="6178935" y="2693683"/>
            <a:ext cx="345328" cy="352833"/>
            <a:chOff x="-24353875" y="3147725"/>
            <a:chExt cx="289875" cy="296175"/>
          </a:xfrm>
        </p:grpSpPr>
        <p:sp>
          <p:nvSpPr>
            <p:cNvPr id="5287" name="Google Shape;5287;p83"/>
            <p:cNvSpPr/>
            <p:nvPr/>
          </p:nvSpPr>
          <p:spPr>
            <a:xfrm>
              <a:off x="-24238100" y="3271375"/>
              <a:ext cx="52025" cy="51225"/>
            </a:xfrm>
            <a:custGeom>
              <a:avLst/>
              <a:gdLst/>
              <a:ahLst/>
              <a:cxnLst/>
              <a:rect l="l" t="t" r="r" b="b"/>
              <a:pathLst>
                <a:path w="2081" h="2049" extrusionOk="0">
                  <a:moveTo>
                    <a:pt x="1041" y="1"/>
                  </a:moveTo>
                  <a:cubicBezTo>
                    <a:pt x="505" y="1"/>
                    <a:pt x="32" y="473"/>
                    <a:pt x="32" y="1040"/>
                  </a:cubicBezTo>
                  <a:cubicBezTo>
                    <a:pt x="1" y="1576"/>
                    <a:pt x="473" y="2049"/>
                    <a:pt x="1041" y="2049"/>
                  </a:cubicBezTo>
                  <a:cubicBezTo>
                    <a:pt x="1639" y="2049"/>
                    <a:pt x="2080" y="1576"/>
                    <a:pt x="2080" y="1040"/>
                  </a:cubicBezTo>
                  <a:cubicBezTo>
                    <a:pt x="2080" y="442"/>
                    <a:pt x="1608" y="1"/>
                    <a:pt x="1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83"/>
            <p:cNvSpPr/>
            <p:nvPr/>
          </p:nvSpPr>
          <p:spPr>
            <a:xfrm>
              <a:off x="-24353875" y="3147725"/>
              <a:ext cx="289875" cy="296175"/>
            </a:xfrm>
            <a:custGeom>
              <a:avLst/>
              <a:gdLst/>
              <a:ahLst/>
              <a:cxnLst/>
              <a:rect l="l" t="t" r="r" b="b"/>
              <a:pathLst>
                <a:path w="11595" h="11847" extrusionOk="0">
                  <a:moveTo>
                    <a:pt x="5672" y="757"/>
                  </a:moveTo>
                  <a:cubicBezTo>
                    <a:pt x="6144" y="757"/>
                    <a:pt x="6680" y="1544"/>
                    <a:pt x="7026" y="2710"/>
                  </a:cubicBezTo>
                  <a:cubicBezTo>
                    <a:pt x="6585" y="2867"/>
                    <a:pt x="6176" y="3025"/>
                    <a:pt x="5672" y="3214"/>
                  </a:cubicBezTo>
                  <a:cubicBezTo>
                    <a:pt x="5262" y="3025"/>
                    <a:pt x="4789" y="2836"/>
                    <a:pt x="4348" y="2710"/>
                  </a:cubicBezTo>
                  <a:cubicBezTo>
                    <a:pt x="4695" y="1481"/>
                    <a:pt x="5199" y="757"/>
                    <a:pt x="5672" y="757"/>
                  </a:cubicBezTo>
                  <a:close/>
                  <a:moveTo>
                    <a:pt x="4191" y="3372"/>
                  </a:moveTo>
                  <a:cubicBezTo>
                    <a:pt x="4411" y="3466"/>
                    <a:pt x="4632" y="3529"/>
                    <a:pt x="4852" y="3624"/>
                  </a:cubicBezTo>
                  <a:cubicBezTo>
                    <a:pt x="4159" y="3970"/>
                    <a:pt x="4726" y="3655"/>
                    <a:pt x="4065" y="4096"/>
                  </a:cubicBezTo>
                  <a:lnTo>
                    <a:pt x="4191" y="3372"/>
                  </a:lnTo>
                  <a:close/>
                  <a:moveTo>
                    <a:pt x="7184" y="3372"/>
                  </a:moveTo>
                  <a:lnTo>
                    <a:pt x="7310" y="4096"/>
                  </a:lnTo>
                  <a:cubicBezTo>
                    <a:pt x="6585" y="3655"/>
                    <a:pt x="7184" y="4002"/>
                    <a:pt x="6522" y="3624"/>
                  </a:cubicBezTo>
                  <a:cubicBezTo>
                    <a:pt x="6743" y="3529"/>
                    <a:pt x="6995" y="3466"/>
                    <a:pt x="7184" y="3372"/>
                  </a:cubicBezTo>
                  <a:close/>
                  <a:moveTo>
                    <a:pt x="9191" y="3001"/>
                  </a:moveTo>
                  <a:cubicBezTo>
                    <a:pt x="9631" y="3001"/>
                    <a:pt x="10026" y="3084"/>
                    <a:pt x="10177" y="3340"/>
                  </a:cubicBezTo>
                  <a:cubicBezTo>
                    <a:pt x="10208" y="3435"/>
                    <a:pt x="10240" y="3529"/>
                    <a:pt x="10208" y="3655"/>
                  </a:cubicBezTo>
                  <a:cubicBezTo>
                    <a:pt x="9925" y="3687"/>
                    <a:pt x="9673" y="3907"/>
                    <a:pt x="9515" y="4159"/>
                  </a:cubicBezTo>
                  <a:cubicBezTo>
                    <a:pt x="9358" y="4474"/>
                    <a:pt x="9295" y="4852"/>
                    <a:pt x="9452" y="5104"/>
                  </a:cubicBezTo>
                  <a:cubicBezTo>
                    <a:pt x="9358" y="5230"/>
                    <a:pt x="9263" y="5356"/>
                    <a:pt x="9137" y="5482"/>
                  </a:cubicBezTo>
                  <a:cubicBezTo>
                    <a:pt x="8791" y="5167"/>
                    <a:pt x="8444" y="4884"/>
                    <a:pt x="8034" y="4600"/>
                  </a:cubicBezTo>
                  <a:cubicBezTo>
                    <a:pt x="8003" y="4128"/>
                    <a:pt x="7940" y="3655"/>
                    <a:pt x="7845" y="3183"/>
                  </a:cubicBezTo>
                  <a:cubicBezTo>
                    <a:pt x="8174" y="3100"/>
                    <a:pt x="8710" y="3001"/>
                    <a:pt x="9191" y="3001"/>
                  </a:cubicBezTo>
                  <a:close/>
                  <a:moveTo>
                    <a:pt x="2994" y="3119"/>
                  </a:moveTo>
                  <a:cubicBezTo>
                    <a:pt x="3151" y="3151"/>
                    <a:pt x="3309" y="3151"/>
                    <a:pt x="3466" y="3214"/>
                  </a:cubicBezTo>
                  <a:cubicBezTo>
                    <a:pt x="3403" y="3655"/>
                    <a:pt x="3309" y="4128"/>
                    <a:pt x="3277" y="4632"/>
                  </a:cubicBezTo>
                  <a:cubicBezTo>
                    <a:pt x="2899" y="4915"/>
                    <a:pt x="2490" y="5230"/>
                    <a:pt x="2174" y="5514"/>
                  </a:cubicBezTo>
                  <a:cubicBezTo>
                    <a:pt x="1733" y="5010"/>
                    <a:pt x="851" y="3939"/>
                    <a:pt x="1166" y="3340"/>
                  </a:cubicBezTo>
                  <a:cubicBezTo>
                    <a:pt x="1198" y="3277"/>
                    <a:pt x="1261" y="3183"/>
                    <a:pt x="1387" y="3151"/>
                  </a:cubicBezTo>
                  <a:cubicBezTo>
                    <a:pt x="1576" y="3372"/>
                    <a:pt x="1859" y="3529"/>
                    <a:pt x="2174" y="3529"/>
                  </a:cubicBezTo>
                  <a:cubicBezTo>
                    <a:pt x="2521" y="3529"/>
                    <a:pt x="2836" y="3372"/>
                    <a:pt x="2994" y="3119"/>
                  </a:cubicBezTo>
                  <a:close/>
                  <a:moveTo>
                    <a:pt x="3277" y="5482"/>
                  </a:moveTo>
                  <a:lnTo>
                    <a:pt x="3277" y="5482"/>
                  </a:lnTo>
                  <a:cubicBezTo>
                    <a:pt x="3246" y="6144"/>
                    <a:pt x="3246" y="5986"/>
                    <a:pt x="3277" y="6428"/>
                  </a:cubicBezTo>
                  <a:cubicBezTo>
                    <a:pt x="3088" y="6270"/>
                    <a:pt x="2899" y="6112"/>
                    <a:pt x="2742" y="5955"/>
                  </a:cubicBezTo>
                  <a:cubicBezTo>
                    <a:pt x="2899" y="5797"/>
                    <a:pt x="3088" y="5640"/>
                    <a:pt x="3277" y="5482"/>
                  </a:cubicBezTo>
                  <a:close/>
                  <a:moveTo>
                    <a:pt x="8097" y="5514"/>
                  </a:moveTo>
                  <a:cubicBezTo>
                    <a:pt x="8286" y="5671"/>
                    <a:pt x="8475" y="5829"/>
                    <a:pt x="8633" y="5986"/>
                  </a:cubicBezTo>
                  <a:cubicBezTo>
                    <a:pt x="8475" y="6144"/>
                    <a:pt x="8286" y="6301"/>
                    <a:pt x="8097" y="6459"/>
                  </a:cubicBezTo>
                  <a:lnTo>
                    <a:pt x="8097" y="5514"/>
                  </a:lnTo>
                  <a:close/>
                  <a:moveTo>
                    <a:pt x="5703" y="4002"/>
                  </a:moveTo>
                  <a:cubicBezTo>
                    <a:pt x="6333" y="4317"/>
                    <a:pt x="6743" y="4569"/>
                    <a:pt x="7373" y="5010"/>
                  </a:cubicBezTo>
                  <a:cubicBezTo>
                    <a:pt x="7436" y="5671"/>
                    <a:pt x="7436" y="6238"/>
                    <a:pt x="7373" y="6963"/>
                  </a:cubicBezTo>
                  <a:cubicBezTo>
                    <a:pt x="6837" y="7310"/>
                    <a:pt x="6333" y="7625"/>
                    <a:pt x="5703" y="7940"/>
                  </a:cubicBezTo>
                  <a:cubicBezTo>
                    <a:pt x="5073" y="7625"/>
                    <a:pt x="4537" y="7373"/>
                    <a:pt x="4002" y="6963"/>
                  </a:cubicBezTo>
                  <a:cubicBezTo>
                    <a:pt x="3907" y="6270"/>
                    <a:pt x="3907" y="5671"/>
                    <a:pt x="4002" y="5010"/>
                  </a:cubicBezTo>
                  <a:cubicBezTo>
                    <a:pt x="4600" y="4600"/>
                    <a:pt x="5041" y="4317"/>
                    <a:pt x="5703" y="4002"/>
                  </a:cubicBezTo>
                  <a:close/>
                  <a:moveTo>
                    <a:pt x="4065" y="7845"/>
                  </a:moveTo>
                  <a:cubicBezTo>
                    <a:pt x="4506" y="8097"/>
                    <a:pt x="4254" y="8003"/>
                    <a:pt x="4852" y="8318"/>
                  </a:cubicBezTo>
                  <a:cubicBezTo>
                    <a:pt x="4632" y="8381"/>
                    <a:pt x="4380" y="8507"/>
                    <a:pt x="4191" y="8538"/>
                  </a:cubicBezTo>
                  <a:lnTo>
                    <a:pt x="4065" y="7845"/>
                  </a:lnTo>
                  <a:close/>
                  <a:moveTo>
                    <a:pt x="7278" y="7845"/>
                  </a:moveTo>
                  <a:cubicBezTo>
                    <a:pt x="7247" y="8066"/>
                    <a:pt x="7215" y="8318"/>
                    <a:pt x="7152" y="8538"/>
                  </a:cubicBezTo>
                  <a:cubicBezTo>
                    <a:pt x="6900" y="8475"/>
                    <a:pt x="6711" y="8381"/>
                    <a:pt x="6491" y="8318"/>
                  </a:cubicBezTo>
                  <a:cubicBezTo>
                    <a:pt x="6837" y="8097"/>
                    <a:pt x="6869" y="8097"/>
                    <a:pt x="7278" y="7845"/>
                  </a:cubicBezTo>
                  <a:close/>
                  <a:moveTo>
                    <a:pt x="2237" y="6459"/>
                  </a:moveTo>
                  <a:cubicBezTo>
                    <a:pt x="2584" y="6774"/>
                    <a:pt x="2931" y="7058"/>
                    <a:pt x="3340" y="7310"/>
                  </a:cubicBezTo>
                  <a:cubicBezTo>
                    <a:pt x="3372" y="7845"/>
                    <a:pt x="3435" y="8255"/>
                    <a:pt x="3529" y="8727"/>
                  </a:cubicBezTo>
                  <a:cubicBezTo>
                    <a:pt x="3008" y="8861"/>
                    <a:pt x="2544" y="8927"/>
                    <a:pt x="2165" y="8927"/>
                  </a:cubicBezTo>
                  <a:cubicBezTo>
                    <a:pt x="1650" y="8927"/>
                    <a:pt x="1293" y="8806"/>
                    <a:pt x="1166" y="8570"/>
                  </a:cubicBezTo>
                  <a:cubicBezTo>
                    <a:pt x="851" y="8003"/>
                    <a:pt x="1733" y="6932"/>
                    <a:pt x="2237" y="6459"/>
                  </a:cubicBezTo>
                  <a:close/>
                  <a:moveTo>
                    <a:pt x="9137" y="6459"/>
                  </a:moveTo>
                  <a:cubicBezTo>
                    <a:pt x="9610" y="6932"/>
                    <a:pt x="10523" y="8003"/>
                    <a:pt x="10177" y="8570"/>
                  </a:cubicBezTo>
                  <a:cubicBezTo>
                    <a:pt x="10032" y="8806"/>
                    <a:pt x="9678" y="8927"/>
                    <a:pt x="9169" y="8927"/>
                  </a:cubicBezTo>
                  <a:cubicBezTo>
                    <a:pt x="8794" y="8927"/>
                    <a:pt x="8335" y="8861"/>
                    <a:pt x="7814" y="8727"/>
                  </a:cubicBezTo>
                  <a:cubicBezTo>
                    <a:pt x="7940" y="8318"/>
                    <a:pt x="8003" y="7845"/>
                    <a:pt x="8034" y="7310"/>
                  </a:cubicBezTo>
                  <a:cubicBezTo>
                    <a:pt x="8444" y="7058"/>
                    <a:pt x="8822" y="6743"/>
                    <a:pt x="9137" y="6459"/>
                  </a:cubicBezTo>
                  <a:close/>
                  <a:moveTo>
                    <a:pt x="5640" y="8696"/>
                  </a:moveTo>
                  <a:cubicBezTo>
                    <a:pt x="6081" y="8885"/>
                    <a:pt x="6554" y="9074"/>
                    <a:pt x="6995" y="9200"/>
                  </a:cubicBezTo>
                  <a:cubicBezTo>
                    <a:pt x="6680" y="10429"/>
                    <a:pt x="6176" y="11185"/>
                    <a:pt x="5672" y="11185"/>
                  </a:cubicBezTo>
                  <a:cubicBezTo>
                    <a:pt x="5609" y="11185"/>
                    <a:pt x="5482" y="11090"/>
                    <a:pt x="5356" y="11059"/>
                  </a:cubicBezTo>
                  <a:cubicBezTo>
                    <a:pt x="5482" y="10775"/>
                    <a:pt x="5451" y="10460"/>
                    <a:pt x="5293" y="10177"/>
                  </a:cubicBezTo>
                  <a:cubicBezTo>
                    <a:pt x="5136" y="9862"/>
                    <a:pt x="4821" y="9736"/>
                    <a:pt x="4474" y="9673"/>
                  </a:cubicBezTo>
                  <a:cubicBezTo>
                    <a:pt x="4411" y="9515"/>
                    <a:pt x="4348" y="9357"/>
                    <a:pt x="4317" y="9200"/>
                  </a:cubicBezTo>
                  <a:cubicBezTo>
                    <a:pt x="4726" y="9042"/>
                    <a:pt x="5167" y="8885"/>
                    <a:pt x="5640" y="8696"/>
                  </a:cubicBezTo>
                  <a:close/>
                  <a:moveTo>
                    <a:pt x="5640" y="1"/>
                  </a:moveTo>
                  <a:cubicBezTo>
                    <a:pt x="4758" y="1"/>
                    <a:pt x="4065" y="1072"/>
                    <a:pt x="3655" y="2489"/>
                  </a:cubicBezTo>
                  <a:cubicBezTo>
                    <a:pt x="3498" y="2426"/>
                    <a:pt x="3340" y="2395"/>
                    <a:pt x="3214" y="2395"/>
                  </a:cubicBezTo>
                  <a:cubicBezTo>
                    <a:pt x="3183" y="1859"/>
                    <a:pt x="2742" y="1418"/>
                    <a:pt x="2174" y="1418"/>
                  </a:cubicBezTo>
                  <a:cubicBezTo>
                    <a:pt x="1607" y="1418"/>
                    <a:pt x="1166" y="1891"/>
                    <a:pt x="1166" y="2426"/>
                  </a:cubicBezTo>
                  <a:cubicBezTo>
                    <a:pt x="883" y="2552"/>
                    <a:pt x="694" y="2710"/>
                    <a:pt x="568" y="2962"/>
                  </a:cubicBezTo>
                  <a:cubicBezTo>
                    <a:pt x="32" y="3907"/>
                    <a:pt x="977" y="5104"/>
                    <a:pt x="1702" y="5892"/>
                  </a:cubicBezTo>
                  <a:cubicBezTo>
                    <a:pt x="946" y="6743"/>
                    <a:pt x="1" y="8003"/>
                    <a:pt x="568" y="8885"/>
                  </a:cubicBezTo>
                  <a:cubicBezTo>
                    <a:pt x="879" y="9433"/>
                    <a:pt x="1519" y="9600"/>
                    <a:pt x="2210" y="9600"/>
                  </a:cubicBezTo>
                  <a:cubicBezTo>
                    <a:pt x="2710" y="9600"/>
                    <a:pt x="3237" y="9513"/>
                    <a:pt x="3687" y="9420"/>
                  </a:cubicBezTo>
                  <a:cubicBezTo>
                    <a:pt x="3718" y="9578"/>
                    <a:pt x="3750" y="9673"/>
                    <a:pt x="3844" y="9830"/>
                  </a:cubicBezTo>
                  <a:cubicBezTo>
                    <a:pt x="3403" y="10145"/>
                    <a:pt x="3246" y="10744"/>
                    <a:pt x="3529" y="11216"/>
                  </a:cubicBezTo>
                  <a:cubicBezTo>
                    <a:pt x="3718" y="11531"/>
                    <a:pt x="4065" y="11720"/>
                    <a:pt x="4411" y="11720"/>
                  </a:cubicBezTo>
                  <a:cubicBezTo>
                    <a:pt x="4600" y="11720"/>
                    <a:pt x="4789" y="11689"/>
                    <a:pt x="4947" y="11563"/>
                  </a:cubicBezTo>
                  <a:cubicBezTo>
                    <a:pt x="5167" y="11720"/>
                    <a:pt x="5419" y="11846"/>
                    <a:pt x="5703" y="11846"/>
                  </a:cubicBezTo>
                  <a:cubicBezTo>
                    <a:pt x="6585" y="11846"/>
                    <a:pt x="7278" y="10775"/>
                    <a:pt x="7688" y="9357"/>
                  </a:cubicBezTo>
                  <a:cubicBezTo>
                    <a:pt x="8143" y="9478"/>
                    <a:pt x="8678" y="9576"/>
                    <a:pt x="9184" y="9576"/>
                  </a:cubicBezTo>
                  <a:cubicBezTo>
                    <a:pt x="9868" y="9576"/>
                    <a:pt x="10499" y="9397"/>
                    <a:pt x="10807" y="8853"/>
                  </a:cubicBezTo>
                  <a:cubicBezTo>
                    <a:pt x="11374" y="7908"/>
                    <a:pt x="10429" y="6680"/>
                    <a:pt x="9673" y="5892"/>
                  </a:cubicBezTo>
                  <a:cubicBezTo>
                    <a:pt x="9799" y="5797"/>
                    <a:pt x="9862" y="5671"/>
                    <a:pt x="9988" y="5545"/>
                  </a:cubicBezTo>
                  <a:cubicBezTo>
                    <a:pt x="10145" y="5640"/>
                    <a:pt x="10271" y="5671"/>
                    <a:pt x="10429" y="5671"/>
                  </a:cubicBezTo>
                  <a:cubicBezTo>
                    <a:pt x="10775" y="5671"/>
                    <a:pt x="11122" y="5482"/>
                    <a:pt x="11311" y="5167"/>
                  </a:cubicBezTo>
                  <a:cubicBezTo>
                    <a:pt x="11594" y="4632"/>
                    <a:pt x="11437" y="4002"/>
                    <a:pt x="10933" y="3750"/>
                  </a:cubicBezTo>
                  <a:cubicBezTo>
                    <a:pt x="10964" y="3466"/>
                    <a:pt x="10901" y="3183"/>
                    <a:pt x="10775" y="2962"/>
                  </a:cubicBezTo>
                  <a:cubicBezTo>
                    <a:pt x="10457" y="2432"/>
                    <a:pt x="9842" y="2259"/>
                    <a:pt x="9179" y="2259"/>
                  </a:cubicBezTo>
                  <a:cubicBezTo>
                    <a:pt x="8661" y="2259"/>
                    <a:pt x="8113" y="2365"/>
                    <a:pt x="7656" y="2489"/>
                  </a:cubicBezTo>
                  <a:cubicBezTo>
                    <a:pt x="7278" y="1072"/>
                    <a:pt x="6585" y="1"/>
                    <a:pt x="56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9" name="Google Shape;5289;p83"/>
          <p:cNvGrpSpPr/>
          <p:nvPr/>
        </p:nvGrpSpPr>
        <p:grpSpPr>
          <a:xfrm>
            <a:off x="6186917" y="3173090"/>
            <a:ext cx="329365" cy="351910"/>
            <a:chOff x="-24344425" y="3519475"/>
            <a:chExt cx="276475" cy="295400"/>
          </a:xfrm>
        </p:grpSpPr>
        <p:sp>
          <p:nvSpPr>
            <p:cNvPr id="5290" name="Google Shape;5290;p83"/>
            <p:cNvSpPr/>
            <p:nvPr/>
          </p:nvSpPr>
          <p:spPr>
            <a:xfrm>
              <a:off x="-24240450" y="3554150"/>
              <a:ext cx="69325" cy="34450"/>
            </a:xfrm>
            <a:custGeom>
              <a:avLst/>
              <a:gdLst/>
              <a:ahLst/>
              <a:cxnLst/>
              <a:rect l="l" t="t" r="r" b="b"/>
              <a:pathLst>
                <a:path w="2773" h="1378" extrusionOk="0">
                  <a:moveTo>
                    <a:pt x="1387" y="0"/>
                  </a:moveTo>
                  <a:cubicBezTo>
                    <a:pt x="788" y="0"/>
                    <a:pt x="284" y="347"/>
                    <a:pt x="95" y="914"/>
                  </a:cubicBezTo>
                  <a:cubicBezTo>
                    <a:pt x="0" y="1071"/>
                    <a:pt x="95" y="1260"/>
                    <a:pt x="284" y="1355"/>
                  </a:cubicBezTo>
                  <a:cubicBezTo>
                    <a:pt x="318" y="1366"/>
                    <a:pt x="352" y="1371"/>
                    <a:pt x="385" y="1371"/>
                  </a:cubicBezTo>
                  <a:cubicBezTo>
                    <a:pt x="537" y="1371"/>
                    <a:pt x="673" y="1263"/>
                    <a:pt x="725" y="1134"/>
                  </a:cubicBezTo>
                  <a:cubicBezTo>
                    <a:pt x="788" y="882"/>
                    <a:pt x="1072" y="662"/>
                    <a:pt x="1387" y="662"/>
                  </a:cubicBezTo>
                  <a:cubicBezTo>
                    <a:pt x="1702" y="662"/>
                    <a:pt x="1922" y="882"/>
                    <a:pt x="2048" y="1134"/>
                  </a:cubicBezTo>
                  <a:cubicBezTo>
                    <a:pt x="2120" y="1301"/>
                    <a:pt x="2246" y="1378"/>
                    <a:pt x="2371" y="1378"/>
                  </a:cubicBezTo>
                  <a:cubicBezTo>
                    <a:pt x="2411" y="1378"/>
                    <a:pt x="2451" y="1370"/>
                    <a:pt x="2489" y="1355"/>
                  </a:cubicBezTo>
                  <a:cubicBezTo>
                    <a:pt x="2678" y="1260"/>
                    <a:pt x="2773" y="1071"/>
                    <a:pt x="2678" y="914"/>
                  </a:cubicBezTo>
                  <a:cubicBezTo>
                    <a:pt x="2489" y="347"/>
                    <a:pt x="1985"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83"/>
            <p:cNvSpPr/>
            <p:nvPr/>
          </p:nvSpPr>
          <p:spPr>
            <a:xfrm>
              <a:off x="-24344425" y="3519475"/>
              <a:ext cx="276475" cy="295400"/>
            </a:xfrm>
            <a:custGeom>
              <a:avLst/>
              <a:gdLst/>
              <a:ahLst/>
              <a:cxnLst/>
              <a:rect l="l" t="t" r="r" b="b"/>
              <a:pathLst>
                <a:path w="11059" h="11816" extrusionOk="0">
                  <a:moveTo>
                    <a:pt x="5546" y="694"/>
                  </a:moveTo>
                  <a:cubicBezTo>
                    <a:pt x="6743" y="694"/>
                    <a:pt x="7625" y="1608"/>
                    <a:pt x="7625" y="2773"/>
                  </a:cubicBezTo>
                  <a:lnTo>
                    <a:pt x="7625" y="3120"/>
                  </a:lnTo>
                  <a:cubicBezTo>
                    <a:pt x="7625" y="3309"/>
                    <a:pt x="7467" y="3466"/>
                    <a:pt x="7278" y="3466"/>
                  </a:cubicBezTo>
                  <a:lnTo>
                    <a:pt x="5892" y="3466"/>
                  </a:lnTo>
                  <a:lnTo>
                    <a:pt x="5892" y="3120"/>
                  </a:lnTo>
                  <a:cubicBezTo>
                    <a:pt x="5892" y="2931"/>
                    <a:pt x="5735" y="2773"/>
                    <a:pt x="5546" y="2773"/>
                  </a:cubicBezTo>
                  <a:cubicBezTo>
                    <a:pt x="5357" y="2773"/>
                    <a:pt x="5199" y="2931"/>
                    <a:pt x="5199" y="3120"/>
                  </a:cubicBezTo>
                  <a:lnTo>
                    <a:pt x="5199" y="3466"/>
                  </a:lnTo>
                  <a:lnTo>
                    <a:pt x="3813" y="3466"/>
                  </a:lnTo>
                  <a:cubicBezTo>
                    <a:pt x="3624" y="3466"/>
                    <a:pt x="3466" y="3309"/>
                    <a:pt x="3466" y="3120"/>
                  </a:cubicBezTo>
                  <a:lnTo>
                    <a:pt x="3466" y="2773"/>
                  </a:lnTo>
                  <a:cubicBezTo>
                    <a:pt x="3466" y="1639"/>
                    <a:pt x="4411" y="694"/>
                    <a:pt x="5546" y="694"/>
                  </a:cubicBezTo>
                  <a:close/>
                  <a:moveTo>
                    <a:pt x="7940" y="4821"/>
                  </a:moveTo>
                  <a:cubicBezTo>
                    <a:pt x="8160" y="4821"/>
                    <a:pt x="8318" y="4979"/>
                    <a:pt x="8318" y="5168"/>
                  </a:cubicBezTo>
                  <a:cubicBezTo>
                    <a:pt x="8318" y="5357"/>
                    <a:pt x="8160" y="5514"/>
                    <a:pt x="7940" y="5514"/>
                  </a:cubicBezTo>
                  <a:lnTo>
                    <a:pt x="3088" y="5514"/>
                  </a:lnTo>
                  <a:cubicBezTo>
                    <a:pt x="2899" y="5514"/>
                    <a:pt x="2742" y="5357"/>
                    <a:pt x="2742" y="5168"/>
                  </a:cubicBezTo>
                  <a:cubicBezTo>
                    <a:pt x="2742" y="4979"/>
                    <a:pt x="2899" y="4821"/>
                    <a:pt x="3088" y="4821"/>
                  </a:cubicBezTo>
                  <a:close/>
                  <a:moveTo>
                    <a:pt x="4128" y="6932"/>
                  </a:moveTo>
                  <a:cubicBezTo>
                    <a:pt x="4317" y="6932"/>
                    <a:pt x="4474" y="7089"/>
                    <a:pt x="4474" y="7310"/>
                  </a:cubicBezTo>
                  <a:cubicBezTo>
                    <a:pt x="4474" y="7499"/>
                    <a:pt x="4317" y="7656"/>
                    <a:pt x="4128" y="7656"/>
                  </a:cubicBezTo>
                  <a:lnTo>
                    <a:pt x="3088" y="7656"/>
                  </a:lnTo>
                  <a:cubicBezTo>
                    <a:pt x="2899" y="7656"/>
                    <a:pt x="2742" y="7499"/>
                    <a:pt x="2742" y="7310"/>
                  </a:cubicBezTo>
                  <a:cubicBezTo>
                    <a:pt x="2742" y="7089"/>
                    <a:pt x="2899" y="6932"/>
                    <a:pt x="3088" y="6932"/>
                  </a:cubicBezTo>
                  <a:close/>
                  <a:moveTo>
                    <a:pt x="7940" y="6932"/>
                  </a:moveTo>
                  <a:cubicBezTo>
                    <a:pt x="8160" y="6932"/>
                    <a:pt x="8318" y="7089"/>
                    <a:pt x="8318" y="7310"/>
                  </a:cubicBezTo>
                  <a:cubicBezTo>
                    <a:pt x="8286" y="7499"/>
                    <a:pt x="8160" y="7656"/>
                    <a:pt x="7940" y="7656"/>
                  </a:cubicBezTo>
                  <a:lnTo>
                    <a:pt x="6932" y="7656"/>
                  </a:lnTo>
                  <a:cubicBezTo>
                    <a:pt x="6743" y="7656"/>
                    <a:pt x="6585" y="7499"/>
                    <a:pt x="6585" y="7310"/>
                  </a:cubicBezTo>
                  <a:cubicBezTo>
                    <a:pt x="6585" y="7089"/>
                    <a:pt x="6743" y="6932"/>
                    <a:pt x="6932" y="6932"/>
                  </a:cubicBezTo>
                  <a:close/>
                  <a:moveTo>
                    <a:pt x="3781" y="8318"/>
                  </a:moveTo>
                  <a:cubicBezTo>
                    <a:pt x="4002" y="8350"/>
                    <a:pt x="4128" y="8507"/>
                    <a:pt x="4128" y="8665"/>
                  </a:cubicBezTo>
                  <a:cubicBezTo>
                    <a:pt x="4128" y="8885"/>
                    <a:pt x="3970" y="9043"/>
                    <a:pt x="3781" y="9043"/>
                  </a:cubicBezTo>
                  <a:lnTo>
                    <a:pt x="3057" y="9043"/>
                  </a:lnTo>
                  <a:cubicBezTo>
                    <a:pt x="2868" y="9043"/>
                    <a:pt x="2710" y="8885"/>
                    <a:pt x="2710" y="8665"/>
                  </a:cubicBezTo>
                  <a:cubicBezTo>
                    <a:pt x="2710" y="8476"/>
                    <a:pt x="2868" y="8318"/>
                    <a:pt x="3057" y="8318"/>
                  </a:cubicBezTo>
                  <a:close/>
                  <a:moveTo>
                    <a:pt x="7940" y="8318"/>
                  </a:moveTo>
                  <a:cubicBezTo>
                    <a:pt x="8160" y="8350"/>
                    <a:pt x="8286" y="8507"/>
                    <a:pt x="8286" y="8665"/>
                  </a:cubicBezTo>
                  <a:cubicBezTo>
                    <a:pt x="8286" y="8885"/>
                    <a:pt x="8129" y="9043"/>
                    <a:pt x="7940" y="9043"/>
                  </a:cubicBezTo>
                  <a:lnTo>
                    <a:pt x="7247" y="9043"/>
                  </a:lnTo>
                  <a:cubicBezTo>
                    <a:pt x="7026" y="9043"/>
                    <a:pt x="6869" y="8885"/>
                    <a:pt x="6869" y="8665"/>
                  </a:cubicBezTo>
                  <a:cubicBezTo>
                    <a:pt x="6869" y="8476"/>
                    <a:pt x="7026" y="8318"/>
                    <a:pt x="7247" y="8318"/>
                  </a:cubicBezTo>
                  <a:close/>
                  <a:moveTo>
                    <a:pt x="2868" y="2049"/>
                  </a:moveTo>
                  <a:lnTo>
                    <a:pt x="2868" y="2049"/>
                  </a:lnTo>
                  <a:cubicBezTo>
                    <a:pt x="2805" y="2332"/>
                    <a:pt x="2805" y="2521"/>
                    <a:pt x="2805" y="2805"/>
                  </a:cubicBezTo>
                  <a:cubicBezTo>
                    <a:pt x="2395" y="2962"/>
                    <a:pt x="2080" y="3309"/>
                    <a:pt x="2080" y="3781"/>
                  </a:cubicBezTo>
                  <a:lnTo>
                    <a:pt x="2080" y="8665"/>
                  </a:lnTo>
                  <a:cubicBezTo>
                    <a:pt x="2080" y="9263"/>
                    <a:pt x="2553" y="9704"/>
                    <a:pt x="3088" y="9704"/>
                  </a:cubicBezTo>
                  <a:lnTo>
                    <a:pt x="5199" y="9704"/>
                  </a:lnTo>
                  <a:lnTo>
                    <a:pt x="5199" y="7247"/>
                  </a:lnTo>
                  <a:cubicBezTo>
                    <a:pt x="5199" y="7058"/>
                    <a:pt x="5357" y="6900"/>
                    <a:pt x="5546" y="6900"/>
                  </a:cubicBezTo>
                  <a:cubicBezTo>
                    <a:pt x="5735" y="6900"/>
                    <a:pt x="5892" y="7058"/>
                    <a:pt x="5892" y="7247"/>
                  </a:cubicBezTo>
                  <a:lnTo>
                    <a:pt x="5892" y="9704"/>
                  </a:lnTo>
                  <a:lnTo>
                    <a:pt x="8003" y="9704"/>
                  </a:lnTo>
                  <a:cubicBezTo>
                    <a:pt x="8570" y="9704"/>
                    <a:pt x="9011" y="9232"/>
                    <a:pt x="9011" y="8665"/>
                  </a:cubicBezTo>
                  <a:lnTo>
                    <a:pt x="9011" y="3844"/>
                  </a:lnTo>
                  <a:cubicBezTo>
                    <a:pt x="9011" y="3372"/>
                    <a:pt x="8728" y="2994"/>
                    <a:pt x="8318" y="2836"/>
                  </a:cubicBezTo>
                  <a:cubicBezTo>
                    <a:pt x="8318" y="2584"/>
                    <a:pt x="8318" y="2364"/>
                    <a:pt x="8223" y="2112"/>
                  </a:cubicBezTo>
                  <a:lnTo>
                    <a:pt x="8223" y="2112"/>
                  </a:lnTo>
                  <a:cubicBezTo>
                    <a:pt x="9043" y="2269"/>
                    <a:pt x="9736" y="2962"/>
                    <a:pt x="9736" y="3844"/>
                  </a:cubicBezTo>
                  <a:lnTo>
                    <a:pt x="9736" y="8696"/>
                  </a:lnTo>
                  <a:cubicBezTo>
                    <a:pt x="9736" y="9641"/>
                    <a:pt x="8948" y="10429"/>
                    <a:pt x="8003" y="10429"/>
                  </a:cubicBezTo>
                  <a:lnTo>
                    <a:pt x="3151" y="10429"/>
                  </a:lnTo>
                  <a:cubicBezTo>
                    <a:pt x="2206" y="10429"/>
                    <a:pt x="1418" y="9641"/>
                    <a:pt x="1418" y="8696"/>
                  </a:cubicBezTo>
                  <a:lnTo>
                    <a:pt x="1418" y="3781"/>
                  </a:lnTo>
                  <a:lnTo>
                    <a:pt x="1355" y="3781"/>
                  </a:lnTo>
                  <a:cubicBezTo>
                    <a:pt x="1355" y="2931"/>
                    <a:pt x="1985" y="2206"/>
                    <a:pt x="2868" y="2049"/>
                  </a:cubicBezTo>
                  <a:close/>
                  <a:moveTo>
                    <a:pt x="3088" y="1"/>
                  </a:moveTo>
                  <a:cubicBezTo>
                    <a:pt x="1355" y="1"/>
                    <a:pt x="1" y="1419"/>
                    <a:pt x="1" y="3120"/>
                  </a:cubicBezTo>
                  <a:lnTo>
                    <a:pt x="1" y="8728"/>
                  </a:lnTo>
                  <a:cubicBezTo>
                    <a:pt x="1" y="10397"/>
                    <a:pt x="1355" y="11815"/>
                    <a:pt x="3088" y="11815"/>
                  </a:cubicBezTo>
                  <a:lnTo>
                    <a:pt x="7940" y="11815"/>
                  </a:lnTo>
                  <a:cubicBezTo>
                    <a:pt x="9673" y="11815"/>
                    <a:pt x="11059" y="10397"/>
                    <a:pt x="11059" y="8728"/>
                  </a:cubicBezTo>
                  <a:lnTo>
                    <a:pt x="11059" y="3120"/>
                  </a:lnTo>
                  <a:cubicBezTo>
                    <a:pt x="11059" y="1387"/>
                    <a:pt x="9641" y="1"/>
                    <a:pt x="79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2" name="Google Shape;5292;p83"/>
          <p:cNvGrpSpPr/>
          <p:nvPr/>
        </p:nvGrpSpPr>
        <p:grpSpPr>
          <a:xfrm>
            <a:off x="6176597" y="3625010"/>
            <a:ext cx="350004" cy="348128"/>
            <a:chOff x="-24353075" y="3891250"/>
            <a:chExt cx="293800" cy="292225"/>
          </a:xfrm>
        </p:grpSpPr>
        <p:sp>
          <p:nvSpPr>
            <p:cNvPr id="5293" name="Google Shape;5293;p83"/>
            <p:cNvSpPr/>
            <p:nvPr/>
          </p:nvSpPr>
          <p:spPr>
            <a:xfrm>
              <a:off x="-24251475" y="4012525"/>
              <a:ext cx="88225" cy="65400"/>
            </a:xfrm>
            <a:custGeom>
              <a:avLst/>
              <a:gdLst/>
              <a:ahLst/>
              <a:cxnLst/>
              <a:rect l="l" t="t" r="r" b="b"/>
              <a:pathLst>
                <a:path w="3529" h="2616" extrusionOk="0">
                  <a:moveTo>
                    <a:pt x="725" y="1"/>
                  </a:moveTo>
                  <a:cubicBezTo>
                    <a:pt x="315" y="1"/>
                    <a:pt x="0" y="347"/>
                    <a:pt x="0" y="725"/>
                  </a:cubicBezTo>
                  <a:cubicBezTo>
                    <a:pt x="0" y="1356"/>
                    <a:pt x="1040" y="2049"/>
                    <a:pt x="1733" y="2616"/>
                  </a:cubicBezTo>
                  <a:cubicBezTo>
                    <a:pt x="2458" y="2017"/>
                    <a:pt x="3466" y="1356"/>
                    <a:pt x="3466" y="725"/>
                  </a:cubicBezTo>
                  <a:cubicBezTo>
                    <a:pt x="3529" y="410"/>
                    <a:pt x="3277" y="1"/>
                    <a:pt x="2804" y="1"/>
                  </a:cubicBezTo>
                  <a:cubicBezTo>
                    <a:pt x="2300" y="1"/>
                    <a:pt x="2111" y="599"/>
                    <a:pt x="2111" y="599"/>
                  </a:cubicBezTo>
                  <a:cubicBezTo>
                    <a:pt x="2063" y="745"/>
                    <a:pt x="1906" y="824"/>
                    <a:pt x="1753" y="824"/>
                  </a:cubicBezTo>
                  <a:cubicBezTo>
                    <a:pt x="1607" y="824"/>
                    <a:pt x="1464" y="753"/>
                    <a:pt x="1418" y="599"/>
                  </a:cubicBezTo>
                  <a:cubicBezTo>
                    <a:pt x="1418" y="568"/>
                    <a:pt x="1229"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83"/>
            <p:cNvSpPr/>
            <p:nvPr/>
          </p:nvSpPr>
          <p:spPr>
            <a:xfrm>
              <a:off x="-24353075" y="3891250"/>
              <a:ext cx="293800" cy="292225"/>
            </a:xfrm>
            <a:custGeom>
              <a:avLst/>
              <a:gdLst/>
              <a:ahLst/>
              <a:cxnLst/>
              <a:rect l="l" t="t" r="r" b="b"/>
              <a:pathLst>
                <a:path w="11752" h="11689" extrusionOk="0">
                  <a:moveTo>
                    <a:pt x="6837" y="4159"/>
                  </a:moveTo>
                  <a:cubicBezTo>
                    <a:pt x="7624" y="4159"/>
                    <a:pt x="8223" y="4789"/>
                    <a:pt x="8223" y="5576"/>
                  </a:cubicBezTo>
                  <a:cubicBezTo>
                    <a:pt x="8254" y="6616"/>
                    <a:pt x="7309" y="7183"/>
                    <a:pt x="6049" y="8223"/>
                  </a:cubicBezTo>
                  <a:cubicBezTo>
                    <a:pt x="5986" y="8286"/>
                    <a:pt x="5907" y="8317"/>
                    <a:pt x="5829" y="8317"/>
                  </a:cubicBezTo>
                  <a:cubicBezTo>
                    <a:pt x="5750" y="8317"/>
                    <a:pt x="5671" y="8286"/>
                    <a:pt x="5608" y="8223"/>
                  </a:cubicBezTo>
                  <a:cubicBezTo>
                    <a:pt x="4348" y="7183"/>
                    <a:pt x="3403" y="6585"/>
                    <a:pt x="3403" y="5576"/>
                  </a:cubicBezTo>
                  <a:cubicBezTo>
                    <a:pt x="3403" y="4789"/>
                    <a:pt x="4033" y="4159"/>
                    <a:pt x="4789" y="4159"/>
                  </a:cubicBezTo>
                  <a:cubicBezTo>
                    <a:pt x="5293" y="4159"/>
                    <a:pt x="5608" y="4411"/>
                    <a:pt x="5797" y="4663"/>
                  </a:cubicBezTo>
                  <a:cubicBezTo>
                    <a:pt x="6018" y="4411"/>
                    <a:pt x="6364" y="4159"/>
                    <a:pt x="6837" y="4159"/>
                  </a:cubicBezTo>
                  <a:close/>
                  <a:moveTo>
                    <a:pt x="4474" y="0"/>
                  </a:moveTo>
                  <a:cubicBezTo>
                    <a:pt x="3875" y="0"/>
                    <a:pt x="3466" y="473"/>
                    <a:pt x="3466" y="1008"/>
                  </a:cubicBezTo>
                  <a:lnTo>
                    <a:pt x="3466" y="3466"/>
                  </a:lnTo>
                  <a:lnTo>
                    <a:pt x="1008" y="3466"/>
                  </a:lnTo>
                  <a:cubicBezTo>
                    <a:pt x="410" y="3466"/>
                    <a:pt x="0" y="3938"/>
                    <a:pt x="0" y="4474"/>
                  </a:cubicBezTo>
                  <a:lnTo>
                    <a:pt x="0" y="7246"/>
                  </a:lnTo>
                  <a:cubicBezTo>
                    <a:pt x="0" y="7813"/>
                    <a:pt x="473" y="8254"/>
                    <a:pt x="1008" y="8254"/>
                  </a:cubicBezTo>
                  <a:lnTo>
                    <a:pt x="3466" y="8254"/>
                  </a:lnTo>
                  <a:lnTo>
                    <a:pt x="3466" y="10649"/>
                  </a:lnTo>
                  <a:cubicBezTo>
                    <a:pt x="3466" y="11247"/>
                    <a:pt x="3938" y="11688"/>
                    <a:pt x="4474" y="11688"/>
                  </a:cubicBezTo>
                  <a:lnTo>
                    <a:pt x="7246" y="11688"/>
                  </a:lnTo>
                  <a:cubicBezTo>
                    <a:pt x="7813" y="11688"/>
                    <a:pt x="8254" y="11216"/>
                    <a:pt x="8254" y="10649"/>
                  </a:cubicBezTo>
                  <a:lnTo>
                    <a:pt x="8254" y="8254"/>
                  </a:lnTo>
                  <a:lnTo>
                    <a:pt x="10680" y="8254"/>
                  </a:lnTo>
                  <a:cubicBezTo>
                    <a:pt x="11279" y="8254"/>
                    <a:pt x="11720" y="7782"/>
                    <a:pt x="11720" y="7246"/>
                  </a:cubicBezTo>
                  <a:lnTo>
                    <a:pt x="11720" y="4474"/>
                  </a:lnTo>
                  <a:cubicBezTo>
                    <a:pt x="11751" y="3938"/>
                    <a:pt x="11279" y="3466"/>
                    <a:pt x="10680" y="3466"/>
                  </a:cubicBezTo>
                  <a:lnTo>
                    <a:pt x="8254" y="3466"/>
                  </a:lnTo>
                  <a:lnTo>
                    <a:pt x="8254" y="1008"/>
                  </a:lnTo>
                  <a:cubicBezTo>
                    <a:pt x="8254" y="410"/>
                    <a:pt x="7782" y="0"/>
                    <a:pt x="72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5" name="Google Shape;5295;p83"/>
          <p:cNvGrpSpPr/>
          <p:nvPr/>
        </p:nvGrpSpPr>
        <p:grpSpPr>
          <a:xfrm>
            <a:off x="7960068" y="3173313"/>
            <a:ext cx="353757" cy="351463"/>
            <a:chOff x="-22845575" y="3504075"/>
            <a:chExt cx="296950" cy="295025"/>
          </a:xfrm>
        </p:grpSpPr>
        <p:sp>
          <p:nvSpPr>
            <p:cNvPr id="5296" name="Google Shape;5296;p83"/>
            <p:cNvSpPr/>
            <p:nvPr/>
          </p:nvSpPr>
          <p:spPr>
            <a:xfrm>
              <a:off x="-22688825" y="3504100"/>
              <a:ext cx="140200" cy="295000"/>
            </a:xfrm>
            <a:custGeom>
              <a:avLst/>
              <a:gdLst/>
              <a:ahLst/>
              <a:cxnLst/>
              <a:rect l="l" t="t" r="r" b="b"/>
              <a:pathLst>
                <a:path w="5608" h="11800" extrusionOk="0">
                  <a:moveTo>
                    <a:pt x="1465" y="2908"/>
                  </a:moveTo>
                  <a:cubicBezTo>
                    <a:pt x="1552" y="2908"/>
                    <a:pt x="1638" y="2931"/>
                    <a:pt x="1701" y="2979"/>
                  </a:cubicBezTo>
                  <a:cubicBezTo>
                    <a:pt x="1827" y="3105"/>
                    <a:pt x="1827" y="3357"/>
                    <a:pt x="1701" y="3451"/>
                  </a:cubicBezTo>
                  <a:cubicBezTo>
                    <a:pt x="1292" y="3861"/>
                    <a:pt x="1292" y="4522"/>
                    <a:pt x="1701" y="4932"/>
                  </a:cubicBezTo>
                  <a:cubicBezTo>
                    <a:pt x="1827" y="5026"/>
                    <a:pt x="1827" y="5279"/>
                    <a:pt x="1701" y="5373"/>
                  </a:cubicBezTo>
                  <a:cubicBezTo>
                    <a:pt x="1632" y="5477"/>
                    <a:pt x="1544" y="5524"/>
                    <a:pt x="1452" y="5524"/>
                  </a:cubicBezTo>
                  <a:cubicBezTo>
                    <a:pt x="1377" y="5524"/>
                    <a:pt x="1300" y="5493"/>
                    <a:pt x="1229" y="5436"/>
                  </a:cubicBezTo>
                  <a:cubicBezTo>
                    <a:pt x="567" y="4774"/>
                    <a:pt x="567" y="3672"/>
                    <a:pt x="1229" y="2979"/>
                  </a:cubicBezTo>
                  <a:cubicBezTo>
                    <a:pt x="1292" y="2931"/>
                    <a:pt x="1378" y="2908"/>
                    <a:pt x="1465" y="2908"/>
                  </a:cubicBezTo>
                  <a:close/>
                  <a:moveTo>
                    <a:pt x="2461" y="7313"/>
                  </a:moveTo>
                  <a:cubicBezTo>
                    <a:pt x="2532" y="7313"/>
                    <a:pt x="2605" y="7318"/>
                    <a:pt x="2678" y="7326"/>
                  </a:cubicBezTo>
                  <a:cubicBezTo>
                    <a:pt x="2867" y="7358"/>
                    <a:pt x="3025" y="7515"/>
                    <a:pt x="2993" y="7704"/>
                  </a:cubicBezTo>
                  <a:cubicBezTo>
                    <a:pt x="2962" y="7925"/>
                    <a:pt x="2804" y="8019"/>
                    <a:pt x="2615" y="8019"/>
                  </a:cubicBezTo>
                  <a:cubicBezTo>
                    <a:pt x="2579" y="8016"/>
                    <a:pt x="2543" y="8014"/>
                    <a:pt x="2507" y="8014"/>
                  </a:cubicBezTo>
                  <a:cubicBezTo>
                    <a:pt x="1947" y="8014"/>
                    <a:pt x="1418" y="8467"/>
                    <a:pt x="1418" y="9059"/>
                  </a:cubicBezTo>
                  <a:cubicBezTo>
                    <a:pt x="1418" y="9248"/>
                    <a:pt x="1260" y="9406"/>
                    <a:pt x="1071" y="9406"/>
                  </a:cubicBezTo>
                  <a:cubicBezTo>
                    <a:pt x="882" y="9406"/>
                    <a:pt x="725" y="9248"/>
                    <a:pt x="725" y="9059"/>
                  </a:cubicBezTo>
                  <a:cubicBezTo>
                    <a:pt x="725" y="8091"/>
                    <a:pt x="1490" y="7313"/>
                    <a:pt x="2461" y="7313"/>
                  </a:cubicBezTo>
                  <a:close/>
                  <a:moveTo>
                    <a:pt x="1060" y="0"/>
                  </a:moveTo>
                  <a:cubicBezTo>
                    <a:pt x="689" y="0"/>
                    <a:pt x="327" y="130"/>
                    <a:pt x="0" y="364"/>
                  </a:cubicBezTo>
                  <a:lnTo>
                    <a:pt x="0" y="5247"/>
                  </a:lnTo>
                  <a:cubicBezTo>
                    <a:pt x="0" y="5814"/>
                    <a:pt x="473" y="6255"/>
                    <a:pt x="1040" y="6255"/>
                  </a:cubicBezTo>
                  <a:cubicBezTo>
                    <a:pt x="1229" y="6255"/>
                    <a:pt x="1386" y="6413"/>
                    <a:pt x="1386" y="6602"/>
                  </a:cubicBezTo>
                  <a:cubicBezTo>
                    <a:pt x="1386" y="6822"/>
                    <a:pt x="1229" y="6948"/>
                    <a:pt x="1040" y="6948"/>
                  </a:cubicBezTo>
                  <a:cubicBezTo>
                    <a:pt x="630" y="6948"/>
                    <a:pt x="284" y="6854"/>
                    <a:pt x="0" y="6602"/>
                  </a:cubicBezTo>
                  <a:lnTo>
                    <a:pt x="0" y="11453"/>
                  </a:lnTo>
                  <a:cubicBezTo>
                    <a:pt x="284" y="11705"/>
                    <a:pt x="630" y="11800"/>
                    <a:pt x="1040" y="11800"/>
                  </a:cubicBezTo>
                  <a:cubicBezTo>
                    <a:pt x="1733" y="11800"/>
                    <a:pt x="2363" y="11359"/>
                    <a:pt x="2647" y="10760"/>
                  </a:cubicBezTo>
                  <a:cubicBezTo>
                    <a:pt x="3497" y="10634"/>
                    <a:pt x="4190" y="9910"/>
                    <a:pt x="4190" y="9028"/>
                  </a:cubicBezTo>
                  <a:cubicBezTo>
                    <a:pt x="4190" y="8902"/>
                    <a:pt x="4159" y="8776"/>
                    <a:pt x="4159" y="8618"/>
                  </a:cubicBezTo>
                  <a:cubicBezTo>
                    <a:pt x="4505" y="8555"/>
                    <a:pt x="4820" y="8397"/>
                    <a:pt x="5104" y="8145"/>
                  </a:cubicBezTo>
                  <a:cubicBezTo>
                    <a:pt x="5419" y="7830"/>
                    <a:pt x="5608" y="7389"/>
                    <a:pt x="5608" y="6917"/>
                  </a:cubicBezTo>
                  <a:cubicBezTo>
                    <a:pt x="5608" y="6539"/>
                    <a:pt x="5482" y="6192"/>
                    <a:pt x="5261" y="5909"/>
                  </a:cubicBezTo>
                  <a:cubicBezTo>
                    <a:pt x="5482" y="5594"/>
                    <a:pt x="5608" y="5247"/>
                    <a:pt x="5608" y="4869"/>
                  </a:cubicBezTo>
                  <a:cubicBezTo>
                    <a:pt x="5608" y="4396"/>
                    <a:pt x="5387" y="3987"/>
                    <a:pt x="5072" y="3672"/>
                  </a:cubicBezTo>
                  <a:cubicBezTo>
                    <a:pt x="4852" y="3420"/>
                    <a:pt x="4505" y="3262"/>
                    <a:pt x="4127" y="3199"/>
                  </a:cubicBezTo>
                  <a:cubicBezTo>
                    <a:pt x="4253" y="2632"/>
                    <a:pt x="4096" y="2002"/>
                    <a:pt x="3655" y="1561"/>
                  </a:cubicBezTo>
                  <a:cubicBezTo>
                    <a:pt x="3403" y="1309"/>
                    <a:pt x="3025" y="1120"/>
                    <a:pt x="2647" y="1088"/>
                  </a:cubicBezTo>
                  <a:cubicBezTo>
                    <a:pt x="2394" y="584"/>
                    <a:pt x="1985" y="143"/>
                    <a:pt x="1449" y="49"/>
                  </a:cubicBezTo>
                  <a:cubicBezTo>
                    <a:pt x="1319" y="16"/>
                    <a:pt x="1189" y="0"/>
                    <a:pt x="10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83"/>
            <p:cNvSpPr/>
            <p:nvPr/>
          </p:nvSpPr>
          <p:spPr>
            <a:xfrm>
              <a:off x="-22845575" y="3504075"/>
              <a:ext cx="139425" cy="294250"/>
            </a:xfrm>
            <a:custGeom>
              <a:avLst/>
              <a:gdLst/>
              <a:ahLst/>
              <a:cxnLst/>
              <a:rect l="l" t="t" r="r" b="b"/>
              <a:pathLst>
                <a:path w="5577" h="11770" extrusionOk="0">
                  <a:moveTo>
                    <a:pt x="4187" y="2948"/>
                  </a:moveTo>
                  <a:cubicBezTo>
                    <a:pt x="4277" y="2948"/>
                    <a:pt x="4364" y="2980"/>
                    <a:pt x="4411" y="3043"/>
                  </a:cubicBezTo>
                  <a:cubicBezTo>
                    <a:pt x="5104" y="3673"/>
                    <a:pt x="5104" y="4775"/>
                    <a:pt x="4411" y="5437"/>
                  </a:cubicBezTo>
                  <a:cubicBezTo>
                    <a:pt x="4364" y="5500"/>
                    <a:pt x="4277" y="5532"/>
                    <a:pt x="4187" y="5532"/>
                  </a:cubicBezTo>
                  <a:cubicBezTo>
                    <a:pt x="4096" y="5532"/>
                    <a:pt x="4002" y="5500"/>
                    <a:pt x="3939" y="5437"/>
                  </a:cubicBezTo>
                  <a:cubicBezTo>
                    <a:pt x="3844" y="5311"/>
                    <a:pt x="3844" y="5090"/>
                    <a:pt x="3939" y="4964"/>
                  </a:cubicBezTo>
                  <a:cubicBezTo>
                    <a:pt x="4348" y="4555"/>
                    <a:pt x="4348" y="3893"/>
                    <a:pt x="3939" y="3515"/>
                  </a:cubicBezTo>
                  <a:cubicBezTo>
                    <a:pt x="3844" y="3389"/>
                    <a:pt x="3844" y="3137"/>
                    <a:pt x="3939" y="3043"/>
                  </a:cubicBezTo>
                  <a:cubicBezTo>
                    <a:pt x="4002" y="2980"/>
                    <a:pt x="4096" y="2948"/>
                    <a:pt x="4187" y="2948"/>
                  </a:cubicBezTo>
                  <a:close/>
                  <a:moveTo>
                    <a:pt x="3148" y="7314"/>
                  </a:moveTo>
                  <a:cubicBezTo>
                    <a:pt x="4123" y="7314"/>
                    <a:pt x="4915" y="8092"/>
                    <a:pt x="4915" y="9060"/>
                  </a:cubicBezTo>
                  <a:cubicBezTo>
                    <a:pt x="4915" y="9249"/>
                    <a:pt x="4726" y="9407"/>
                    <a:pt x="4537" y="9407"/>
                  </a:cubicBezTo>
                  <a:cubicBezTo>
                    <a:pt x="4348" y="9407"/>
                    <a:pt x="4191" y="9249"/>
                    <a:pt x="4191" y="9060"/>
                  </a:cubicBezTo>
                  <a:cubicBezTo>
                    <a:pt x="4191" y="8468"/>
                    <a:pt x="3662" y="8015"/>
                    <a:pt x="3101" y="8015"/>
                  </a:cubicBezTo>
                  <a:cubicBezTo>
                    <a:pt x="3066" y="8015"/>
                    <a:pt x="3030" y="8017"/>
                    <a:pt x="2994" y="8020"/>
                  </a:cubicBezTo>
                  <a:cubicBezTo>
                    <a:pt x="2968" y="8029"/>
                    <a:pt x="2944" y="8033"/>
                    <a:pt x="2920" y="8033"/>
                  </a:cubicBezTo>
                  <a:cubicBezTo>
                    <a:pt x="2765" y="8033"/>
                    <a:pt x="2643" y="7869"/>
                    <a:pt x="2616" y="7705"/>
                  </a:cubicBezTo>
                  <a:cubicBezTo>
                    <a:pt x="2584" y="7516"/>
                    <a:pt x="2742" y="7359"/>
                    <a:pt x="2931" y="7327"/>
                  </a:cubicBezTo>
                  <a:cubicBezTo>
                    <a:pt x="3004" y="7319"/>
                    <a:pt x="3077" y="7314"/>
                    <a:pt x="3148" y="7314"/>
                  </a:cubicBezTo>
                  <a:close/>
                  <a:moveTo>
                    <a:pt x="4581" y="0"/>
                  </a:moveTo>
                  <a:cubicBezTo>
                    <a:pt x="4444" y="0"/>
                    <a:pt x="4303" y="16"/>
                    <a:pt x="4159" y="50"/>
                  </a:cubicBezTo>
                  <a:cubicBezTo>
                    <a:pt x="3592" y="144"/>
                    <a:pt x="3214" y="585"/>
                    <a:pt x="2962" y="1089"/>
                  </a:cubicBezTo>
                  <a:cubicBezTo>
                    <a:pt x="2584" y="1152"/>
                    <a:pt x="2206" y="1310"/>
                    <a:pt x="1954" y="1562"/>
                  </a:cubicBezTo>
                  <a:cubicBezTo>
                    <a:pt x="1513" y="2003"/>
                    <a:pt x="1355" y="2633"/>
                    <a:pt x="1481" y="3200"/>
                  </a:cubicBezTo>
                  <a:cubicBezTo>
                    <a:pt x="1135" y="3232"/>
                    <a:pt x="820" y="3389"/>
                    <a:pt x="536" y="3673"/>
                  </a:cubicBezTo>
                  <a:cubicBezTo>
                    <a:pt x="221" y="3988"/>
                    <a:pt x="1" y="4397"/>
                    <a:pt x="1" y="4870"/>
                  </a:cubicBezTo>
                  <a:cubicBezTo>
                    <a:pt x="1" y="5280"/>
                    <a:pt x="127" y="5626"/>
                    <a:pt x="379" y="5910"/>
                  </a:cubicBezTo>
                  <a:cubicBezTo>
                    <a:pt x="127" y="6225"/>
                    <a:pt x="1" y="6571"/>
                    <a:pt x="1" y="6918"/>
                  </a:cubicBezTo>
                  <a:cubicBezTo>
                    <a:pt x="1" y="7390"/>
                    <a:pt x="221" y="7831"/>
                    <a:pt x="536" y="8146"/>
                  </a:cubicBezTo>
                  <a:cubicBezTo>
                    <a:pt x="788" y="8430"/>
                    <a:pt x="1135" y="8588"/>
                    <a:pt x="1481" y="8619"/>
                  </a:cubicBezTo>
                  <a:cubicBezTo>
                    <a:pt x="1229" y="9690"/>
                    <a:pt x="1985" y="10604"/>
                    <a:pt x="2931" y="10698"/>
                  </a:cubicBezTo>
                  <a:cubicBezTo>
                    <a:pt x="3214" y="11328"/>
                    <a:pt x="3781" y="11769"/>
                    <a:pt x="4537" y="11769"/>
                  </a:cubicBezTo>
                  <a:cubicBezTo>
                    <a:pt x="4947" y="11769"/>
                    <a:pt x="5293" y="11612"/>
                    <a:pt x="5577" y="11423"/>
                  </a:cubicBezTo>
                  <a:lnTo>
                    <a:pt x="5577" y="6571"/>
                  </a:lnTo>
                  <a:cubicBezTo>
                    <a:pt x="5293" y="6823"/>
                    <a:pt x="4947" y="6918"/>
                    <a:pt x="4537" y="6918"/>
                  </a:cubicBezTo>
                  <a:cubicBezTo>
                    <a:pt x="4348" y="6918"/>
                    <a:pt x="4191" y="6760"/>
                    <a:pt x="4191" y="6571"/>
                  </a:cubicBezTo>
                  <a:cubicBezTo>
                    <a:pt x="4191" y="6382"/>
                    <a:pt x="4348" y="6225"/>
                    <a:pt x="4537" y="6225"/>
                  </a:cubicBezTo>
                  <a:cubicBezTo>
                    <a:pt x="5136" y="6225"/>
                    <a:pt x="5577" y="5752"/>
                    <a:pt x="5577" y="5185"/>
                  </a:cubicBezTo>
                  <a:lnTo>
                    <a:pt x="5577" y="302"/>
                  </a:lnTo>
                  <a:cubicBezTo>
                    <a:pt x="5300" y="117"/>
                    <a:pt x="4956" y="0"/>
                    <a:pt x="45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8" name="Google Shape;5298;p83"/>
          <p:cNvGrpSpPr/>
          <p:nvPr/>
        </p:nvGrpSpPr>
        <p:grpSpPr>
          <a:xfrm>
            <a:off x="5753249" y="1306961"/>
            <a:ext cx="299344" cy="351880"/>
            <a:chOff x="-27691025" y="3175300"/>
            <a:chExt cx="251275" cy="295375"/>
          </a:xfrm>
        </p:grpSpPr>
        <p:sp>
          <p:nvSpPr>
            <p:cNvPr id="5299" name="Google Shape;5299;p83"/>
            <p:cNvSpPr/>
            <p:nvPr/>
          </p:nvSpPr>
          <p:spPr>
            <a:xfrm>
              <a:off x="-27492550" y="3298150"/>
              <a:ext cx="18125" cy="18150"/>
            </a:xfrm>
            <a:custGeom>
              <a:avLst/>
              <a:gdLst/>
              <a:ahLst/>
              <a:cxnLst/>
              <a:rect l="l" t="t" r="r" b="b"/>
              <a:pathLst>
                <a:path w="725" h="726" extrusionOk="0">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83"/>
            <p:cNvSpPr/>
            <p:nvPr/>
          </p:nvSpPr>
          <p:spPr>
            <a:xfrm>
              <a:off x="-27613050" y="3175300"/>
              <a:ext cx="60650" cy="105550"/>
            </a:xfrm>
            <a:custGeom>
              <a:avLst/>
              <a:gdLst/>
              <a:ahLst/>
              <a:cxnLst/>
              <a:rect l="l" t="t" r="r" b="b"/>
              <a:pathLst>
                <a:path w="2426" h="4222" extrusionOk="0">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1" name="Google Shape;5301;p83"/>
            <p:cNvSpPr/>
            <p:nvPr/>
          </p:nvSpPr>
          <p:spPr>
            <a:xfrm>
              <a:off x="-27691025" y="3175300"/>
              <a:ext cx="60650" cy="105550"/>
            </a:xfrm>
            <a:custGeom>
              <a:avLst/>
              <a:gdLst/>
              <a:ahLst/>
              <a:cxnLst/>
              <a:rect l="l" t="t" r="r" b="b"/>
              <a:pathLst>
                <a:path w="2426" h="4222" extrusionOk="0">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83"/>
            <p:cNvSpPr/>
            <p:nvPr/>
          </p:nvSpPr>
          <p:spPr>
            <a:xfrm>
              <a:off x="-27691025" y="3263500"/>
              <a:ext cx="251275" cy="207175"/>
            </a:xfrm>
            <a:custGeom>
              <a:avLst/>
              <a:gdLst/>
              <a:ahLst/>
              <a:cxnLst/>
              <a:rect l="l" t="t" r="r" b="b"/>
              <a:pathLst>
                <a:path w="10051" h="8287" extrusionOk="0">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03" name="Google Shape;5303;p83"/>
          <p:cNvGrpSpPr/>
          <p:nvPr/>
        </p:nvGrpSpPr>
        <p:grpSpPr>
          <a:xfrm>
            <a:off x="5725566" y="1825637"/>
            <a:ext cx="354710" cy="228015"/>
            <a:chOff x="-27721750" y="3598250"/>
            <a:chExt cx="297750" cy="191400"/>
          </a:xfrm>
        </p:grpSpPr>
        <p:sp>
          <p:nvSpPr>
            <p:cNvPr id="5304" name="Google Shape;5304;p83"/>
            <p:cNvSpPr/>
            <p:nvPr/>
          </p:nvSpPr>
          <p:spPr>
            <a:xfrm>
              <a:off x="-27616200" y="3651800"/>
              <a:ext cx="86650" cy="86675"/>
            </a:xfrm>
            <a:custGeom>
              <a:avLst/>
              <a:gdLst/>
              <a:ahLst/>
              <a:cxnLst/>
              <a:rect l="l" t="t" r="r" b="b"/>
              <a:pathLst>
                <a:path w="3466" h="3467" extrusionOk="0">
                  <a:moveTo>
                    <a:pt x="1386" y="662"/>
                  </a:moveTo>
                  <a:cubicBezTo>
                    <a:pt x="1764" y="662"/>
                    <a:pt x="2079" y="977"/>
                    <a:pt x="2079" y="1387"/>
                  </a:cubicBezTo>
                  <a:cubicBezTo>
                    <a:pt x="2079" y="1765"/>
                    <a:pt x="1764" y="2080"/>
                    <a:pt x="1386" y="2080"/>
                  </a:cubicBezTo>
                  <a:cubicBezTo>
                    <a:pt x="977" y="2080"/>
                    <a:pt x="662" y="1765"/>
                    <a:pt x="662" y="1387"/>
                  </a:cubicBezTo>
                  <a:cubicBezTo>
                    <a:pt x="662" y="977"/>
                    <a:pt x="977" y="662"/>
                    <a:pt x="1386" y="662"/>
                  </a:cubicBezTo>
                  <a:close/>
                  <a:moveTo>
                    <a:pt x="1733" y="1"/>
                  </a:moveTo>
                  <a:cubicBezTo>
                    <a:pt x="788" y="1"/>
                    <a:pt x="0" y="788"/>
                    <a:pt x="0" y="1733"/>
                  </a:cubicBezTo>
                  <a:cubicBezTo>
                    <a:pt x="0" y="2679"/>
                    <a:pt x="788" y="3466"/>
                    <a:pt x="1733" y="3466"/>
                  </a:cubicBezTo>
                  <a:cubicBezTo>
                    <a:pt x="2678" y="3466"/>
                    <a:pt x="3466" y="2679"/>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83"/>
            <p:cNvSpPr/>
            <p:nvPr/>
          </p:nvSpPr>
          <p:spPr>
            <a:xfrm>
              <a:off x="-27721750" y="3598250"/>
              <a:ext cx="297750" cy="191400"/>
            </a:xfrm>
            <a:custGeom>
              <a:avLst/>
              <a:gdLst/>
              <a:ahLst/>
              <a:cxnLst/>
              <a:rect l="l" t="t" r="r" b="b"/>
              <a:pathLst>
                <a:path w="11910" h="7656" extrusionOk="0">
                  <a:moveTo>
                    <a:pt x="5955" y="1418"/>
                  </a:moveTo>
                  <a:cubicBezTo>
                    <a:pt x="7278" y="1418"/>
                    <a:pt x="8381" y="2521"/>
                    <a:pt x="8381" y="3875"/>
                  </a:cubicBezTo>
                  <a:cubicBezTo>
                    <a:pt x="8381" y="5199"/>
                    <a:pt x="7278" y="6301"/>
                    <a:pt x="5955" y="6301"/>
                  </a:cubicBezTo>
                  <a:cubicBezTo>
                    <a:pt x="4600" y="6301"/>
                    <a:pt x="3497" y="5199"/>
                    <a:pt x="3497" y="3875"/>
                  </a:cubicBezTo>
                  <a:cubicBezTo>
                    <a:pt x="3497" y="2521"/>
                    <a:pt x="4600" y="1418"/>
                    <a:pt x="5955" y="1418"/>
                  </a:cubicBezTo>
                  <a:close/>
                  <a:moveTo>
                    <a:pt x="5955" y="0"/>
                  </a:moveTo>
                  <a:cubicBezTo>
                    <a:pt x="2710" y="0"/>
                    <a:pt x="189" y="3466"/>
                    <a:pt x="95" y="3623"/>
                  </a:cubicBezTo>
                  <a:cubicBezTo>
                    <a:pt x="0" y="3749"/>
                    <a:pt x="0" y="3907"/>
                    <a:pt x="95" y="4033"/>
                  </a:cubicBezTo>
                  <a:cubicBezTo>
                    <a:pt x="189" y="4190"/>
                    <a:pt x="2773" y="7656"/>
                    <a:pt x="5955" y="7656"/>
                  </a:cubicBezTo>
                  <a:cubicBezTo>
                    <a:pt x="9137" y="7656"/>
                    <a:pt x="11689" y="4190"/>
                    <a:pt x="11815" y="4033"/>
                  </a:cubicBezTo>
                  <a:cubicBezTo>
                    <a:pt x="11909" y="3907"/>
                    <a:pt x="11909" y="3749"/>
                    <a:pt x="11815" y="3623"/>
                  </a:cubicBezTo>
                  <a:cubicBezTo>
                    <a:pt x="11689" y="3466"/>
                    <a:pt x="9168"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06" name="Google Shape;5306;p83"/>
          <p:cNvGrpSpPr/>
          <p:nvPr/>
        </p:nvGrpSpPr>
        <p:grpSpPr>
          <a:xfrm>
            <a:off x="5726966" y="2219183"/>
            <a:ext cx="351910" cy="340980"/>
            <a:chOff x="-27719400" y="3925600"/>
            <a:chExt cx="295400" cy="286225"/>
          </a:xfrm>
        </p:grpSpPr>
        <p:sp>
          <p:nvSpPr>
            <p:cNvPr id="5307" name="Google Shape;5307;p83"/>
            <p:cNvSpPr/>
            <p:nvPr/>
          </p:nvSpPr>
          <p:spPr>
            <a:xfrm>
              <a:off x="-27596525" y="3925600"/>
              <a:ext cx="172525" cy="162575"/>
            </a:xfrm>
            <a:custGeom>
              <a:avLst/>
              <a:gdLst/>
              <a:ahLst/>
              <a:cxnLst/>
              <a:rect l="l" t="t" r="r" b="b"/>
              <a:pathLst>
                <a:path w="6901" h="6503" extrusionOk="0">
                  <a:moveTo>
                    <a:pt x="5042" y="0"/>
                  </a:moveTo>
                  <a:cubicBezTo>
                    <a:pt x="4425" y="0"/>
                    <a:pt x="3809" y="237"/>
                    <a:pt x="3340" y="705"/>
                  </a:cubicBezTo>
                  <a:lnTo>
                    <a:pt x="1765" y="2281"/>
                  </a:lnTo>
                  <a:cubicBezTo>
                    <a:pt x="1639" y="2407"/>
                    <a:pt x="1639" y="2627"/>
                    <a:pt x="1765" y="2785"/>
                  </a:cubicBezTo>
                  <a:cubicBezTo>
                    <a:pt x="1860" y="2879"/>
                    <a:pt x="1891" y="2942"/>
                    <a:pt x="1891" y="3037"/>
                  </a:cubicBezTo>
                  <a:cubicBezTo>
                    <a:pt x="1891" y="3100"/>
                    <a:pt x="1860" y="3226"/>
                    <a:pt x="1765" y="3257"/>
                  </a:cubicBezTo>
                  <a:lnTo>
                    <a:pt x="1229" y="3824"/>
                  </a:lnTo>
                  <a:cubicBezTo>
                    <a:pt x="1009" y="3856"/>
                    <a:pt x="820" y="3919"/>
                    <a:pt x="662" y="4045"/>
                  </a:cubicBezTo>
                  <a:lnTo>
                    <a:pt x="1" y="4643"/>
                  </a:lnTo>
                  <a:lnTo>
                    <a:pt x="1860" y="6502"/>
                  </a:lnTo>
                  <a:lnTo>
                    <a:pt x="2427" y="5809"/>
                  </a:lnTo>
                  <a:cubicBezTo>
                    <a:pt x="2553" y="5652"/>
                    <a:pt x="2647" y="5494"/>
                    <a:pt x="2679" y="5305"/>
                  </a:cubicBezTo>
                  <a:lnTo>
                    <a:pt x="6774" y="1209"/>
                  </a:lnTo>
                  <a:cubicBezTo>
                    <a:pt x="6900" y="1083"/>
                    <a:pt x="6900" y="863"/>
                    <a:pt x="6774" y="737"/>
                  </a:cubicBezTo>
                  <a:cubicBezTo>
                    <a:pt x="6298" y="245"/>
                    <a:pt x="5669" y="0"/>
                    <a:pt x="5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83"/>
            <p:cNvSpPr/>
            <p:nvPr/>
          </p:nvSpPr>
          <p:spPr>
            <a:xfrm>
              <a:off x="-27719400" y="4054275"/>
              <a:ext cx="157550" cy="157550"/>
            </a:xfrm>
            <a:custGeom>
              <a:avLst/>
              <a:gdLst/>
              <a:ahLst/>
              <a:cxnLst/>
              <a:rect l="l" t="t" r="r" b="b"/>
              <a:pathLst>
                <a:path w="6302" h="6302" extrusionOk="0">
                  <a:moveTo>
                    <a:pt x="4412" y="1"/>
                  </a:moveTo>
                  <a:lnTo>
                    <a:pt x="537" y="3466"/>
                  </a:lnTo>
                  <a:cubicBezTo>
                    <a:pt x="190" y="3781"/>
                    <a:pt x="1" y="4222"/>
                    <a:pt x="1" y="4695"/>
                  </a:cubicBezTo>
                  <a:cubicBezTo>
                    <a:pt x="1" y="5136"/>
                    <a:pt x="158" y="5545"/>
                    <a:pt x="474" y="5829"/>
                  </a:cubicBezTo>
                  <a:cubicBezTo>
                    <a:pt x="789" y="6144"/>
                    <a:pt x="1167" y="6302"/>
                    <a:pt x="1608" y="6302"/>
                  </a:cubicBezTo>
                  <a:lnTo>
                    <a:pt x="1639" y="6302"/>
                  </a:lnTo>
                  <a:cubicBezTo>
                    <a:pt x="1954" y="6302"/>
                    <a:pt x="2269" y="6175"/>
                    <a:pt x="2553" y="5986"/>
                  </a:cubicBezTo>
                  <a:lnTo>
                    <a:pt x="1482" y="4915"/>
                  </a:lnTo>
                  <a:cubicBezTo>
                    <a:pt x="1356" y="4789"/>
                    <a:pt x="1356" y="4569"/>
                    <a:pt x="1482" y="4443"/>
                  </a:cubicBezTo>
                  <a:cubicBezTo>
                    <a:pt x="1545" y="4395"/>
                    <a:pt x="1631" y="4372"/>
                    <a:pt x="1718" y="4372"/>
                  </a:cubicBezTo>
                  <a:cubicBezTo>
                    <a:pt x="1805" y="4372"/>
                    <a:pt x="1891" y="4395"/>
                    <a:pt x="1954" y="4443"/>
                  </a:cubicBezTo>
                  <a:lnTo>
                    <a:pt x="3025" y="5514"/>
                  </a:lnTo>
                  <a:lnTo>
                    <a:pt x="3498" y="5010"/>
                  </a:lnTo>
                  <a:lnTo>
                    <a:pt x="2521" y="4002"/>
                  </a:lnTo>
                  <a:cubicBezTo>
                    <a:pt x="2395" y="3907"/>
                    <a:pt x="2395" y="3655"/>
                    <a:pt x="2521" y="3561"/>
                  </a:cubicBezTo>
                  <a:cubicBezTo>
                    <a:pt x="2569" y="3498"/>
                    <a:pt x="2655" y="3466"/>
                    <a:pt x="2746" y="3466"/>
                  </a:cubicBezTo>
                  <a:cubicBezTo>
                    <a:pt x="2836" y="3466"/>
                    <a:pt x="2931" y="3498"/>
                    <a:pt x="2994" y="3561"/>
                  </a:cubicBezTo>
                  <a:lnTo>
                    <a:pt x="3939" y="4474"/>
                  </a:lnTo>
                  <a:lnTo>
                    <a:pt x="4412" y="3970"/>
                  </a:lnTo>
                  <a:lnTo>
                    <a:pt x="3530" y="3120"/>
                  </a:lnTo>
                  <a:cubicBezTo>
                    <a:pt x="3403" y="2994"/>
                    <a:pt x="3403" y="2773"/>
                    <a:pt x="3530" y="2647"/>
                  </a:cubicBezTo>
                  <a:cubicBezTo>
                    <a:pt x="3593" y="2584"/>
                    <a:pt x="3679" y="2552"/>
                    <a:pt x="3766" y="2552"/>
                  </a:cubicBezTo>
                  <a:cubicBezTo>
                    <a:pt x="3852" y="2552"/>
                    <a:pt x="3939" y="2584"/>
                    <a:pt x="4002" y="2647"/>
                  </a:cubicBezTo>
                  <a:lnTo>
                    <a:pt x="4884" y="3498"/>
                  </a:lnTo>
                  <a:lnTo>
                    <a:pt x="5357" y="2994"/>
                  </a:lnTo>
                  <a:lnTo>
                    <a:pt x="4601" y="2237"/>
                  </a:lnTo>
                  <a:cubicBezTo>
                    <a:pt x="4475" y="2111"/>
                    <a:pt x="4475" y="1891"/>
                    <a:pt x="4601" y="1765"/>
                  </a:cubicBezTo>
                  <a:cubicBezTo>
                    <a:pt x="4671" y="1624"/>
                    <a:pt x="4771" y="1562"/>
                    <a:pt x="4867" y="1562"/>
                  </a:cubicBezTo>
                  <a:cubicBezTo>
                    <a:pt x="4944" y="1562"/>
                    <a:pt x="5018" y="1601"/>
                    <a:pt x="5073" y="1670"/>
                  </a:cubicBezTo>
                  <a:lnTo>
                    <a:pt x="5829" y="2395"/>
                  </a:lnTo>
                  <a:lnTo>
                    <a:pt x="6302" y="1891"/>
                  </a:lnTo>
                  <a:lnTo>
                    <a:pt x="44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09" name="Google Shape;5309;p83"/>
          <p:cNvGrpSpPr/>
          <p:nvPr/>
        </p:nvGrpSpPr>
        <p:grpSpPr>
          <a:xfrm>
            <a:off x="7948238" y="1306023"/>
            <a:ext cx="353757" cy="353757"/>
            <a:chOff x="-25834600" y="3176875"/>
            <a:chExt cx="296950" cy="296950"/>
          </a:xfrm>
        </p:grpSpPr>
        <p:sp>
          <p:nvSpPr>
            <p:cNvPr id="5310" name="Google Shape;5310;p83"/>
            <p:cNvSpPr/>
            <p:nvPr/>
          </p:nvSpPr>
          <p:spPr>
            <a:xfrm>
              <a:off x="-25625875" y="3316275"/>
              <a:ext cx="69325" cy="85875"/>
            </a:xfrm>
            <a:custGeom>
              <a:avLst/>
              <a:gdLst/>
              <a:ahLst/>
              <a:cxnLst/>
              <a:rect l="l" t="t" r="r" b="b"/>
              <a:pathLst>
                <a:path w="2773" h="3435" extrusionOk="0">
                  <a:moveTo>
                    <a:pt x="0" y="1"/>
                  </a:moveTo>
                  <a:lnTo>
                    <a:pt x="0" y="3435"/>
                  </a:lnTo>
                  <a:lnTo>
                    <a:pt x="2773" y="3435"/>
                  </a:lnTo>
                  <a:lnTo>
                    <a:pt x="2773" y="2741"/>
                  </a:lnTo>
                  <a:lnTo>
                    <a:pt x="1040" y="2741"/>
                  </a:lnTo>
                  <a:cubicBezTo>
                    <a:pt x="851" y="2741"/>
                    <a:pt x="693" y="2584"/>
                    <a:pt x="693" y="2395"/>
                  </a:cubicBezTo>
                  <a:cubicBezTo>
                    <a:pt x="693" y="2206"/>
                    <a:pt x="851" y="2048"/>
                    <a:pt x="1040" y="2048"/>
                  </a:cubicBezTo>
                  <a:lnTo>
                    <a:pt x="2773" y="2048"/>
                  </a:lnTo>
                  <a:lnTo>
                    <a:pt x="2773" y="1324"/>
                  </a:lnTo>
                  <a:lnTo>
                    <a:pt x="1040" y="1324"/>
                  </a:lnTo>
                  <a:cubicBezTo>
                    <a:pt x="851" y="1324"/>
                    <a:pt x="693" y="1166"/>
                    <a:pt x="693" y="977"/>
                  </a:cubicBezTo>
                  <a:cubicBezTo>
                    <a:pt x="693" y="851"/>
                    <a:pt x="851" y="694"/>
                    <a:pt x="1040" y="694"/>
                  </a:cubicBezTo>
                  <a:lnTo>
                    <a:pt x="2773" y="694"/>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83"/>
            <p:cNvSpPr/>
            <p:nvPr/>
          </p:nvSpPr>
          <p:spPr>
            <a:xfrm>
              <a:off x="-25729075" y="3176875"/>
              <a:ext cx="191425" cy="296950"/>
            </a:xfrm>
            <a:custGeom>
              <a:avLst/>
              <a:gdLst/>
              <a:ahLst/>
              <a:cxnLst/>
              <a:rect l="l" t="t" r="r" b="b"/>
              <a:pathLst>
                <a:path w="7657" h="11878" extrusionOk="0">
                  <a:moveTo>
                    <a:pt x="2049" y="693"/>
                  </a:moveTo>
                  <a:lnTo>
                    <a:pt x="2049" y="2773"/>
                  </a:lnTo>
                  <a:lnTo>
                    <a:pt x="1356" y="2773"/>
                  </a:lnTo>
                  <a:lnTo>
                    <a:pt x="1356" y="693"/>
                  </a:lnTo>
                  <a:close/>
                  <a:moveTo>
                    <a:pt x="3435" y="693"/>
                  </a:moveTo>
                  <a:lnTo>
                    <a:pt x="3435" y="2773"/>
                  </a:lnTo>
                  <a:lnTo>
                    <a:pt x="2710" y="2773"/>
                  </a:lnTo>
                  <a:lnTo>
                    <a:pt x="2710" y="693"/>
                  </a:lnTo>
                  <a:close/>
                  <a:moveTo>
                    <a:pt x="4821" y="693"/>
                  </a:moveTo>
                  <a:lnTo>
                    <a:pt x="4821" y="2773"/>
                  </a:lnTo>
                  <a:lnTo>
                    <a:pt x="4097" y="2773"/>
                  </a:lnTo>
                  <a:lnTo>
                    <a:pt x="4097" y="693"/>
                  </a:lnTo>
                  <a:close/>
                  <a:moveTo>
                    <a:pt x="6176" y="693"/>
                  </a:moveTo>
                  <a:lnTo>
                    <a:pt x="6176" y="2773"/>
                  </a:lnTo>
                  <a:lnTo>
                    <a:pt x="5483" y="2773"/>
                  </a:lnTo>
                  <a:lnTo>
                    <a:pt x="5483" y="693"/>
                  </a:lnTo>
                  <a:close/>
                  <a:moveTo>
                    <a:pt x="1041" y="0"/>
                  </a:moveTo>
                  <a:cubicBezTo>
                    <a:pt x="442" y="0"/>
                    <a:pt x="1" y="473"/>
                    <a:pt x="1" y="1040"/>
                  </a:cubicBezTo>
                  <a:lnTo>
                    <a:pt x="1" y="3119"/>
                  </a:lnTo>
                  <a:cubicBezTo>
                    <a:pt x="1" y="3308"/>
                    <a:pt x="158" y="3466"/>
                    <a:pt x="379" y="3466"/>
                  </a:cubicBezTo>
                  <a:lnTo>
                    <a:pt x="726" y="3466"/>
                  </a:lnTo>
                  <a:lnTo>
                    <a:pt x="726" y="4883"/>
                  </a:lnTo>
                  <a:lnTo>
                    <a:pt x="2458" y="4883"/>
                  </a:lnTo>
                  <a:cubicBezTo>
                    <a:pt x="2647" y="4883"/>
                    <a:pt x="2805" y="5041"/>
                    <a:pt x="2805" y="5262"/>
                  </a:cubicBezTo>
                  <a:lnTo>
                    <a:pt x="2805" y="9420"/>
                  </a:lnTo>
                  <a:cubicBezTo>
                    <a:pt x="2805" y="9609"/>
                    <a:pt x="2647" y="9767"/>
                    <a:pt x="2458" y="9767"/>
                  </a:cubicBezTo>
                  <a:lnTo>
                    <a:pt x="2112" y="9767"/>
                  </a:lnTo>
                  <a:cubicBezTo>
                    <a:pt x="2112" y="10523"/>
                    <a:pt x="1797" y="11247"/>
                    <a:pt x="1261" y="11751"/>
                  </a:cubicBezTo>
                  <a:cubicBezTo>
                    <a:pt x="1419" y="11815"/>
                    <a:pt x="1576" y="11878"/>
                    <a:pt x="1734" y="11878"/>
                  </a:cubicBezTo>
                  <a:lnTo>
                    <a:pt x="5924" y="11878"/>
                  </a:lnTo>
                  <a:cubicBezTo>
                    <a:pt x="6522" y="11878"/>
                    <a:pt x="6932" y="11405"/>
                    <a:pt x="6932" y="10838"/>
                  </a:cubicBezTo>
                  <a:lnTo>
                    <a:pt x="6932" y="9798"/>
                  </a:lnTo>
                  <a:lnTo>
                    <a:pt x="3813" y="9798"/>
                  </a:lnTo>
                  <a:cubicBezTo>
                    <a:pt x="3624" y="9798"/>
                    <a:pt x="3467" y="9672"/>
                    <a:pt x="3467" y="9452"/>
                  </a:cubicBezTo>
                  <a:lnTo>
                    <a:pt x="3467" y="5293"/>
                  </a:lnTo>
                  <a:cubicBezTo>
                    <a:pt x="3467" y="5104"/>
                    <a:pt x="3624" y="4946"/>
                    <a:pt x="3813" y="4946"/>
                  </a:cubicBezTo>
                  <a:lnTo>
                    <a:pt x="6932" y="4946"/>
                  </a:lnTo>
                  <a:lnTo>
                    <a:pt x="6932" y="3529"/>
                  </a:lnTo>
                  <a:lnTo>
                    <a:pt x="7310" y="3529"/>
                  </a:lnTo>
                  <a:cubicBezTo>
                    <a:pt x="7499" y="3529"/>
                    <a:pt x="7657" y="3371"/>
                    <a:pt x="7657" y="3151"/>
                  </a:cubicBezTo>
                  <a:lnTo>
                    <a:pt x="7657" y="1040"/>
                  </a:lnTo>
                  <a:lnTo>
                    <a:pt x="7625" y="1040"/>
                  </a:lnTo>
                  <a:cubicBezTo>
                    <a:pt x="7625" y="441"/>
                    <a:pt x="7153" y="0"/>
                    <a:pt x="65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83"/>
            <p:cNvSpPr/>
            <p:nvPr/>
          </p:nvSpPr>
          <p:spPr>
            <a:xfrm>
              <a:off x="-25834600" y="3350150"/>
              <a:ext cx="69325" cy="96100"/>
            </a:xfrm>
            <a:custGeom>
              <a:avLst/>
              <a:gdLst/>
              <a:ahLst/>
              <a:cxnLst/>
              <a:rect l="l" t="t" r="r" b="b"/>
              <a:pathLst>
                <a:path w="2773" h="3844" extrusionOk="0">
                  <a:moveTo>
                    <a:pt x="2143" y="0"/>
                  </a:moveTo>
                  <a:cubicBezTo>
                    <a:pt x="1008" y="0"/>
                    <a:pt x="63" y="945"/>
                    <a:pt x="63" y="2080"/>
                  </a:cubicBezTo>
                  <a:cubicBezTo>
                    <a:pt x="0" y="2804"/>
                    <a:pt x="378" y="3434"/>
                    <a:pt x="914" y="3844"/>
                  </a:cubicBezTo>
                  <a:cubicBezTo>
                    <a:pt x="788" y="3529"/>
                    <a:pt x="725" y="3151"/>
                    <a:pt x="725" y="2804"/>
                  </a:cubicBezTo>
                  <a:cubicBezTo>
                    <a:pt x="725" y="1544"/>
                    <a:pt x="1576" y="473"/>
                    <a:pt x="2773" y="126"/>
                  </a:cubicBezTo>
                  <a:cubicBezTo>
                    <a:pt x="2584" y="63"/>
                    <a:pt x="2332" y="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83"/>
            <p:cNvSpPr/>
            <p:nvPr/>
          </p:nvSpPr>
          <p:spPr>
            <a:xfrm>
              <a:off x="-25799950" y="3368250"/>
              <a:ext cx="104775" cy="104000"/>
            </a:xfrm>
            <a:custGeom>
              <a:avLst/>
              <a:gdLst/>
              <a:ahLst/>
              <a:cxnLst/>
              <a:rect l="l" t="t" r="r" b="b"/>
              <a:pathLst>
                <a:path w="4191" h="4160" extrusionOk="0">
                  <a:moveTo>
                    <a:pt x="2080" y="694"/>
                  </a:moveTo>
                  <a:cubicBezTo>
                    <a:pt x="2836" y="694"/>
                    <a:pt x="3466" y="1324"/>
                    <a:pt x="3466" y="2080"/>
                  </a:cubicBezTo>
                  <a:cubicBezTo>
                    <a:pt x="3466" y="2364"/>
                    <a:pt x="3403" y="2584"/>
                    <a:pt x="3246" y="2836"/>
                  </a:cubicBezTo>
                  <a:lnTo>
                    <a:pt x="1292" y="915"/>
                  </a:lnTo>
                  <a:cubicBezTo>
                    <a:pt x="1576" y="788"/>
                    <a:pt x="1828" y="694"/>
                    <a:pt x="2080" y="694"/>
                  </a:cubicBezTo>
                  <a:close/>
                  <a:moveTo>
                    <a:pt x="2111" y="1"/>
                  </a:moveTo>
                  <a:cubicBezTo>
                    <a:pt x="946" y="1"/>
                    <a:pt x="1" y="946"/>
                    <a:pt x="1" y="2080"/>
                  </a:cubicBezTo>
                  <a:cubicBezTo>
                    <a:pt x="1" y="3214"/>
                    <a:pt x="946" y="4160"/>
                    <a:pt x="2111" y="4160"/>
                  </a:cubicBezTo>
                  <a:cubicBezTo>
                    <a:pt x="3246" y="4160"/>
                    <a:pt x="4191" y="3214"/>
                    <a:pt x="4191" y="2080"/>
                  </a:cubicBezTo>
                  <a:cubicBezTo>
                    <a:pt x="4191" y="946"/>
                    <a:pt x="3246"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83"/>
            <p:cNvSpPr/>
            <p:nvPr/>
          </p:nvSpPr>
          <p:spPr>
            <a:xfrm>
              <a:off x="-25712525" y="3317075"/>
              <a:ext cx="34675" cy="86650"/>
            </a:xfrm>
            <a:custGeom>
              <a:avLst/>
              <a:gdLst/>
              <a:ahLst/>
              <a:cxnLst/>
              <a:rect l="l" t="t" r="r" b="b"/>
              <a:pathLst>
                <a:path w="1387" h="3466" extrusionOk="0">
                  <a:moveTo>
                    <a:pt x="1" y="0"/>
                  </a:moveTo>
                  <a:lnTo>
                    <a:pt x="1" y="1764"/>
                  </a:lnTo>
                  <a:cubicBezTo>
                    <a:pt x="631" y="2111"/>
                    <a:pt x="1072" y="2709"/>
                    <a:pt x="1261" y="3466"/>
                  </a:cubicBezTo>
                  <a:lnTo>
                    <a:pt x="1387" y="3466"/>
                  </a:ln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15" name="Google Shape;5315;p83"/>
          <p:cNvGrpSpPr/>
          <p:nvPr/>
        </p:nvGrpSpPr>
        <p:grpSpPr>
          <a:xfrm>
            <a:off x="7948238" y="1774024"/>
            <a:ext cx="353757" cy="331241"/>
            <a:chOff x="-25834600" y="3564375"/>
            <a:chExt cx="296950" cy="278050"/>
          </a:xfrm>
        </p:grpSpPr>
        <p:sp>
          <p:nvSpPr>
            <p:cNvPr id="5316" name="Google Shape;5316;p83"/>
            <p:cNvSpPr/>
            <p:nvPr/>
          </p:nvSpPr>
          <p:spPr>
            <a:xfrm>
              <a:off x="-25694400" y="3703775"/>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04"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83"/>
            <p:cNvSpPr/>
            <p:nvPr/>
          </p:nvSpPr>
          <p:spPr>
            <a:xfrm>
              <a:off x="-25591225" y="3703775"/>
              <a:ext cx="53575" cy="18150"/>
            </a:xfrm>
            <a:custGeom>
              <a:avLst/>
              <a:gdLst/>
              <a:ahLst/>
              <a:cxnLst/>
              <a:rect l="l" t="t" r="r" b="b"/>
              <a:pathLst>
                <a:path w="2143" h="726" extrusionOk="0">
                  <a:moveTo>
                    <a:pt x="347" y="1"/>
                  </a:moveTo>
                  <a:cubicBezTo>
                    <a:pt x="158" y="1"/>
                    <a:pt x="0" y="158"/>
                    <a:pt x="0" y="347"/>
                  </a:cubicBezTo>
                  <a:cubicBezTo>
                    <a:pt x="0" y="537"/>
                    <a:pt x="158" y="726"/>
                    <a:pt x="347" y="726"/>
                  </a:cubicBezTo>
                  <a:lnTo>
                    <a:pt x="1765" y="726"/>
                  </a:lnTo>
                  <a:cubicBezTo>
                    <a:pt x="1985" y="726"/>
                    <a:pt x="2143" y="568"/>
                    <a:pt x="2143" y="347"/>
                  </a:cubicBezTo>
                  <a:cubicBezTo>
                    <a:pt x="2143" y="158"/>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83"/>
            <p:cNvSpPr/>
            <p:nvPr/>
          </p:nvSpPr>
          <p:spPr>
            <a:xfrm>
              <a:off x="-25834600" y="3703775"/>
              <a:ext cx="53575" cy="18150"/>
            </a:xfrm>
            <a:custGeom>
              <a:avLst/>
              <a:gdLst/>
              <a:ahLst/>
              <a:cxnLst/>
              <a:rect l="l" t="t" r="r" b="b"/>
              <a:pathLst>
                <a:path w="2143" h="726" extrusionOk="0">
                  <a:moveTo>
                    <a:pt x="378" y="1"/>
                  </a:moveTo>
                  <a:cubicBezTo>
                    <a:pt x="158" y="1"/>
                    <a:pt x="0" y="158"/>
                    <a:pt x="0" y="347"/>
                  </a:cubicBezTo>
                  <a:cubicBezTo>
                    <a:pt x="0" y="568"/>
                    <a:pt x="158" y="726"/>
                    <a:pt x="378" y="726"/>
                  </a:cubicBezTo>
                  <a:lnTo>
                    <a:pt x="1796" y="726"/>
                  </a:lnTo>
                  <a:cubicBezTo>
                    <a:pt x="1985" y="726"/>
                    <a:pt x="2143" y="568"/>
                    <a:pt x="2143" y="347"/>
                  </a:cubicBezTo>
                  <a:cubicBezTo>
                    <a:pt x="2143" y="158"/>
                    <a:pt x="1985" y="1"/>
                    <a:pt x="1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83"/>
            <p:cNvSpPr/>
            <p:nvPr/>
          </p:nvSpPr>
          <p:spPr>
            <a:xfrm>
              <a:off x="-25695200" y="3564375"/>
              <a:ext cx="17350" cy="52800"/>
            </a:xfrm>
            <a:custGeom>
              <a:avLst/>
              <a:gdLst/>
              <a:ahLst/>
              <a:cxnLst/>
              <a:rect l="l" t="t" r="r" b="b"/>
              <a:pathLst>
                <a:path w="694" h="2112" extrusionOk="0">
                  <a:moveTo>
                    <a:pt x="347" y="1"/>
                  </a:moveTo>
                  <a:cubicBezTo>
                    <a:pt x="158" y="1"/>
                    <a:pt x="1" y="158"/>
                    <a:pt x="1" y="347"/>
                  </a:cubicBezTo>
                  <a:lnTo>
                    <a:pt x="1" y="1765"/>
                  </a:lnTo>
                  <a:cubicBezTo>
                    <a:pt x="1" y="1954"/>
                    <a:pt x="158" y="2111"/>
                    <a:pt x="347" y="2111"/>
                  </a:cubicBezTo>
                  <a:cubicBezTo>
                    <a:pt x="536" y="2111"/>
                    <a:pt x="694" y="1954"/>
                    <a:pt x="694" y="1765"/>
                  </a:cubicBezTo>
                  <a:lnTo>
                    <a:pt x="694" y="347"/>
                  </a:ln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83"/>
            <p:cNvSpPr/>
            <p:nvPr/>
          </p:nvSpPr>
          <p:spPr>
            <a:xfrm>
              <a:off x="-25792850" y="3606125"/>
              <a:ext cx="42550" cy="40975"/>
            </a:xfrm>
            <a:custGeom>
              <a:avLst/>
              <a:gdLst/>
              <a:ahLst/>
              <a:cxnLst/>
              <a:rect l="l" t="t" r="r" b="b"/>
              <a:pathLst>
                <a:path w="1702" h="1639" extrusionOk="0">
                  <a:moveTo>
                    <a:pt x="351" y="0"/>
                  </a:moveTo>
                  <a:cubicBezTo>
                    <a:pt x="260" y="0"/>
                    <a:pt x="173" y="32"/>
                    <a:pt x="126" y="95"/>
                  </a:cubicBezTo>
                  <a:cubicBezTo>
                    <a:pt x="0" y="221"/>
                    <a:pt x="0" y="441"/>
                    <a:pt x="126" y="567"/>
                  </a:cubicBezTo>
                  <a:lnTo>
                    <a:pt x="1103" y="1544"/>
                  </a:lnTo>
                  <a:cubicBezTo>
                    <a:pt x="1166" y="1607"/>
                    <a:pt x="1252" y="1639"/>
                    <a:pt x="1339" y="1639"/>
                  </a:cubicBezTo>
                  <a:cubicBezTo>
                    <a:pt x="1426" y="1639"/>
                    <a:pt x="1512" y="1607"/>
                    <a:pt x="1575" y="1544"/>
                  </a:cubicBezTo>
                  <a:cubicBezTo>
                    <a:pt x="1701" y="1418"/>
                    <a:pt x="1701" y="1198"/>
                    <a:pt x="1575" y="1071"/>
                  </a:cubicBezTo>
                  <a:lnTo>
                    <a:pt x="599" y="95"/>
                  </a:lnTo>
                  <a:cubicBezTo>
                    <a:pt x="536" y="32"/>
                    <a:pt x="441" y="0"/>
                    <a:pt x="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83"/>
            <p:cNvSpPr/>
            <p:nvPr/>
          </p:nvSpPr>
          <p:spPr>
            <a:xfrm>
              <a:off x="-25621950" y="3606125"/>
              <a:ext cx="43350" cy="40975"/>
            </a:xfrm>
            <a:custGeom>
              <a:avLst/>
              <a:gdLst/>
              <a:ahLst/>
              <a:cxnLst/>
              <a:rect l="l" t="t" r="r" b="b"/>
              <a:pathLst>
                <a:path w="1734" h="1639" extrusionOk="0">
                  <a:moveTo>
                    <a:pt x="1351" y="0"/>
                  </a:moveTo>
                  <a:cubicBezTo>
                    <a:pt x="1261" y="0"/>
                    <a:pt x="1166" y="32"/>
                    <a:pt x="1103" y="95"/>
                  </a:cubicBezTo>
                  <a:lnTo>
                    <a:pt x="127" y="1071"/>
                  </a:lnTo>
                  <a:cubicBezTo>
                    <a:pt x="1" y="1198"/>
                    <a:pt x="1" y="1418"/>
                    <a:pt x="127" y="1544"/>
                  </a:cubicBezTo>
                  <a:cubicBezTo>
                    <a:pt x="190" y="1607"/>
                    <a:pt x="284" y="1639"/>
                    <a:pt x="375" y="1639"/>
                  </a:cubicBezTo>
                  <a:cubicBezTo>
                    <a:pt x="465" y="1639"/>
                    <a:pt x="552" y="1607"/>
                    <a:pt x="599" y="1544"/>
                  </a:cubicBezTo>
                  <a:lnTo>
                    <a:pt x="1576" y="567"/>
                  </a:lnTo>
                  <a:cubicBezTo>
                    <a:pt x="1733" y="441"/>
                    <a:pt x="1733" y="221"/>
                    <a:pt x="1576" y="95"/>
                  </a:cubicBezTo>
                  <a:cubicBezTo>
                    <a:pt x="1529" y="32"/>
                    <a:pt x="1442" y="0"/>
                    <a:pt x="1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83"/>
            <p:cNvSpPr/>
            <p:nvPr/>
          </p:nvSpPr>
          <p:spPr>
            <a:xfrm>
              <a:off x="-25783400" y="3806975"/>
              <a:ext cx="192200" cy="35450"/>
            </a:xfrm>
            <a:custGeom>
              <a:avLst/>
              <a:gdLst/>
              <a:ahLst/>
              <a:cxnLst/>
              <a:rect l="l" t="t" r="r" b="b"/>
              <a:pathLst>
                <a:path w="7688" h="1418" extrusionOk="0">
                  <a:moveTo>
                    <a:pt x="725" y="0"/>
                  </a:moveTo>
                  <a:cubicBezTo>
                    <a:pt x="315" y="0"/>
                    <a:pt x="0" y="315"/>
                    <a:pt x="0" y="725"/>
                  </a:cubicBezTo>
                  <a:lnTo>
                    <a:pt x="0" y="1071"/>
                  </a:lnTo>
                  <a:cubicBezTo>
                    <a:pt x="0" y="1260"/>
                    <a:pt x="158" y="1418"/>
                    <a:pt x="378" y="1418"/>
                  </a:cubicBezTo>
                  <a:lnTo>
                    <a:pt x="7309" y="1418"/>
                  </a:lnTo>
                  <a:cubicBezTo>
                    <a:pt x="7530" y="1418"/>
                    <a:pt x="7687" y="1260"/>
                    <a:pt x="7687" y="1071"/>
                  </a:cubicBezTo>
                  <a:lnTo>
                    <a:pt x="7687" y="725"/>
                  </a:lnTo>
                  <a:cubicBezTo>
                    <a:pt x="7687" y="315"/>
                    <a:pt x="7372" y="0"/>
                    <a:pt x="69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83"/>
            <p:cNvSpPr/>
            <p:nvPr/>
          </p:nvSpPr>
          <p:spPr>
            <a:xfrm>
              <a:off x="-25764500" y="3635275"/>
              <a:ext cx="153600" cy="155175"/>
            </a:xfrm>
            <a:custGeom>
              <a:avLst/>
              <a:gdLst/>
              <a:ahLst/>
              <a:cxnLst/>
              <a:rect l="l" t="t" r="r" b="b"/>
              <a:pathLst>
                <a:path w="6144" h="6207" extrusionOk="0">
                  <a:moveTo>
                    <a:pt x="3025" y="0"/>
                  </a:moveTo>
                  <a:cubicBezTo>
                    <a:pt x="1355" y="0"/>
                    <a:pt x="0" y="1355"/>
                    <a:pt x="0" y="3087"/>
                  </a:cubicBezTo>
                  <a:lnTo>
                    <a:pt x="0" y="6206"/>
                  </a:lnTo>
                  <a:lnTo>
                    <a:pt x="2773" y="6206"/>
                  </a:lnTo>
                  <a:lnTo>
                    <a:pt x="2773" y="4064"/>
                  </a:lnTo>
                  <a:cubicBezTo>
                    <a:pt x="2363" y="3938"/>
                    <a:pt x="2048" y="3560"/>
                    <a:pt x="2048" y="3087"/>
                  </a:cubicBezTo>
                  <a:cubicBezTo>
                    <a:pt x="2048" y="2489"/>
                    <a:pt x="2521" y="2079"/>
                    <a:pt x="3088" y="2079"/>
                  </a:cubicBezTo>
                  <a:cubicBezTo>
                    <a:pt x="3655" y="2079"/>
                    <a:pt x="4096" y="2552"/>
                    <a:pt x="4096" y="3087"/>
                  </a:cubicBezTo>
                  <a:cubicBezTo>
                    <a:pt x="4096" y="3529"/>
                    <a:pt x="3812" y="3938"/>
                    <a:pt x="3403" y="4064"/>
                  </a:cubicBezTo>
                  <a:lnTo>
                    <a:pt x="3403" y="6206"/>
                  </a:lnTo>
                  <a:lnTo>
                    <a:pt x="6144" y="6206"/>
                  </a:lnTo>
                  <a:lnTo>
                    <a:pt x="6144" y="3087"/>
                  </a:lnTo>
                  <a:cubicBezTo>
                    <a:pt x="6144" y="1355"/>
                    <a:pt x="4726" y="0"/>
                    <a:pt x="30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24" name="Google Shape;5324;p83"/>
          <p:cNvGrpSpPr/>
          <p:nvPr/>
        </p:nvGrpSpPr>
        <p:grpSpPr>
          <a:xfrm>
            <a:off x="7946362" y="2213376"/>
            <a:ext cx="357509" cy="352595"/>
            <a:chOff x="-25834600" y="3915850"/>
            <a:chExt cx="300100" cy="295975"/>
          </a:xfrm>
        </p:grpSpPr>
        <p:sp>
          <p:nvSpPr>
            <p:cNvPr id="5325" name="Google Shape;5325;p83"/>
            <p:cNvSpPr/>
            <p:nvPr/>
          </p:nvSpPr>
          <p:spPr>
            <a:xfrm>
              <a:off x="-25677875" y="3915850"/>
              <a:ext cx="143375" cy="137675"/>
            </a:xfrm>
            <a:custGeom>
              <a:avLst/>
              <a:gdLst/>
              <a:ahLst/>
              <a:cxnLst/>
              <a:rect l="l" t="t" r="r" b="b"/>
              <a:pathLst>
                <a:path w="5735" h="5507" extrusionOk="0">
                  <a:moveTo>
                    <a:pt x="1123" y="1"/>
                  </a:moveTo>
                  <a:cubicBezTo>
                    <a:pt x="859" y="1"/>
                    <a:pt x="599" y="103"/>
                    <a:pt x="410" y="308"/>
                  </a:cubicBezTo>
                  <a:cubicBezTo>
                    <a:pt x="1" y="686"/>
                    <a:pt x="1" y="1379"/>
                    <a:pt x="410" y="1757"/>
                  </a:cubicBezTo>
                  <a:lnTo>
                    <a:pt x="3813" y="5191"/>
                  </a:lnTo>
                  <a:cubicBezTo>
                    <a:pt x="4033" y="5380"/>
                    <a:pt x="4285" y="5506"/>
                    <a:pt x="4569" y="5506"/>
                  </a:cubicBezTo>
                  <a:cubicBezTo>
                    <a:pt x="4853" y="5506"/>
                    <a:pt x="5136" y="5380"/>
                    <a:pt x="5325" y="5191"/>
                  </a:cubicBezTo>
                  <a:cubicBezTo>
                    <a:pt x="5735" y="4781"/>
                    <a:pt x="5735" y="4120"/>
                    <a:pt x="5325" y="3742"/>
                  </a:cubicBezTo>
                  <a:lnTo>
                    <a:pt x="1860" y="308"/>
                  </a:lnTo>
                  <a:cubicBezTo>
                    <a:pt x="1655" y="103"/>
                    <a:pt x="1387" y="1"/>
                    <a:pt x="11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83"/>
            <p:cNvSpPr/>
            <p:nvPr/>
          </p:nvSpPr>
          <p:spPr>
            <a:xfrm>
              <a:off x="-25834600" y="4167700"/>
              <a:ext cx="43350" cy="44125"/>
            </a:xfrm>
            <a:custGeom>
              <a:avLst/>
              <a:gdLst/>
              <a:ahLst/>
              <a:cxnLst/>
              <a:rect l="l" t="t" r="r" b="b"/>
              <a:pathLst>
                <a:path w="1734" h="1765" extrusionOk="0">
                  <a:moveTo>
                    <a:pt x="756" y="0"/>
                  </a:moveTo>
                  <a:lnTo>
                    <a:pt x="221" y="630"/>
                  </a:lnTo>
                  <a:cubicBezTo>
                    <a:pt x="95" y="756"/>
                    <a:pt x="0" y="945"/>
                    <a:pt x="0" y="1103"/>
                  </a:cubicBezTo>
                  <a:cubicBezTo>
                    <a:pt x="0" y="1292"/>
                    <a:pt x="95" y="1449"/>
                    <a:pt x="221" y="1575"/>
                  </a:cubicBezTo>
                  <a:cubicBezTo>
                    <a:pt x="347" y="1702"/>
                    <a:pt x="536" y="1765"/>
                    <a:pt x="693" y="1765"/>
                  </a:cubicBezTo>
                  <a:cubicBezTo>
                    <a:pt x="882" y="1765"/>
                    <a:pt x="1040" y="1702"/>
                    <a:pt x="1166" y="1575"/>
                  </a:cubicBezTo>
                  <a:lnTo>
                    <a:pt x="1733" y="977"/>
                  </a:ln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83"/>
            <p:cNvSpPr/>
            <p:nvPr/>
          </p:nvSpPr>
          <p:spPr>
            <a:xfrm>
              <a:off x="-25800725" y="3972375"/>
              <a:ext cx="206375" cy="207950"/>
            </a:xfrm>
            <a:custGeom>
              <a:avLst/>
              <a:gdLst/>
              <a:ahLst/>
              <a:cxnLst/>
              <a:rect l="l" t="t" r="r" b="b"/>
              <a:pathLst>
                <a:path w="8255" h="8318" extrusionOk="0">
                  <a:moveTo>
                    <a:pt x="4285" y="2457"/>
                  </a:moveTo>
                  <a:lnTo>
                    <a:pt x="5797" y="3938"/>
                  </a:lnTo>
                  <a:lnTo>
                    <a:pt x="5261" y="4474"/>
                  </a:lnTo>
                  <a:cubicBezTo>
                    <a:pt x="4868" y="4868"/>
                    <a:pt x="4342" y="5064"/>
                    <a:pt x="3814" y="5064"/>
                  </a:cubicBezTo>
                  <a:cubicBezTo>
                    <a:pt x="3708" y="5064"/>
                    <a:pt x="3602" y="5057"/>
                    <a:pt x="3497" y="5041"/>
                  </a:cubicBezTo>
                  <a:lnTo>
                    <a:pt x="3214" y="5009"/>
                  </a:lnTo>
                  <a:lnTo>
                    <a:pt x="3182" y="4726"/>
                  </a:lnTo>
                  <a:cubicBezTo>
                    <a:pt x="3119" y="4096"/>
                    <a:pt x="3308" y="3434"/>
                    <a:pt x="3781" y="2962"/>
                  </a:cubicBezTo>
                  <a:lnTo>
                    <a:pt x="4285" y="2457"/>
                  </a:lnTo>
                  <a:close/>
                  <a:moveTo>
                    <a:pt x="4789" y="0"/>
                  </a:moveTo>
                  <a:lnTo>
                    <a:pt x="3056" y="1796"/>
                  </a:lnTo>
                  <a:cubicBezTo>
                    <a:pt x="2174" y="2678"/>
                    <a:pt x="1733" y="4001"/>
                    <a:pt x="1890" y="5261"/>
                  </a:cubicBezTo>
                  <a:lnTo>
                    <a:pt x="1922" y="5419"/>
                  </a:lnTo>
                  <a:lnTo>
                    <a:pt x="0" y="7341"/>
                  </a:lnTo>
                  <a:lnTo>
                    <a:pt x="977" y="8317"/>
                  </a:lnTo>
                  <a:lnTo>
                    <a:pt x="2898" y="6396"/>
                  </a:lnTo>
                  <a:lnTo>
                    <a:pt x="3056" y="6427"/>
                  </a:lnTo>
                  <a:cubicBezTo>
                    <a:pt x="3214" y="6459"/>
                    <a:pt x="3371" y="6459"/>
                    <a:pt x="3592" y="6459"/>
                  </a:cubicBezTo>
                  <a:cubicBezTo>
                    <a:pt x="4694" y="6459"/>
                    <a:pt x="5734" y="6049"/>
                    <a:pt x="6522" y="5261"/>
                  </a:cubicBezTo>
                  <a:lnTo>
                    <a:pt x="8254" y="3466"/>
                  </a:lnTo>
                  <a:lnTo>
                    <a:pt x="7278" y="2489"/>
                  </a:lnTo>
                  <a:lnTo>
                    <a:pt x="6301" y="3466"/>
                  </a:lnTo>
                  <a:lnTo>
                    <a:pt x="4852" y="2016"/>
                  </a:lnTo>
                  <a:lnTo>
                    <a:pt x="5828" y="1040"/>
                  </a:lnTo>
                  <a:lnTo>
                    <a:pt x="47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28" name="Google Shape;5328;p83"/>
          <p:cNvGrpSpPr/>
          <p:nvPr/>
        </p:nvGrpSpPr>
        <p:grpSpPr>
          <a:xfrm>
            <a:off x="6681790" y="2694606"/>
            <a:ext cx="228968" cy="350987"/>
            <a:chOff x="-23930925" y="3149300"/>
            <a:chExt cx="192200" cy="294625"/>
          </a:xfrm>
        </p:grpSpPr>
        <p:sp>
          <p:nvSpPr>
            <p:cNvPr id="5329" name="Google Shape;5329;p83"/>
            <p:cNvSpPr/>
            <p:nvPr/>
          </p:nvSpPr>
          <p:spPr>
            <a:xfrm>
              <a:off x="-23930125" y="3149300"/>
              <a:ext cx="191400" cy="35475"/>
            </a:xfrm>
            <a:custGeom>
              <a:avLst/>
              <a:gdLst/>
              <a:ahLst/>
              <a:cxnLst/>
              <a:rect l="l" t="t" r="r" b="b"/>
              <a:pathLst>
                <a:path w="7656" h="1419" extrusionOk="0">
                  <a:moveTo>
                    <a:pt x="1040" y="1"/>
                  </a:moveTo>
                  <a:cubicBezTo>
                    <a:pt x="441" y="1"/>
                    <a:pt x="0" y="473"/>
                    <a:pt x="0" y="1040"/>
                  </a:cubicBezTo>
                  <a:lnTo>
                    <a:pt x="0" y="1418"/>
                  </a:lnTo>
                  <a:lnTo>
                    <a:pt x="7656" y="1418"/>
                  </a:lnTo>
                  <a:lnTo>
                    <a:pt x="7656" y="1040"/>
                  </a:lnTo>
                  <a:lnTo>
                    <a:pt x="7593" y="1040"/>
                  </a:lnTo>
                  <a:cubicBezTo>
                    <a:pt x="7593" y="442"/>
                    <a:pt x="7120" y="1"/>
                    <a:pt x="6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83"/>
            <p:cNvSpPr/>
            <p:nvPr/>
          </p:nvSpPr>
          <p:spPr>
            <a:xfrm>
              <a:off x="-23878925" y="3237525"/>
              <a:ext cx="86650" cy="86650"/>
            </a:xfrm>
            <a:custGeom>
              <a:avLst/>
              <a:gdLst/>
              <a:ahLst/>
              <a:cxnLst/>
              <a:rect l="l" t="t" r="r" b="b"/>
              <a:pathLst>
                <a:path w="3466" h="3466" extrusionOk="0">
                  <a:moveTo>
                    <a:pt x="1386" y="0"/>
                  </a:moveTo>
                  <a:lnTo>
                    <a:pt x="1386" y="1008"/>
                  </a:lnTo>
                  <a:cubicBezTo>
                    <a:pt x="1386" y="1197"/>
                    <a:pt x="1229" y="1355"/>
                    <a:pt x="1008" y="1355"/>
                  </a:cubicBezTo>
                  <a:lnTo>
                    <a:pt x="0" y="1355"/>
                  </a:lnTo>
                  <a:lnTo>
                    <a:pt x="0" y="2079"/>
                  </a:lnTo>
                  <a:lnTo>
                    <a:pt x="1008" y="2079"/>
                  </a:lnTo>
                  <a:cubicBezTo>
                    <a:pt x="1229" y="2079"/>
                    <a:pt x="1386" y="2237"/>
                    <a:pt x="1386" y="2426"/>
                  </a:cubicBezTo>
                  <a:lnTo>
                    <a:pt x="1386" y="3466"/>
                  </a:lnTo>
                  <a:lnTo>
                    <a:pt x="2079" y="3466"/>
                  </a:lnTo>
                  <a:lnTo>
                    <a:pt x="2079" y="2426"/>
                  </a:lnTo>
                  <a:cubicBezTo>
                    <a:pt x="2079" y="2237"/>
                    <a:pt x="2237" y="2079"/>
                    <a:pt x="2426" y="2079"/>
                  </a:cubicBezTo>
                  <a:lnTo>
                    <a:pt x="3466" y="2079"/>
                  </a:lnTo>
                  <a:lnTo>
                    <a:pt x="3466" y="1355"/>
                  </a:lnTo>
                  <a:lnTo>
                    <a:pt x="2426" y="1355"/>
                  </a:lnTo>
                  <a:cubicBezTo>
                    <a:pt x="2237" y="1355"/>
                    <a:pt x="2079" y="1197"/>
                    <a:pt x="2079" y="1008"/>
                  </a:cubicBezTo>
                  <a:lnTo>
                    <a:pt x="20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83"/>
            <p:cNvSpPr/>
            <p:nvPr/>
          </p:nvSpPr>
          <p:spPr>
            <a:xfrm>
              <a:off x="-23930925" y="3375350"/>
              <a:ext cx="190625" cy="68575"/>
            </a:xfrm>
            <a:custGeom>
              <a:avLst/>
              <a:gdLst/>
              <a:ahLst/>
              <a:cxnLst/>
              <a:rect l="l" t="t" r="r" b="b"/>
              <a:pathLst>
                <a:path w="7625" h="2743" extrusionOk="0">
                  <a:moveTo>
                    <a:pt x="4159" y="694"/>
                  </a:moveTo>
                  <a:cubicBezTo>
                    <a:pt x="4348" y="694"/>
                    <a:pt x="4506" y="851"/>
                    <a:pt x="4506" y="1040"/>
                  </a:cubicBezTo>
                  <a:cubicBezTo>
                    <a:pt x="4506" y="1261"/>
                    <a:pt x="4348" y="1418"/>
                    <a:pt x="4159" y="1418"/>
                  </a:cubicBezTo>
                  <a:lnTo>
                    <a:pt x="3466" y="1418"/>
                  </a:lnTo>
                  <a:cubicBezTo>
                    <a:pt x="3246" y="1418"/>
                    <a:pt x="3088" y="1261"/>
                    <a:pt x="3088" y="1040"/>
                  </a:cubicBezTo>
                  <a:cubicBezTo>
                    <a:pt x="3088" y="851"/>
                    <a:pt x="3246" y="694"/>
                    <a:pt x="3466" y="694"/>
                  </a:cubicBezTo>
                  <a:close/>
                  <a:moveTo>
                    <a:pt x="1" y="0"/>
                  </a:moveTo>
                  <a:lnTo>
                    <a:pt x="1" y="1733"/>
                  </a:lnTo>
                  <a:cubicBezTo>
                    <a:pt x="1" y="2300"/>
                    <a:pt x="473" y="2741"/>
                    <a:pt x="1009" y="2741"/>
                  </a:cubicBezTo>
                  <a:lnTo>
                    <a:pt x="6554" y="2741"/>
                  </a:lnTo>
                  <a:cubicBezTo>
                    <a:pt x="6573" y="2742"/>
                    <a:pt x="6592" y="2743"/>
                    <a:pt x="6610" y="2743"/>
                  </a:cubicBezTo>
                  <a:cubicBezTo>
                    <a:pt x="7182" y="2743"/>
                    <a:pt x="7625" y="2282"/>
                    <a:pt x="7625" y="1733"/>
                  </a:cubicBezTo>
                  <a:lnTo>
                    <a:pt x="76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83"/>
            <p:cNvSpPr/>
            <p:nvPr/>
          </p:nvSpPr>
          <p:spPr>
            <a:xfrm>
              <a:off x="-23930925" y="3202075"/>
              <a:ext cx="190625" cy="155975"/>
            </a:xfrm>
            <a:custGeom>
              <a:avLst/>
              <a:gdLst/>
              <a:ahLst/>
              <a:cxnLst/>
              <a:rect l="l" t="t" r="r" b="b"/>
              <a:pathLst>
                <a:path w="7625" h="6239" extrusionOk="0">
                  <a:moveTo>
                    <a:pt x="4506" y="693"/>
                  </a:moveTo>
                  <a:cubicBezTo>
                    <a:pt x="4727" y="693"/>
                    <a:pt x="4884" y="851"/>
                    <a:pt x="4884" y="1040"/>
                  </a:cubicBezTo>
                  <a:lnTo>
                    <a:pt x="4884" y="2080"/>
                  </a:lnTo>
                  <a:lnTo>
                    <a:pt x="5892" y="2080"/>
                  </a:lnTo>
                  <a:cubicBezTo>
                    <a:pt x="6081" y="2080"/>
                    <a:pt x="6239" y="2237"/>
                    <a:pt x="6239" y="2426"/>
                  </a:cubicBezTo>
                  <a:lnTo>
                    <a:pt x="6239" y="3812"/>
                  </a:lnTo>
                  <a:cubicBezTo>
                    <a:pt x="6239" y="4001"/>
                    <a:pt x="6081" y="4159"/>
                    <a:pt x="5892" y="4159"/>
                  </a:cubicBezTo>
                  <a:lnTo>
                    <a:pt x="4884" y="4159"/>
                  </a:lnTo>
                  <a:lnTo>
                    <a:pt x="4884" y="5199"/>
                  </a:lnTo>
                  <a:cubicBezTo>
                    <a:pt x="4884" y="5388"/>
                    <a:pt x="4727" y="5545"/>
                    <a:pt x="4506" y="5545"/>
                  </a:cubicBezTo>
                  <a:lnTo>
                    <a:pt x="3151" y="5545"/>
                  </a:lnTo>
                  <a:cubicBezTo>
                    <a:pt x="2931" y="5545"/>
                    <a:pt x="2773" y="5388"/>
                    <a:pt x="2773" y="5199"/>
                  </a:cubicBezTo>
                  <a:lnTo>
                    <a:pt x="2773" y="4159"/>
                  </a:lnTo>
                  <a:lnTo>
                    <a:pt x="1765" y="4159"/>
                  </a:lnTo>
                  <a:cubicBezTo>
                    <a:pt x="1576" y="4159"/>
                    <a:pt x="1419" y="4001"/>
                    <a:pt x="1419" y="3812"/>
                  </a:cubicBezTo>
                  <a:lnTo>
                    <a:pt x="1419" y="2426"/>
                  </a:lnTo>
                  <a:cubicBezTo>
                    <a:pt x="1419" y="2237"/>
                    <a:pt x="1576" y="2080"/>
                    <a:pt x="1765" y="2080"/>
                  </a:cubicBezTo>
                  <a:lnTo>
                    <a:pt x="2773" y="2080"/>
                  </a:lnTo>
                  <a:lnTo>
                    <a:pt x="2773" y="1040"/>
                  </a:lnTo>
                  <a:cubicBezTo>
                    <a:pt x="2773" y="851"/>
                    <a:pt x="2931" y="693"/>
                    <a:pt x="3151" y="693"/>
                  </a:cubicBezTo>
                  <a:close/>
                  <a:moveTo>
                    <a:pt x="1" y="0"/>
                  </a:moveTo>
                  <a:lnTo>
                    <a:pt x="1" y="6238"/>
                  </a:lnTo>
                  <a:lnTo>
                    <a:pt x="7625" y="6238"/>
                  </a:lnTo>
                  <a:lnTo>
                    <a:pt x="76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33" name="Google Shape;5333;p83"/>
          <p:cNvGrpSpPr/>
          <p:nvPr/>
        </p:nvGrpSpPr>
        <p:grpSpPr>
          <a:xfrm>
            <a:off x="6638620" y="3173090"/>
            <a:ext cx="315307" cy="351910"/>
            <a:chOff x="-23962425" y="3519475"/>
            <a:chExt cx="264675" cy="295400"/>
          </a:xfrm>
        </p:grpSpPr>
        <p:sp>
          <p:nvSpPr>
            <p:cNvPr id="5334" name="Google Shape;5334;p83"/>
            <p:cNvSpPr/>
            <p:nvPr/>
          </p:nvSpPr>
          <p:spPr>
            <a:xfrm>
              <a:off x="-23961625" y="3580925"/>
              <a:ext cx="263875" cy="233950"/>
            </a:xfrm>
            <a:custGeom>
              <a:avLst/>
              <a:gdLst/>
              <a:ahLst/>
              <a:cxnLst/>
              <a:rect l="l" t="t" r="r" b="b"/>
              <a:pathLst>
                <a:path w="10555" h="9358" extrusionOk="0">
                  <a:moveTo>
                    <a:pt x="1701" y="3119"/>
                  </a:moveTo>
                  <a:cubicBezTo>
                    <a:pt x="1890" y="3119"/>
                    <a:pt x="2048" y="3277"/>
                    <a:pt x="2048" y="3466"/>
                  </a:cubicBezTo>
                  <a:lnTo>
                    <a:pt x="2048" y="4159"/>
                  </a:lnTo>
                  <a:cubicBezTo>
                    <a:pt x="2048" y="4379"/>
                    <a:pt x="2205" y="4537"/>
                    <a:pt x="2394" y="4537"/>
                  </a:cubicBezTo>
                  <a:lnTo>
                    <a:pt x="3119" y="4537"/>
                  </a:lnTo>
                  <a:cubicBezTo>
                    <a:pt x="3308" y="4537"/>
                    <a:pt x="3466" y="4663"/>
                    <a:pt x="3466" y="4883"/>
                  </a:cubicBezTo>
                  <a:cubicBezTo>
                    <a:pt x="3466" y="5072"/>
                    <a:pt x="3308" y="5230"/>
                    <a:pt x="3119" y="5230"/>
                  </a:cubicBezTo>
                  <a:lnTo>
                    <a:pt x="2394" y="5230"/>
                  </a:lnTo>
                  <a:cubicBezTo>
                    <a:pt x="1796" y="5198"/>
                    <a:pt x="1323" y="4726"/>
                    <a:pt x="1323" y="4159"/>
                  </a:cubicBezTo>
                  <a:lnTo>
                    <a:pt x="1323" y="3466"/>
                  </a:lnTo>
                  <a:cubicBezTo>
                    <a:pt x="1323" y="3277"/>
                    <a:pt x="1512" y="3119"/>
                    <a:pt x="1701" y="3119"/>
                  </a:cubicBezTo>
                  <a:close/>
                  <a:moveTo>
                    <a:pt x="3781" y="6585"/>
                  </a:moveTo>
                  <a:lnTo>
                    <a:pt x="3781" y="6931"/>
                  </a:lnTo>
                  <a:cubicBezTo>
                    <a:pt x="3781" y="7120"/>
                    <a:pt x="3623" y="7278"/>
                    <a:pt x="3434" y="7278"/>
                  </a:cubicBezTo>
                  <a:cubicBezTo>
                    <a:pt x="3214" y="7278"/>
                    <a:pt x="3056" y="7120"/>
                    <a:pt x="3056" y="6931"/>
                  </a:cubicBezTo>
                  <a:lnTo>
                    <a:pt x="3056" y="6585"/>
                  </a:lnTo>
                  <a:close/>
                  <a:moveTo>
                    <a:pt x="6900" y="0"/>
                  </a:moveTo>
                  <a:cubicBezTo>
                    <a:pt x="5986" y="0"/>
                    <a:pt x="5293" y="693"/>
                    <a:pt x="5293" y="1607"/>
                  </a:cubicBezTo>
                  <a:cubicBezTo>
                    <a:pt x="5293" y="2363"/>
                    <a:pt x="5765" y="2741"/>
                    <a:pt x="6238" y="3182"/>
                  </a:cubicBezTo>
                  <a:lnTo>
                    <a:pt x="7561" y="4379"/>
                  </a:lnTo>
                  <a:lnTo>
                    <a:pt x="7561" y="7624"/>
                  </a:lnTo>
                  <a:cubicBezTo>
                    <a:pt x="7561" y="8223"/>
                    <a:pt x="7089" y="8664"/>
                    <a:pt x="6553" y="8664"/>
                  </a:cubicBezTo>
                  <a:lnTo>
                    <a:pt x="4820" y="8664"/>
                  </a:lnTo>
                  <a:cubicBezTo>
                    <a:pt x="4348" y="8664"/>
                    <a:pt x="3938" y="8349"/>
                    <a:pt x="3812" y="7876"/>
                  </a:cubicBezTo>
                  <a:cubicBezTo>
                    <a:pt x="4222" y="7719"/>
                    <a:pt x="4505" y="7372"/>
                    <a:pt x="4505" y="6931"/>
                  </a:cubicBezTo>
                  <a:lnTo>
                    <a:pt x="4505" y="6585"/>
                  </a:lnTo>
                  <a:lnTo>
                    <a:pt x="5198" y="6585"/>
                  </a:lnTo>
                  <a:cubicBezTo>
                    <a:pt x="6144" y="6585"/>
                    <a:pt x="6931" y="5797"/>
                    <a:pt x="6931" y="4852"/>
                  </a:cubicBezTo>
                  <a:lnTo>
                    <a:pt x="6931" y="4631"/>
                  </a:lnTo>
                  <a:lnTo>
                    <a:pt x="5829" y="3686"/>
                  </a:lnTo>
                  <a:cubicBezTo>
                    <a:pt x="5671" y="3529"/>
                    <a:pt x="5482" y="3371"/>
                    <a:pt x="5293" y="3182"/>
                  </a:cubicBezTo>
                  <a:cubicBezTo>
                    <a:pt x="4568" y="3151"/>
                    <a:pt x="3875" y="2899"/>
                    <a:pt x="3182" y="2332"/>
                  </a:cubicBezTo>
                  <a:cubicBezTo>
                    <a:pt x="2720" y="1911"/>
                    <a:pt x="1880" y="1701"/>
                    <a:pt x="1091" y="1701"/>
                  </a:cubicBezTo>
                  <a:cubicBezTo>
                    <a:pt x="697" y="1701"/>
                    <a:pt x="315" y="1754"/>
                    <a:pt x="0" y="1859"/>
                  </a:cubicBezTo>
                  <a:lnTo>
                    <a:pt x="0" y="4883"/>
                  </a:lnTo>
                  <a:cubicBezTo>
                    <a:pt x="0" y="5829"/>
                    <a:pt x="788" y="6616"/>
                    <a:pt x="1733" y="6616"/>
                  </a:cubicBezTo>
                  <a:lnTo>
                    <a:pt x="2457" y="6616"/>
                  </a:lnTo>
                  <a:lnTo>
                    <a:pt x="2457" y="6963"/>
                  </a:lnTo>
                  <a:cubicBezTo>
                    <a:pt x="2394" y="7404"/>
                    <a:pt x="2678" y="7782"/>
                    <a:pt x="3119" y="7908"/>
                  </a:cubicBezTo>
                  <a:cubicBezTo>
                    <a:pt x="3277" y="8727"/>
                    <a:pt x="3970" y="9357"/>
                    <a:pt x="4820" y="9357"/>
                  </a:cubicBezTo>
                  <a:lnTo>
                    <a:pt x="6553" y="9357"/>
                  </a:lnTo>
                  <a:cubicBezTo>
                    <a:pt x="7498" y="9357"/>
                    <a:pt x="8286" y="8569"/>
                    <a:pt x="8286" y="7624"/>
                  </a:cubicBezTo>
                  <a:lnTo>
                    <a:pt x="8286" y="4379"/>
                  </a:lnTo>
                  <a:cubicBezTo>
                    <a:pt x="9294" y="3497"/>
                    <a:pt x="9546" y="3277"/>
                    <a:pt x="9546" y="3277"/>
                  </a:cubicBezTo>
                  <a:cubicBezTo>
                    <a:pt x="9987" y="2867"/>
                    <a:pt x="10554" y="2395"/>
                    <a:pt x="10554" y="1607"/>
                  </a:cubicBezTo>
                  <a:cubicBezTo>
                    <a:pt x="10554" y="693"/>
                    <a:pt x="9830" y="0"/>
                    <a:pt x="8948" y="0"/>
                  </a:cubicBezTo>
                  <a:cubicBezTo>
                    <a:pt x="8538" y="0"/>
                    <a:pt x="8191" y="126"/>
                    <a:pt x="7908" y="347"/>
                  </a:cubicBezTo>
                  <a:cubicBezTo>
                    <a:pt x="7656" y="95"/>
                    <a:pt x="7278" y="0"/>
                    <a:pt x="69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83"/>
            <p:cNvSpPr/>
            <p:nvPr/>
          </p:nvSpPr>
          <p:spPr>
            <a:xfrm>
              <a:off x="-23962425" y="3519475"/>
              <a:ext cx="158350" cy="122125"/>
            </a:xfrm>
            <a:custGeom>
              <a:avLst/>
              <a:gdLst/>
              <a:ahLst/>
              <a:cxnLst/>
              <a:rect l="l" t="t" r="r" b="b"/>
              <a:pathLst>
                <a:path w="6334" h="4885" extrusionOk="0">
                  <a:moveTo>
                    <a:pt x="3844" y="631"/>
                  </a:moveTo>
                  <a:cubicBezTo>
                    <a:pt x="4065" y="631"/>
                    <a:pt x="4222" y="788"/>
                    <a:pt x="4222" y="1009"/>
                  </a:cubicBezTo>
                  <a:lnTo>
                    <a:pt x="4222" y="1387"/>
                  </a:lnTo>
                  <a:lnTo>
                    <a:pt x="2773" y="1387"/>
                  </a:lnTo>
                  <a:lnTo>
                    <a:pt x="2773" y="1009"/>
                  </a:lnTo>
                  <a:cubicBezTo>
                    <a:pt x="2773" y="788"/>
                    <a:pt x="2931" y="631"/>
                    <a:pt x="3151" y="631"/>
                  </a:cubicBezTo>
                  <a:close/>
                  <a:moveTo>
                    <a:pt x="3088" y="1"/>
                  </a:moveTo>
                  <a:cubicBezTo>
                    <a:pt x="2521" y="1"/>
                    <a:pt x="2080" y="473"/>
                    <a:pt x="2080" y="1040"/>
                  </a:cubicBezTo>
                  <a:lnTo>
                    <a:pt x="2080" y="1419"/>
                  </a:lnTo>
                  <a:lnTo>
                    <a:pt x="1733" y="1419"/>
                  </a:lnTo>
                  <a:cubicBezTo>
                    <a:pt x="788" y="1419"/>
                    <a:pt x="1" y="2206"/>
                    <a:pt x="1" y="3151"/>
                  </a:cubicBezTo>
                  <a:lnTo>
                    <a:pt x="1" y="3592"/>
                  </a:lnTo>
                  <a:cubicBezTo>
                    <a:pt x="332" y="3503"/>
                    <a:pt x="705" y="3459"/>
                    <a:pt x="1087" y="3459"/>
                  </a:cubicBezTo>
                  <a:cubicBezTo>
                    <a:pt x="2048" y="3459"/>
                    <a:pt x="3069" y="3736"/>
                    <a:pt x="3655" y="4254"/>
                  </a:cubicBezTo>
                  <a:cubicBezTo>
                    <a:pt x="4002" y="4569"/>
                    <a:pt x="4411" y="4758"/>
                    <a:pt x="4789" y="4884"/>
                  </a:cubicBezTo>
                  <a:cubicBezTo>
                    <a:pt x="4726" y="4664"/>
                    <a:pt x="4632" y="4380"/>
                    <a:pt x="4632" y="4096"/>
                  </a:cubicBezTo>
                  <a:cubicBezTo>
                    <a:pt x="4632" y="2994"/>
                    <a:pt x="5356" y="2112"/>
                    <a:pt x="6333" y="1860"/>
                  </a:cubicBezTo>
                  <a:cubicBezTo>
                    <a:pt x="6018" y="1576"/>
                    <a:pt x="5608" y="1419"/>
                    <a:pt x="5199" y="1419"/>
                  </a:cubicBezTo>
                  <a:lnTo>
                    <a:pt x="4821" y="1419"/>
                  </a:lnTo>
                  <a:lnTo>
                    <a:pt x="4821" y="1040"/>
                  </a:lnTo>
                  <a:cubicBezTo>
                    <a:pt x="4821" y="442"/>
                    <a:pt x="4348"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36" name="Google Shape;5336;p83"/>
          <p:cNvSpPr/>
          <p:nvPr/>
        </p:nvSpPr>
        <p:spPr>
          <a:xfrm>
            <a:off x="6609056" y="3626801"/>
            <a:ext cx="375349" cy="344435"/>
          </a:xfrm>
          <a:custGeom>
            <a:avLst/>
            <a:gdLst/>
            <a:ahLst/>
            <a:cxnLst/>
            <a:rect l="l" t="t" r="r" b="b"/>
            <a:pathLst>
              <a:path w="12603" h="11565" extrusionOk="0">
                <a:moveTo>
                  <a:pt x="9200" y="822"/>
                </a:moveTo>
                <a:lnTo>
                  <a:pt x="11311" y="2933"/>
                </a:lnTo>
                <a:cubicBezTo>
                  <a:pt x="11279" y="3185"/>
                  <a:pt x="11185" y="3437"/>
                  <a:pt x="11090" y="3689"/>
                </a:cubicBezTo>
                <a:lnTo>
                  <a:pt x="8444" y="1074"/>
                </a:lnTo>
                <a:cubicBezTo>
                  <a:pt x="8664" y="948"/>
                  <a:pt x="8916" y="853"/>
                  <a:pt x="9200" y="822"/>
                </a:cubicBezTo>
                <a:close/>
                <a:moveTo>
                  <a:pt x="7814" y="1389"/>
                </a:moveTo>
                <a:lnTo>
                  <a:pt x="10712" y="4287"/>
                </a:lnTo>
                <a:cubicBezTo>
                  <a:pt x="10649" y="4413"/>
                  <a:pt x="10555" y="4476"/>
                  <a:pt x="10492" y="4571"/>
                </a:cubicBezTo>
                <a:cubicBezTo>
                  <a:pt x="10397" y="4634"/>
                  <a:pt x="10334" y="4728"/>
                  <a:pt x="10208" y="4791"/>
                </a:cubicBezTo>
                <a:lnTo>
                  <a:pt x="7310" y="1893"/>
                </a:lnTo>
                <a:cubicBezTo>
                  <a:pt x="7373" y="1798"/>
                  <a:pt x="7467" y="1704"/>
                  <a:pt x="7530" y="1609"/>
                </a:cubicBezTo>
                <a:cubicBezTo>
                  <a:pt x="7625" y="1546"/>
                  <a:pt x="7688" y="1452"/>
                  <a:pt x="7814" y="1389"/>
                </a:cubicBezTo>
                <a:close/>
                <a:moveTo>
                  <a:pt x="6994" y="2523"/>
                </a:moveTo>
                <a:lnTo>
                  <a:pt x="9609" y="5169"/>
                </a:lnTo>
                <a:cubicBezTo>
                  <a:pt x="9389" y="5264"/>
                  <a:pt x="9105" y="5327"/>
                  <a:pt x="8885" y="5390"/>
                </a:cubicBezTo>
                <a:lnTo>
                  <a:pt x="6742" y="3279"/>
                </a:lnTo>
                <a:cubicBezTo>
                  <a:pt x="6774" y="3027"/>
                  <a:pt x="6868" y="2743"/>
                  <a:pt x="6994" y="2523"/>
                </a:cubicBezTo>
                <a:close/>
                <a:moveTo>
                  <a:pt x="3812" y="6209"/>
                </a:moveTo>
                <a:lnTo>
                  <a:pt x="5923" y="8351"/>
                </a:lnTo>
                <a:cubicBezTo>
                  <a:pt x="5892" y="8572"/>
                  <a:pt x="5797" y="8855"/>
                  <a:pt x="5671" y="9107"/>
                </a:cubicBezTo>
                <a:lnTo>
                  <a:pt x="3056" y="6461"/>
                </a:lnTo>
                <a:cubicBezTo>
                  <a:pt x="3277" y="6335"/>
                  <a:pt x="3560" y="6272"/>
                  <a:pt x="3812" y="6209"/>
                </a:cubicBezTo>
                <a:close/>
                <a:moveTo>
                  <a:pt x="2426" y="6776"/>
                </a:moveTo>
                <a:lnTo>
                  <a:pt x="5325" y="9675"/>
                </a:lnTo>
                <a:cubicBezTo>
                  <a:pt x="5262" y="9801"/>
                  <a:pt x="5167" y="9895"/>
                  <a:pt x="5104" y="9958"/>
                </a:cubicBezTo>
                <a:cubicBezTo>
                  <a:pt x="5010" y="10053"/>
                  <a:pt x="4947" y="10116"/>
                  <a:pt x="4821" y="10210"/>
                </a:cubicBezTo>
                <a:lnTo>
                  <a:pt x="1891" y="7280"/>
                </a:lnTo>
                <a:cubicBezTo>
                  <a:pt x="1985" y="7217"/>
                  <a:pt x="2080" y="7091"/>
                  <a:pt x="2143" y="6997"/>
                </a:cubicBezTo>
                <a:cubicBezTo>
                  <a:pt x="2206" y="6934"/>
                  <a:pt x="2300" y="6839"/>
                  <a:pt x="2426" y="6776"/>
                </a:cubicBezTo>
                <a:close/>
                <a:moveTo>
                  <a:pt x="1576" y="7910"/>
                </a:moveTo>
                <a:lnTo>
                  <a:pt x="4222" y="10557"/>
                </a:lnTo>
                <a:cubicBezTo>
                  <a:pt x="4002" y="10620"/>
                  <a:pt x="3718" y="10714"/>
                  <a:pt x="3466" y="10777"/>
                </a:cubicBezTo>
                <a:lnTo>
                  <a:pt x="1355" y="8666"/>
                </a:lnTo>
                <a:cubicBezTo>
                  <a:pt x="1387" y="8414"/>
                  <a:pt x="1481" y="8162"/>
                  <a:pt x="1576" y="7910"/>
                </a:cubicBezTo>
                <a:close/>
                <a:moveTo>
                  <a:pt x="10602" y="0"/>
                </a:moveTo>
                <a:cubicBezTo>
                  <a:pt x="9383" y="0"/>
                  <a:pt x="7954" y="274"/>
                  <a:pt x="7089" y="1168"/>
                </a:cubicBezTo>
                <a:cubicBezTo>
                  <a:pt x="6207" y="2082"/>
                  <a:pt x="5923" y="3500"/>
                  <a:pt x="5923" y="4728"/>
                </a:cubicBezTo>
                <a:cubicBezTo>
                  <a:pt x="6238" y="4760"/>
                  <a:pt x="6459" y="4791"/>
                  <a:pt x="6522" y="4791"/>
                </a:cubicBezTo>
                <a:lnTo>
                  <a:pt x="6585" y="4791"/>
                </a:lnTo>
                <a:lnTo>
                  <a:pt x="6585" y="4130"/>
                </a:lnTo>
                <a:lnTo>
                  <a:pt x="7971" y="5516"/>
                </a:lnTo>
                <a:cubicBezTo>
                  <a:pt x="7751" y="5532"/>
                  <a:pt x="7540" y="5538"/>
                  <a:pt x="7348" y="5538"/>
                </a:cubicBezTo>
                <a:cubicBezTo>
                  <a:pt x="6772" y="5538"/>
                  <a:pt x="6364" y="5484"/>
                  <a:pt x="6364" y="5484"/>
                </a:cubicBezTo>
                <a:cubicBezTo>
                  <a:pt x="6314" y="5459"/>
                  <a:pt x="5810" y="5369"/>
                  <a:pt x="5121" y="5369"/>
                </a:cubicBezTo>
                <a:cubicBezTo>
                  <a:pt x="4077" y="5369"/>
                  <a:pt x="2606" y="5575"/>
                  <a:pt x="1639" y="6524"/>
                </a:cubicBezTo>
                <a:cubicBezTo>
                  <a:pt x="0" y="8162"/>
                  <a:pt x="536" y="11155"/>
                  <a:pt x="567" y="11250"/>
                </a:cubicBezTo>
                <a:cubicBezTo>
                  <a:pt x="599" y="11407"/>
                  <a:pt x="725" y="11533"/>
                  <a:pt x="914" y="11533"/>
                </a:cubicBezTo>
                <a:lnTo>
                  <a:pt x="1009" y="11533"/>
                </a:lnTo>
                <a:cubicBezTo>
                  <a:pt x="1198" y="11502"/>
                  <a:pt x="1324" y="11344"/>
                  <a:pt x="1261" y="11155"/>
                </a:cubicBezTo>
                <a:cubicBezTo>
                  <a:pt x="1261" y="11155"/>
                  <a:pt x="1166" y="10399"/>
                  <a:pt x="1229" y="9517"/>
                </a:cubicBezTo>
                <a:lnTo>
                  <a:pt x="1229" y="9517"/>
                </a:lnTo>
                <a:lnTo>
                  <a:pt x="2615" y="10903"/>
                </a:lnTo>
                <a:cubicBezTo>
                  <a:pt x="2447" y="10903"/>
                  <a:pt x="2293" y="10917"/>
                  <a:pt x="2153" y="10917"/>
                </a:cubicBezTo>
                <a:cubicBezTo>
                  <a:pt x="2083" y="10917"/>
                  <a:pt x="2017" y="10914"/>
                  <a:pt x="1954" y="10903"/>
                </a:cubicBezTo>
                <a:lnTo>
                  <a:pt x="1954" y="10966"/>
                </a:lnTo>
                <a:cubicBezTo>
                  <a:pt x="1985" y="11187"/>
                  <a:pt x="1954" y="11407"/>
                  <a:pt x="1859" y="11565"/>
                </a:cubicBezTo>
                <a:lnTo>
                  <a:pt x="2048" y="11565"/>
                </a:lnTo>
                <a:cubicBezTo>
                  <a:pt x="3277" y="11565"/>
                  <a:pt x="4695" y="11281"/>
                  <a:pt x="5577" y="10399"/>
                </a:cubicBezTo>
                <a:cubicBezTo>
                  <a:pt x="6427" y="9517"/>
                  <a:pt x="6742" y="8068"/>
                  <a:pt x="6742" y="6839"/>
                </a:cubicBezTo>
                <a:cubicBezTo>
                  <a:pt x="6396" y="6808"/>
                  <a:pt x="6144" y="6776"/>
                  <a:pt x="6112" y="6776"/>
                </a:cubicBezTo>
                <a:lnTo>
                  <a:pt x="6049" y="6776"/>
                </a:lnTo>
                <a:lnTo>
                  <a:pt x="6049" y="7438"/>
                </a:lnTo>
                <a:lnTo>
                  <a:pt x="4663" y="6051"/>
                </a:lnTo>
                <a:cubicBezTo>
                  <a:pt x="4876" y="6036"/>
                  <a:pt x="5083" y="6030"/>
                  <a:pt x="5273" y="6030"/>
                </a:cubicBezTo>
                <a:cubicBezTo>
                  <a:pt x="5845" y="6030"/>
                  <a:pt x="6270" y="6083"/>
                  <a:pt x="6270" y="6083"/>
                </a:cubicBezTo>
                <a:cubicBezTo>
                  <a:pt x="6301" y="6083"/>
                  <a:pt x="6837" y="6178"/>
                  <a:pt x="7499" y="6178"/>
                </a:cubicBezTo>
                <a:cubicBezTo>
                  <a:pt x="8727" y="6178"/>
                  <a:pt x="10145" y="5862"/>
                  <a:pt x="10996" y="4980"/>
                </a:cubicBezTo>
                <a:cubicBezTo>
                  <a:pt x="12602" y="3374"/>
                  <a:pt x="12098" y="381"/>
                  <a:pt x="12067" y="255"/>
                </a:cubicBezTo>
                <a:cubicBezTo>
                  <a:pt x="12035" y="160"/>
                  <a:pt x="11878" y="34"/>
                  <a:pt x="11657" y="34"/>
                </a:cubicBezTo>
                <a:cubicBezTo>
                  <a:pt x="11468" y="66"/>
                  <a:pt x="11342" y="223"/>
                  <a:pt x="11405" y="444"/>
                </a:cubicBezTo>
                <a:cubicBezTo>
                  <a:pt x="11405" y="444"/>
                  <a:pt x="11531" y="1168"/>
                  <a:pt x="11437" y="2050"/>
                </a:cubicBezTo>
                <a:lnTo>
                  <a:pt x="10050" y="664"/>
                </a:lnTo>
                <a:cubicBezTo>
                  <a:pt x="10218" y="664"/>
                  <a:pt x="10373" y="650"/>
                  <a:pt x="10513" y="650"/>
                </a:cubicBezTo>
                <a:cubicBezTo>
                  <a:pt x="10583" y="650"/>
                  <a:pt x="10649" y="654"/>
                  <a:pt x="10712" y="664"/>
                </a:cubicBezTo>
                <a:lnTo>
                  <a:pt x="10712" y="601"/>
                </a:lnTo>
                <a:cubicBezTo>
                  <a:pt x="10681" y="381"/>
                  <a:pt x="10712" y="160"/>
                  <a:pt x="10807" y="3"/>
                </a:cubicBezTo>
                <a:cubicBezTo>
                  <a:pt x="10739" y="1"/>
                  <a:pt x="10671" y="0"/>
                  <a:pt x="106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37" name="Google Shape;5337;p83"/>
          <p:cNvGrpSpPr/>
          <p:nvPr/>
        </p:nvGrpSpPr>
        <p:grpSpPr>
          <a:xfrm>
            <a:off x="8017295" y="3623134"/>
            <a:ext cx="239302" cy="351880"/>
            <a:chOff x="-22788075" y="3904625"/>
            <a:chExt cx="200875" cy="295375"/>
          </a:xfrm>
        </p:grpSpPr>
        <p:sp>
          <p:nvSpPr>
            <p:cNvPr id="5338" name="Google Shape;5338;p83"/>
            <p:cNvSpPr/>
            <p:nvPr/>
          </p:nvSpPr>
          <p:spPr>
            <a:xfrm>
              <a:off x="-22775475" y="4165325"/>
              <a:ext cx="65400" cy="34675"/>
            </a:xfrm>
            <a:custGeom>
              <a:avLst/>
              <a:gdLst/>
              <a:ahLst/>
              <a:cxnLst/>
              <a:rect l="l" t="t" r="r" b="b"/>
              <a:pathLst>
                <a:path w="2616" h="1387" extrusionOk="0">
                  <a:moveTo>
                    <a:pt x="32" y="1"/>
                  </a:moveTo>
                  <a:cubicBezTo>
                    <a:pt x="1" y="883"/>
                    <a:pt x="631" y="1387"/>
                    <a:pt x="1292" y="1387"/>
                  </a:cubicBezTo>
                  <a:cubicBezTo>
                    <a:pt x="1985" y="1387"/>
                    <a:pt x="2615" y="851"/>
                    <a:pt x="25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83"/>
            <p:cNvSpPr/>
            <p:nvPr/>
          </p:nvSpPr>
          <p:spPr>
            <a:xfrm>
              <a:off x="-22669150" y="3904725"/>
              <a:ext cx="81950" cy="244100"/>
            </a:xfrm>
            <a:custGeom>
              <a:avLst/>
              <a:gdLst/>
              <a:ahLst/>
              <a:cxnLst/>
              <a:rect l="l" t="t" r="r" b="b"/>
              <a:pathLst>
                <a:path w="3278" h="9764" extrusionOk="0">
                  <a:moveTo>
                    <a:pt x="1198" y="5541"/>
                  </a:moveTo>
                  <a:cubicBezTo>
                    <a:pt x="1387" y="5604"/>
                    <a:pt x="1544" y="5699"/>
                    <a:pt x="1544" y="5888"/>
                  </a:cubicBezTo>
                  <a:lnTo>
                    <a:pt x="1576" y="6266"/>
                  </a:lnTo>
                  <a:lnTo>
                    <a:pt x="788" y="6266"/>
                  </a:lnTo>
                  <a:lnTo>
                    <a:pt x="788" y="5888"/>
                  </a:lnTo>
                  <a:cubicBezTo>
                    <a:pt x="788" y="5699"/>
                    <a:pt x="946" y="5541"/>
                    <a:pt x="1198" y="5541"/>
                  </a:cubicBezTo>
                  <a:close/>
                  <a:moveTo>
                    <a:pt x="2885" y="0"/>
                  </a:moveTo>
                  <a:cubicBezTo>
                    <a:pt x="2798" y="0"/>
                    <a:pt x="2714" y="40"/>
                    <a:pt x="2647" y="123"/>
                  </a:cubicBezTo>
                  <a:lnTo>
                    <a:pt x="914" y="2202"/>
                  </a:lnTo>
                  <a:cubicBezTo>
                    <a:pt x="883" y="2296"/>
                    <a:pt x="820" y="2360"/>
                    <a:pt x="820" y="2454"/>
                  </a:cubicBezTo>
                  <a:lnTo>
                    <a:pt x="820" y="4974"/>
                  </a:lnTo>
                  <a:cubicBezTo>
                    <a:pt x="442" y="5069"/>
                    <a:pt x="127" y="5478"/>
                    <a:pt x="127" y="5920"/>
                  </a:cubicBezTo>
                  <a:lnTo>
                    <a:pt x="1" y="9763"/>
                  </a:lnTo>
                  <a:lnTo>
                    <a:pt x="2458" y="9763"/>
                  </a:lnTo>
                  <a:lnTo>
                    <a:pt x="2238" y="5857"/>
                  </a:lnTo>
                  <a:cubicBezTo>
                    <a:pt x="2206" y="5447"/>
                    <a:pt x="1923" y="5069"/>
                    <a:pt x="1513" y="4974"/>
                  </a:cubicBezTo>
                  <a:lnTo>
                    <a:pt x="1513" y="2549"/>
                  </a:lnTo>
                  <a:lnTo>
                    <a:pt x="3151" y="595"/>
                  </a:lnTo>
                  <a:cubicBezTo>
                    <a:pt x="3277" y="375"/>
                    <a:pt x="3277" y="186"/>
                    <a:pt x="3120" y="91"/>
                  </a:cubicBezTo>
                  <a:cubicBezTo>
                    <a:pt x="3045" y="32"/>
                    <a:pt x="2964" y="0"/>
                    <a:pt x="28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83"/>
            <p:cNvSpPr/>
            <p:nvPr/>
          </p:nvSpPr>
          <p:spPr>
            <a:xfrm>
              <a:off x="-22788075" y="3904625"/>
              <a:ext cx="87450" cy="244200"/>
            </a:xfrm>
            <a:custGeom>
              <a:avLst/>
              <a:gdLst/>
              <a:ahLst/>
              <a:cxnLst/>
              <a:rect l="l" t="t" r="r" b="b"/>
              <a:pathLst>
                <a:path w="3498" h="9768" extrusionOk="0">
                  <a:moveTo>
                    <a:pt x="1733" y="1355"/>
                  </a:moveTo>
                  <a:cubicBezTo>
                    <a:pt x="1922" y="1355"/>
                    <a:pt x="2080" y="1513"/>
                    <a:pt x="2080" y="1702"/>
                  </a:cubicBezTo>
                  <a:cubicBezTo>
                    <a:pt x="2080" y="1922"/>
                    <a:pt x="1922" y="2048"/>
                    <a:pt x="1733" y="2048"/>
                  </a:cubicBezTo>
                  <a:cubicBezTo>
                    <a:pt x="1544" y="2048"/>
                    <a:pt x="1387" y="1891"/>
                    <a:pt x="1387" y="1702"/>
                  </a:cubicBezTo>
                  <a:cubicBezTo>
                    <a:pt x="1387" y="1513"/>
                    <a:pt x="1544" y="1355"/>
                    <a:pt x="1733" y="1355"/>
                  </a:cubicBezTo>
                  <a:close/>
                  <a:moveTo>
                    <a:pt x="1765" y="5545"/>
                  </a:moveTo>
                  <a:cubicBezTo>
                    <a:pt x="1954" y="5608"/>
                    <a:pt x="2111" y="5703"/>
                    <a:pt x="2111" y="5892"/>
                  </a:cubicBezTo>
                  <a:lnTo>
                    <a:pt x="2174" y="6270"/>
                  </a:lnTo>
                  <a:lnTo>
                    <a:pt x="1387" y="6270"/>
                  </a:lnTo>
                  <a:lnTo>
                    <a:pt x="1387" y="5892"/>
                  </a:lnTo>
                  <a:cubicBezTo>
                    <a:pt x="1387" y="5703"/>
                    <a:pt x="1544" y="5545"/>
                    <a:pt x="1765" y="5545"/>
                  </a:cubicBezTo>
                  <a:close/>
                  <a:moveTo>
                    <a:pt x="1733" y="1"/>
                  </a:moveTo>
                  <a:cubicBezTo>
                    <a:pt x="788" y="1"/>
                    <a:pt x="0" y="788"/>
                    <a:pt x="0" y="1733"/>
                  </a:cubicBezTo>
                  <a:cubicBezTo>
                    <a:pt x="0" y="2553"/>
                    <a:pt x="599" y="3277"/>
                    <a:pt x="1387" y="3435"/>
                  </a:cubicBezTo>
                  <a:lnTo>
                    <a:pt x="1387" y="4947"/>
                  </a:lnTo>
                  <a:cubicBezTo>
                    <a:pt x="977" y="5073"/>
                    <a:pt x="662" y="5482"/>
                    <a:pt x="662" y="5892"/>
                  </a:cubicBezTo>
                  <a:lnTo>
                    <a:pt x="536" y="9767"/>
                  </a:lnTo>
                  <a:lnTo>
                    <a:pt x="2993" y="9767"/>
                  </a:lnTo>
                  <a:lnTo>
                    <a:pt x="2804" y="5861"/>
                  </a:lnTo>
                  <a:cubicBezTo>
                    <a:pt x="2741" y="5419"/>
                    <a:pt x="2489" y="5073"/>
                    <a:pt x="2048" y="4947"/>
                  </a:cubicBezTo>
                  <a:lnTo>
                    <a:pt x="2048" y="3435"/>
                  </a:lnTo>
                  <a:cubicBezTo>
                    <a:pt x="2836" y="3277"/>
                    <a:pt x="3435" y="2553"/>
                    <a:pt x="3435" y="1733"/>
                  </a:cubicBezTo>
                  <a:cubicBezTo>
                    <a:pt x="3498" y="757"/>
                    <a:pt x="2710"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83"/>
            <p:cNvSpPr/>
            <p:nvPr/>
          </p:nvSpPr>
          <p:spPr>
            <a:xfrm>
              <a:off x="-22670725" y="4165325"/>
              <a:ext cx="64625" cy="34675"/>
            </a:xfrm>
            <a:custGeom>
              <a:avLst/>
              <a:gdLst/>
              <a:ahLst/>
              <a:cxnLst/>
              <a:rect l="l" t="t" r="r" b="b"/>
              <a:pathLst>
                <a:path w="2585" h="1387" extrusionOk="0">
                  <a:moveTo>
                    <a:pt x="32" y="1"/>
                  </a:moveTo>
                  <a:cubicBezTo>
                    <a:pt x="1" y="883"/>
                    <a:pt x="631" y="1387"/>
                    <a:pt x="1292" y="1387"/>
                  </a:cubicBezTo>
                  <a:cubicBezTo>
                    <a:pt x="1954" y="1387"/>
                    <a:pt x="2584" y="851"/>
                    <a:pt x="25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2" name="Google Shape;5342;p83"/>
          <p:cNvGrpSpPr/>
          <p:nvPr/>
        </p:nvGrpSpPr>
        <p:grpSpPr>
          <a:xfrm>
            <a:off x="6172593" y="1306499"/>
            <a:ext cx="354710" cy="352803"/>
            <a:chOff x="-27351575" y="3175300"/>
            <a:chExt cx="297750" cy="296150"/>
          </a:xfrm>
        </p:grpSpPr>
        <p:sp>
          <p:nvSpPr>
            <p:cNvPr id="5343" name="Google Shape;5343;p83"/>
            <p:cNvSpPr/>
            <p:nvPr/>
          </p:nvSpPr>
          <p:spPr>
            <a:xfrm>
              <a:off x="-27351575" y="3175300"/>
              <a:ext cx="296975" cy="157550"/>
            </a:xfrm>
            <a:custGeom>
              <a:avLst/>
              <a:gdLst/>
              <a:ahLst/>
              <a:cxnLst/>
              <a:rect l="l" t="t" r="r" b="b"/>
              <a:pathLst>
                <a:path w="11879" h="6302" extrusionOk="0">
                  <a:moveTo>
                    <a:pt x="7688" y="2080"/>
                  </a:moveTo>
                  <a:lnTo>
                    <a:pt x="7688" y="2836"/>
                  </a:lnTo>
                  <a:lnTo>
                    <a:pt x="4191" y="2836"/>
                  </a:lnTo>
                  <a:lnTo>
                    <a:pt x="4191" y="2080"/>
                  </a:lnTo>
                  <a:close/>
                  <a:moveTo>
                    <a:pt x="10177" y="3497"/>
                  </a:moveTo>
                  <a:cubicBezTo>
                    <a:pt x="10586" y="3497"/>
                    <a:pt x="10996" y="3781"/>
                    <a:pt x="11154" y="4222"/>
                  </a:cubicBezTo>
                  <a:lnTo>
                    <a:pt x="820" y="4222"/>
                  </a:lnTo>
                  <a:cubicBezTo>
                    <a:pt x="914" y="3812"/>
                    <a:pt x="1292" y="3497"/>
                    <a:pt x="1765" y="3497"/>
                  </a:cubicBezTo>
                  <a:close/>
                  <a:moveTo>
                    <a:pt x="3844" y="0"/>
                  </a:moveTo>
                  <a:cubicBezTo>
                    <a:pt x="2899" y="0"/>
                    <a:pt x="2112" y="788"/>
                    <a:pt x="2112" y="1733"/>
                  </a:cubicBezTo>
                  <a:lnTo>
                    <a:pt x="2112" y="2836"/>
                  </a:lnTo>
                  <a:lnTo>
                    <a:pt x="1734" y="2836"/>
                  </a:lnTo>
                  <a:cubicBezTo>
                    <a:pt x="788" y="2836"/>
                    <a:pt x="1" y="3623"/>
                    <a:pt x="1" y="4568"/>
                  </a:cubicBezTo>
                  <a:lnTo>
                    <a:pt x="1" y="6301"/>
                  </a:lnTo>
                  <a:lnTo>
                    <a:pt x="1387" y="6301"/>
                  </a:lnTo>
                  <a:lnTo>
                    <a:pt x="1387" y="5955"/>
                  </a:lnTo>
                  <a:lnTo>
                    <a:pt x="1418" y="5955"/>
                  </a:lnTo>
                  <a:cubicBezTo>
                    <a:pt x="1418" y="5734"/>
                    <a:pt x="1576" y="5577"/>
                    <a:pt x="1765" y="5577"/>
                  </a:cubicBezTo>
                  <a:lnTo>
                    <a:pt x="3151" y="5577"/>
                  </a:lnTo>
                  <a:cubicBezTo>
                    <a:pt x="3340" y="5577"/>
                    <a:pt x="3529" y="5734"/>
                    <a:pt x="3529" y="5955"/>
                  </a:cubicBezTo>
                  <a:lnTo>
                    <a:pt x="3529" y="6301"/>
                  </a:lnTo>
                  <a:lnTo>
                    <a:pt x="8413" y="6301"/>
                  </a:lnTo>
                  <a:lnTo>
                    <a:pt x="8413" y="5955"/>
                  </a:lnTo>
                  <a:cubicBezTo>
                    <a:pt x="8413" y="5734"/>
                    <a:pt x="8570" y="5577"/>
                    <a:pt x="8759" y="5577"/>
                  </a:cubicBezTo>
                  <a:lnTo>
                    <a:pt x="10145" y="5577"/>
                  </a:lnTo>
                  <a:cubicBezTo>
                    <a:pt x="10334" y="5577"/>
                    <a:pt x="10492" y="5734"/>
                    <a:pt x="10492" y="5955"/>
                  </a:cubicBezTo>
                  <a:lnTo>
                    <a:pt x="10492" y="6301"/>
                  </a:lnTo>
                  <a:lnTo>
                    <a:pt x="11878" y="6301"/>
                  </a:lnTo>
                  <a:lnTo>
                    <a:pt x="11878" y="4568"/>
                  </a:lnTo>
                  <a:cubicBezTo>
                    <a:pt x="11878" y="3623"/>
                    <a:pt x="11091" y="2836"/>
                    <a:pt x="10145" y="2836"/>
                  </a:cubicBezTo>
                  <a:lnTo>
                    <a:pt x="9767" y="2836"/>
                  </a:lnTo>
                  <a:lnTo>
                    <a:pt x="9767" y="1733"/>
                  </a:lnTo>
                  <a:cubicBezTo>
                    <a:pt x="9767" y="788"/>
                    <a:pt x="8980" y="0"/>
                    <a:pt x="8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4" name="Google Shape;5344;p83"/>
            <p:cNvSpPr/>
            <p:nvPr/>
          </p:nvSpPr>
          <p:spPr>
            <a:xfrm>
              <a:off x="-27123950" y="3332825"/>
              <a:ext cx="17350" cy="52000"/>
            </a:xfrm>
            <a:custGeom>
              <a:avLst/>
              <a:gdLst/>
              <a:ahLst/>
              <a:cxnLst/>
              <a:rect l="l" t="t" r="r" b="b"/>
              <a:pathLst>
                <a:path w="694" h="2080" extrusionOk="0">
                  <a:moveTo>
                    <a:pt x="1" y="0"/>
                  </a:moveTo>
                  <a:lnTo>
                    <a:pt x="1" y="1733"/>
                  </a:lnTo>
                  <a:cubicBezTo>
                    <a:pt x="1" y="1922"/>
                    <a:pt x="158" y="2079"/>
                    <a:pt x="347" y="2079"/>
                  </a:cubicBezTo>
                  <a:cubicBezTo>
                    <a:pt x="536" y="2079"/>
                    <a:pt x="694" y="1922"/>
                    <a:pt x="694" y="1733"/>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83"/>
            <p:cNvSpPr/>
            <p:nvPr/>
          </p:nvSpPr>
          <p:spPr>
            <a:xfrm>
              <a:off x="-27350775" y="3350150"/>
              <a:ext cx="296950" cy="121300"/>
            </a:xfrm>
            <a:custGeom>
              <a:avLst/>
              <a:gdLst/>
              <a:ahLst/>
              <a:cxnLst/>
              <a:rect l="l" t="t" r="r" b="b"/>
              <a:pathLst>
                <a:path w="11878" h="4852" extrusionOk="0">
                  <a:moveTo>
                    <a:pt x="5923" y="693"/>
                  </a:moveTo>
                  <a:cubicBezTo>
                    <a:pt x="6112" y="693"/>
                    <a:pt x="6270" y="851"/>
                    <a:pt x="6270" y="1040"/>
                  </a:cubicBezTo>
                  <a:lnTo>
                    <a:pt x="6270" y="1733"/>
                  </a:lnTo>
                  <a:lnTo>
                    <a:pt x="6994" y="1733"/>
                  </a:lnTo>
                  <a:cubicBezTo>
                    <a:pt x="7183" y="1733"/>
                    <a:pt x="7341" y="1891"/>
                    <a:pt x="7341" y="2080"/>
                  </a:cubicBezTo>
                  <a:cubicBezTo>
                    <a:pt x="7341" y="2300"/>
                    <a:pt x="7183" y="2458"/>
                    <a:pt x="6994" y="2458"/>
                  </a:cubicBezTo>
                  <a:lnTo>
                    <a:pt x="6270" y="2458"/>
                  </a:lnTo>
                  <a:lnTo>
                    <a:pt x="6270" y="3151"/>
                  </a:lnTo>
                  <a:cubicBezTo>
                    <a:pt x="6270" y="3340"/>
                    <a:pt x="6112" y="3497"/>
                    <a:pt x="5923" y="3497"/>
                  </a:cubicBezTo>
                  <a:cubicBezTo>
                    <a:pt x="5734" y="3497"/>
                    <a:pt x="5577" y="3340"/>
                    <a:pt x="5577" y="3151"/>
                  </a:cubicBezTo>
                  <a:lnTo>
                    <a:pt x="5577" y="2458"/>
                  </a:lnTo>
                  <a:lnTo>
                    <a:pt x="4852" y="2458"/>
                  </a:lnTo>
                  <a:cubicBezTo>
                    <a:pt x="4663" y="2458"/>
                    <a:pt x="4505" y="2300"/>
                    <a:pt x="4505" y="2080"/>
                  </a:cubicBezTo>
                  <a:cubicBezTo>
                    <a:pt x="4537" y="1891"/>
                    <a:pt x="4695" y="1733"/>
                    <a:pt x="4852" y="1733"/>
                  </a:cubicBezTo>
                  <a:lnTo>
                    <a:pt x="5577" y="1733"/>
                  </a:lnTo>
                  <a:lnTo>
                    <a:pt x="5577" y="1040"/>
                  </a:lnTo>
                  <a:cubicBezTo>
                    <a:pt x="5577" y="851"/>
                    <a:pt x="5734" y="693"/>
                    <a:pt x="5923" y="693"/>
                  </a:cubicBezTo>
                  <a:close/>
                  <a:moveTo>
                    <a:pt x="126" y="0"/>
                  </a:moveTo>
                  <a:lnTo>
                    <a:pt x="126" y="3119"/>
                  </a:lnTo>
                  <a:cubicBezTo>
                    <a:pt x="0" y="4064"/>
                    <a:pt x="756" y="4852"/>
                    <a:pt x="1733" y="4852"/>
                  </a:cubicBezTo>
                  <a:lnTo>
                    <a:pt x="10145" y="4852"/>
                  </a:lnTo>
                  <a:cubicBezTo>
                    <a:pt x="11090" y="4852"/>
                    <a:pt x="11878" y="4064"/>
                    <a:pt x="11878" y="3119"/>
                  </a:cubicBezTo>
                  <a:lnTo>
                    <a:pt x="11878" y="0"/>
                  </a:lnTo>
                  <a:lnTo>
                    <a:pt x="10491" y="0"/>
                  </a:lnTo>
                  <a:lnTo>
                    <a:pt x="10491" y="1040"/>
                  </a:lnTo>
                  <a:cubicBezTo>
                    <a:pt x="10491" y="1639"/>
                    <a:pt x="10019" y="2048"/>
                    <a:pt x="9452" y="2048"/>
                  </a:cubicBezTo>
                  <a:cubicBezTo>
                    <a:pt x="8885" y="2048"/>
                    <a:pt x="8444" y="1576"/>
                    <a:pt x="8444" y="1040"/>
                  </a:cubicBezTo>
                  <a:lnTo>
                    <a:pt x="8444" y="0"/>
                  </a:lnTo>
                  <a:lnTo>
                    <a:pt x="3560" y="0"/>
                  </a:lnTo>
                  <a:lnTo>
                    <a:pt x="3560" y="1040"/>
                  </a:lnTo>
                  <a:cubicBezTo>
                    <a:pt x="3560" y="1639"/>
                    <a:pt x="3088" y="2048"/>
                    <a:pt x="2521" y="2048"/>
                  </a:cubicBezTo>
                  <a:cubicBezTo>
                    <a:pt x="1954" y="2048"/>
                    <a:pt x="1513" y="1576"/>
                    <a:pt x="1513" y="1040"/>
                  </a:cubicBezTo>
                  <a:lnTo>
                    <a:pt x="15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83"/>
            <p:cNvSpPr/>
            <p:nvPr/>
          </p:nvSpPr>
          <p:spPr>
            <a:xfrm>
              <a:off x="-27299575" y="3332825"/>
              <a:ext cx="18125" cy="52000"/>
            </a:xfrm>
            <a:custGeom>
              <a:avLst/>
              <a:gdLst/>
              <a:ahLst/>
              <a:cxnLst/>
              <a:rect l="l" t="t" r="r" b="b"/>
              <a:pathLst>
                <a:path w="725" h="2080" extrusionOk="0">
                  <a:moveTo>
                    <a:pt x="0" y="0"/>
                  </a:moveTo>
                  <a:lnTo>
                    <a:pt x="0" y="1733"/>
                  </a:lnTo>
                  <a:cubicBezTo>
                    <a:pt x="0" y="1922"/>
                    <a:pt x="158" y="2079"/>
                    <a:pt x="378" y="2079"/>
                  </a:cubicBezTo>
                  <a:cubicBezTo>
                    <a:pt x="567" y="2079"/>
                    <a:pt x="725" y="1922"/>
                    <a:pt x="725" y="1733"/>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7" name="Google Shape;5347;p83"/>
          <p:cNvGrpSpPr/>
          <p:nvPr/>
        </p:nvGrpSpPr>
        <p:grpSpPr>
          <a:xfrm>
            <a:off x="6218402" y="1758809"/>
            <a:ext cx="269293" cy="353072"/>
            <a:chOff x="-27313750" y="3545275"/>
            <a:chExt cx="226050" cy="296375"/>
          </a:xfrm>
        </p:grpSpPr>
        <p:sp>
          <p:nvSpPr>
            <p:cNvPr id="5348" name="Google Shape;5348;p83"/>
            <p:cNvSpPr/>
            <p:nvPr/>
          </p:nvSpPr>
          <p:spPr>
            <a:xfrm>
              <a:off x="-27305100" y="3598450"/>
              <a:ext cx="208750" cy="173100"/>
            </a:xfrm>
            <a:custGeom>
              <a:avLst/>
              <a:gdLst/>
              <a:ahLst/>
              <a:cxnLst/>
              <a:rect l="l" t="t" r="r" b="b"/>
              <a:pathLst>
                <a:path w="8350" h="6924" extrusionOk="0">
                  <a:moveTo>
                    <a:pt x="4128" y="2733"/>
                  </a:moveTo>
                  <a:cubicBezTo>
                    <a:pt x="4380" y="3048"/>
                    <a:pt x="4726" y="3269"/>
                    <a:pt x="5167" y="3552"/>
                  </a:cubicBezTo>
                  <a:lnTo>
                    <a:pt x="5167" y="4497"/>
                  </a:lnTo>
                  <a:cubicBezTo>
                    <a:pt x="5167" y="4844"/>
                    <a:pt x="5010" y="5159"/>
                    <a:pt x="4695" y="5348"/>
                  </a:cubicBezTo>
                  <a:cubicBezTo>
                    <a:pt x="4537" y="5474"/>
                    <a:pt x="4325" y="5537"/>
                    <a:pt x="4112" y="5537"/>
                  </a:cubicBezTo>
                  <a:cubicBezTo>
                    <a:pt x="3899" y="5537"/>
                    <a:pt x="3687" y="5474"/>
                    <a:pt x="3529" y="5348"/>
                  </a:cubicBezTo>
                  <a:cubicBezTo>
                    <a:pt x="3277" y="5159"/>
                    <a:pt x="3057" y="4844"/>
                    <a:pt x="3057" y="4497"/>
                  </a:cubicBezTo>
                  <a:lnTo>
                    <a:pt x="3057" y="3552"/>
                  </a:lnTo>
                  <a:lnTo>
                    <a:pt x="3120" y="3552"/>
                  </a:lnTo>
                  <a:cubicBezTo>
                    <a:pt x="3529" y="3269"/>
                    <a:pt x="3907" y="2985"/>
                    <a:pt x="4128" y="2733"/>
                  </a:cubicBezTo>
                  <a:close/>
                  <a:moveTo>
                    <a:pt x="4222" y="0"/>
                  </a:moveTo>
                  <a:cubicBezTo>
                    <a:pt x="3568" y="0"/>
                    <a:pt x="2915" y="166"/>
                    <a:pt x="2363" y="496"/>
                  </a:cubicBezTo>
                  <a:cubicBezTo>
                    <a:pt x="1702" y="906"/>
                    <a:pt x="1229" y="1473"/>
                    <a:pt x="946" y="2166"/>
                  </a:cubicBezTo>
                  <a:lnTo>
                    <a:pt x="190" y="4560"/>
                  </a:lnTo>
                  <a:cubicBezTo>
                    <a:pt x="1" y="5002"/>
                    <a:pt x="64" y="5474"/>
                    <a:pt x="316" y="5915"/>
                  </a:cubicBezTo>
                  <a:cubicBezTo>
                    <a:pt x="662" y="6514"/>
                    <a:pt x="1324" y="6892"/>
                    <a:pt x="2080" y="6923"/>
                  </a:cubicBezTo>
                  <a:cubicBezTo>
                    <a:pt x="2363" y="6923"/>
                    <a:pt x="2615" y="6892"/>
                    <a:pt x="2805" y="6766"/>
                  </a:cubicBezTo>
                  <a:cubicBezTo>
                    <a:pt x="3120" y="6608"/>
                    <a:pt x="3403" y="6419"/>
                    <a:pt x="3561" y="6104"/>
                  </a:cubicBezTo>
                  <a:cubicBezTo>
                    <a:pt x="3750" y="6199"/>
                    <a:pt x="3939" y="6230"/>
                    <a:pt x="4191" y="6230"/>
                  </a:cubicBezTo>
                  <a:cubicBezTo>
                    <a:pt x="4380" y="6230"/>
                    <a:pt x="4600" y="6199"/>
                    <a:pt x="4821" y="6104"/>
                  </a:cubicBezTo>
                  <a:cubicBezTo>
                    <a:pt x="5010" y="6388"/>
                    <a:pt x="5230" y="6608"/>
                    <a:pt x="5545" y="6766"/>
                  </a:cubicBezTo>
                  <a:cubicBezTo>
                    <a:pt x="5797" y="6892"/>
                    <a:pt x="6018" y="6923"/>
                    <a:pt x="6270" y="6923"/>
                  </a:cubicBezTo>
                  <a:lnTo>
                    <a:pt x="6302" y="6923"/>
                  </a:lnTo>
                  <a:cubicBezTo>
                    <a:pt x="7026" y="6892"/>
                    <a:pt x="7688" y="6451"/>
                    <a:pt x="8034" y="5915"/>
                  </a:cubicBezTo>
                  <a:cubicBezTo>
                    <a:pt x="8318" y="5474"/>
                    <a:pt x="8349" y="5002"/>
                    <a:pt x="8192" y="4623"/>
                  </a:cubicBezTo>
                  <a:lnTo>
                    <a:pt x="7436" y="2135"/>
                  </a:lnTo>
                  <a:cubicBezTo>
                    <a:pt x="7184" y="1473"/>
                    <a:pt x="6711" y="906"/>
                    <a:pt x="6081" y="496"/>
                  </a:cubicBezTo>
                  <a:cubicBezTo>
                    <a:pt x="5530" y="166"/>
                    <a:pt x="4876"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9" name="Google Shape;5349;p83"/>
            <p:cNvSpPr/>
            <p:nvPr/>
          </p:nvSpPr>
          <p:spPr>
            <a:xfrm>
              <a:off x="-27313750" y="3770725"/>
              <a:ext cx="226050" cy="70925"/>
            </a:xfrm>
            <a:custGeom>
              <a:avLst/>
              <a:gdLst/>
              <a:ahLst/>
              <a:cxnLst/>
              <a:rect l="l" t="t" r="r" b="b"/>
              <a:pathLst>
                <a:path w="9042" h="2837" extrusionOk="0">
                  <a:moveTo>
                    <a:pt x="4159" y="1"/>
                  </a:moveTo>
                  <a:cubicBezTo>
                    <a:pt x="3970" y="190"/>
                    <a:pt x="3686" y="379"/>
                    <a:pt x="3403" y="505"/>
                  </a:cubicBezTo>
                  <a:cubicBezTo>
                    <a:pt x="3151" y="631"/>
                    <a:pt x="2772" y="694"/>
                    <a:pt x="2426" y="694"/>
                  </a:cubicBezTo>
                  <a:cubicBezTo>
                    <a:pt x="1764" y="662"/>
                    <a:pt x="1166" y="442"/>
                    <a:pt x="693" y="32"/>
                  </a:cubicBezTo>
                  <a:cubicBezTo>
                    <a:pt x="252" y="473"/>
                    <a:pt x="0" y="1072"/>
                    <a:pt x="0" y="1734"/>
                  </a:cubicBezTo>
                  <a:lnTo>
                    <a:pt x="0" y="2490"/>
                  </a:lnTo>
                  <a:cubicBezTo>
                    <a:pt x="0" y="2679"/>
                    <a:pt x="158" y="2836"/>
                    <a:pt x="347" y="2836"/>
                  </a:cubicBezTo>
                  <a:lnTo>
                    <a:pt x="8695" y="2836"/>
                  </a:lnTo>
                  <a:cubicBezTo>
                    <a:pt x="8884" y="2836"/>
                    <a:pt x="9042" y="2679"/>
                    <a:pt x="9042" y="2490"/>
                  </a:cubicBezTo>
                  <a:lnTo>
                    <a:pt x="9042" y="1765"/>
                  </a:lnTo>
                  <a:cubicBezTo>
                    <a:pt x="9042" y="1135"/>
                    <a:pt x="8821" y="505"/>
                    <a:pt x="8349" y="95"/>
                  </a:cubicBezTo>
                  <a:cubicBezTo>
                    <a:pt x="7876" y="473"/>
                    <a:pt x="7309" y="725"/>
                    <a:pt x="6679" y="757"/>
                  </a:cubicBezTo>
                  <a:lnTo>
                    <a:pt x="6616" y="757"/>
                  </a:lnTo>
                  <a:cubicBezTo>
                    <a:pt x="6238" y="757"/>
                    <a:pt x="5891" y="662"/>
                    <a:pt x="5576" y="505"/>
                  </a:cubicBezTo>
                  <a:cubicBezTo>
                    <a:pt x="5324" y="379"/>
                    <a:pt x="5072" y="221"/>
                    <a:pt x="4883" y="1"/>
                  </a:cubicBezTo>
                  <a:cubicBezTo>
                    <a:pt x="4757" y="32"/>
                    <a:pt x="4631" y="32"/>
                    <a:pt x="4505" y="32"/>
                  </a:cubicBezTo>
                  <a:cubicBezTo>
                    <a:pt x="4411" y="32"/>
                    <a:pt x="4285" y="32"/>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0" name="Google Shape;5350;p83"/>
            <p:cNvSpPr/>
            <p:nvPr/>
          </p:nvSpPr>
          <p:spPr>
            <a:xfrm>
              <a:off x="-27261000" y="3545275"/>
              <a:ext cx="122100" cy="51425"/>
            </a:xfrm>
            <a:custGeom>
              <a:avLst/>
              <a:gdLst/>
              <a:ahLst/>
              <a:cxnLst/>
              <a:rect l="l" t="t" r="r" b="b"/>
              <a:pathLst>
                <a:path w="4884" h="2057" extrusionOk="0">
                  <a:moveTo>
                    <a:pt x="2454" y="1"/>
                  </a:moveTo>
                  <a:cubicBezTo>
                    <a:pt x="1639" y="1"/>
                    <a:pt x="820" y="339"/>
                    <a:pt x="127" y="1017"/>
                  </a:cubicBezTo>
                  <a:cubicBezTo>
                    <a:pt x="32" y="1111"/>
                    <a:pt x="1" y="1237"/>
                    <a:pt x="32" y="1332"/>
                  </a:cubicBezTo>
                  <a:lnTo>
                    <a:pt x="190" y="2056"/>
                  </a:lnTo>
                  <a:cubicBezTo>
                    <a:pt x="820" y="1647"/>
                    <a:pt x="1608" y="1458"/>
                    <a:pt x="2395" y="1458"/>
                  </a:cubicBezTo>
                  <a:cubicBezTo>
                    <a:pt x="3183" y="1458"/>
                    <a:pt x="3970" y="1647"/>
                    <a:pt x="4601" y="2056"/>
                  </a:cubicBezTo>
                  <a:lnTo>
                    <a:pt x="4664" y="2056"/>
                  </a:lnTo>
                  <a:lnTo>
                    <a:pt x="4853" y="1332"/>
                  </a:lnTo>
                  <a:cubicBezTo>
                    <a:pt x="4884" y="1237"/>
                    <a:pt x="4853" y="1111"/>
                    <a:pt x="4758" y="1017"/>
                  </a:cubicBezTo>
                  <a:cubicBezTo>
                    <a:pt x="4081" y="339"/>
                    <a:pt x="3269" y="1"/>
                    <a:pt x="24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51" name="Google Shape;5351;p83"/>
          <p:cNvGrpSpPr/>
          <p:nvPr/>
        </p:nvGrpSpPr>
        <p:grpSpPr>
          <a:xfrm>
            <a:off x="6172593" y="2211380"/>
            <a:ext cx="354710" cy="356586"/>
            <a:chOff x="-27351575" y="3915650"/>
            <a:chExt cx="297750" cy="299325"/>
          </a:xfrm>
        </p:grpSpPr>
        <p:sp>
          <p:nvSpPr>
            <p:cNvPr id="5352" name="Google Shape;5352;p83"/>
            <p:cNvSpPr/>
            <p:nvPr/>
          </p:nvSpPr>
          <p:spPr>
            <a:xfrm>
              <a:off x="-27351575" y="4059000"/>
              <a:ext cx="153625" cy="155975"/>
            </a:xfrm>
            <a:custGeom>
              <a:avLst/>
              <a:gdLst/>
              <a:ahLst/>
              <a:cxnLst/>
              <a:rect l="l" t="t" r="r" b="b"/>
              <a:pathLst>
                <a:path w="6145" h="6239" extrusionOk="0">
                  <a:moveTo>
                    <a:pt x="3183" y="1"/>
                  </a:moveTo>
                  <a:lnTo>
                    <a:pt x="2490" y="725"/>
                  </a:lnTo>
                  <a:cubicBezTo>
                    <a:pt x="2206" y="1009"/>
                    <a:pt x="1986" y="1387"/>
                    <a:pt x="1860" y="1828"/>
                  </a:cubicBezTo>
                  <a:cubicBezTo>
                    <a:pt x="1608" y="2742"/>
                    <a:pt x="1229" y="3435"/>
                    <a:pt x="725" y="4002"/>
                  </a:cubicBezTo>
                  <a:lnTo>
                    <a:pt x="316" y="4411"/>
                  </a:lnTo>
                  <a:cubicBezTo>
                    <a:pt x="127" y="4632"/>
                    <a:pt x="1" y="4884"/>
                    <a:pt x="1" y="5167"/>
                  </a:cubicBezTo>
                  <a:cubicBezTo>
                    <a:pt x="1" y="5451"/>
                    <a:pt x="127" y="5734"/>
                    <a:pt x="316" y="5923"/>
                  </a:cubicBezTo>
                  <a:cubicBezTo>
                    <a:pt x="505" y="6113"/>
                    <a:pt x="788" y="6239"/>
                    <a:pt x="1072" y="6239"/>
                  </a:cubicBezTo>
                  <a:cubicBezTo>
                    <a:pt x="1355" y="6113"/>
                    <a:pt x="1608" y="5986"/>
                    <a:pt x="1765" y="5797"/>
                  </a:cubicBezTo>
                  <a:lnTo>
                    <a:pt x="2206" y="5419"/>
                  </a:lnTo>
                  <a:cubicBezTo>
                    <a:pt x="2710" y="4884"/>
                    <a:pt x="3435" y="4506"/>
                    <a:pt x="4380" y="4254"/>
                  </a:cubicBezTo>
                  <a:cubicBezTo>
                    <a:pt x="4664" y="4191"/>
                    <a:pt x="4916" y="4033"/>
                    <a:pt x="5168" y="3876"/>
                  </a:cubicBezTo>
                  <a:lnTo>
                    <a:pt x="4664" y="3372"/>
                  </a:lnTo>
                  <a:cubicBezTo>
                    <a:pt x="4537" y="3246"/>
                    <a:pt x="4537" y="2994"/>
                    <a:pt x="4664" y="2899"/>
                  </a:cubicBezTo>
                  <a:cubicBezTo>
                    <a:pt x="4711" y="2836"/>
                    <a:pt x="4797" y="2805"/>
                    <a:pt x="4888" y="2805"/>
                  </a:cubicBezTo>
                  <a:cubicBezTo>
                    <a:pt x="4979" y="2805"/>
                    <a:pt x="5073" y="2836"/>
                    <a:pt x="5136" y="2899"/>
                  </a:cubicBezTo>
                  <a:lnTo>
                    <a:pt x="5672" y="3435"/>
                  </a:lnTo>
                  <a:lnTo>
                    <a:pt x="6144" y="2962"/>
                  </a:lnTo>
                  <a:lnTo>
                    <a:pt x="31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83"/>
            <p:cNvSpPr/>
            <p:nvPr/>
          </p:nvSpPr>
          <p:spPr>
            <a:xfrm>
              <a:off x="-27257050" y="3915650"/>
              <a:ext cx="203225" cy="202450"/>
            </a:xfrm>
            <a:custGeom>
              <a:avLst/>
              <a:gdLst/>
              <a:ahLst/>
              <a:cxnLst/>
              <a:rect l="l" t="t" r="r" b="b"/>
              <a:pathLst>
                <a:path w="8129" h="8098" extrusionOk="0">
                  <a:moveTo>
                    <a:pt x="1891" y="2364"/>
                  </a:moveTo>
                  <a:cubicBezTo>
                    <a:pt x="1985" y="2364"/>
                    <a:pt x="2048" y="2395"/>
                    <a:pt x="2143" y="2490"/>
                  </a:cubicBezTo>
                  <a:lnTo>
                    <a:pt x="5545" y="5892"/>
                  </a:lnTo>
                  <a:cubicBezTo>
                    <a:pt x="5671" y="6018"/>
                    <a:pt x="5671" y="6239"/>
                    <a:pt x="5545" y="6365"/>
                  </a:cubicBezTo>
                  <a:cubicBezTo>
                    <a:pt x="5498" y="6428"/>
                    <a:pt x="5411" y="6459"/>
                    <a:pt x="5321" y="6459"/>
                  </a:cubicBezTo>
                  <a:cubicBezTo>
                    <a:pt x="5230" y="6459"/>
                    <a:pt x="5136" y="6428"/>
                    <a:pt x="5073" y="6365"/>
                  </a:cubicBezTo>
                  <a:lnTo>
                    <a:pt x="1670" y="2962"/>
                  </a:lnTo>
                  <a:cubicBezTo>
                    <a:pt x="1544" y="2836"/>
                    <a:pt x="1544" y="2647"/>
                    <a:pt x="1670" y="2490"/>
                  </a:cubicBezTo>
                  <a:cubicBezTo>
                    <a:pt x="1733" y="2395"/>
                    <a:pt x="1828" y="2364"/>
                    <a:pt x="1891" y="2364"/>
                  </a:cubicBezTo>
                  <a:close/>
                  <a:moveTo>
                    <a:pt x="6742" y="1"/>
                  </a:moveTo>
                  <a:cubicBezTo>
                    <a:pt x="6333" y="1"/>
                    <a:pt x="6018" y="158"/>
                    <a:pt x="5766" y="379"/>
                  </a:cubicBezTo>
                  <a:lnTo>
                    <a:pt x="4128" y="2017"/>
                  </a:lnTo>
                  <a:cubicBezTo>
                    <a:pt x="3938" y="2206"/>
                    <a:pt x="3679" y="2301"/>
                    <a:pt x="3415" y="2301"/>
                  </a:cubicBezTo>
                  <a:cubicBezTo>
                    <a:pt x="3151" y="2301"/>
                    <a:pt x="2883" y="2206"/>
                    <a:pt x="2678" y="2017"/>
                  </a:cubicBezTo>
                  <a:cubicBezTo>
                    <a:pt x="2489" y="1812"/>
                    <a:pt x="2229" y="1710"/>
                    <a:pt x="1965" y="1710"/>
                  </a:cubicBezTo>
                  <a:cubicBezTo>
                    <a:pt x="1702" y="1710"/>
                    <a:pt x="1434" y="1812"/>
                    <a:pt x="1229" y="2017"/>
                  </a:cubicBezTo>
                  <a:cubicBezTo>
                    <a:pt x="851" y="2395"/>
                    <a:pt x="851" y="3057"/>
                    <a:pt x="1229" y="3466"/>
                  </a:cubicBezTo>
                  <a:lnTo>
                    <a:pt x="1481" y="3687"/>
                  </a:lnTo>
                  <a:lnTo>
                    <a:pt x="0" y="5167"/>
                  </a:lnTo>
                  <a:lnTo>
                    <a:pt x="2962" y="8097"/>
                  </a:lnTo>
                  <a:lnTo>
                    <a:pt x="3403" y="7625"/>
                  </a:lnTo>
                  <a:lnTo>
                    <a:pt x="2836" y="7089"/>
                  </a:lnTo>
                  <a:cubicBezTo>
                    <a:pt x="2710" y="6963"/>
                    <a:pt x="2710" y="6743"/>
                    <a:pt x="2836" y="6617"/>
                  </a:cubicBezTo>
                  <a:cubicBezTo>
                    <a:pt x="2899" y="6554"/>
                    <a:pt x="2985" y="6522"/>
                    <a:pt x="3072" y="6522"/>
                  </a:cubicBezTo>
                  <a:cubicBezTo>
                    <a:pt x="3159" y="6522"/>
                    <a:pt x="3245" y="6554"/>
                    <a:pt x="3308" y="6617"/>
                  </a:cubicBezTo>
                  <a:lnTo>
                    <a:pt x="3875" y="7152"/>
                  </a:lnTo>
                  <a:lnTo>
                    <a:pt x="4380" y="6648"/>
                  </a:lnTo>
                  <a:lnTo>
                    <a:pt x="4600" y="6900"/>
                  </a:lnTo>
                  <a:cubicBezTo>
                    <a:pt x="4821" y="7089"/>
                    <a:pt x="5073" y="7215"/>
                    <a:pt x="5356" y="7215"/>
                  </a:cubicBezTo>
                  <a:cubicBezTo>
                    <a:pt x="5640" y="7215"/>
                    <a:pt x="5923" y="7089"/>
                    <a:pt x="6112" y="6900"/>
                  </a:cubicBezTo>
                  <a:cubicBezTo>
                    <a:pt x="6490" y="6491"/>
                    <a:pt x="6490" y="5829"/>
                    <a:pt x="6112" y="5420"/>
                  </a:cubicBezTo>
                  <a:cubicBezTo>
                    <a:pt x="5703" y="5041"/>
                    <a:pt x="5703" y="4380"/>
                    <a:pt x="6112" y="3970"/>
                  </a:cubicBezTo>
                  <a:lnTo>
                    <a:pt x="7719" y="2364"/>
                  </a:lnTo>
                  <a:cubicBezTo>
                    <a:pt x="8003" y="2080"/>
                    <a:pt x="8129" y="1733"/>
                    <a:pt x="8129" y="1387"/>
                  </a:cubicBezTo>
                  <a:cubicBezTo>
                    <a:pt x="8129" y="1009"/>
                    <a:pt x="7971" y="662"/>
                    <a:pt x="7719" y="379"/>
                  </a:cubicBezTo>
                  <a:cubicBezTo>
                    <a:pt x="7436" y="127"/>
                    <a:pt x="7120" y="1"/>
                    <a:pt x="6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54" name="Google Shape;5354;p83"/>
          <p:cNvGrpSpPr/>
          <p:nvPr/>
        </p:nvGrpSpPr>
        <p:grpSpPr>
          <a:xfrm>
            <a:off x="4860084" y="2693579"/>
            <a:ext cx="319060" cy="353042"/>
            <a:chOff x="-25445525" y="3175900"/>
            <a:chExt cx="267825" cy="296350"/>
          </a:xfrm>
        </p:grpSpPr>
        <p:sp>
          <p:nvSpPr>
            <p:cNvPr id="5355" name="Google Shape;5355;p83"/>
            <p:cNvSpPr/>
            <p:nvPr/>
          </p:nvSpPr>
          <p:spPr>
            <a:xfrm>
              <a:off x="-25445525" y="3367475"/>
              <a:ext cx="123675" cy="104775"/>
            </a:xfrm>
            <a:custGeom>
              <a:avLst/>
              <a:gdLst/>
              <a:ahLst/>
              <a:cxnLst/>
              <a:rect l="l" t="t" r="r" b="b"/>
              <a:pathLst>
                <a:path w="4947" h="4191" extrusionOk="0">
                  <a:moveTo>
                    <a:pt x="3088" y="0"/>
                  </a:moveTo>
                  <a:cubicBezTo>
                    <a:pt x="2364" y="883"/>
                    <a:pt x="1387" y="2080"/>
                    <a:pt x="127" y="3655"/>
                  </a:cubicBezTo>
                  <a:cubicBezTo>
                    <a:pt x="1" y="3718"/>
                    <a:pt x="1" y="3875"/>
                    <a:pt x="32" y="4001"/>
                  </a:cubicBezTo>
                  <a:cubicBezTo>
                    <a:pt x="95" y="4127"/>
                    <a:pt x="253" y="4191"/>
                    <a:pt x="379" y="4191"/>
                  </a:cubicBezTo>
                  <a:lnTo>
                    <a:pt x="3246" y="4191"/>
                  </a:lnTo>
                  <a:cubicBezTo>
                    <a:pt x="3372" y="4191"/>
                    <a:pt x="3435" y="4159"/>
                    <a:pt x="3529" y="4096"/>
                  </a:cubicBezTo>
                  <a:lnTo>
                    <a:pt x="4947" y="2363"/>
                  </a:lnTo>
                  <a:lnTo>
                    <a:pt x="3466" y="536"/>
                  </a:lnTo>
                  <a:lnTo>
                    <a:pt x="3120" y="63"/>
                  </a:lnTo>
                  <a:cubicBezTo>
                    <a:pt x="3120" y="32"/>
                    <a:pt x="3088" y="32"/>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83"/>
            <p:cNvSpPr/>
            <p:nvPr/>
          </p:nvSpPr>
          <p:spPr>
            <a:xfrm>
              <a:off x="-25398250" y="3175900"/>
              <a:ext cx="220550" cy="296350"/>
            </a:xfrm>
            <a:custGeom>
              <a:avLst/>
              <a:gdLst/>
              <a:ahLst/>
              <a:cxnLst/>
              <a:rect l="l" t="t" r="r" b="b"/>
              <a:pathLst>
                <a:path w="8822" h="11854" extrusionOk="0">
                  <a:moveTo>
                    <a:pt x="3491" y="1"/>
                  </a:moveTo>
                  <a:cubicBezTo>
                    <a:pt x="3420" y="1"/>
                    <a:pt x="3348" y="3"/>
                    <a:pt x="3277" y="8"/>
                  </a:cubicBezTo>
                  <a:cubicBezTo>
                    <a:pt x="1481" y="134"/>
                    <a:pt x="0" y="1709"/>
                    <a:pt x="0" y="3568"/>
                  </a:cubicBezTo>
                  <a:cubicBezTo>
                    <a:pt x="0" y="4733"/>
                    <a:pt x="945" y="6246"/>
                    <a:pt x="1764" y="7285"/>
                  </a:cubicBezTo>
                  <a:lnTo>
                    <a:pt x="2142" y="7758"/>
                  </a:lnTo>
                  <a:lnTo>
                    <a:pt x="5324" y="11759"/>
                  </a:lnTo>
                  <a:cubicBezTo>
                    <a:pt x="5387" y="11822"/>
                    <a:pt x="5482" y="11854"/>
                    <a:pt x="5608" y="11854"/>
                  </a:cubicBezTo>
                  <a:lnTo>
                    <a:pt x="8475" y="11854"/>
                  </a:lnTo>
                  <a:cubicBezTo>
                    <a:pt x="8601" y="11854"/>
                    <a:pt x="8695" y="11790"/>
                    <a:pt x="8790" y="11664"/>
                  </a:cubicBezTo>
                  <a:cubicBezTo>
                    <a:pt x="8821" y="11538"/>
                    <a:pt x="8821" y="11381"/>
                    <a:pt x="8758" y="11318"/>
                  </a:cubicBezTo>
                  <a:cubicBezTo>
                    <a:pt x="7939" y="10278"/>
                    <a:pt x="7183" y="9302"/>
                    <a:pt x="6459" y="8482"/>
                  </a:cubicBezTo>
                  <a:cubicBezTo>
                    <a:pt x="6144" y="8073"/>
                    <a:pt x="5828" y="7695"/>
                    <a:pt x="5513" y="7348"/>
                  </a:cubicBezTo>
                  <a:cubicBezTo>
                    <a:pt x="5387" y="7191"/>
                    <a:pt x="5293" y="7065"/>
                    <a:pt x="5167" y="6907"/>
                  </a:cubicBezTo>
                  <a:cubicBezTo>
                    <a:pt x="4600" y="6246"/>
                    <a:pt x="4127" y="5647"/>
                    <a:pt x="3749" y="5080"/>
                  </a:cubicBezTo>
                  <a:cubicBezTo>
                    <a:pt x="3088" y="4198"/>
                    <a:pt x="2646" y="3568"/>
                    <a:pt x="2363" y="3032"/>
                  </a:cubicBezTo>
                  <a:cubicBezTo>
                    <a:pt x="2174" y="2686"/>
                    <a:pt x="2079" y="2371"/>
                    <a:pt x="2079" y="2182"/>
                  </a:cubicBezTo>
                  <a:cubicBezTo>
                    <a:pt x="2079" y="1425"/>
                    <a:pt x="2678" y="764"/>
                    <a:pt x="3466" y="764"/>
                  </a:cubicBezTo>
                  <a:cubicBezTo>
                    <a:pt x="4253" y="764"/>
                    <a:pt x="4852" y="1425"/>
                    <a:pt x="4852" y="2182"/>
                  </a:cubicBezTo>
                  <a:cubicBezTo>
                    <a:pt x="4852" y="2308"/>
                    <a:pt x="4820" y="2528"/>
                    <a:pt x="4568" y="3001"/>
                  </a:cubicBezTo>
                  <a:cubicBezTo>
                    <a:pt x="4379" y="3347"/>
                    <a:pt x="4159" y="3757"/>
                    <a:pt x="3907" y="4103"/>
                  </a:cubicBezTo>
                  <a:cubicBezTo>
                    <a:pt x="4064" y="4292"/>
                    <a:pt x="4190" y="4513"/>
                    <a:pt x="4316" y="4670"/>
                  </a:cubicBezTo>
                  <a:cubicBezTo>
                    <a:pt x="4694" y="5206"/>
                    <a:pt x="5167" y="5805"/>
                    <a:pt x="5734" y="6435"/>
                  </a:cubicBezTo>
                  <a:lnTo>
                    <a:pt x="5765" y="6466"/>
                  </a:lnTo>
                  <a:cubicBezTo>
                    <a:pt x="6396" y="5521"/>
                    <a:pt x="6931" y="4418"/>
                    <a:pt x="6931" y="3505"/>
                  </a:cubicBezTo>
                  <a:cubicBezTo>
                    <a:pt x="6931" y="1621"/>
                    <a:pt x="5408" y="1"/>
                    <a:pt x="3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83"/>
            <p:cNvSpPr/>
            <p:nvPr/>
          </p:nvSpPr>
          <p:spPr>
            <a:xfrm>
              <a:off x="-25328950" y="3211525"/>
              <a:ext cx="35475" cy="36250"/>
            </a:xfrm>
            <a:custGeom>
              <a:avLst/>
              <a:gdLst/>
              <a:ahLst/>
              <a:cxnLst/>
              <a:rect l="l" t="t" r="r" b="b"/>
              <a:pathLst>
                <a:path w="1419" h="1450" extrusionOk="0">
                  <a:moveTo>
                    <a:pt x="694" y="0"/>
                  </a:moveTo>
                  <a:cubicBezTo>
                    <a:pt x="316" y="0"/>
                    <a:pt x="0" y="347"/>
                    <a:pt x="0" y="757"/>
                  </a:cubicBezTo>
                  <a:cubicBezTo>
                    <a:pt x="0" y="757"/>
                    <a:pt x="0" y="914"/>
                    <a:pt x="190" y="1292"/>
                  </a:cubicBezTo>
                  <a:cubicBezTo>
                    <a:pt x="221" y="1355"/>
                    <a:pt x="221" y="1418"/>
                    <a:pt x="253" y="1450"/>
                  </a:cubicBezTo>
                  <a:cubicBezTo>
                    <a:pt x="379" y="1418"/>
                    <a:pt x="536" y="1387"/>
                    <a:pt x="662" y="1387"/>
                  </a:cubicBezTo>
                  <a:cubicBezTo>
                    <a:pt x="788" y="1387"/>
                    <a:pt x="946" y="1418"/>
                    <a:pt x="1040" y="1450"/>
                  </a:cubicBezTo>
                  <a:cubicBezTo>
                    <a:pt x="1103" y="1418"/>
                    <a:pt x="1135" y="1355"/>
                    <a:pt x="1135" y="1292"/>
                  </a:cubicBezTo>
                  <a:cubicBezTo>
                    <a:pt x="1324" y="914"/>
                    <a:pt x="1324" y="757"/>
                    <a:pt x="1324" y="757"/>
                  </a:cubicBezTo>
                  <a:cubicBezTo>
                    <a:pt x="1418" y="347"/>
                    <a:pt x="1103"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58" name="Google Shape;5358;p83"/>
          <p:cNvGrpSpPr/>
          <p:nvPr/>
        </p:nvGrpSpPr>
        <p:grpSpPr>
          <a:xfrm>
            <a:off x="4841797" y="3183902"/>
            <a:ext cx="355633" cy="330288"/>
            <a:chOff x="-25465200" y="3565175"/>
            <a:chExt cx="298525" cy="277250"/>
          </a:xfrm>
        </p:grpSpPr>
        <p:sp>
          <p:nvSpPr>
            <p:cNvPr id="5359" name="Google Shape;5359;p83"/>
            <p:cNvSpPr/>
            <p:nvPr/>
          </p:nvSpPr>
          <p:spPr>
            <a:xfrm>
              <a:off x="-25413225" y="3565175"/>
              <a:ext cx="172500" cy="103975"/>
            </a:xfrm>
            <a:custGeom>
              <a:avLst/>
              <a:gdLst/>
              <a:ahLst/>
              <a:cxnLst/>
              <a:rect l="l" t="t" r="r" b="b"/>
              <a:pathLst>
                <a:path w="6900" h="4159" extrusionOk="0">
                  <a:moveTo>
                    <a:pt x="4884" y="1166"/>
                  </a:moveTo>
                  <a:lnTo>
                    <a:pt x="5797" y="2079"/>
                  </a:lnTo>
                  <a:lnTo>
                    <a:pt x="4884" y="2079"/>
                  </a:lnTo>
                  <a:lnTo>
                    <a:pt x="4884" y="1166"/>
                  </a:lnTo>
                  <a:close/>
                  <a:moveTo>
                    <a:pt x="379" y="0"/>
                  </a:moveTo>
                  <a:cubicBezTo>
                    <a:pt x="158" y="0"/>
                    <a:pt x="0" y="158"/>
                    <a:pt x="0" y="347"/>
                  </a:cubicBezTo>
                  <a:lnTo>
                    <a:pt x="0" y="3151"/>
                  </a:lnTo>
                  <a:cubicBezTo>
                    <a:pt x="284" y="2899"/>
                    <a:pt x="631" y="2804"/>
                    <a:pt x="1040" y="2804"/>
                  </a:cubicBezTo>
                  <a:lnTo>
                    <a:pt x="4065" y="2804"/>
                  </a:lnTo>
                  <a:cubicBezTo>
                    <a:pt x="4726" y="2804"/>
                    <a:pt x="5325" y="3151"/>
                    <a:pt x="5608" y="3718"/>
                  </a:cubicBezTo>
                  <a:lnTo>
                    <a:pt x="5797" y="4159"/>
                  </a:lnTo>
                  <a:lnTo>
                    <a:pt x="6900" y="4159"/>
                  </a:lnTo>
                  <a:lnTo>
                    <a:pt x="6900" y="2426"/>
                  </a:lnTo>
                  <a:cubicBezTo>
                    <a:pt x="6900" y="2394"/>
                    <a:pt x="6869" y="2237"/>
                    <a:pt x="6774" y="2205"/>
                  </a:cubicBezTo>
                  <a:lnTo>
                    <a:pt x="4695" y="126"/>
                  </a:lnTo>
                  <a:cubicBezTo>
                    <a:pt x="4726" y="32"/>
                    <a:pt x="4632"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83"/>
            <p:cNvSpPr/>
            <p:nvPr/>
          </p:nvSpPr>
          <p:spPr>
            <a:xfrm>
              <a:off x="-25465200" y="3650225"/>
              <a:ext cx="298525" cy="192200"/>
            </a:xfrm>
            <a:custGeom>
              <a:avLst/>
              <a:gdLst/>
              <a:ahLst/>
              <a:cxnLst/>
              <a:rect l="l" t="t" r="r" b="b"/>
              <a:pathLst>
                <a:path w="11941" h="7688" extrusionOk="0">
                  <a:moveTo>
                    <a:pt x="10838" y="3529"/>
                  </a:moveTo>
                  <a:cubicBezTo>
                    <a:pt x="10964" y="3529"/>
                    <a:pt x="11027" y="3561"/>
                    <a:pt x="11121" y="3655"/>
                  </a:cubicBezTo>
                  <a:cubicBezTo>
                    <a:pt x="11184" y="3718"/>
                    <a:pt x="11184" y="3813"/>
                    <a:pt x="11184" y="3907"/>
                  </a:cubicBezTo>
                  <a:lnTo>
                    <a:pt x="10901" y="5703"/>
                  </a:lnTo>
                  <a:lnTo>
                    <a:pt x="10365" y="3529"/>
                  </a:lnTo>
                  <a:close/>
                  <a:moveTo>
                    <a:pt x="5227" y="2768"/>
                  </a:moveTo>
                  <a:cubicBezTo>
                    <a:pt x="5400" y="2768"/>
                    <a:pt x="5580" y="2884"/>
                    <a:pt x="5608" y="3025"/>
                  </a:cubicBezTo>
                  <a:lnTo>
                    <a:pt x="5892" y="4159"/>
                  </a:lnTo>
                  <a:lnTo>
                    <a:pt x="7341" y="4159"/>
                  </a:lnTo>
                  <a:cubicBezTo>
                    <a:pt x="7530" y="4159"/>
                    <a:pt x="7687" y="4317"/>
                    <a:pt x="7687" y="4506"/>
                  </a:cubicBezTo>
                  <a:cubicBezTo>
                    <a:pt x="7687" y="4758"/>
                    <a:pt x="7530" y="4915"/>
                    <a:pt x="7341" y="4915"/>
                  </a:cubicBezTo>
                  <a:lnTo>
                    <a:pt x="6018" y="4915"/>
                  </a:lnTo>
                  <a:lnTo>
                    <a:pt x="6270" y="5829"/>
                  </a:lnTo>
                  <a:cubicBezTo>
                    <a:pt x="6301" y="6050"/>
                    <a:pt x="6175" y="6207"/>
                    <a:pt x="6018" y="6270"/>
                  </a:cubicBezTo>
                  <a:lnTo>
                    <a:pt x="5955" y="6270"/>
                  </a:lnTo>
                  <a:cubicBezTo>
                    <a:pt x="5797" y="6270"/>
                    <a:pt x="5640" y="6176"/>
                    <a:pt x="5608" y="6018"/>
                  </a:cubicBezTo>
                  <a:lnTo>
                    <a:pt x="5324" y="4852"/>
                  </a:lnTo>
                  <a:lnTo>
                    <a:pt x="3875" y="4852"/>
                  </a:lnTo>
                  <a:cubicBezTo>
                    <a:pt x="3686" y="4852"/>
                    <a:pt x="3529" y="4695"/>
                    <a:pt x="3529" y="4506"/>
                  </a:cubicBezTo>
                  <a:cubicBezTo>
                    <a:pt x="3529" y="4317"/>
                    <a:pt x="3686" y="4159"/>
                    <a:pt x="3875" y="4159"/>
                  </a:cubicBezTo>
                  <a:lnTo>
                    <a:pt x="5167" y="4159"/>
                  </a:lnTo>
                  <a:lnTo>
                    <a:pt x="4946" y="3214"/>
                  </a:lnTo>
                  <a:cubicBezTo>
                    <a:pt x="4883" y="3025"/>
                    <a:pt x="5009" y="2868"/>
                    <a:pt x="5167" y="2773"/>
                  </a:cubicBezTo>
                  <a:cubicBezTo>
                    <a:pt x="5187" y="2770"/>
                    <a:pt x="5207" y="2768"/>
                    <a:pt x="5227" y="2768"/>
                  </a:cubicBezTo>
                  <a:close/>
                  <a:moveTo>
                    <a:pt x="3151" y="1"/>
                  </a:moveTo>
                  <a:cubicBezTo>
                    <a:pt x="2584" y="1"/>
                    <a:pt x="2142" y="473"/>
                    <a:pt x="2142" y="1040"/>
                  </a:cubicBezTo>
                  <a:lnTo>
                    <a:pt x="2142" y="1387"/>
                  </a:lnTo>
                  <a:lnTo>
                    <a:pt x="1103" y="1387"/>
                  </a:lnTo>
                  <a:cubicBezTo>
                    <a:pt x="788" y="1387"/>
                    <a:pt x="473" y="1544"/>
                    <a:pt x="284" y="1796"/>
                  </a:cubicBezTo>
                  <a:cubicBezTo>
                    <a:pt x="95" y="2017"/>
                    <a:pt x="0" y="2332"/>
                    <a:pt x="95" y="2679"/>
                  </a:cubicBezTo>
                  <a:lnTo>
                    <a:pt x="1166" y="6869"/>
                  </a:lnTo>
                  <a:cubicBezTo>
                    <a:pt x="1260" y="7341"/>
                    <a:pt x="1701" y="7656"/>
                    <a:pt x="2174" y="7656"/>
                  </a:cubicBezTo>
                  <a:lnTo>
                    <a:pt x="10995" y="7688"/>
                  </a:lnTo>
                  <a:cubicBezTo>
                    <a:pt x="11153" y="7688"/>
                    <a:pt x="11310" y="7593"/>
                    <a:pt x="11342" y="7436"/>
                  </a:cubicBezTo>
                  <a:lnTo>
                    <a:pt x="11909" y="4033"/>
                  </a:lnTo>
                  <a:cubicBezTo>
                    <a:pt x="11941" y="3718"/>
                    <a:pt x="11846" y="3435"/>
                    <a:pt x="11657" y="3214"/>
                  </a:cubicBezTo>
                  <a:cubicBezTo>
                    <a:pt x="11468" y="2962"/>
                    <a:pt x="11184" y="2868"/>
                    <a:pt x="10869" y="2868"/>
                  </a:cubicBezTo>
                  <a:lnTo>
                    <a:pt x="10208" y="2868"/>
                  </a:lnTo>
                  <a:lnTo>
                    <a:pt x="10050" y="2269"/>
                  </a:lnTo>
                  <a:cubicBezTo>
                    <a:pt x="9924" y="1796"/>
                    <a:pt x="9546" y="1450"/>
                    <a:pt x="9042" y="1450"/>
                  </a:cubicBezTo>
                  <a:lnTo>
                    <a:pt x="7530" y="1450"/>
                  </a:lnTo>
                  <a:lnTo>
                    <a:pt x="7120" y="599"/>
                  </a:lnTo>
                  <a:cubicBezTo>
                    <a:pt x="6963" y="253"/>
                    <a:pt x="6585" y="1"/>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61" name="Google Shape;5361;p83"/>
          <p:cNvGrpSpPr/>
          <p:nvPr/>
        </p:nvGrpSpPr>
        <p:grpSpPr>
          <a:xfrm>
            <a:off x="4841336" y="3623432"/>
            <a:ext cx="356556" cy="351285"/>
            <a:chOff x="-25465200" y="3916150"/>
            <a:chExt cx="299300" cy="294875"/>
          </a:xfrm>
        </p:grpSpPr>
        <p:sp>
          <p:nvSpPr>
            <p:cNvPr id="5362" name="Google Shape;5362;p83"/>
            <p:cNvSpPr/>
            <p:nvPr/>
          </p:nvSpPr>
          <p:spPr>
            <a:xfrm>
              <a:off x="-25316350" y="3916150"/>
              <a:ext cx="150450" cy="149175"/>
            </a:xfrm>
            <a:custGeom>
              <a:avLst/>
              <a:gdLst/>
              <a:ahLst/>
              <a:cxnLst/>
              <a:rect l="l" t="t" r="r" b="b"/>
              <a:pathLst>
                <a:path w="6018" h="5967" extrusionOk="0">
                  <a:moveTo>
                    <a:pt x="3836" y="0"/>
                  </a:moveTo>
                  <a:cubicBezTo>
                    <a:pt x="3278" y="0"/>
                    <a:pt x="2726" y="214"/>
                    <a:pt x="2332" y="642"/>
                  </a:cubicBezTo>
                  <a:lnTo>
                    <a:pt x="1891" y="1083"/>
                  </a:lnTo>
                  <a:lnTo>
                    <a:pt x="2458" y="1619"/>
                  </a:lnTo>
                  <a:cubicBezTo>
                    <a:pt x="2552" y="1745"/>
                    <a:pt x="2552" y="1966"/>
                    <a:pt x="2458" y="2092"/>
                  </a:cubicBezTo>
                  <a:cubicBezTo>
                    <a:pt x="2363" y="2186"/>
                    <a:pt x="2300" y="2218"/>
                    <a:pt x="2206" y="2218"/>
                  </a:cubicBezTo>
                  <a:cubicBezTo>
                    <a:pt x="2143" y="2218"/>
                    <a:pt x="2017" y="2186"/>
                    <a:pt x="1985" y="2092"/>
                  </a:cubicBezTo>
                  <a:lnTo>
                    <a:pt x="1418" y="1556"/>
                  </a:lnTo>
                  <a:lnTo>
                    <a:pt x="946" y="2029"/>
                  </a:lnTo>
                  <a:lnTo>
                    <a:pt x="1513" y="2564"/>
                  </a:lnTo>
                  <a:cubicBezTo>
                    <a:pt x="1607" y="2690"/>
                    <a:pt x="1607" y="2911"/>
                    <a:pt x="1513" y="3037"/>
                  </a:cubicBezTo>
                  <a:cubicBezTo>
                    <a:pt x="1418" y="3131"/>
                    <a:pt x="1355" y="3163"/>
                    <a:pt x="1261" y="3163"/>
                  </a:cubicBezTo>
                  <a:cubicBezTo>
                    <a:pt x="1198" y="3163"/>
                    <a:pt x="1072" y="3131"/>
                    <a:pt x="1040" y="3037"/>
                  </a:cubicBezTo>
                  <a:lnTo>
                    <a:pt x="473" y="2501"/>
                  </a:lnTo>
                  <a:lnTo>
                    <a:pt x="1" y="3005"/>
                  </a:lnTo>
                  <a:lnTo>
                    <a:pt x="2962" y="5967"/>
                  </a:lnTo>
                  <a:lnTo>
                    <a:pt x="5388" y="3478"/>
                  </a:lnTo>
                  <a:cubicBezTo>
                    <a:pt x="5829" y="3037"/>
                    <a:pt x="6018" y="2501"/>
                    <a:pt x="5987" y="1903"/>
                  </a:cubicBezTo>
                  <a:cubicBezTo>
                    <a:pt x="5892" y="1398"/>
                    <a:pt x="5640" y="831"/>
                    <a:pt x="5167" y="453"/>
                  </a:cubicBezTo>
                  <a:cubicBezTo>
                    <a:pt x="4779" y="151"/>
                    <a:pt x="4305" y="0"/>
                    <a:pt x="3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83"/>
            <p:cNvSpPr/>
            <p:nvPr/>
          </p:nvSpPr>
          <p:spPr>
            <a:xfrm>
              <a:off x="-25465200" y="4003875"/>
              <a:ext cx="208725" cy="207150"/>
            </a:xfrm>
            <a:custGeom>
              <a:avLst/>
              <a:gdLst/>
              <a:ahLst/>
              <a:cxnLst/>
              <a:rect l="l" t="t" r="r" b="b"/>
              <a:pathLst>
                <a:path w="8349" h="8286" extrusionOk="0">
                  <a:moveTo>
                    <a:pt x="5419" y="0"/>
                  </a:moveTo>
                  <a:lnTo>
                    <a:pt x="4883" y="567"/>
                  </a:lnTo>
                  <a:lnTo>
                    <a:pt x="5450" y="1103"/>
                  </a:lnTo>
                  <a:cubicBezTo>
                    <a:pt x="5545" y="1229"/>
                    <a:pt x="5545" y="1449"/>
                    <a:pt x="5450" y="1575"/>
                  </a:cubicBezTo>
                  <a:cubicBezTo>
                    <a:pt x="5356" y="1670"/>
                    <a:pt x="5293" y="1702"/>
                    <a:pt x="5198" y="1702"/>
                  </a:cubicBezTo>
                  <a:cubicBezTo>
                    <a:pt x="5135" y="1702"/>
                    <a:pt x="5009" y="1670"/>
                    <a:pt x="4978" y="1575"/>
                  </a:cubicBezTo>
                  <a:lnTo>
                    <a:pt x="4411" y="1040"/>
                  </a:lnTo>
                  <a:lnTo>
                    <a:pt x="3938" y="1512"/>
                  </a:lnTo>
                  <a:lnTo>
                    <a:pt x="4505" y="2048"/>
                  </a:lnTo>
                  <a:cubicBezTo>
                    <a:pt x="4631" y="2174"/>
                    <a:pt x="4631" y="2395"/>
                    <a:pt x="4505" y="2521"/>
                  </a:cubicBezTo>
                  <a:cubicBezTo>
                    <a:pt x="4411" y="2615"/>
                    <a:pt x="4348" y="2647"/>
                    <a:pt x="4253" y="2647"/>
                  </a:cubicBezTo>
                  <a:cubicBezTo>
                    <a:pt x="4190" y="2647"/>
                    <a:pt x="4064" y="2615"/>
                    <a:pt x="4033" y="2521"/>
                  </a:cubicBezTo>
                  <a:lnTo>
                    <a:pt x="3466" y="1985"/>
                  </a:lnTo>
                  <a:lnTo>
                    <a:pt x="3214" y="2237"/>
                  </a:lnTo>
                  <a:cubicBezTo>
                    <a:pt x="2773" y="2678"/>
                    <a:pt x="2458" y="3277"/>
                    <a:pt x="2363" y="3907"/>
                  </a:cubicBezTo>
                  <a:cubicBezTo>
                    <a:pt x="2300" y="4379"/>
                    <a:pt x="2111" y="4852"/>
                    <a:pt x="1733" y="5167"/>
                  </a:cubicBezTo>
                  <a:lnTo>
                    <a:pt x="410" y="6490"/>
                  </a:lnTo>
                  <a:cubicBezTo>
                    <a:pt x="0" y="6900"/>
                    <a:pt x="0" y="7561"/>
                    <a:pt x="410" y="7971"/>
                  </a:cubicBezTo>
                  <a:cubicBezTo>
                    <a:pt x="599" y="8160"/>
                    <a:pt x="882" y="8286"/>
                    <a:pt x="1166" y="8286"/>
                  </a:cubicBezTo>
                  <a:cubicBezTo>
                    <a:pt x="1418" y="8286"/>
                    <a:pt x="1701" y="8160"/>
                    <a:pt x="1890" y="7971"/>
                  </a:cubicBezTo>
                  <a:lnTo>
                    <a:pt x="3245" y="6616"/>
                  </a:lnTo>
                  <a:cubicBezTo>
                    <a:pt x="3592" y="6270"/>
                    <a:pt x="4033" y="6081"/>
                    <a:pt x="4505" y="5986"/>
                  </a:cubicBezTo>
                  <a:cubicBezTo>
                    <a:pt x="5135" y="5923"/>
                    <a:pt x="5734" y="5608"/>
                    <a:pt x="6144" y="5167"/>
                  </a:cubicBezTo>
                  <a:lnTo>
                    <a:pt x="8349" y="2962"/>
                  </a:lnTo>
                  <a:lnTo>
                    <a:pt x="5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64" name="Google Shape;5364;p83"/>
          <p:cNvGrpSpPr/>
          <p:nvPr/>
        </p:nvGrpSpPr>
        <p:grpSpPr>
          <a:xfrm>
            <a:off x="7068775" y="2693698"/>
            <a:ext cx="351880" cy="352803"/>
            <a:chOff x="-23615075" y="3148525"/>
            <a:chExt cx="295375" cy="296150"/>
          </a:xfrm>
        </p:grpSpPr>
        <p:sp>
          <p:nvSpPr>
            <p:cNvPr id="5365" name="Google Shape;5365;p83"/>
            <p:cNvSpPr/>
            <p:nvPr/>
          </p:nvSpPr>
          <p:spPr>
            <a:xfrm>
              <a:off x="-23493775" y="3183950"/>
              <a:ext cx="52775" cy="53600"/>
            </a:xfrm>
            <a:custGeom>
              <a:avLst/>
              <a:gdLst/>
              <a:ahLst/>
              <a:cxnLst/>
              <a:rect l="l" t="t" r="r" b="b"/>
              <a:pathLst>
                <a:path w="2111" h="2144" extrusionOk="0">
                  <a:moveTo>
                    <a:pt x="1040" y="1"/>
                  </a:moveTo>
                  <a:cubicBezTo>
                    <a:pt x="851" y="1"/>
                    <a:pt x="693" y="158"/>
                    <a:pt x="693" y="347"/>
                  </a:cubicBezTo>
                  <a:lnTo>
                    <a:pt x="693" y="725"/>
                  </a:lnTo>
                  <a:lnTo>
                    <a:pt x="347" y="725"/>
                  </a:lnTo>
                  <a:cubicBezTo>
                    <a:pt x="158" y="725"/>
                    <a:pt x="0" y="883"/>
                    <a:pt x="0" y="1072"/>
                  </a:cubicBezTo>
                  <a:cubicBezTo>
                    <a:pt x="0" y="1261"/>
                    <a:pt x="158" y="1418"/>
                    <a:pt x="347" y="1418"/>
                  </a:cubicBezTo>
                  <a:lnTo>
                    <a:pt x="693" y="1418"/>
                  </a:lnTo>
                  <a:lnTo>
                    <a:pt x="693" y="1765"/>
                  </a:lnTo>
                  <a:cubicBezTo>
                    <a:pt x="693" y="1986"/>
                    <a:pt x="851" y="2143"/>
                    <a:pt x="1040" y="2143"/>
                  </a:cubicBezTo>
                  <a:cubicBezTo>
                    <a:pt x="1260" y="2143"/>
                    <a:pt x="1418" y="1986"/>
                    <a:pt x="1418" y="1765"/>
                  </a:cubicBezTo>
                  <a:lnTo>
                    <a:pt x="1418" y="1418"/>
                  </a:lnTo>
                  <a:lnTo>
                    <a:pt x="1764" y="1418"/>
                  </a:lnTo>
                  <a:cubicBezTo>
                    <a:pt x="1953" y="1418"/>
                    <a:pt x="2111" y="1261"/>
                    <a:pt x="2111" y="1072"/>
                  </a:cubicBezTo>
                  <a:cubicBezTo>
                    <a:pt x="2111" y="883"/>
                    <a:pt x="1953" y="725"/>
                    <a:pt x="1764" y="725"/>
                  </a:cubicBezTo>
                  <a:lnTo>
                    <a:pt x="1418" y="725"/>
                  </a:lnTo>
                  <a:lnTo>
                    <a:pt x="1418" y="347"/>
                  </a:lnTo>
                  <a:cubicBezTo>
                    <a:pt x="1418" y="158"/>
                    <a:pt x="1260"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83"/>
            <p:cNvSpPr/>
            <p:nvPr/>
          </p:nvSpPr>
          <p:spPr>
            <a:xfrm>
              <a:off x="-23615075" y="3268225"/>
              <a:ext cx="34675" cy="173300"/>
            </a:xfrm>
            <a:custGeom>
              <a:avLst/>
              <a:gdLst/>
              <a:ahLst/>
              <a:cxnLst/>
              <a:rect l="l" t="t" r="r" b="b"/>
              <a:pathLst>
                <a:path w="1387" h="6932" extrusionOk="0">
                  <a:moveTo>
                    <a:pt x="1008" y="1"/>
                  </a:moveTo>
                  <a:cubicBezTo>
                    <a:pt x="441" y="1"/>
                    <a:pt x="0" y="473"/>
                    <a:pt x="0" y="1040"/>
                  </a:cubicBezTo>
                  <a:lnTo>
                    <a:pt x="0" y="6585"/>
                  </a:lnTo>
                  <a:cubicBezTo>
                    <a:pt x="0" y="6774"/>
                    <a:pt x="158" y="6932"/>
                    <a:pt x="347" y="6932"/>
                  </a:cubicBezTo>
                  <a:lnTo>
                    <a:pt x="1386" y="6932"/>
                  </a:lnTo>
                  <a:lnTo>
                    <a:pt x="1386" y="4285"/>
                  </a:lnTo>
                  <a:lnTo>
                    <a:pt x="662" y="4285"/>
                  </a:lnTo>
                  <a:lnTo>
                    <a:pt x="662" y="3561"/>
                  </a:lnTo>
                  <a:lnTo>
                    <a:pt x="1386" y="3561"/>
                  </a:lnTo>
                  <a:lnTo>
                    <a:pt x="1386" y="2868"/>
                  </a:lnTo>
                  <a:lnTo>
                    <a:pt x="662" y="2868"/>
                  </a:lnTo>
                  <a:lnTo>
                    <a:pt x="662" y="2143"/>
                  </a:lnTo>
                  <a:lnTo>
                    <a:pt x="1386" y="2143"/>
                  </a:lnTo>
                  <a:lnTo>
                    <a:pt x="1386" y="1418"/>
                  </a:lnTo>
                  <a:lnTo>
                    <a:pt x="662" y="1418"/>
                  </a:lnTo>
                  <a:lnTo>
                    <a:pt x="662" y="1072"/>
                  </a:lnTo>
                  <a:cubicBezTo>
                    <a:pt x="662" y="883"/>
                    <a:pt x="819" y="725"/>
                    <a:pt x="1008" y="725"/>
                  </a:cubicBezTo>
                  <a:lnTo>
                    <a:pt x="1386" y="725"/>
                  </a:lnTo>
                  <a:lnTo>
                    <a:pt x="13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83"/>
            <p:cNvSpPr/>
            <p:nvPr/>
          </p:nvSpPr>
          <p:spPr>
            <a:xfrm>
              <a:off x="-23354375" y="3270600"/>
              <a:ext cx="34675" cy="173300"/>
            </a:xfrm>
            <a:custGeom>
              <a:avLst/>
              <a:gdLst/>
              <a:ahLst/>
              <a:cxnLst/>
              <a:rect l="l" t="t" r="r" b="b"/>
              <a:pathLst>
                <a:path w="1387" h="6932" extrusionOk="0">
                  <a:moveTo>
                    <a:pt x="0" y="0"/>
                  </a:moveTo>
                  <a:lnTo>
                    <a:pt x="0" y="725"/>
                  </a:lnTo>
                  <a:lnTo>
                    <a:pt x="347" y="725"/>
                  </a:lnTo>
                  <a:cubicBezTo>
                    <a:pt x="568" y="725"/>
                    <a:pt x="725" y="882"/>
                    <a:pt x="725" y="1071"/>
                  </a:cubicBezTo>
                  <a:lnTo>
                    <a:pt x="725" y="1418"/>
                  </a:lnTo>
                  <a:lnTo>
                    <a:pt x="0" y="1418"/>
                  </a:lnTo>
                  <a:lnTo>
                    <a:pt x="0" y="2143"/>
                  </a:lnTo>
                  <a:lnTo>
                    <a:pt x="725" y="2143"/>
                  </a:lnTo>
                  <a:lnTo>
                    <a:pt x="725" y="2836"/>
                  </a:lnTo>
                  <a:lnTo>
                    <a:pt x="0" y="2836"/>
                  </a:lnTo>
                  <a:lnTo>
                    <a:pt x="0" y="3560"/>
                  </a:lnTo>
                  <a:lnTo>
                    <a:pt x="725" y="3560"/>
                  </a:lnTo>
                  <a:lnTo>
                    <a:pt x="725" y="4253"/>
                  </a:lnTo>
                  <a:lnTo>
                    <a:pt x="0" y="4253"/>
                  </a:lnTo>
                  <a:lnTo>
                    <a:pt x="0" y="6931"/>
                  </a:lnTo>
                  <a:lnTo>
                    <a:pt x="1040" y="6931"/>
                  </a:lnTo>
                  <a:cubicBezTo>
                    <a:pt x="1229" y="6931"/>
                    <a:pt x="1387" y="6774"/>
                    <a:pt x="1387" y="6585"/>
                  </a:cubicBezTo>
                  <a:lnTo>
                    <a:pt x="1387" y="1040"/>
                  </a:lnTo>
                  <a:cubicBezTo>
                    <a:pt x="1387" y="441"/>
                    <a:pt x="91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83"/>
            <p:cNvSpPr/>
            <p:nvPr/>
          </p:nvSpPr>
          <p:spPr>
            <a:xfrm>
              <a:off x="-23562300" y="3148525"/>
              <a:ext cx="191400" cy="296150"/>
            </a:xfrm>
            <a:custGeom>
              <a:avLst/>
              <a:gdLst/>
              <a:ahLst/>
              <a:cxnLst/>
              <a:rect l="l" t="t" r="r" b="b"/>
              <a:pathLst>
                <a:path w="7656" h="11846" extrusionOk="0">
                  <a:moveTo>
                    <a:pt x="5545" y="662"/>
                  </a:moveTo>
                  <a:lnTo>
                    <a:pt x="5545" y="1764"/>
                  </a:lnTo>
                  <a:lnTo>
                    <a:pt x="5545" y="4222"/>
                  </a:lnTo>
                  <a:lnTo>
                    <a:pt x="2079" y="4222"/>
                  </a:lnTo>
                  <a:lnTo>
                    <a:pt x="2079" y="1764"/>
                  </a:lnTo>
                  <a:lnTo>
                    <a:pt x="2079" y="662"/>
                  </a:lnTo>
                  <a:close/>
                  <a:moveTo>
                    <a:pt x="3434" y="4883"/>
                  </a:moveTo>
                  <a:lnTo>
                    <a:pt x="3434" y="5608"/>
                  </a:lnTo>
                  <a:lnTo>
                    <a:pt x="2079" y="5608"/>
                  </a:lnTo>
                  <a:lnTo>
                    <a:pt x="2079" y="4883"/>
                  </a:lnTo>
                  <a:close/>
                  <a:moveTo>
                    <a:pt x="5513" y="4883"/>
                  </a:moveTo>
                  <a:lnTo>
                    <a:pt x="5513" y="5608"/>
                  </a:lnTo>
                  <a:lnTo>
                    <a:pt x="4159" y="5608"/>
                  </a:lnTo>
                  <a:lnTo>
                    <a:pt x="4159" y="4883"/>
                  </a:lnTo>
                  <a:close/>
                  <a:moveTo>
                    <a:pt x="3434" y="6301"/>
                  </a:moveTo>
                  <a:lnTo>
                    <a:pt x="3434" y="7026"/>
                  </a:lnTo>
                  <a:lnTo>
                    <a:pt x="2079" y="7026"/>
                  </a:lnTo>
                  <a:lnTo>
                    <a:pt x="2079" y="6301"/>
                  </a:lnTo>
                  <a:close/>
                  <a:moveTo>
                    <a:pt x="5513" y="6301"/>
                  </a:moveTo>
                  <a:lnTo>
                    <a:pt x="5513" y="7026"/>
                  </a:lnTo>
                  <a:lnTo>
                    <a:pt x="4159" y="7026"/>
                  </a:lnTo>
                  <a:lnTo>
                    <a:pt x="4159" y="6301"/>
                  </a:lnTo>
                  <a:close/>
                  <a:moveTo>
                    <a:pt x="3434" y="7687"/>
                  </a:moveTo>
                  <a:lnTo>
                    <a:pt x="3434" y="8380"/>
                  </a:lnTo>
                  <a:lnTo>
                    <a:pt x="2079" y="8380"/>
                  </a:lnTo>
                  <a:lnTo>
                    <a:pt x="2079" y="7687"/>
                  </a:lnTo>
                  <a:close/>
                  <a:moveTo>
                    <a:pt x="5513" y="7687"/>
                  </a:moveTo>
                  <a:lnTo>
                    <a:pt x="5513" y="8380"/>
                  </a:lnTo>
                  <a:lnTo>
                    <a:pt x="4159" y="8380"/>
                  </a:lnTo>
                  <a:lnTo>
                    <a:pt x="4159" y="7687"/>
                  </a:lnTo>
                  <a:close/>
                  <a:moveTo>
                    <a:pt x="1733" y="0"/>
                  </a:moveTo>
                  <a:cubicBezTo>
                    <a:pt x="1544" y="0"/>
                    <a:pt x="1386" y="158"/>
                    <a:pt x="1386" y="347"/>
                  </a:cubicBezTo>
                  <a:lnTo>
                    <a:pt x="1386" y="1449"/>
                  </a:lnTo>
                  <a:lnTo>
                    <a:pt x="1040" y="1449"/>
                  </a:lnTo>
                  <a:cubicBezTo>
                    <a:pt x="441" y="1449"/>
                    <a:pt x="0" y="1922"/>
                    <a:pt x="0" y="2489"/>
                  </a:cubicBezTo>
                  <a:lnTo>
                    <a:pt x="0" y="11846"/>
                  </a:lnTo>
                  <a:lnTo>
                    <a:pt x="2804" y="11846"/>
                  </a:lnTo>
                  <a:lnTo>
                    <a:pt x="2804" y="10491"/>
                  </a:lnTo>
                  <a:lnTo>
                    <a:pt x="4883" y="10491"/>
                  </a:lnTo>
                  <a:cubicBezTo>
                    <a:pt x="4852" y="10586"/>
                    <a:pt x="4852" y="11688"/>
                    <a:pt x="4852" y="11846"/>
                  </a:cubicBezTo>
                  <a:lnTo>
                    <a:pt x="7656" y="11846"/>
                  </a:lnTo>
                  <a:lnTo>
                    <a:pt x="7656" y="2489"/>
                  </a:lnTo>
                  <a:cubicBezTo>
                    <a:pt x="7656" y="1890"/>
                    <a:pt x="7183" y="1449"/>
                    <a:pt x="6616" y="1449"/>
                  </a:cubicBezTo>
                  <a:lnTo>
                    <a:pt x="6270" y="1449"/>
                  </a:lnTo>
                  <a:lnTo>
                    <a:pt x="6270" y="347"/>
                  </a:lnTo>
                  <a:cubicBezTo>
                    <a:pt x="6270" y="158"/>
                    <a:pt x="6112" y="0"/>
                    <a:pt x="59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69" name="Google Shape;5369;p83"/>
          <p:cNvSpPr/>
          <p:nvPr/>
        </p:nvSpPr>
        <p:spPr>
          <a:xfrm>
            <a:off x="7066872" y="3172057"/>
            <a:ext cx="356586" cy="353876"/>
          </a:xfrm>
          <a:custGeom>
            <a:avLst/>
            <a:gdLst/>
            <a:ahLst/>
            <a:cxnLst/>
            <a:rect l="l" t="t" r="r" b="b"/>
            <a:pathLst>
              <a:path w="11973" h="11882" extrusionOk="0">
                <a:moveTo>
                  <a:pt x="6302" y="725"/>
                </a:moveTo>
                <a:lnTo>
                  <a:pt x="6302" y="1639"/>
                </a:lnTo>
                <a:cubicBezTo>
                  <a:pt x="6302" y="2111"/>
                  <a:pt x="6522" y="2552"/>
                  <a:pt x="6837" y="2867"/>
                </a:cubicBezTo>
                <a:lnTo>
                  <a:pt x="7152" y="3182"/>
                </a:lnTo>
                <a:cubicBezTo>
                  <a:pt x="6900" y="3340"/>
                  <a:pt x="6774" y="3560"/>
                  <a:pt x="6711" y="3749"/>
                </a:cubicBezTo>
                <a:cubicBezTo>
                  <a:pt x="6479" y="3517"/>
                  <a:pt x="6209" y="3407"/>
                  <a:pt x="5942" y="3407"/>
                </a:cubicBezTo>
                <a:cubicBezTo>
                  <a:pt x="5665" y="3407"/>
                  <a:pt x="5392" y="3525"/>
                  <a:pt x="5168" y="3749"/>
                </a:cubicBezTo>
                <a:cubicBezTo>
                  <a:pt x="5042" y="3497"/>
                  <a:pt x="4979" y="3340"/>
                  <a:pt x="4758" y="3151"/>
                </a:cubicBezTo>
                <a:lnTo>
                  <a:pt x="5105" y="2836"/>
                </a:lnTo>
                <a:cubicBezTo>
                  <a:pt x="5420" y="2521"/>
                  <a:pt x="5609" y="2080"/>
                  <a:pt x="5609" y="1607"/>
                </a:cubicBezTo>
                <a:lnTo>
                  <a:pt x="5609" y="725"/>
                </a:lnTo>
                <a:close/>
                <a:moveTo>
                  <a:pt x="5231" y="0"/>
                </a:moveTo>
                <a:cubicBezTo>
                  <a:pt x="5042" y="0"/>
                  <a:pt x="4884" y="158"/>
                  <a:pt x="4884" y="347"/>
                </a:cubicBezTo>
                <a:lnTo>
                  <a:pt x="4884" y="725"/>
                </a:lnTo>
                <a:lnTo>
                  <a:pt x="4884" y="1639"/>
                </a:lnTo>
                <a:cubicBezTo>
                  <a:pt x="4884" y="1922"/>
                  <a:pt x="4758" y="2206"/>
                  <a:pt x="4569" y="2395"/>
                </a:cubicBezTo>
                <a:lnTo>
                  <a:pt x="4096" y="2867"/>
                </a:lnTo>
                <a:lnTo>
                  <a:pt x="4033" y="2867"/>
                </a:lnTo>
                <a:cubicBezTo>
                  <a:pt x="2206" y="2867"/>
                  <a:pt x="127" y="7404"/>
                  <a:pt x="32" y="9830"/>
                </a:cubicBezTo>
                <a:cubicBezTo>
                  <a:pt x="1" y="11311"/>
                  <a:pt x="631" y="11846"/>
                  <a:pt x="1292" y="11846"/>
                </a:cubicBezTo>
                <a:cubicBezTo>
                  <a:pt x="1346" y="11852"/>
                  <a:pt x="1398" y="11855"/>
                  <a:pt x="1450" y="11855"/>
                </a:cubicBezTo>
                <a:cubicBezTo>
                  <a:pt x="2222" y="11855"/>
                  <a:pt x="2817" y="11224"/>
                  <a:pt x="3466" y="10869"/>
                </a:cubicBezTo>
                <a:cubicBezTo>
                  <a:pt x="4033" y="10554"/>
                  <a:pt x="4537" y="10271"/>
                  <a:pt x="4884" y="9767"/>
                </a:cubicBezTo>
                <a:cubicBezTo>
                  <a:pt x="5357" y="9137"/>
                  <a:pt x="5640" y="7593"/>
                  <a:pt x="5640" y="6144"/>
                </a:cubicBezTo>
                <a:lnTo>
                  <a:pt x="5640" y="6144"/>
                </a:lnTo>
                <a:lnTo>
                  <a:pt x="4222" y="7561"/>
                </a:lnTo>
                <a:cubicBezTo>
                  <a:pt x="4222" y="7593"/>
                  <a:pt x="4191" y="7593"/>
                  <a:pt x="4191" y="7624"/>
                </a:cubicBezTo>
                <a:cubicBezTo>
                  <a:pt x="4159" y="7687"/>
                  <a:pt x="4159" y="7687"/>
                  <a:pt x="4096" y="7687"/>
                </a:cubicBezTo>
                <a:lnTo>
                  <a:pt x="2773" y="9011"/>
                </a:lnTo>
                <a:cubicBezTo>
                  <a:pt x="2710" y="9074"/>
                  <a:pt x="2616" y="9105"/>
                  <a:pt x="2525" y="9105"/>
                </a:cubicBezTo>
                <a:cubicBezTo>
                  <a:pt x="2435" y="9105"/>
                  <a:pt x="2348" y="9074"/>
                  <a:pt x="2301" y="9011"/>
                </a:cubicBezTo>
                <a:cubicBezTo>
                  <a:pt x="2175" y="8885"/>
                  <a:pt x="2175" y="8664"/>
                  <a:pt x="2301" y="8538"/>
                </a:cubicBezTo>
                <a:lnTo>
                  <a:pt x="3435" y="7404"/>
                </a:lnTo>
                <a:lnTo>
                  <a:pt x="2994" y="6963"/>
                </a:lnTo>
                <a:cubicBezTo>
                  <a:pt x="2931" y="6900"/>
                  <a:pt x="2899" y="6805"/>
                  <a:pt x="2899" y="6742"/>
                </a:cubicBezTo>
                <a:cubicBezTo>
                  <a:pt x="2899" y="6648"/>
                  <a:pt x="2931" y="6585"/>
                  <a:pt x="2962" y="6490"/>
                </a:cubicBezTo>
                <a:cubicBezTo>
                  <a:pt x="3029" y="6424"/>
                  <a:pt x="3122" y="6384"/>
                  <a:pt x="3213" y="6384"/>
                </a:cubicBezTo>
                <a:cubicBezTo>
                  <a:pt x="3295" y="6384"/>
                  <a:pt x="3375" y="6416"/>
                  <a:pt x="3435" y="6490"/>
                </a:cubicBezTo>
                <a:lnTo>
                  <a:pt x="3907" y="6931"/>
                </a:lnTo>
                <a:lnTo>
                  <a:pt x="5546" y="5262"/>
                </a:lnTo>
                <a:lnTo>
                  <a:pt x="5451" y="4568"/>
                </a:lnTo>
                <a:lnTo>
                  <a:pt x="5703" y="4285"/>
                </a:lnTo>
                <a:cubicBezTo>
                  <a:pt x="5766" y="4222"/>
                  <a:pt x="5861" y="4190"/>
                  <a:pt x="5951" y="4190"/>
                </a:cubicBezTo>
                <a:cubicBezTo>
                  <a:pt x="6042" y="4190"/>
                  <a:pt x="6128" y="4222"/>
                  <a:pt x="6176" y="4285"/>
                </a:cubicBezTo>
                <a:lnTo>
                  <a:pt x="6459" y="4568"/>
                </a:lnTo>
                <a:cubicBezTo>
                  <a:pt x="6428" y="4789"/>
                  <a:pt x="6396" y="5010"/>
                  <a:pt x="6333" y="5262"/>
                </a:cubicBezTo>
                <a:lnTo>
                  <a:pt x="8035" y="6963"/>
                </a:lnTo>
                <a:lnTo>
                  <a:pt x="8476" y="6522"/>
                </a:lnTo>
                <a:cubicBezTo>
                  <a:pt x="8539" y="6475"/>
                  <a:pt x="8625" y="6451"/>
                  <a:pt x="8712" y="6451"/>
                </a:cubicBezTo>
                <a:cubicBezTo>
                  <a:pt x="8799" y="6451"/>
                  <a:pt x="8885" y="6475"/>
                  <a:pt x="8948" y="6522"/>
                </a:cubicBezTo>
                <a:cubicBezTo>
                  <a:pt x="9074" y="6648"/>
                  <a:pt x="9074" y="6900"/>
                  <a:pt x="8948" y="6994"/>
                </a:cubicBezTo>
                <a:lnTo>
                  <a:pt x="8507" y="7435"/>
                </a:lnTo>
                <a:lnTo>
                  <a:pt x="9641" y="8570"/>
                </a:lnTo>
                <a:cubicBezTo>
                  <a:pt x="9767" y="8696"/>
                  <a:pt x="9767" y="8948"/>
                  <a:pt x="9641" y="9042"/>
                </a:cubicBezTo>
                <a:cubicBezTo>
                  <a:pt x="9594" y="9105"/>
                  <a:pt x="9507" y="9137"/>
                  <a:pt x="9417" y="9137"/>
                </a:cubicBezTo>
                <a:cubicBezTo>
                  <a:pt x="9326" y="9137"/>
                  <a:pt x="9232" y="9105"/>
                  <a:pt x="9169" y="9042"/>
                </a:cubicBezTo>
                <a:lnTo>
                  <a:pt x="6302" y="6175"/>
                </a:lnTo>
                <a:lnTo>
                  <a:pt x="6302" y="6175"/>
                </a:lnTo>
                <a:cubicBezTo>
                  <a:pt x="6270" y="7624"/>
                  <a:pt x="6585" y="9168"/>
                  <a:pt x="7058" y="9798"/>
                </a:cubicBezTo>
                <a:cubicBezTo>
                  <a:pt x="7404" y="10302"/>
                  <a:pt x="7909" y="10617"/>
                  <a:pt x="8476" y="10901"/>
                </a:cubicBezTo>
                <a:cubicBezTo>
                  <a:pt x="9136" y="11291"/>
                  <a:pt x="9711" y="11882"/>
                  <a:pt x="10527" y="11882"/>
                </a:cubicBezTo>
                <a:cubicBezTo>
                  <a:pt x="10567" y="11882"/>
                  <a:pt x="10608" y="11881"/>
                  <a:pt x="10649" y="11878"/>
                </a:cubicBezTo>
                <a:cubicBezTo>
                  <a:pt x="11028" y="11846"/>
                  <a:pt x="11973" y="11626"/>
                  <a:pt x="11910" y="9893"/>
                </a:cubicBezTo>
                <a:cubicBezTo>
                  <a:pt x="11752" y="7372"/>
                  <a:pt x="9673" y="2836"/>
                  <a:pt x="7846" y="2836"/>
                </a:cubicBezTo>
                <a:lnTo>
                  <a:pt x="7751" y="2836"/>
                </a:lnTo>
                <a:lnTo>
                  <a:pt x="7310" y="2363"/>
                </a:lnTo>
                <a:cubicBezTo>
                  <a:pt x="7089" y="2174"/>
                  <a:pt x="6963" y="1891"/>
                  <a:pt x="6963" y="1607"/>
                </a:cubicBezTo>
                <a:lnTo>
                  <a:pt x="6963" y="725"/>
                </a:lnTo>
                <a:lnTo>
                  <a:pt x="6963" y="347"/>
                </a:lnTo>
                <a:cubicBezTo>
                  <a:pt x="6963" y="158"/>
                  <a:pt x="6806" y="0"/>
                  <a:pt x="66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70" name="Google Shape;5370;p83"/>
          <p:cNvGrpSpPr/>
          <p:nvPr/>
        </p:nvGrpSpPr>
        <p:grpSpPr>
          <a:xfrm>
            <a:off x="7068299" y="3632977"/>
            <a:ext cx="352833" cy="332194"/>
            <a:chOff x="-23615075" y="3906200"/>
            <a:chExt cx="296175" cy="278850"/>
          </a:xfrm>
        </p:grpSpPr>
        <p:sp>
          <p:nvSpPr>
            <p:cNvPr id="5371" name="Google Shape;5371;p83"/>
            <p:cNvSpPr/>
            <p:nvPr/>
          </p:nvSpPr>
          <p:spPr>
            <a:xfrm>
              <a:off x="-23615075" y="3954250"/>
              <a:ext cx="296175" cy="193775"/>
            </a:xfrm>
            <a:custGeom>
              <a:avLst/>
              <a:gdLst/>
              <a:ahLst/>
              <a:cxnLst/>
              <a:rect l="l" t="t" r="r" b="b"/>
              <a:pathLst>
                <a:path w="11847" h="7751" extrusionOk="0">
                  <a:moveTo>
                    <a:pt x="10838" y="2993"/>
                  </a:moveTo>
                  <a:cubicBezTo>
                    <a:pt x="11027" y="2993"/>
                    <a:pt x="11185" y="3119"/>
                    <a:pt x="11185" y="3340"/>
                  </a:cubicBezTo>
                  <a:cubicBezTo>
                    <a:pt x="11153" y="3403"/>
                    <a:pt x="11153" y="3497"/>
                    <a:pt x="11059" y="3529"/>
                  </a:cubicBezTo>
                  <a:cubicBezTo>
                    <a:pt x="10996" y="3592"/>
                    <a:pt x="10901" y="3687"/>
                    <a:pt x="10806" y="3687"/>
                  </a:cubicBezTo>
                  <a:lnTo>
                    <a:pt x="1040" y="3687"/>
                  </a:lnTo>
                  <a:cubicBezTo>
                    <a:pt x="914" y="3687"/>
                    <a:pt x="819" y="3655"/>
                    <a:pt x="756" y="3529"/>
                  </a:cubicBezTo>
                  <a:cubicBezTo>
                    <a:pt x="725" y="3497"/>
                    <a:pt x="662" y="3403"/>
                    <a:pt x="662" y="3340"/>
                  </a:cubicBezTo>
                  <a:cubicBezTo>
                    <a:pt x="662" y="3119"/>
                    <a:pt x="819" y="2993"/>
                    <a:pt x="1040" y="2993"/>
                  </a:cubicBezTo>
                  <a:close/>
                  <a:moveTo>
                    <a:pt x="9735" y="4411"/>
                  </a:moveTo>
                  <a:cubicBezTo>
                    <a:pt x="9641" y="4947"/>
                    <a:pt x="9357" y="5671"/>
                    <a:pt x="8507" y="6364"/>
                  </a:cubicBezTo>
                  <a:cubicBezTo>
                    <a:pt x="8444" y="6396"/>
                    <a:pt x="8349" y="6459"/>
                    <a:pt x="8318" y="6459"/>
                  </a:cubicBezTo>
                  <a:cubicBezTo>
                    <a:pt x="8192" y="6459"/>
                    <a:pt x="8129" y="6396"/>
                    <a:pt x="8034" y="6333"/>
                  </a:cubicBezTo>
                  <a:cubicBezTo>
                    <a:pt x="7908" y="6175"/>
                    <a:pt x="7971" y="5986"/>
                    <a:pt x="8066" y="5860"/>
                  </a:cubicBezTo>
                  <a:cubicBezTo>
                    <a:pt x="8696" y="5356"/>
                    <a:pt x="8948" y="4821"/>
                    <a:pt x="9011" y="4411"/>
                  </a:cubicBezTo>
                  <a:close/>
                  <a:moveTo>
                    <a:pt x="3497" y="0"/>
                  </a:moveTo>
                  <a:cubicBezTo>
                    <a:pt x="3434" y="95"/>
                    <a:pt x="3340" y="221"/>
                    <a:pt x="3214" y="347"/>
                  </a:cubicBezTo>
                  <a:lnTo>
                    <a:pt x="2237" y="1324"/>
                  </a:lnTo>
                  <a:cubicBezTo>
                    <a:pt x="2111" y="1450"/>
                    <a:pt x="1985" y="1576"/>
                    <a:pt x="1765" y="1639"/>
                  </a:cubicBezTo>
                  <a:lnTo>
                    <a:pt x="2174" y="2237"/>
                  </a:lnTo>
                  <a:lnTo>
                    <a:pt x="1040" y="2237"/>
                  </a:lnTo>
                  <a:cubicBezTo>
                    <a:pt x="441" y="2237"/>
                    <a:pt x="0" y="2710"/>
                    <a:pt x="0" y="3245"/>
                  </a:cubicBezTo>
                  <a:cubicBezTo>
                    <a:pt x="0" y="3497"/>
                    <a:pt x="63" y="3687"/>
                    <a:pt x="189" y="3876"/>
                  </a:cubicBezTo>
                  <a:cubicBezTo>
                    <a:pt x="315" y="4096"/>
                    <a:pt x="504" y="4191"/>
                    <a:pt x="756" y="4254"/>
                  </a:cubicBezTo>
                  <a:cubicBezTo>
                    <a:pt x="945" y="6018"/>
                    <a:pt x="1765" y="6932"/>
                    <a:pt x="2930" y="7719"/>
                  </a:cubicBezTo>
                  <a:cubicBezTo>
                    <a:pt x="2962" y="7751"/>
                    <a:pt x="3025" y="7751"/>
                    <a:pt x="3119" y="7751"/>
                  </a:cubicBezTo>
                  <a:lnTo>
                    <a:pt x="8696" y="7751"/>
                  </a:lnTo>
                  <a:cubicBezTo>
                    <a:pt x="8790" y="7751"/>
                    <a:pt x="8822" y="7719"/>
                    <a:pt x="8916" y="7719"/>
                  </a:cubicBezTo>
                  <a:cubicBezTo>
                    <a:pt x="10239" y="6805"/>
                    <a:pt x="10932" y="5671"/>
                    <a:pt x="11090" y="4254"/>
                  </a:cubicBezTo>
                  <a:cubicBezTo>
                    <a:pt x="11311" y="4159"/>
                    <a:pt x="11500" y="4033"/>
                    <a:pt x="11626" y="3876"/>
                  </a:cubicBezTo>
                  <a:cubicBezTo>
                    <a:pt x="11752" y="3687"/>
                    <a:pt x="11815" y="3497"/>
                    <a:pt x="11815" y="3245"/>
                  </a:cubicBezTo>
                  <a:cubicBezTo>
                    <a:pt x="11846" y="2741"/>
                    <a:pt x="11374" y="2269"/>
                    <a:pt x="10775" y="2269"/>
                  </a:cubicBezTo>
                  <a:lnTo>
                    <a:pt x="10712" y="2269"/>
                  </a:lnTo>
                  <a:cubicBezTo>
                    <a:pt x="10996" y="1733"/>
                    <a:pt x="11153" y="1135"/>
                    <a:pt x="11153" y="536"/>
                  </a:cubicBezTo>
                  <a:cubicBezTo>
                    <a:pt x="11153" y="347"/>
                    <a:pt x="10996" y="189"/>
                    <a:pt x="10775" y="189"/>
                  </a:cubicBezTo>
                  <a:cubicBezTo>
                    <a:pt x="9326" y="189"/>
                    <a:pt x="8034" y="1009"/>
                    <a:pt x="7404" y="2269"/>
                  </a:cubicBezTo>
                  <a:lnTo>
                    <a:pt x="6301" y="2269"/>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83"/>
            <p:cNvSpPr/>
            <p:nvPr/>
          </p:nvSpPr>
          <p:spPr>
            <a:xfrm>
              <a:off x="-23615075" y="3906200"/>
              <a:ext cx="77200" cy="77225"/>
            </a:xfrm>
            <a:custGeom>
              <a:avLst/>
              <a:gdLst/>
              <a:ahLst/>
              <a:cxnLst/>
              <a:rect l="l" t="t" r="r" b="b"/>
              <a:pathLst>
                <a:path w="3088" h="3089" extrusionOk="0">
                  <a:moveTo>
                    <a:pt x="2009" y="1"/>
                  </a:moveTo>
                  <a:cubicBezTo>
                    <a:pt x="1733" y="1"/>
                    <a:pt x="1465" y="95"/>
                    <a:pt x="1292" y="284"/>
                  </a:cubicBezTo>
                  <a:lnTo>
                    <a:pt x="315" y="1292"/>
                  </a:lnTo>
                  <a:cubicBezTo>
                    <a:pt x="126" y="1481"/>
                    <a:pt x="0" y="1765"/>
                    <a:pt x="0" y="2017"/>
                  </a:cubicBezTo>
                  <a:cubicBezTo>
                    <a:pt x="0" y="2301"/>
                    <a:pt x="126" y="2584"/>
                    <a:pt x="315" y="2773"/>
                  </a:cubicBezTo>
                  <a:cubicBezTo>
                    <a:pt x="504" y="2962"/>
                    <a:pt x="756" y="3088"/>
                    <a:pt x="1040" y="3088"/>
                  </a:cubicBezTo>
                  <a:cubicBezTo>
                    <a:pt x="1292" y="3088"/>
                    <a:pt x="1576" y="2962"/>
                    <a:pt x="1765" y="2773"/>
                  </a:cubicBezTo>
                  <a:lnTo>
                    <a:pt x="2773" y="1796"/>
                  </a:lnTo>
                  <a:cubicBezTo>
                    <a:pt x="2962" y="1576"/>
                    <a:pt x="3088" y="1324"/>
                    <a:pt x="3088" y="1040"/>
                  </a:cubicBezTo>
                  <a:cubicBezTo>
                    <a:pt x="3088" y="757"/>
                    <a:pt x="2962" y="505"/>
                    <a:pt x="2773" y="284"/>
                  </a:cubicBezTo>
                  <a:cubicBezTo>
                    <a:pt x="2568" y="95"/>
                    <a:pt x="2284" y="1"/>
                    <a:pt x="2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83"/>
            <p:cNvSpPr/>
            <p:nvPr/>
          </p:nvSpPr>
          <p:spPr>
            <a:xfrm>
              <a:off x="-23543400" y="4167700"/>
              <a:ext cx="153600" cy="17350"/>
            </a:xfrm>
            <a:custGeom>
              <a:avLst/>
              <a:gdLst/>
              <a:ahLst/>
              <a:cxnLst/>
              <a:rect l="l" t="t" r="r" b="b"/>
              <a:pathLst>
                <a:path w="6144" h="694" extrusionOk="0">
                  <a:moveTo>
                    <a:pt x="0" y="0"/>
                  </a:moveTo>
                  <a:cubicBezTo>
                    <a:pt x="158" y="378"/>
                    <a:pt x="536" y="693"/>
                    <a:pt x="1008" y="693"/>
                  </a:cubicBezTo>
                  <a:lnTo>
                    <a:pt x="5167" y="693"/>
                  </a:lnTo>
                  <a:cubicBezTo>
                    <a:pt x="5608" y="693"/>
                    <a:pt x="5986" y="441"/>
                    <a:pt x="61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74" name="Google Shape;5374;p83"/>
          <p:cNvSpPr/>
          <p:nvPr/>
        </p:nvSpPr>
        <p:spPr>
          <a:xfrm>
            <a:off x="6187131" y="4064945"/>
            <a:ext cx="351880" cy="350957"/>
          </a:xfrm>
          <a:custGeom>
            <a:avLst/>
            <a:gdLst/>
            <a:ahLst/>
            <a:cxnLst/>
            <a:rect l="l" t="t" r="r" b="b"/>
            <a:pathLst>
              <a:path w="11815" h="11784" extrusionOk="0">
                <a:moveTo>
                  <a:pt x="6616" y="3434"/>
                </a:moveTo>
                <a:cubicBezTo>
                  <a:pt x="7215" y="3434"/>
                  <a:pt x="7625" y="3907"/>
                  <a:pt x="7625" y="4474"/>
                </a:cubicBezTo>
                <a:lnTo>
                  <a:pt x="7625" y="5514"/>
                </a:lnTo>
                <a:lnTo>
                  <a:pt x="6742" y="5514"/>
                </a:lnTo>
                <a:cubicBezTo>
                  <a:pt x="6648" y="5451"/>
                  <a:pt x="6585" y="5325"/>
                  <a:pt x="6490" y="5262"/>
                </a:cubicBezTo>
                <a:cubicBezTo>
                  <a:pt x="5986" y="4789"/>
                  <a:pt x="5388" y="4411"/>
                  <a:pt x="4695" y="4222"/>
                </a:cubicBezTo>
                <a:lnTo>
                  <a:pt x="4569" y="3434"/>
                </a:lnTo>
                <a:close/>
                <a:moveTo>
                  <a:pt x="3466" y="4884"/>
                </a:moveTo>
                <a:lnTo>
                  <a:pt x="3466" y="5577"/>
                </a:lnTo>
                <a:cubicBezTo>
                  <a:pt x="3056" y="5640"/>
                  <a:pt x="2678" y="5797"/>
                  <a:pt x="2363" y="6018"/>
                </a:cubicBezTo>
                <a:lnTo>
                  <a:pt x="1891" y="5577"/>
                </a:lnTo>
                <a:cubicBezTo>
                  <a:pt x="2332" y="5199"/>
                  <a:pt x="2867" y="4978"/>
                  <a:pt x="3466" y="4884"/>
                </a:cubicBezTo>
                <a:close/>
                <a:moveTo>
                  <a:pt x="4128" y="4852"/>
                </a:moveTo>
                <a:cubicBezTo>
                  <a:pt x="4726" y="4947"/>
                  <a:pt x="5262" y="5167"/>
                  <a:pt x="5703" y="5514"/>
                </a:cubicBezTo>
                <a:lnTo>
                  <a:pt x="5230" y="6049"/>
                </a:lnTo>
                <a:cubicBezTo>
                  <a:pt x="4915" y="5797"/>
                  <a:pt x="4537" y="5640"/>
                  <a:pt x="4128" y="5577"/>
                </a:cubicBezTo>
                <a:lnTo>
                  <a:pt x="4128" y="4852"/>
                </a:lnTo>
                <a:close/>
                <a:moveTo>
                  <a:pt x="1387" y="6049"/>
                </a:moveTo>
                <a:lnTo>
                  <a:pt x="1859" y="6522"/>
                </a:lnTo>
                <a:cubicBezTo>
                  <a:pt x="1607" y="6837"/>
                  <a:pt x="1450" y="7215"/>
                  <a:pt x="1387" y="7625"/>
                </a:cubicBezTo>
                <a:lnTo>
                  <a:pt x="662" y="7625"/>
                </a:lnTo>
                <a:cubicBezTo>
                  <a:pt x="788" y="7026"/>
                  <a:pt x="1009" y="6459"/>
                  <a:pt x="1387" y="6049"/>
                </a:cubicBezTo>
                <a:close/>
                <a:moveTo>
                  <a:pt x="6175" y="6049"/>
                </a:moveTo>
                <a:cubicBezTo>
                  <a:pt x="6553" y="6459"/>
                  <a:pt x="6774" y="7026"/>
                  <a:pt x="6837" y="7625"/>
                </a:cubicBezTo>
                <a:lnTo>
                  <a:pt x="6175" y="7625"/>
                </a:lnTo>
                <a:cubicBezTo>
                  <a:pt x="6112" y="7215"/>
                  <a:pt x="5955" y="6837"/>
                  <a:pt x="5703" y="6522"/>
                </a:cubicBezTo>
                <a:lnTo>
                  <a:pt x="6175" y="6049"/>
                </a:lnTo>
                <a:close/>
                <a:moveTo>
                  <a:pt x="1418" y="8318"/>
                </a:moveTo>
                <a:cubicBezTo>
                  <a:pt x="1481" y="8727"/>
                  <a:pt x="1670" y="9105"/>
                  <a:pt x="1891" y="9420"/>
                </a:cubicBezTo>
                <a:lnTo>
                  <a:pt x="1418" y="9893"/>
                </a:lnTo>
                <a:cubicBezTo>
                  <a:pt x="1009" y="9452"/>
                  <a:pt x="788" y="8916"/>
                  <a:pt x="693" y="8318"/>
                </a:cubicBezTo>
                <a:close/>
                <a:moveTo>
                  <a:pt x="6931" y="8318"/>
                </a:moveTo>
                <a:cubicBezTo>
                  <a:pt x="6805" y="8916"/>
                  <a:pt x="6585" y="9452"/>
                  <a:pt x="6207" y="9893"/>
                </a:cubicBezTo>
                <a:lnTo>
                  <a:pt x="5766" y="9420"/>
                </a:lnTo>
                <a:cubicBezTo>
                  <a:pt x="5986" y="9105"/>
                  <a:pt x="6144" y="8727"/>
                  <a:pt x="6207" y="8318"/>
                </a:cubicBezTo>
                <a:close/>
                <a:moveTo>
                  <a:pt x="2363" y="9893"/>
                </a:moveTo>
                <a:cubicBezTo>
                  <a:pt x="2678" y="10145"/>
                  <a:pt x="3056" y="10303"/>
                  <a:pt x="3466" y="10366"/>
                </a:cubicBezTo>
                <a:lnTo>
                  <a:pt x="3466" y="11027"/>
                </a:lnTo>
                <a:cubicBezTo>
                  <a:pt x="2867" y="10964"/>
                  <a:pt x="2332" y="10712"/>
                  <a:pt x="1891" y="10366"/>
                </a:cubicBezTo>
                <a:lnTo>
                  <a:pt x="2363" y="9893"/>
                </a:lnTo>
                <a:close/>
                <a:moveTo>
                  <a:pt x="5230" y="9861"/>
                </a:moveTo>
                <a:lnTo>
                  <a:pt x="5703" y="10334"/>
                </a:lnTo>
                <a:cubicBezTo>
                  <a:pt x="5262" y="10744"/>
                  <a:pt x="4726" y="10996"/>
                  <a:pt x="4128" y="11027"/>
                </a:cubicBezTo>
                <a:lnTo>
                  <a:pt x="4128" y="10334"/>
                </a:lnTo>
                <a:cubicBezTo>
                  <a:pt x="4537" y="10240"/>
                  <a:pt x="4915" y="10082"/>
                  <a:pt x="5230" y="9861"/>
                </a:cubicBezTo>
                <a:close/>
                <a:moveTo>
                  <a:pt x="9326" y="10366"/>
                </a:moveTo>
                <a:cubicBezTo>
                  <a:pt x="9546" y="10366"/>
                  <a:pt x="9704" y="10523"/>
                  <a:pt x="9704" y="10712"/>
                </a:cubicBezTo>
                <a:cubicBezTo>
                  <a:pt x="9672" y="10933"/>
                  <a:pt x="9546" y="11090"/>
                  <a:pt x="9326" y="11090"/>
                </a:cubicBezTo>
                <a:cubicBezTo>
                  <a:pt x="9137" y="11090"/>
                  <a:pt x="8979" y="10933"/>
                  <a:pt x="8979" y="10712"/>
                </a:cubicBezTo>
                <a:cubicBezTo>
                  <a:pt x="8979" y="10523"/>
                  <a:pt x="9137" y="10366"/>
                  <a:pt x="9326" y="10366"/>
                </a:cubicBezTo>
                <a:close/>
                <a:moveTo>
                  <a:pt x="1103" y="0"/>
                </a:moveTo>
                <a:cubicBezTo>
                  <a:pt x="504" y="0"/>
                  <a:pt x="63" y="473"/>
                  <a:pt x="63" y="1040"/>
                </a:cubicBezTo>
                <a:cubicBezTo>
                  <a:pt x="63" y="1576"/>
                  <a:pt x="536" y="2048"/>
                  <a:pt x="1103" y="2048"/>
                </a:cubicBezTo>
                <a:cubicBezTo>
                  <a:pt x="2048" y="2048"/>
                  <a:pt x="2363" y="2836"/>
                  <a:pt x="2489" y="3497"/>
                </a:cubicBezTo>
                <a:lnTo>
                  <a:pt x="2584" y="4348"/>
                </a:lnTo>
                <a:cubicBezTo>
                  <a:pt x="1072" y="4852"/>
                  <a:pt x="0" y="6301"/>
                  <a:pt x="0" y="7971"/>
                </a:cubicBezTo>
                <a:cubicBezTo>
                  <a:pt x="0" y="10050"/>
                  <a:pt x="1702" y="11783"/>
                  <a:pt x="3812" y="11783"/>
                </a:cubicBezTo>
                <a:cubicBezTo>
                  <a:pt x="5797" y="11783"/>
                  <a:pt x="7436" y="10240"/>
                  <a:pt x="7593" y="8318"/>
                </a:cubicBezTo>
                <a:lnTo>
                  <a:pt x="9011" y="8318"/>
                </a:lnTo>
                <a:lnTo>
                  <a:pt x="9011" y="9767"/>
                </a:lnTo>
                <a:cubicBezTo>
                  <a:pt x="8633" y="9924"/>
                  <a:pt x="8318" y="10271"/>
                  <a:pt x="8318" y="10744"/>
                </a:cubicBezTo>
                <a:cubicBezTo>
                  <a:pt x="8318" y="11342"/>
                  <a:pt x="8790" y="11783"/>
                  <a:pt x="9326" y="11783"/>
                </a:cubicBezTo>
                <a:cubicBezTo>
                  <a:pt x="9767" y="11783"/>
                  <a:pt x="10145" y="11500"/>
                  <a:pt x="10302" y="11059"/>
                </a:cubicBezTo>
                <a:lnTo>
                  <a:pt x="11468" y="11059"/>
                </a:lnTo>
                <a:cubicBezTo>
                  <a:pt x="11657" y="11059"/>
                  <a:pt x="11815" y="10901"/>
                  <a:pt x="11815" y="10712"/>
                </a:cubicBezTo>
                <a:cubicBezTo>
                  <a:pt x="11815" y="10555"/>
                  <a:pt x="11657" y="10397"/>
                  <a:pt x="11468" y="10397"/>
                </a:cubicBezTo>
                <a:lnTo>
                  <a:pt x="10302" y="10397"/>
                </a:lnTo>
                <a:cubicBezTo>
                  <a:pt x="10208" y="10145"/>
                  <a:pt x="9956" y="9893"/>
                  <a:pt x="9672" y="9767"/>
                </a:cubicBezTo>
                <a:lnTo>
                  <a:pt x="9672" y="8318"/>
                </a:lnTo>
                <a:lnTo>
                  <a:pt x="10744" y="8318"/>
                </a:lnTo>
                <a:cubicBezTo>
                  <a:pt x="10933" y="8318"/>
                  <a:pt x="11122" y="8160"/>
                  <a:pt x="11122" y="7971"/>
                </a:cubicBezTo>
                <a:cubicBezTo>
                  <a:pt x="11122" y="7782"/>
                  <a:pt x="10933" y="7593"/>
                  <a:pt x="10744" y="7593"/>
                </a:cubicBezTo>
                <a:lnTo>
                  <a:pt x="10397" y="7593"/>
                </a:lnTo>
                <a:lnTo>
                  <a:pt x="10397" y="7247"/>
                </a:lnTo>
                <a:cubicBezTo>
                  <a:pt x="10397" y="6301"/>
                  <a:pt x="9609" y="5514"/>
                  <a:pt x="8664" y="5514"/>
                </a:cubicBezTo>
                <a:lnTo>
                  <a:pt x="8318" y="5514"/>
                </a:lnTo>
                <a:lnTo>
                  <a:pt x="8318" y="4506"/>
                </a:lnTo>
                <a:cubicBezTo>
                  <a:pt x="8318" y="3560"/>
                  <a:pt x="7530" y="2773"/>
                  <a:pt x="6585" y="2773"/>
                </a:cubicBezTo>
                <a:lnTo>
                  <a:pt x="4411" y="2773"/>
                </a:lnTo>
                <a:cubicBezTo>
                  <a:pt x="3970" y="1040"/>
                  <a:pt x="2741"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75" name="Google Shape;5375;p83"/>
          <p:cNvGrpSpPr/>
          <p:nvPr/>
        </p:nvGrpSpPr>
        <p:grpSpPr>
          <a:xfrm>
            <a:off x="6617268" y="1306618"/>
            <a:ext cx="353757" cy="352565"/>
            <a:chOff x="-26980600" y="3175500"/>
            <a:chExt cx="296950" cy="295950"/>
          </a:xfrm>
        </p:grpSpPr>
        <p:sp>
          <p:nvSpPr>
            <p:cNvPr id="5376" name="Google Shape;5376;p83"/>
            <p:cNvSpPr/>
            <p:nvPr/>
          </p:nvSpPr>
          <p:spPr>
            <a:xfrm>
              <a:off x="-26798650" y="3175500"/>
              <a:ext cx="115000" cy="114025"/>
            </a:xfrm>
            <a:custGeom>
              <a:avLst/>
              <a:gdLst/>
              <a:ahLst/>
              <a:cxnLst/>
              <a:rect l="l" t="t" r="r" b="b"/>
              <a:pathLst>
                <a:path w="4600" h="4561" extrusionOk="0">
                  <a:moveTo>
                    <a:pt x="1115" y="0"/>
                  </a:moveTo>
                  <a:cubicBezTo>
                    <a:pt x="851" y="0"/>
                    <a:pt x="583" y="102"/>
                    <a:pt x="378" y="307"/>
                  </a:cubicBezTo>
                  <a:cubicBezTo>
                    <a:pt x="0" y="685"/>
                    <a:pt x="0" y="1378"/>
                    <a:pt x="378" y="1756"/>
                  </a:cubicBezTo>
                  <a:lnTo>
                    <a:pt x="2773" y="4245"/>
                  </a:lnTo>
                  <a:cubicBezTo>
                    <a:pt x="2962" y="4434"/>
                    <a:pt x="3245" y="4560"/>
                    <a:pt x="3529" y="4560"/>
                  </a:cubicBezTo>
                  <a:cubicBezTo>
                    <a:pt x="3812" y="4560"/>
                    <a:pt x="4064" y="4434"/>
                    <a:pt x="4285" y="4245"/>
                  </a:cubicBezTo>
                  <a:cubicBezTo>
                    <a:pt x="4474" y="4056"/>
                    <a:pt x="4600" y="3773"/>
                    <a:pt x="4600" y="3489"/>
                  </a:cubicBezTo>
                  <a:cubicBezTo>
                    <a:pt x="4600" y="3206"/>
                    <a:pt x="4474" y="2954"/>
                    <a:pt x="4285" y="2733"/>
                  </a:cubicBezTo>
                  <a:lnTo>
                    <a:pt x="1828" y="307"/>
                  </a:lnTo>
                  <a:cubicBezTo>
                    <a:pt x="1639" y="102"/>
                    <a:pt x="1379" y="0"/>
                    <a:pt x="11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83"/>
            <p:cNvSpPr/>
            <p:nvPr/>
          </p:nvSpPr>
          <p:spPr>
            <a:xfrm>
              <a:off x="-26980600" y="3325725"/>
              <a:ext cx="168575" cy="145725"/>
            </a:xfrm>
            <a:custGeom>
              <a:avLst/>
              <a:gdLst/>
              <a:ahLst/>
              <a:cxnLst/>
              <a:rect l="l" t="t" r="r" b="b"/>
              <a:pathLst>
                <a:path w="6743" h="5829" extrusionOk="0">
                  <a:moveTo>
                    <a:pt x="3797" y="2167"/>
                  </a:moveTo>
                  <a:cubicBezTo>
                    <a:pt x="3884" y="2167"/>
                    <a:pt x="3970" y="2190"/>
                    <a:pt x="4033" y="2237"/>
                  </a:cubicBezTo>
                  <a:cubicBezTo>
                    <a:pt x="4159" y="2363"/>
                    <a:pt x="4159" y="2616"/>
                    <a:pt x="4033" y="2710"/>
                  </a:cubicBezTo>
                  <a:cubicBezTo>
                    <a:pt x="3970" y="2773"/>
                    <a:pt x="3884" y="2805"/>
                    <a:pt x="3797" y="2805"/>
                  </a:cubicBezTo>
                  <a:cubicBezTo>
                    <a:pt x="3710" y="2805"/>
                    <a:pt x="3624" y="2773"/>
                    <a:pt x="3561" y="2710"/>
                  </a:cubicBezTo>
                  <a:cubicBezTo>
                    <a:pt x="3435" y="2616"/>
                    <a:pt x="3435" y="2363"/>
                    <a:pt x="3561" y="2237"/>
                  </a:cubicBezTo>
                  <a:cubicBezTo>
                    <a:pt x="3624" y="2190"/>
                    <a:pt x="3710" y="2167"/>
                    <a:pt x="3797" y="2167"/>
                  </a:cubicBezTo>
                  <a:close/>
                  <a:moveTo>
                    <a:pt x="2336" y="2639"/>
                  </a:moveTo>
                  <a:cubicBezTo>
                    <a:pt x="2426" y="2639"/>
                    <a:pt x="2521" y="2663"/>
                    <a:pt x="2584" y="2710"/>
                  </a:cubicBezTo>
                  <a:cubicBezTo>
                    <a:pt x="2679" y="2836"/>
                    <a:pt x="2679" y="3057"/>
                    <a:pt x="2584" y="3183"/>
                  </a:cubicBezTo>
                  <a:cubicBezTo>
                    <a:pt x="2521" y="3246"/>
                    <a:pt x="2426" y="3277"/>
                    <a:pt x="2336" y="3277"/>
                  </a:cubicBezTo>
                  <a:cubicBezTo>
                    <a:pt x="2245" y="3277"/>
                    <a:pt x="2159" y="3246"/>
                    <a:pt x="2111" y="3183"/>
                  </a:cubicBezTo>
                  <a:cubicBezTo>
                    <a:pt x="1985" y="3057"/>
                    <a:pt x="1985" y="2868"/>
                    <a:pt x="2111" y="2710"/>
                  </a:cubicBezTo>
                  <a:cubicBezTo>
                    <a:pt x="2159" y="2663"/>
                    <a:pt x="2245" y="2639"/>
                    <a:pt x="2336" y="2639"/>
                  </a:cubicBezTo>
                  <a:close/>
                  <a:moveTo>
                    <a:pt x="2931" y="1"/>
                  </a:moveTo>
                  <a:lnTo>
                    <a:pt x="599" y="2332"/>
                  </a:lnTo>
                  <a:cubicBezTo>
                    <a:pt x="221" y="2710"/>
                    <a:pt x="1" y="3214"/>
                    <a:pt x="1" y="3781"/>
                  </a:cubicBezTo>
                  <a:cubicBezTo>
                    <a:pt x="1" y="4317"/>
                    <a:pt x="221" y="4852"/>
                    <a:pt x="599" y="5230"/>
                  </a:cubicBezTo>
                  <a:cubicBezTo>
                    <a:pt x="1009" y="5608"/>
                    <a:pt x="1513" y="5829"/>
                    <a:pt x="2048" y="5829"/>
                  </a:cubicBezTo>
                  <a:cubicBezTo>
                    <a:pt x="2616" y="5829"/>
                    <a:pt x="3120" y="5640"/>
                    <a:pt x="3529" y="5230"/>
                  </a:cubicBezTo>
                  <a:lnTo>
                    <a:pt x="6743" y="2048"/>
                  </a:lnTo>
                  <a:cubicBezTo>
                    <a:pt x="6743" y="2017"/>
                    <a:pt x="6711" y="1954"/>
                    <a:pt x="6711" y="1922"/>
                  </a:cubicBezTo>
                  <a:cubicBezTo>
                    <a:pt x="6396" y="1418"/>
                    <a:pt x="5829" y="1103"/>
                    <a:pt x="5136" y="1103"/>
                  </a:cubicBezTo>
                  <a:lnTo>
                    <a:pt x="5104" y="1103"/>
                  </a:lnTo>
                  <a:cubicBezTo>
                    <a:pt x="5075" y="1104"/>
                    <a:pt x="5045" y="1105"/>
                    <a:pt x="5016" y="1105"/>
                  </a:cubicBezTo>
                  <a:cubicBezTo>
                    <a:pt x="4168" y="1105"/>
                    <a:pt x="3387" y="670"/>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83"/>
            <p:cNvSpPr/>
            <p:nvPr/>
          </p:nvSpPr>
          <p:spPr>
            <a:xfrm>
              <a:off x="-26893950" y="3226500"/>
              <a:ext cx="159125" cy="137850"/>
            </a:xfrm>
            <a:custGeom>
              <a:avLst/>
              <a:gdLst/>
              <a:ahLst/>
              <a:cxnLst/>
              <a:rect l="l" t="t" r="r" b="b"/>
              <a:pathLst>
                <a:path w="6365" h="5514" extrusionOk="0">
                  <a:moveTo>
                    <a:pt x="3403" y="0"/>
                  </a:moveTo>
                  <a:lnTo>
                    <a:pt x="2678" y="693"/>
                  </a:lnTo>
                  <a:lnTo>
                    <a:pt x="2300" y="1103"/>
                  </a:lnTo>
                  <a:lnTo>
                    <a:pt x="3056" y="1859"/>
                  </a:lnTo>
                  <a:cubicBezTo>
                    <a:pt x="3151" y="1953"/>
                    <a:pt x="3151" y="2205"/>
                    <a:pt x="3056" y="2331"/>
                  </a:cubicBezTo>
                  <a:cubicBezTo>
                    <a:pt x="2962" y="2394"/>
                    <a:pt x="2899" y="2426"/>
                    <a:pt x="2804" y="2426"/>
                  </a:cubicBezTo>
                  <a:cubicBezTo>
                    <a:pt x="2741" y="2426"/>
                    <a:pt x="2615" y="2394"/>
                    <a:pt x="2584" y="2331"/>
                  </a:cubicBezTo>
                  <a:lnTo>
                    <a:pt x="1827" y="1575"/>
                  </a:lnTo>
                  <a:lnTo>
                    <a:pt x="1355" y="2048"/>
                  </a:lnTo>
                  <a:lnTo>
                    <a:pt x="2111" y="2804"/>
                  </a:lnTo>
                  <a:cubicBezTo>
                    <a:pt x="2205" y="2898"/>
                    <a:pt x="2205" y="3150"/>
                    <a:pt x="2111" y="3277"/>
                  </a:cubicBezTo>
                  <a:cubicBezTo>
                    <a:pt x="2016" y="3340"/>
                    <a:pt x="1953" y="3371"/>
                    <a:pt x="1859" y="3371"/>
                  </a:cubicBezTo>
                  <a:cubicBezTo>
                    <a:pt x="1796" y="3371"/>
                    <a:pt x="1670" y="3340"/>
                    <a:pt x="1638" y="3277"/>
                  </a:cubicBezTo>
                  <a:lnTo>
                    <a:pt x="882" y="2520"/>
                  </a:lnTo>
                  <a:lnTo>
                    <a:pt x="0" y="3371"/>
                  </a:lnTo>
                  <a:cubicBezTo>
                    <a:pt x="0" y="3403"/>
                    <a:pt x="63" y="3466"/>
                    <a:pt x="63" y="3497"/>
                  </a:cubicBezTo>
                  <a:cubicBezTo>
                    <a:pt x="364" y="4068"/>
                    <a:pt x="894" y="4381"/>
                    <a:pt x="1490" y="4381"/>
                  </a:cubicBezTo>
                  <a:cubicBezTo>
                    <a:pt x="1518" y="4381"/>
                    <a:pt x="1547" y="4381"/>
                    <a:pt x="1575" y="4379"/>
                  </a:cubicBezTo>
                  <a:cubicBezTo>
                    <a:pt x="1890" y="4379"/>
                    <a:pt x="2174" y="4411"/>
                    <a:pt x="2458" y="4474"/>
                  </a:cubicBezTo>
                  <a:cubicBezTo>
                    <a:pt x="2993" y="4631"/>
                    <a:pt x="3529" y="5009"/>
                    <a:pt x="3781" y="5513"/>
                  </a:cubicBezTo>
                  <a:lnTo>
                    <a:pt x="6364" y="2961"/>
                  </a:lnTo>
                  <a:lnTo>
                    <a:pt x="34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79" name="Google Shape;5379;p83"/>
          <p:cNvSpPr/>
          <p:nvPr/>
        </p:nvSpPr>
        <p:spPr>
          <a:xfrm>
            <a:off x="6639835" y="1763639"/>
            <a:ext cx="309649" cy="351910"/>
          </a:xfrm>
          <a:custGeom>
            <a:avLst/>
            <a:gdLst/>
            <a:ahLst/>
            <a:cxnLst/>
            <a:rect l="l" t="t" r="r" b="b"/>
            <a:pathLst>
              <a:path w="10397" h="11816" extrusionOk="0">
                <a:moveTo>
                  <a:pt x="6939" y="1373"/>
                </a:moveTo>
                <a:cubicBezTo>
                  <a:pt x="7177" y="1373"/>
                  <a:pt x="7419" y="1418"/>
                  <a:pt x="7656" y="1513"/>
                </a:cubicBezTo>
                <a:cubicBezTo>
                  <a:pt x="8255" y="1734"/>
                  <a:pt x="8696" y="2206"/>
                  <a:pt x="8853" y="2836"/>
                </a:cubicBezTo>
                <a:cubicBezTo>
                  <a:pt x="8916" y="3435"/>
                  <a:pt x="8822" y="4065"/>
                  <a:pt x="8412" y="4538"/>
                </a:cubicBezTo>
                <a:cubicBezTo>
                  <a:pt x="8349" y="4601"/>
                  <a:pt x="8255" y="4664"/>
                  <a:pt x="8129" y="4664"/>
                </a:cubicBezTo>
                <a:cubicBezTo>
                  <a:pt x="8066" y="4664"/>
                  <a:pt x="7971" y="4601"/>
                  <a:pt x="7939" y="4569"/>
                </a:cubicBezTo>
                <a:cubicBezTo>
                  <a:pt x="7782" y="4443"/>
                  <a:pt x="7782" y="4223"/>
                  <a:pt x="7908" y="4097"/>
                </a:cubicBezTo>
                <a:cubicBezTo>
                  <a:pt x="8129" y="3782"/>
                  <a:pt x="8223" y="3403"/>
                  <a:pt x="8129" y="2962"/>
                </a:cubicBezTo>
                <a:cubicBezTo>
                  <a:pt x="8066" y="2553"/>
                  <a:pt x="7750" y="2238"/>
                  <a:pt x="7404" y="2143"/>
                </a:cubicBezTo>
                <a:cubicBezTo>
                  <a:pt x="7254" y="2086"/>
                  <a:pt x="7095" y="2057"/>
                  <a:pt x="6939" y="2057"/>
                </a:cubicBezTo>
                <a:cubicBezTo>
                  <a:pt x="6669" y="2057"/>
                  <a:pt x="6406" y="2141"/>
                  <a:pt x="6207" y="2301"/>
                </a:cubicBezTo>
                <a:cubicBezTo>
                  <a:pt x="6148" y="2336"/>
                  <a:pt x="6084" y="2354"/>
                  <a:pt x="6021" y="2354"/>
                </a:cubicBezTo>
                <a:cubicBezTo>
                  <a:pt x="5916" y="2354"/>
                  <a:pt x="5813" y="2305"/>
                  <a:pt x="5734" y="2206"/>
                </a:cubicBezTo>
                <a:cubicBezTo>
                  <a:pt x="5608" y="2049"/>
                  <a:pt x="5671" y="1860"/>
                  <a:pt x="5829" y="1734"/>
                </a:cubicBezTo>
                <a:cubicBezTo>
                  <a:pt x="6163" y="1498"/>
                  <a:pt x="6545" y="1373"/>
                  <a:pt x="6939" y="1373"/>
                </a:cubicBezTo>
                <a:close/>
                <a:moveTo>
                  <a:pt x="3466" y="1"/>
                </a:moveTo>
                <a:cubicBezTo>
                  <a:pt x="3182" y="1"/>
                  <a:pt x="2899" y="32"/>
                  <a:pt x="2678" y="95"/>
                </a:cubicBezTo>
                <a:cubicBezTo>
                  <a:pt x="1481" y="348"/>
                  <a:pt x="504" y="1293"/>
                  <a:pt x="221" y="2490"/>
                </a:cubicBezTo>
                <a:cubicBezTo>
                  <a:pt x="0" y="3498"/>
                  <a:pt x="189" y="4569"/>
                  <a:pt x="851" y="5388"/>
                </a:cubicBezTo>
                <a:cubicBezTo>
                  <a:pt x="1292" y="5955"/>
                  <a:pt x="1512" y="6711"/>
                  <a:pt x="1512" y="7499"/>
                </a:cubicBezTo>
                <a:lnTo>
                  <a:pt x="1512" y="10209"/>
                </a:lnTo>
                <a:cubicBezTo>
                  <a:pt x="1512" y="11122"/>
                  <a:pt x="2237" y="11815"/>
                  <a:pt x="3151" y="11815"/>
                </a:cubicBezTo>
                <a:cubicBezTo>
                  <a:pt x="4033" y="11815"/>
                  <a:pt x="4757" y="11122"/>
                  <a:pt x="4757" y="10209"/>
                </a:cubicBezTo>
                <a:lnTo>
                  <a:pt x="4757" y="8539"/>
                </a:lnTo>
                <a:cubicBezTo>
                  <a:pt x="4757" y="8318"/>
                  <a:pt x="4947" y="8066"/>
                  <a:pt x="5230" y="8066"/>
                </a:cubicBezTo>
                <a:cubicBezTo>
                  <a:pt x="5451" y="8066"/>
                  <a:pt x="5703" y="8287"/>
                  <a:pt x="5703" y="8539"/>
                </a:cubicBezTo>
                <a:lnTo>
                  <a:pt x="5703" y="10209"/>
                </a:lnTo>
                <a:cubicBezTo>
                  <a:pt x="5703" y="11122"/>
                  <a:pt x="6396" y="11815"/>
                  <a:pt x="7309" y="11815"/>
                </a:cubicBezTo>
                <a:cubicBezTo>
                  <a:pt x="8223" y="11815"/>
                  <a:pt x="8916" y="11122"/>
                  <a:pt x="8916" y="10209"/>
                </a:cubicBezTo>
                <a:lnTo>
                  <a:pt x="8916" y="7499"/>
                </a:lnTo>
                <a:cubicBezTo>
                  <a:pt x="8916" y="6711"/>
                  <a:pt x="9168" y="5955"/>
                  <a:pt x="9609" y="5388"/>
                </a:cubicBezTo>
                <a:cubicBezTo>
                  <a:pt x="10145" y="4569"/>
                  <a:pt x="10397" y="3498"/>
                  <a:pt x="10145" y="2490"/>
                </a:cubicBezTo>
                <a:cubicBezTo>
                  <a:pt x="9893" y="1293"/>
                  <a:pt x="8885" y="348"/>
                  <a:pt x="7719" y="95"/>
                </a:cubicBezTo>
                <a:cubicBezTo>
                  <a:pt x="7435" y="1"/>
                  <a:pt x="7152" y="1"/>
                  <a:pt x="6931" y="1"/>
                </a:cubicBezTo>
                <a:cubicBezTo>
                  <a:pt x="6333" y="1"/>
                  <a:pt x="5703" y="158"/>
                  <a:pt x="5199" y="474"/>
                </a:cubicBezTo>
                <a:cubicBezTo>
                  <a:pt x="4663" y="158"/>
                  <a:pt x="4033"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80" name="Google Shape;5380;p83"/>
          <p:cNvGrpSpPr/>
          <p:nvPr/>
        </p:nvGrpSpPr>
        <p:grpSpPr>
          <a:xfrm>
            <a:off x="6617744" y="2245154"/>
            <a:ext cx="352803" cy="289039"/>
            <a:chOff x="-26981375" y="3951875"/>
            <a:chExt cx="296150" cy="242625"/>
          </a:xfrm>
        </p:grpSpPr>
        <p:sp>
          <p:nvSpPr>
            <p:cNvPr id="5381" name="Google Shape;5381;p83"/>
            <p:cNvSpPr/>
            <p:nvPr/>
          </p:nvSpPr>
          <p:spPr>
            <a:xfrm>
              <a:off x="-26978225" y="3951875"/>
              <a:ext cx="173300" cy="155975"/>
            </a:xfrm>
            <a:custGeom>
              <a:avLst/>
              <a:gdLst/>
              <a:ahLst/>
              <a:cxnLst/>
              <a:rect l="l" t="t" r="r" b="b"/>
              <a:pathLst>
                <a:path w="6932" h="6239" extrusionOk="0">
                  <a:moveTo>
                    <a:pt x="3340" y="2364"/>
                  </a:moveTo>
                  <a:cubicBezTo>
                    <a:pt x="3529" y="2364"/>
                    <a:pt x="3686" y="2521"/>
                    <a:pt x="3686" y="2710"/>
                  </a:cubicBezTo>
                  <a:lnTo>
                    <a:pt x="3686" y="3435"/>
                  </a:lnTo>
                  <a:lnTo>
                    <a:pt x="4411" y="3435"/>
                  </a:lnTo>
                  <a:cubicBezTo>
                    <a:pt x="4600" y="3435"/>
                    <a:pt x="4757" y="3592"/>
                    <a:pt x="4757" y="3782"/>
                  </a:cubicBezTo>
                  <a:cubicBezTo>
                    <a:pt x="4757" y="3971"/>
                    <a:pt x="4600" y="4128"/>
                    <a:pt x="4411" y="4128"/>
                  </a:cubicBezTo>
                  <a:lnTo>
                    <a:pt x="3686" y="4128"/>
                  </a:lnTo>
                  <a:lnTo>
                    <a:pt x="3686" y="4853"/>
                  </a:lnTo>
                  <a:cubicBezTo>
                    <a:pt x="3686" y="5042"/>
                    <a:pt x="3529" y="5199"/>
                    <a:pt x="3340" y="5199"/>
                  </a:cubicBezTo>
                  <a:cubicBezTo>
                    <a:pt x="3151" y="5199"/>
                    <a:pt x="2993" y="5042"/>
                    <a:pt x="2993" y="4853"/>
                  </a:cubicBezTo>
                  <a:lnTo>
                    <a:pt x="2993" y="4128"/>
                  </a:lnTo>
                  <a:lnTo>
                    <a:pt x="2268" y="4128"/>
                  </a:lnTo>
                  <a:cubicBezTo>
                    <a:pt x="2079" y="4128"/>
                    <a:pt x="1922" y="3971"/>
                    <a:pt x="1922" y="3782"/>
                  </a:cubicBezTo>
                  <a:cubicBezTo>
                    <a:pt x="1922" y="3592"/>
                    <a:pt x="2079" y="3435"/>
                    <a:pt x="2268" y="3435"/>
                  </a:cubicBezTo>
                  <a:lnTo>
                    <a:pt x="2993" y="3435"/>
                  </a:lnTo>
                  <a:lnTo>
                    <a:pt x="2993" y="2710"/>
                  </a:lnTo>
                  <a:cubicBezTo>
                    <a:pt x="2993" y="2521"/>
                    <a:pt x="3151" y="2364"/>
                    <a:pt x="3340" y="2364"/>
                  </a:cubicBezTo>
                  <a:close/>
                  <a:moveTo>
                    <a:pt x="3434" y="1"/>
                  </a:moveTo>
                  <a:cubicBezTo>
                    <a:pt x="2836" y="1"/>
                    <a:pt x="2394" y="474"/>
                    <a:pt x="2394" y="1041"/>
                  </a:cubicBezTo>
                  <a:lnTo>
                    <a:pt x="2394" y="1387"/>
                  </a:lnTo>
                  <a:lnTo>
                    <a:pt x="1008" y="1387"/>
                  </a:lnTo>
                  <a:cubicBezTo>
                    <a:pt x="441" y="1387"/>
                    <a:pt x="0" y="1860"/>
                    <a:pt x="0" y="2395"/>
                  </a:cubicBezTo>
                  <a:lnTo>
                    <a:pt x="0" y="6239"/>
                  </a:lnTo>
                  <a:lnTo>
                    <a:pt x="6931" y="6239"/>
                  </a:lnTo>
                  <a:lnTo>
                    <a:pt x="6931" y="2395"/>
                  </a:lnTo>
                  <a:lnTo>
                    <a:pt x="6837" y="2395"/>
                  </a:lnTo>
                  <a:cubicBezTo>
                    <a:pt x="6837" y="1828"/>
                    <a:pt x="6364" y="1387"/>
                    <a:pt x="5829" y="1387"/>
                  </a:cubicBezTo>
                  <a:lnTo>
                    <a:pt x="4442" y="1387"/>
                  </a:lnTo>
                  <a:lnTo>
                    <a:pt x="4442" y="1041"/>
                  </a:lnTo>
                  <a:cubicBezTo>
                    <a:pt x="4442" y="442"/>
                    <a:pt x="3970" y="1"/>
                    <a:pt x="34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83"/>
            <p:cNvSpPr/>
            <p:nvPr/>
          </p:nvSpPr>
          <p:spPr>
            <a:xfrm>
              <a:off x="-26981375" y="4124375"/>
              <a:ext cx="174075" cy="70125"/>
            </a:xfrm>
            <a:custGeom>
              <a:avLst/>
              <a:gdLst/>
              <a:ahLst/>
              <a:cxnLst/>
              <a:rect l="l" t="t" r="r" b="b"/>
              <a:pathLst>
                <a:path w="6963" h="2805" extrusionOk="0">
                  <a:moveTo>
                    <a:pt x="2457" y="1418"/>
                  </a:moveTo>
                  <a:cubicBezTo>
                    <a:pt x="2647" y="1418"/>
                    <a:pt x="2804" y="1576"/>
                    <a:pt x="2804" y="1765"/>
                  </a:cubicBezTo>
                  <a:cubicBezTo>
                    <a:pt x="2804" y="1954"/>
                    <a:pt x="2647" y="2111"/>
                    <a:pt x="2457" y="2111"/>
                  </a:cubicBezTo>
                  <a:cubicBezTo>
                    <a:pt x="2237" y="2111"/>
                    <a:pt x="2079" y="1954"/>
                    <a:pt x="2079" y="1765"/>
                  </a:cubicBezTo>
                  <a:cubicBezTo>
                    <a:pt x="2079" y="1576"/>
                    <a:pt x="2237" y="1418"/>
                    <a:pt x="2457" y="1418"/>
                  </a:cubicBezTo>
                  <a:close/>
                  <a:moveTo>
                    <a:pt x="32" y="0"/>
                  </a:moveTo>
                  <a:lnTo>
                    <a:pt x="32" y="1009"/>
                  </a:lnTo>
                  <a:cubicBezTo>
                    <a:pt x="0" y="1607"/>
                    <a:pt x="473" y="2080"/>
                    <a:pt x="1071" y="2080"/>
                  </a:cubicBezTo>
                  <a:lnTo>
                    <a:pt x="1449" y="2080"/>
                  </a:lnTo>
                  <a:cubicBezTo>
                    <a:pt x="1607" y="2489"/>
                    <a:pt x="1985" y="2804"/>
                    <a:pt x="2457" y="2804"/>
                  </a:cubicBezTo>
                  <a:cubicBezTo>
                    <a:pt x="2867" y="2804"/>
                    <a:pt x="3277" y="2521"/>
                    <a:pt x="3434" y="2080"/>
                  </a:cubicBezTo>
                  <a:lnTo>
                    <a:pt x="6963" y="2080"/>
                  </a:lnTo>
                  <a:lnTo>
                    <a:pt x="69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83"/>
            <p:cNvSpPr/>
            <p:nvPr/>
          </p:nvSpPr>
          <p:spPr>
            <a:xfrm>
              <a:off x="-26790000" y="4002300"/>
              <a:ext cx="104775" cy="192200"/>
            </a:xfrm>
            <a:custGeom>
              <a:avLst/>
              <a:gdLst/>
              <a:ahLst/>
              <a:cxnLst/>
              <a:rect l="l" t="t" r="r" b="b"/>
              <a:pathLst>
                <a:path w="4191" h="7688" extrusionOk="0">
                  <a:moveTo>
                    <a:pt x="1513" y="693"/>
                  </a:moveTo>
                  <a:cubicBezTo>
                    <a:pt x="1954" y="693"/>
                    <a:pt x="2364" y="977"/>
                    <a:pt x="2521" y="1386"/>
                  </a:cubicBezTo>
                  <a:lnTo>
                    <a:pt x="3372" y="3497"/>
                  </a:lnTo>
                  <a:lnTo>
                    <a:pt x="1765" y="3497"/>
                  </a:lnTo>
                  <a:cubicBezTo>
                    <a:pt x="1576" y="3497"/>
                    <a:pt x="1419" y="3340"/>
                    <a:pt x="1419" y="3151"/>
                  </a:cubicBezTo>
                  <a:lnTo>
                    <a:pt x="1419" y="693"/>
                  </a:lnTo>
                  <a:close/>
                  <a:moveTo>
                    <a:pt x="1765" y="6270"/>
                  </a:moveTo>
                  <a:cubicBezTo>
                    <a:pt x="1954" y="6270"/>
                    <a:pt x="2112" y="6427"/>
                    <a:pt x="2112" y="6616"/>
                  </a:cubicBezTo>
                  <a:cubicBezTo>
                    <a:pt x="2112" y="6805"/>
                    <a:pt x="1954" y="6963"/>
                    <a:pt x="1765" y="6963"/>
                  </a:cubicBezTo>
                  <a:cubicBezTo>
                    <a:pt x="1576" y="6963"/>
                    <a:pt x="1419" y="6805"/>
                    <a:pt x="1419" y="6616"/>
                  </a:cubicBezTo>
                  <a:cubicBezTo>
                    <a:pt x="1419" y="6427"/>
                    <a:pt x="1576" y="6270"/>
                    <a:pt x="1765" y="6270"/>
                  </a:cubicBezTo>
                  <a:close/>
                  <a:moveTo>
                    <a:pt x="1" y="0"/>
                  </a:moveTo>
                  <a:lnTo>
                    <a:pt x="1" y="6963"/>
                  </a:lnTo>
                  <a:lnTo>
                    <a:pt x="788" y="6963"/>
                  </a:lnTo>
                  <a:cubicBezTo>
                    <a:pt x="946" y="7372"/>
                    <a:pt x="1293" y="7687"/>
                    <a:pt x="1765" y="7687"/>
                  </a:cubicBezTo>
                  <a:cubicBezTo>
                    <a:pt x="2206" y="7687"/>
                    <a:pt x="2584" y="7404"/>
                    <a:pt x="2742" y="6963"/>
                  </a:cubicBezTo>
                  <a:lnTo>
                    <a:pt x="3151" y="6963"/>
                  </a:lnTo>
                  <a:cubicBezTo>
                    <a:pt x="3718" y="6963"/>
                    <a:pt x="4159" y="6490"/>
                    <a:pt x="4159" y="5955"/>
                  </a:cubicBezTo>
                  <a:lnTo>
                    <a:pt x="4159" y="5577"/>
                  </a:lnTo>
                  <a:lnTo>
                    <a:pt x="3151" y="5577"/>
                  </a:lnTo>
                  <a:cubicBezTo>
                    <a:pt x="2931" y="5577"/>
                    <a:pt x="2773" y="5419"/>
                    <a:pt x="2773" y="5230"/>
                  </a:cubicBezTo>
                  <a:cubicBezTo>
                    <a:pt x="2773" y="5041"/>
                    <a:pt x="2994" y="4883"/>
                    <a:pt x="3183" y="4883"/>
                  </a:cubicBezTo>
                  <a:lnTo>
                    <a:pt x="4191" y="4883"/>
                  </a:lnTo>
                  <a:lnTo>
                    <a:pt x="4191" y="4096"/>
                  </a:lnTo>
                  <a:cubicBezTo>
                    <a:pt x="4191" y="3970"/>
                    <a:pt x="4159" y="3812"/>
                    <a:pt x="4159" y="3686"/>
                  </a:cubicBezTo>
                  <a:cubicBezTo>
                    <a:pt x="4096" y="3466"/>
                    <a:pt x="3246" y="1386"/>
                    <a:pt x="3151" y="1103"/>
                  </a:cubicBezTo>
                  <a:cubicBezTo>
                    <a:pt x="2868" y="410"/>
                    <a:pt x="2238" y="0"/>
                    <a:pt x="1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4" name="Google Shape;5384;p83"/>
          <p:cNvGrpSpPr/>
          <p:nvPr/>
        </p:nvGrpSpPr>
        <p:grpSpPr>
          <a:xfrm>
            <a:off x="5282787" y="2692745"/>
            <a:ext cx="351910" cy="354710"/>
            <a:chOff x="-25094250" y="3176075"/>
            <a:chExt cx="295400" cy="297750"/>
          </a:xfrm>
        </p:grpSpPr>
        <p:sp>
          <p:nvSpPr>
            <p:cNvPr id="5385" name="Google Shape;5385;p83"/>
            <p:cNvSpPr/>
            <p:nvPr/>
          </p:nvSpPr>
          <p:spPr>
            <a:xfrm>
              <a:off x="-24989225" y="3176075"/>
              <a:ext cx="87200" cy="122500"/>
            </a:xfrm>
            <a:custGeom>
              <a:avLst/>
              <a:gdLst/>
              <a:ahLst/>
              <a:cxnLst/>
              <a:rect l="l" t="t" r="r" b="b"/>
              <a:pathLst>
                <a:path w="3488" h="4900" extrusionOk="0">
                  <a:moveTo>
                    <a:pt x="1408" y="1"/>
                  </a:moveTo>
                  <a:lnTo>
                    <a:pt x="1408" y="1922"/>
                  </a:lnTo>
                  <a:cubicBezTo>
                    <a:pt x="1408" y="2647"/>
                    <a:pt x="998" y="3277"/>
                    <a:pt x="463" y="3561"/>
                  </a:cubicBezTo>
                  <a:cubicBezTo>
                    <a:pt x="211" y="3655"/>
                    <a:pt x="53" y="3907"/>
                    <a:pt x="22" y="4128"/>
                  </a:cubicBezTo>
                  <a:cubicBezTo>
                    <a:pt x="1" y="4609"/>
                    <a:pt x="369" y="4896"/>
                    <a:pt x="738" y="4896"/>
                  </a:cubicBezTo>
                  <a:cubicBezTo>
                    <a:pt x="925" y="4896"/>
                    <a:pt x="1113" y="4822"/>
                    <a:pt x="1250" y="4663"/>
                  </a:cubicBezTo>
                  <a:cubicBezTo>
                    <a:pt x="1361" y="4506"/>
                    <a:pt x="1557" y="4427"/>
                    <a:pt x="1754" y="4427"/>
                  </a:cubicBezTo>
                  <a:cubicBezTo>
                    <a:pt x="1951" y="4427"/>
                    <a:pt x="2148" y="4506"/>
                    <a:pt x="2258" y="4663"/>
                  </a:cubicBezTo>
                  <a:cubicBezTo>
                    <a:pt x="2411" y="4826"/>
                    <a:pt x="2604" y="4899"/>
                    <a:pt x="2792" y="4899"/>
                  </a:cubicBezTo>
                  <a:cubicBezTo>
                    <a:pt x="3149" y="4899"/>
                    <a:pt x="3487" y="4635"/>
                    <a:pt x="3487" y="4222"/>
                  </a:cubicBezTo>
                  <a:cubicBezTo>
                    <a:pt x="3487" y="3939"/>
                    <a:pt x="3330" y="3718"/>
                    <a:pt x="3109" y="3592"/>
                  </a:cubicBezTo>
                  <a:cubicBezTo>
                    <a:pt x="2479" y="3277"/>
                    <a:pt x="2101" y="2710"/>
                    <a:pt x="2101" y="2143"/>
                  </a:cubicBezTo>
                  <a:lnTo>
                    <a:pt x="2101" y="32"/>
                  </a:lnTo>
                  <a:cubicBezTo>
                    <a:pt x="2006" y="32"/>
                    <a:pt x="1880" y="1"/>
                    <a:pt x="17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83"/>
            <p:cNvSpPr/>
            <p:nvPr/>
          </p:nvSpPr>
          <p:spPr>
            <a:xfrm>
              <a:off x="-25094250" y="3179225"/>
              <a:ext cx="295400" cy="291450"/>
            </a:xfrm>
            <a:custGeom>
              <a:avLst/>
              <a:gdLst/>
              <a:ahLst/>
              <a:cxnLst/>
              <a:rect l="l" t="t" r="r" b="b"/>
              <a:pathLst>
                <a:path w="11816" h="11658" extrusionOk="0">
                  <a:moveTo>
                    <a:pt x="4884" y="1"/>
                  </a:moveTo>
                  <a:cubicBezTo>
                    <a:pt x="2143" y="505"/>
                    <a:pt x="1" y="2899"/>
                    <a:pt x="1" y="5829"/>
                  </a:cubicBezTo>
                  <a:cubicBezTo>
                    <a:pt x="1" y="8696"/>
                    <a:pt x="2143" y="11153"/>
                    <a:pt x="4884" y="11657"/>
                  </a:cubicBezTo>
                  <a:lnTo>
                    <a:pt x="4884" y="9799"/>
                  </a:lnTo>
                  <a:cubicBezTo>
                    <a:pt x="4884" y="9358"/>
                    <a:pt x="4664" y="8980"/>
                    <a:pt x="4349" y="8822"/>
                  </a:cubicBezTo>
                  <a:cubicBezTo>
                    <a:pt x="3876" y="8633"/>
                    <a:pt x="3561" y="8160"/>
                    <a:pt x="3530" y="7625"/>
                  </a:cubicBezTo>
                  <a:cubicBezTo>
                    <a:pt x="3446" y="6731"/>
                    <a:pt x="4186" y="6180"/>
                    <a:pt x="4925" y="6180"/>
                  </a:cubicBezTo>
                  <a:cubicBezTo>
                    <a:pt x="5306" y="6180"/>
                    <a:pt x="5687" y="6327"/>
                    <a:pt x="5955" y="6648"/>
                  </a:cubicBezTo>
                  <a:cubicBezTo>
                    <a:pt x="6188" y="6316"/>
                    <a:pt x="6553" y="6163"/>
                    <a:pt x="6929" y="6163"/>
                  </a:cubicBezTo>
                  <a:cubicBezTo>
                    <a:pt x="7621" y="6163"/>
                    <a:pt x="8350" y="6684"/>
                    <a:pt x="8350" y="7562"/>
                  </a:cubicBezTo>
                  <a:cubicBezTo>
                    <a:pt x="8350" y="8066"/>
                    <a:pt x="8035" y="8570"/>
                    <a:pt x="7562" y="8822"/>
                  </a:cubicBezTo>
                  <a:cubicBezTo>
                    <a:pt x="7184" y="9011"/>
                    <a:pt x="6995" y="9326"/>
                    <a:pt x="6995" y="9641"/>
                  </a:cubicBezTo>
                  <a:lnTo>
                    <a:pt x="6995" y="11657"/>
                  </a:lnTo>
                  <a:cubicBezTo>
                    <a:pt x="9736" y="11153"/>
                    <a:pt x="11815" y="8728"/>
                    <a:pt x="11815" y="5829"/>
                  </a:cubicBezTo>
                  <a:cubicBezTo>
                    <a:pt x="11815" y="2899"/>
                    <a:pt x="9736" y="505"/>
                    <a:pt x="6995" y="1"/>
                  </a:cubicBezTo>
                  <a:lnTo>
                    <a:pt x="6995" y="2017"/>
                  </a:lnTo>
                  <a:cubicBezTo>
                    <a:pt x="6995" y="2364"/>
                    <a:pt x="7216" y="2679"/>
                    <a:pt x="7562" y="2836"/>
                  </a:cubicBezTo>
                  <a:cubicBezTo>
                    <a:pt x="8035" y="3057"/>
                    <a:pt x="8350" y="3529"/>
                    <a:pt x="8350" y="4096"/>
                  </a:cubicBezTo>
                  <a:cubicBezTo>
                    <a:pt x="8350" y="4945"/>
                    <a:pt x="7656" y="5495"/>
                    <a:pt x="6948" y="5495"/>
                  </a:cubicBezTo>
                  <a:cubicBezTo>
                    <a:pt x="6578" y="5495"/>
                    <a:pt x="6205" y="5345"/>
                    <a:pt x="5924" y="5010"/>
                  </a:cubicBezTo>
                  <a:cubicBezTo>
                    <a:pt x="5691" y="5321"/>
                    <a:pt x="5310" y="5471"/>
                    <a:pt x="4919" y="5471"/>
                  </a:cubicBezTo>
                  <a:cubicBezTo>
                    <a:pt x="4200" y="5471"/>
                    <a:pt x="3448" y="4961"/>
                    <a:pt x="3530" y="4002"/>
                  </a:cubicBezTo>
                  <a:cubicBezTo>
                    <a:pt x="3561" y="3498"/>
                    <a:pt x="3876" y="3057"/>
                    <a:pt x="4349" y="2836"/>
                  </a:cubicBezTo>
                  <a:cubicBezTo>
                    <a:pt x="4664" y="2679"/>
                    <a:pt x="4884" y="2269"/>
                    <a:pt x="4884" y="1859"/>
                  </a:cubicBezTo>
                  <a:lnTo>
                    <a:pt x="48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83"/>
            <p:cNvSpPr/>
            <p:nvPr/>
          </p:nvSpPr>
          <p:spPr>
            <a:xfrm>
              <a:off x="-24989225" y="3350975"/>
              <a:ext cx="87200" cy="122850"/>
            </a:xfrm>
            <a:custGeom>
              <a:avLst/>
              <a:gdLst/>
              <a:ahLst/>
              <a:cxnLst/>
              <a:rect l="l" t="t" r="r" b="b"/>
              <a:pathLst>
                <a:path w="3488" h="4914" extrusionOk="0">
                  <a:moveTo>
                    <a:pt x="2777" y="1"/>
                  </a:moveTo>
                  <a:cubicBezTo>
                    <a:pt x="2589" y="1"/>
                    <a:pt x="2399" y="77"/>
                    <a:pt x="2258" y="251"/>
                  </a:cubicBezTo>
                  <a:cubicBezTo>
                    <a:pt x="2148" y="408"/>
                    <a:pt x="1951" y="487"/>
                    <a:pt x="1754" y="487"/>
                  </a:cubicBezTo>
                  <a:cubicBezTo>
                    <a:pt x="1557" y="487"/>
                    <a:pt x="1361" y="408"/>
                    <a:pt x="1250" y="251"/>
                  </a:cubicBezTo>
                  <a:cubicBezTo>
                    <a:pt x="1122" y="91"/>
                    <a:pt x="936" y="17"/>
                    <a:pt x="748" y="17"/>
                  </a:cubicBezTo>
                  <a:cubicBezTo>
                    <a:pt x="379" y="17"/>
                    <a:pt x="1" y="297"/>
                    <a:pt x="22" y="755"/>
                  </a:cubicBezTo>
                  <a:cubicBezTo>
                    <a:pt x="22" y="1007"/>
                    <a:pt x="242" y="1227"/>
                    <a:pt x="463" y="1353"/>
                  </a:cubicBezTo>
                  <a:cubicBezTo>
                    <a:pt x="1061" y="1637"/>
                    <a:pt x="1408" y="2267"/>
                    <a:pt x="1408" y="2960"/>
                  </a:cubicBezTo>
                  <a:lnTo>
                    <a:pt x="1408" y="4914"/>
                  </a:lnTo>
                  <a:cubicBezTo>
                    <a:pt x="1534" y="4851"/>
                    <a:pt x="1660" y="4851"/>
                    <a:pt x="1754" y="4851"/>
                  </a:cubicBezTo>
                  <a:lnTo>
                    <a:pt x="2101" y="4851"/>
                  </a:lnTo>
                  <a:lnTo>
                    <a:pt x="2101" y="2771"/>
                  </a:lnTo>
                  <a:cubicBezTo>
                    <a:pt x="2101" y="2141"/>
                    <a:pt x="2479" y="1606"/>
                    <a:pt x="3109" y="1322"/>
                  </a:cubicBezTo>
                  <a:cubicBezTo>
                    <a:pt x="3330" y="1196"/>
                    <a:pt x="3487" y="975"/>
                    <a:pt x="3487" y="692"/>
                  </a:cubicBezTo>
                  <a:cubicBezTo>
                    <a:pt x="3487" y="279"/>
                    <a:pt x="3135" y="1"/>
                    <a:pt x="27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8" name="Google Shape;5388;p83"/>
          <p:cNvGrpSpPr/>
          <p:nvPr/>
        </p:nvGrpSpPr>
        <p:grpSpPr>
          <a:xfrm>
            <a:off x="5282787" y="3173106"/>
            <a:ext cx="351910" cy="351880"/>
            <a:chOff x="-25094250" y="3547050"/>
            <a:chExt cx="295400" cy="295375"/>
          </a:xfrm>
        </p:grpSpPr>
        <p:sp>
          <p:nvSpPr>
            <p:cNvPr id="5389" name="Google Shape;5389;p83"/>
            <p:cNvSpPr/>
            <p:nvPr/>
          </p:nvSpPr>
          <p:spPr>
            <a:xfrm>
              <a:off x="-24990275" y="358092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83"/>
            <p:cNvSpPr/>
            <p:nvPr/>
          </p:nvSpPr>
          <p:spPr>
            <a:xfrm>
              <a:off x="-25041475" y="3668350"/>
              <a:ext cx="52025" cy="52000"/>
            </a:xfrm>
            <a:custGeom>
              <a:avLst/>
              <a:gdLst/>
              <a:ahLst/>
              <a:cxnLst/>
              <a:rect l="l" t="t" r="r" b="b"/>
              <a:pathLst>
                <a:path w="2081" h="2080" extrusionOk="0">
                  <a:moveTo>
                    <a:pt x="1" y="0"/>
                  </a:moveTo>
                  <a:lnTo>
                    <a:pt x="1" y="2080"/>
                  </a:lnTo>
                  <a:lnTo>
                    <a:pt x="2080" y="2080"/>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83"/>
            <p:cNvSpPr/>
            <p:nvPr/>
          </p:nvSpPr>
          <p:spPr>
            <a:xfrm>
              <a:off x="-25094250" y="3547050"/>
              <a:ext cx="224500" cy="295375"/>
            </a:xfrm>
            <a:custGeom>
              <a:avLst/>
              <a:gdLst/>
              <a:ahLst/>
              <a:cxnLst/>
              <a:rect l="l" t="t" r="r" b="b"/>
              <a:pathLst>
                <a:path w="8980" h="11815" extrusionOk="0">
                  <a:moveTo>
                    <a:pt x="4538" y="694"/>
                  </a:moveTo>
                  <a:cubicBezTo>
                    <a:pt x="5136" y="694"/>
                    <a:pt x="5577" y="1166"/>
                    <a:pt x="5577" y="1702"/>
                  </a:cubicBezTo>
                  <a:cubicBezTo>
                    <a:pt x="5577" y="1891"/>
                    <a:pt x="5735" y="2048"/>
                    <a:pt x="5924" y="2048"/>
                  </a:cubicBezTo>
                  <a:lnTo>
                    <a:pt x="6649" y="2048"/>
                  </a:lnTo>
                  <a:cubicBezTo>
                    <a:pt x="6838" y="2048"/>
                    <a:pt x="6995" y="2206"/>
                    <a:pt x="6995" y="2426"/>
                  </a:cubicBezTo>
                  <a:lnTo>
                    <a:pt x="6995" y="2773"/>
                  </a:lnTo>
                  <a:lnTo>
                    <a:pt x="2143" y="2773"/>
                  </a:lnTo>
                  <a:lnTo>
                    <a:pt x="2143" y="2426"/>
                  </a:lnTo>
                  <a:lnTo>
                    <a:pt x="2112" y="2426"/>
                  </a:lnTo>
                  <a:cubicBezTo>
                    <a:pt x="2112" y="2206"/>
                    <a:pt x="2269" y="2048"/>
                    <a:pt x="2458" y="2048"/>
                  </a:cubicBezTo>
                  <a:lnTo>
                    <a:pt x="3183" y="2048"/>
                  </a:lnTo>
                  <a:cubicBezTo>
                    <a:pt x="3372" y="2048"/>
                    <a:pt x="3530" y="1891"/>
                    <a:pt x="3530" y="1702"/>
                  </a:cubicBezTo>
                  <a:cubicBezTo>
                    <a:pt x="3530" y="1103"/>
                    <a:pt x="4002" y="694"/>
                    <a:pt x="4538" y="694"/>
                  </a:cubicBezTo>
                  <a:close/>
                  <a:moveTo>
                    <a:pt x="7310" y="4159"/>
                  </a:moveTo>
                  <a:cubicBezTo>
                    <a:pt x="7499" y="4159"/>
                    <a:pt x="7657" y="4317"/>
                    <a:pt x="7657" y="4506"/>
                  </a:cubicBezTo>
                  <a:cubicBezTo>
                    <a:pt x="7657" y="4695"/>
                    <a:pt x="7499" y="4852"/>
                    <a:pt x="7310" y="4852"/>
                  </a:cubicBezTo>
                  <a:lnTo>
                    <a:pt x="5924" y="4852"/>
                  </a:lnTo>
                  <a:cubicBezTo>
                    <a:pt x="5735" y="4852"/>
                    <a:pt x="5577" y="4695"/>
                    <a:pt x="5577" y="4506"/>
                  </a:cubicBezTo>
                  <a:cubicBezTo>
                    <a:pt x="5577" y="4317"/>
                    <a:pt x="5735" y="4159"/>
                    <a:pt x="5924" y="4159"/>
                  </a:cubicBezTo>
                  <a:close/>
                  <a:moveTo>
                    <a:pt x="7310" y="5514"/>
                  </a:moveTo>
                  <a:cubicBezTo>
                    <a:pt x="7499" y="5514"/>
                    <a:pt x="7657" y="5671"/>
                    <a:pt x="7657" y="5892"/>
                  </a:cubicBezTo>
                  <a:cubicBezTo>
                    <a:pt x="7657" y="6081"/>
                    <a:pt x="7499" y="6238"/>
                    <a:pt x="7310" y="6238"/>
                  </a:cubicBezTo>
                  <a:lnTo>
                    <a:pt x="5924" y="6238"/>
                  </a:lnTo>
                  <a:cubicBezTo>
                    <a:pt x="5735" y="6238"/>
                    <a:pt x="5577" y="6081"/>
                    <a:pt x="5577" y="5892"/>
                  </a:cubicBezTo>
                  <a:cubicBezTo>
                    <a:pt x="5577" y="5671"/>
                    <a:pt x="5735" y="5514"/>
                    <a:pt x="5924" y="5514"/>
                  </a:cubicBezTo>
                  <a:close/>
                  <a:moveTo>
                    <a:pt x="4506" y="4159"/>
                  </a:moveTo>
                  <a:cubicBezTo>
                    <a:pt x="4695" y="4159"/>
                    <a:pt x="4853" y="4317"/>
                    <a:pt x="4853" y="4506"/>
                  </a:cubicBezTo>
                  <a:lnTo>
                    <a:pt x="4853" y="7247"/>
                  </a:lnTo>
                  <a:cubicBezTo>
                    <a:pt x="4853" y="7467"/>
                    <a:pt x="4695" y="7593"/>
                    <a:pt x="4506" y="7593"/>
                  </a:cubicBezTo>
                  <a:lnTo>
                    <a:pt x="1734" y="7593"/>
                  </a:lnTo>
                  <a:cubicBezTo>
                    <a:pt x="1545" y="7593"/>
                    <a:pt x="1387" y="7467"/>
                    <a:pt x="1387" y="7247"/>
                  </a:cubicBezTo>
                  <a:lnTo>
                    <a:pt x="1387" y="4506"/>
                  </a:lnTo>
                  <a:cubicBezTo>
                    <a:pt x="1387" y="4317"/>
                    <a:pt x="1545" y="4159"/>
                    <a:pt x="1734" y="4159"/>
                  </a:cubicBezTo>
                  <a:close/>
                  <a:moveTo>
                    <a:pt x="7310" y="6900"/>
                  </a:moveTo>
                  <a:cubicBezTo>
                    <a:pt x="7499" y="6900"/>
                    <a:pt x="7657" y="7058"/>
                    <a:pt x="7657" y="7247"/>
                  </a:cubicBezTo>
                  <a:cubicBezTo>
                    <a:pt x="7657" y="7467"/>
                    <a:pt x="7499" y="7593"/>
                    <a:pt x="7310" y="7593"/>
                  </a:cubicBezTo>
                  <a:lnTo>
                    <a:pt x="5924" y="7593"/>
                  </a:lnTo>
                  <a:cubicBezTo>
                    <a:pt x="5735" y="7593"/>
                    <a:pt x="5577" y="7467"/>
                    <a:pt x="5577" y="7247"/>
                  </a:cubicBezTo>
                  <a:cubicBezTo>
                    <a:pt x="5577" y="7058"/>
                    <a:pt x="5735" y="6900"/>
                    <a:pt x="5924" y="6900"/>
                  </a:cubicBezTo>
                  <a:close/>
                  <a:moveTo>
                    <a:pt x="7310" y="8318"/>
                  </a:moveTo>
                  <a:cubicBezTo>
                    <a:pt x="7499" y="8318"/>
                    <a:pt x="7657" y="8475"/>
                    <a:pt x="7657" y="8664"/>
                  </a:cubicBezTo>
                  <a:cubicBezTo>
                    <a:pt x="7657" y="8853"/>
                    <a:pt x="7499" y="9011"/>
                    <a:pt x="7310" y="9011"/>
                  </a:cubicBezTo>
                  <a:lnTo>
                    <a:pt x="1734" y="9011"/>
                  </a:lnTo>
                  <a:cubicBezTo>
                    <a:pt x="1545" y="9011"/>
                    <a:pt x="1387" y="8853"/>
                    <a:pt x="1387" y="8664"/>
                  </a:cubicBezTo>
                  <a:cubicBezTo>
                    <a:pt x="1387" y="8475"/>
                    <a:pt x="1545" y="8318"/>
                    <a:pt x="1734" y="8318"/>
                  </a:cubicBezTo>
                  <a:close/>
                  <a:moveTo>
                    <a:pt x="7310" y="9704"/>
                  </a:moveTo>
                  <a:cubicBezTo>
                    <a:pt x="7499" y="9704"/>
                    <a:pt x="7657" y="9861"/>
                    <a:pt x="7657" y="10050"/>
                  </a:cubicBezTo>
                  <a:cubicBezTo>
                    <a:pt x="7657" y="10240"/>
                    <a:pt x="7499" y="10397"/>
                    <a:pt x="7310" y="10397"/>
                  </a:cubicBezTo>
                  <a:lnTo>
                    <a:pt x="1734" y="10397"/>
                  </a:lnTo>
                  <a:cubicBezTo>
                    <a:pt x="1545" y="10397"/>
                    <a:pt x="1387" y="10240"/>
                    <a:pt x="1387" y="10050"/>
                  </a:cubicBezTo>
                  <a:cubicBezTo>
                    <a:pt x="1387" y="9861"/>
                    <a:pt x="1545" y="9704"/>
                    <a:pt x="1734" y="9704"/>
                  </a:cubicBezTo>
                  <a:close/>
                  <a:moveTo>
                    <a:pt x="4506" y="0"/>
                  </a:moveTo>
                  <a:cubicBezTo>
                    <a:pt x="3687" y="0"/>
                    <a:pt x="2962" y="599"/>
                    <a:pt x="2805" y="1387"/>
                  </a:cubicBezTo>
                  <a:lnTo>
                    <a:pt x="2427" y="1387"/>
                  </a:lnTo>
                  <a:cubicBezTo>
                    <a:pt x="1986" y="1387"/>
                    <a:pt x="1576" y="1670"/>
                    <a:pt x="1419" y="2080"/>
                  </a:cubicBezTo>
                  <a:lnTo>
                    <a:pt x="1041" y="2080"/>
                  </a:lnTo>
                  <a:cubicBezTo>
                    <a:pt x="442" y="2080"/>
                    <a:pt x="1" y="2552"/>
                    <a:pt x="1" y="3119"/>
                  </a:cubicBezTo>
                  <a:lnTo>
                    <a:pt x="1" y="10807"/>
                  </a:lnTo>
                  <a:cubicBezTo>
                    <a:pt x="1" y="11342"/>
                    <a:pt x="474" y="11815"/>
                    <a:pt x="1041" y="11815"/>
                  </a:cubicBezTo>
                  <a:lnTo>
                    <a:pt x="7972" y="11815"/>
                  </a:lnTo>
                  <a:cubicBezTo>
                    <a:pt x="8570" y="11815"/>
                    <a:pt x="8980" y="11342"/>
                    <a:pt x="8980" y="10807"/>
                  </a:cubicBezTo>
                  <a:lnTo>
                    <a:pt x="8980" y="3119"/>
                  </a:lnTo>
                  <a:cubicBezTo>
                    <a:pt x="8980" y="2521"/>
                    <a:pt x="8507" y="2080"/>
                    <a:pt x="7972" y="2080"/>
                  </a:cubicBezTo>
                  <a:lnTo>
                    <a:pt x="7562" y="2080"/>
                  </a:lnTo>
                  <a:cubicBezTo>
                    <a:pt x="7405" y="1702"/>
                    <a:pt x="7058" y="1387"/>
                    <a:pt x="6585" y="1387"/>
                  </a:cubicBezTo>
                  <a:lnTo>
                    <a:pt x="6207" y="1387"/>
                  </a:lnTo>
                  <a:cubicBezTo>
                    <a:pt x="6050" y="599"/>
                    <a:pt x="5325" y="0"/>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83"/>
            <p:cNvSpPr/>
            <p:nvPr/>
          </p:nvSpPr>
          <p:spPr>
            <a:xfrm>
              <a:off x="-24851650" y="3582300"/>
              <a:ext cx="52800" cy="190825"/>
            </a:xfrm>
            <a:custGeom>
              <a:avLst/>
              <a:gdLst/>
              <a:ahLst/>
              <a:cxnLst/>
              <a:rect l="l" t="t" r="r" b="b"/>
              <a:pathLst>
                <a:path w="2112" h="7633" extrusionOk="0">
                  <a:moveTo>
                    <a:pt x="1060" y="0"/>
                  </a:moveTo>
                  <a:cubicBezTo>
                    <a:pt x="930" y="0"/>
                    <a:pt x="804" y="55"/>
                    <a:pt x="757" y="166"/>
                  </a:cubicBezTo>
                  <a:lnTo>
                    <a:pt x="32" y="1552"/>
                  </a:lnTo>
                  <a:cubicBezTo>
                    <a:pt x="0" y="1583"/>
                    <a:pt x="0" y="1678"/>
                    <a:pt x="0" y="1709"/>
                  </a:cubicBezTo>
                  <a:lnTo>
                    <a:pt x="0" y="7632"/>
                  </a:lnTo>
                  <a:lnTo>
                    <a:pt x="2080" y="7632"/>
                  </a:lnTo>
                  <a:lnTo>
                    <a:pt x="2080" y="1709"/>
                  </a:lnTo>
                  <a:lnTo>
                    <a:pt x="2111" y="1709"/>
                  </a:lnTo>
                  <a:cubicBezTo>
                    <a:pt x="2111" y="1678"/>
                    <a:pt x="2111" y="1583"/>
                    <a:pt x="2080" y="1552"/>
                  </a:cubicBezTo>
                  <a:lnTo>
                    <a:pt x="1387" y="166"/>
                  </a:lnTo>
                  <a:cubicBezTo>
                    <a:pt x="1324" y="55"/>
                    <a:pt x="1190" y="0"/>
                    <a:pt x="10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83"/>
            <p:cNvSpPr/>
            <p:nvPr/>
          </p:nvSpPr>
          <p:spPr>
            <a:xfrm>
              <a:off x="-24850875" y="3788050"/>
              <a:ext cx="52025" cy="53600"/>
            </a:xfrm>
            <a:custGeom>
              <a:avLst/>
              <a:gdLst/>
              <a:ahLst/>
              <a:cxnLst/>
              <a:rect l="l" t="t" r="r" b="b"/>
              <a:pathLst>
                <a:path w="2081" h="2144" extrusionOk="0">
                  <a:moveTo>
                    <a:pt x="1" y="1"/>
                  </a:moveTo>
                  <a:lnTo>
                    <a:pt x="1" y="1104"/>
                  </a:lnTo>
                  <a:lnTo>
                    <a:pt x="64" y="1104"/>
                  </a:lnTo>
                  <a:cubicBezTo>
                    <a:pt x="64" y="1702"/>
                    <a:pt x="505" y="2143"/>
                    <a:pt x="1072" y="2143"/>
                  </a:cubicBezTo>
                  <a:cubicBezTo>
                    <a:pt x="1671" y="2143"/>
                    <a:pt x="2080" y="1671"/>
                    <a:pt x="2080" y="1104"/>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94" name="Google Shape;5394;p83"/>
          <p:cNvSpPr/>
          <p:nvPr/>
        </p:nvSpPr>
        <p:spPr>
          <a:xfrm>
            <a:off x="5282803" y="3678086"/>
            <a:ext cx="352833" cy="241864"/>
          </a:xfrm>
          <a:custGeom>
            <a:avLst/>
            <a:gdLst/>
            <a:ahLst/>
            <a:cxnLst/>
            <a:rect l="l" t="t" r="r" b="b"/>
            <a:pathLst>
              <a:path w="11847" h="8121" extrusionOk="0">
                <a:moveTo>
                  <a:pt x="5640" y="1221"/>
                </a:moveTo>
                <a:lnTo>
                  <a:pt x="5640" y="1914"/>
                </a:lnTo>
                <a:lnTo>
                  <a:pt x="4916" y="1914"/>
                </a:lnTo>
                <a:lnTo>
                  <a:pt x="4916" y="1568"/>
                </a:lnTo>
                <a:cubicBezTo>
                  <a:pt x="4916" y="1379"/>
                  <a:pt x="5073" y="1221"/>
                  <a:pt x="5294" y="1221"/>
                </a:cubicBezTo>
                <a:close/>
                <a:moveTo>
                  <a:pt x="8066" y="1253"/>
                </a:moveTo>
                <a:cubicBezTo>
                  <a:pt x="8287" y="1253"/>
                  <a:pt x="8444" y="1410"/>
                  <a:pt x="8444" y="1599"/>
                </a:cubicBezTo>
                <a:lnTo>
                  <a:pt x="8444" y="1946"/>
                </a:lnTo>
                <a:lnTo>
                  <a:pt x="7720" y="1946"/>
                </a:lnTo>
                <a:lnTo>
                  <a:pt x="7720" y="1253"/>
                </a:lnTo>
                <a:close/>
                <a:moveTo>
                  <a:pt x="7027" y="1253"/>
                </a:moveTo>
                <a:lnTo>
                  <a:pt x="7027" y="1977"/>
                </a:lnTo>
                <a:lnTo>
                  <a:pt x="6302" y="1977"/>
                </a:lnTo>
                <a:lnTo>
                  <a:pt x="6302" y="1253"/>
                </a:lnTo>
                <a:close/>
                <a:moveTo>
                  <a:pt x="8098" y="3994"/>
                </a:moveTo>
                <a:lnTo>
                  <a:pt x="6648" y="4844"/>
                </a:lnTo>
                <a:lnTo>
                  <a:pt x="5199" y="3994"/>
                </a:lnTo>
                <a:close/>
                <a:moveTo>
                  <a:pt x="6648" y="5663"/>
                </a:moveTo>
                <a:lnTo>
                  <a:pt x="8665" y="6797"/>
                </a:lnTo>
                <a:lnTo>
                  <a:pt x="4664" y="6797"/>
                </a:lnTo>
                <a:lnTo>
                  <a:pt x="6648" y="5663"/>
                </a:lnTo>
                <a:close/>
                <a:moveTo>
                  <a:pt x="3183" y="6766"/>
                </a:moveTo>
                <a:cubicBezTo>
                  <a:pt x="3372" y="6766"/>
                  <a:pt x="3561" y="6924"/>
                  <a:pt x="3561" y="7113"/>
                </a:cubicBezTo>
                <a:cubicBezTo>
                  <a:pt x="3561" y="7333"/>
                  <a:pt x="3372" y="7491"/>
                  <a:pt x="3183" y="7491"/>
                </a:cubicBezTo>
                <a:cubicBezTo>
                  <a:pt x="2994" y="7491"/>
                  <a:pt x="2836" y="7333"/>
                  <a:pt x="2836" y="7113"/>
                </a:cubicBezTo>
                <a:cubicBezTo>
                  <a:pt x="2836" y="6924"/>
                  <a:pt x="2994" y="6766"/>
                  <a:pt x="3183" y="6766"/>
                </a:cubicBezTo>
                <a:close/>
                <a:moveTo>
                  <a:pt x="10114" y="6797"/>
                </a:moveTo>
                <a:cubicBezTo>
                  <a:pt x="10303" y="6797"/>
                  <a:pt x="10461" y="6955"/>
                  <a:pt x="10461" y="7144"/>
                </a:cubicBezTo>
                <a:cubicBezTo>
                  <a:pt x="10461" y="7365"/>
                  <a:pt x="10303" y="7522"/>
                  <a:pt x="10114" y="7522"/>
                </a:cubicBezTo>
                <a:cubicBezTo>
                  <a:pt x="9925" y="7522"/>
                  <a:pt x="9767" y="7365"/>
                  <a:pt x="9767" y="7144"/>
                </a:cubicBezTo>
                <a:cubicBezTo>
                  <a:pt x="9767" y="6955"/>
                  <a:pt x="9925" y="6797"/>
                  <a:pt x="10114" y="6797"/>
                </a:cubicBezTo>
                <a:close/>
                <a:moveTo>
                  <a:pt x="1123" y="0"/>
                </a:moveTo>
                <a:cubicBezTo>
                  <a:pt x="859" y="0"/>
                  <a:pt x="600" y="103"/>
                  <a:pt x="411" y="308"/>
                </a:cubicBezTo>
                <a:cubicBezTo>
                  <a:pt x="1" y="686"/>
                  <a:pt x="1" y="1379"/>
                  <a:pt x="411" y="1757"/>
                </a:cubicBezTo>
                <a:lnTo>
                  <a:pt x="2017" y="3426"/>
                </a:lnTo>
                <a:cubicBezTo>
                  <a:pt x="2395" y="3805"/>
                  <a:pt x="2931" y="4025"/>
                  <a:pt x="3466" y="4025"/>
                </a:cubicBezTo>
                <a:lnTo>
                  <a:pt x="3782" y="4025"/>
                </a:lnTo>
                <a:lnTo>
                  <a:pt x="5955" y="5222"/>
                </a:lnTo>
                <a:lnTo>
                  <a:pt x="3908" y="6388"/>
                </a:lnTo>
                <a:cubicBezTo>
                  <a:pt x="3719" y="6167"/>
                  <a:pt x="3466" y="6073"/>
                  <a:pt x="3151" y="6073"/>
                </a:cubicBezTo>
                <a:cubicBezTo>
                  <a:pt x="2553" y="6073"/>
                  <a:pt x="2143" y="6545"/>
                  <a:pt x="2143" y="7081"/>
                </a:cubicBezTo>
                <a:cubicBezTo>
                  <a:pt x="2143" y="7680"/>
                  <a:pt x="2584" y="8121"/>
                  <a:pt x="3151" y="8121"/>
                </a:cubicBezTo>
                <a:cubicBezTo>
                  <a:pt x="3593" y="8121"/>
                  <a:pt x="3971" y="7837"/>
                  <a:pt x="4128" y="7396"/>
                </a:cubicBezTo>
                <a:lnTo>
                  <a:pt x="9137" y="7396"/>
                </a:lnTo>
                <a:cubicBezTo>
                  <a:pt x="9295" y="7806"/>
                  <a:pt x="9641" y="8121"/>
                  <a:pt x="10114" y="8121"/>
                </a:cubicBezTo>
                <a:cubicBezTo>
                  <a:pt x="10713" y="8121"/>
                  <a:pt x="11154" y="7648"/>
                  <a:pt x="11154" y="7081"/>
                </a:cubicBezTo>
                <a:cubicBezTo>
                  <a:pt x="11154" y="6482"/>
                  <a:pt x="10681" y="6073"/>
                  <a:pt x="10114" y="6073"/>
                </a:cubicBezTo>
                <a:cubicBezTo>
                  <a:pt x="9862" y="6073"/>
                  <a:pt x="9578" y="6167"/>
                  <a:pt x="9358" y="6388"/>
                </a:cubicBezTo>
                <a:lnTo>
                  <a:pt x="7310" y="5222"/>
                </a:lnTo>
                <a:lnTo>
                  <a:pt x="9484" y="4025"/>
                </a:lnTo>
                <a:lnTo>
                  <a:pt x="10839" y="4025"/>
                </a:lnTo>
                <a:cubicBezTo>
                  <a:pt x="11437" y="4025"/>
                  <a:pt x="11847" y="3552"/>
                  <a:pt x="11847" y="2985"/>
                </a:cubicBezTo>
                <a:cubicBezTo>
                  <a:pt x="11847" y="2387"/>
                  <a:pt x="11374" y="1946"/>
                  <a:pt x="10839" y="1946"/>
                </a:cubicBezTo>
                <a:lnTo>
                  <a:pt x="9074" y="1946"/>
                </a:lnTo>
                <a:lnTo>
                  <a:pt x="9074" y="1599"/>
                </a:lnTo>
                <a:cubicBezTo>
                  <a:pt x="9074" y="1032"/>
                  <a:pt x="8602" y="591"/>
                  <a:pt x="8035" y="591"/>
                </a:cubicBezTo>
                <a:lnTo>
                  <a:pt x="5294" y="591"/>
                </a:lnTo>
                <a:cubicBezTo>
                  <a:pt x="4695" y="591"/>
                  <a:pt x="4254" y="1064"/>
                  <a:pt x="4254" y="1599"/>
                </a:cubicBezTo>
                <a:lnTo>
                  <a:pt x="4254" y="1946"/>
                </a:lnTo>
                <a:lnTo>
                  <a:pt x="4097" y="1946"/>
                </a:lnTo>
                <a:cubicBezTo>
                  <a:pt x="3750" y="1946"/>
                  <a:pt x="3372" y="1820"/>
                  <a:pt x="3120" y="1568"/>
                </a:cubicBezTo>
                <a:lnTo>
                  <a:pt x="1860" y="308"/>
                </a:lnTo>
                <a:cubicBezTo>
                  <a:pt x="1655" y="103"/>
                  <a:pt x="1387" y="0"/>
                  <a:pt x="11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95" name="Google Shape;5395;p83"/>
          <p:cNvGrpSpPr/>
          <p:nvPr/>
        </p:nvGrpSpPr>
        <p:grpSpPr>
          <a:xfrm>
            <a:off x="7514864" y="2693698"/>
            <a:ext cx="352803" cy="352803"/>
            <a:chOff x="-23245675" y="3148525"/>
            <a:chExt cx="296150" cy="296150"/>
          </a:xfrm>
        </p:grpSpPr>
        <p:sp>
          <p:nvSpPr>
            <p:cNvPr id="5396" name="Google Shape;5396;p83"/>
            <p:cNvSpPr/>
            <p:nvPr/>
          </p:nvSpPr>
          <p:spPr>
            <a:xfrm>
              <a:off x="-23192925" y="3251700"/>
              <a:ext cx="192225" cy="105550"/>
            </a:xfrm>
            <a:custGeom>
              <a:avLst/>
              <a:gdLst/>
              <a:ahLst/>
              <a:cxnLst/>
              <a:rect l="l" t="t" r="r" b="b"/>
              <a:pathLst>
                <a:path w="7689" h="4222" extrusionOk="0">
                  <a:moveTo>
                    <a:pt x="3151" y="0"/>
                  </a:moveTo>
                  <a:lnTo>
                    <a:pt x="2616" y="1260"/>
                  </a:lnTo>
                  <a:cubicBezTo>
                    <a:pt x="2584" y="1386"/>
                    <a:pt x="2427" y="1481"/>
                    <a:pt x="2301" y="1481"/>
                  </a:cubicBezTo>
                  <a:lnTo>
                    <a:pt x="1" y="1481"/>
                  </a:lnTo>
                  <a:lnTo>
                    <a:pt x="1" y="4222"/>
                  </a:lnTo>
                  <a:lnTo>
                    <a:pt x="7688" y="4222"/>
                  </a:lnTo>
                  <a:lnTo>
                    <a:pt x="7688" y="1481"/>
                  </a:lnTo>
                  <a:lnTo>
                    <a:pt x="5672" y="1481"/>
                  </a:lnTo>
                  <a:lnTo>
                    <a:pt x="4884" y="3371"/>
                  </a:lnTo>
                  <a:cubicBezTo>
                    <a:pt x="4827" y="3513"/>
                    <a:pt x="4713" y="3578"/>
                    <a:pt x="4593" y="3578"/>
                  </a:cubicBezTo>
                  <a:cubicBezTo>
                    <a:pt x="4447" y="3578"/>
                    <a:pt x="4292" y="3481"/>
                    <a:pt x="4223" y="3308"/>
                  </a:cubicBezTo>
                  <a:lnTo>
                    <a:pt x="31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83"/>
            <p:cNvSpPr/>
            <p:nvPr/>
          </p:nvSpPr>
          <p:spPr>
            <a:xfrm>
              <a:off x="-23193700" y="3200500"/>
              <a:ext cx="192200" cy="106350"/>
            </a:xfrm>
            <a:custGeom>
              <a:avLst/>
              <a:gdLst/>
              <a:ahLst/>
              <a:cxnLst/>
              <a:rect l="l" t="t" r="r" b="b"/>
              <a:pathLst>
                <a:path w="7688" h="4254" extrusionOk="0">
                  <a:moveTo>
                    <a:pt x="0" y="0"/>
                  </a:moveTo>
                  <a:lnTo>
                    <a:pt x="0" y="2836"/>
                  </a:lnTo>
                  <a:lnTo>
                    <a:pt x="2111" y="2836"/>
                  </a:lnTo>
                  <a:lnTo>
                    <a:pt x="2962" y="945"/>
                  </a:lnTo>
                  <a:cubicBezTo>
                    <a:pt x="3020" y="800"/>
                    <a:pt x="3138" y="735"/>
                    <a:pt x="3258" y="735"/>
                  </a:cubicBezTo>
                  <a:cubicBezTo>
                    <a:pt x="3399" y="735"/>
                    <a:pt x="3541" y="824"/>
                    <a:pt x="3592" y="977"/>
                  </a:cubicBezTo>
                  <a:lnTo>
                    <a:pt x="4632" y="4253"/>
                  </a:lnTo>
                  <a:lnTo>
                    <a:pt x="5104" y="3056"/>
                  </a:lnTo>
                  <a:cubicBezTo>
                    <a:pt x="5167" y="2930"/>
                    <a:pt x="5325" y="2836"/>
                    <a:pt x="5419" y="2836"/>
                  </a:cubicBezTo>
                  <a:lnTo>
                    <a:pt x="7688" y="2836"/>
                  </a:lnTo>
                  <a:lnTo>
                    <a:pt x="768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83"/>
            <p:cNvSpPr/>
            <p:nvPr/>
          </p:nvSpPr>
          <p:spPr>
            <a:xfrm>
              <a:off x="-23245675" y="3148525"/>
              <a:ext cx="296150" cy="296150"/>
            </a:xfrm>
            <a:custGeom>
              <a:avLst/>
              <a:gdLst/>
              <a:ahLst/>
              <a:cxnLst/>
              <a:rect l="l" t="t" r="r" b="b"/>
              <a:pathLst>
                <a:path w="11846" h="11846" extrusionOk="0">
                  <a:moveTo>
                    <a:pt x="10113" y="1386"/>
                  </a:moveTo>
                  <a:cubicBezTo>
                    <a:pt x="10302" y="1386"/>
                    <a:pt x="10460" y="1544"/>
                    <a:pt x="10460" y="1733"/>
                  </a:cubicBezTo>
                  <a:lnTo>
                    <a:pt x="10460" y="8758"/>
                  </a:lnTo>
                  <a:cubicBezTo>
                    <a:pt x="10460" y="8947"/>
                    <a:pt x="10302" y="9105"/>
                    <a:pt x="10113" y="9105"/>
                  </a:cubicBezTo>
                  <a:lnTo>
                    <a:pt x="1733" y="9105"/>
                  </a:lnTo>
                  <a:cubicBezTo>
                    <a:pt x="1512" y="9105"/>
                    <a:pt x="1355" y="8947"/>
                    <a:pt x="1355" y="8758"/>
                  </a:cubicBezTo>
                  <a:lnTo>
                    <a:pt x="1355" y="1733"/>
                  </a:lnTo>
                  <a:cubicBezTo>
                    <a:pt x="1355" y="1544"/>
                    <a:pt x="1512" y="1386"/>
                    <a:pt x="1733" y="1386"/>
                  </a:cubicBezTo>
                  <a:close/>
                  <a:moveTo>
                    <a:pt x="2426" y="9767"/>
                  </a:moveTo>
                  <a:cubicBezTo>
                    <a:pt x="2615" y="9767"/>
                    <a:pt x="2804" y="9924"/>
                    <a:pt x="2804" y="10113"/>
                  </a:cubicBezTo>
                  <a:cubicBezTo>
                    <a:pt x="2804" y="10334"/>
                    <a:pt x="2615" y="10491"/>
                    <a:pt x="2426" y="10491"/>
                  </a:cubicBezTo>
                  <a:cubicBezTo>
                    <a:pt x="2237" y="10491"/>
                    <a:pt x="2079" y="10334"/>
                    <a:pt x="2079" y="10113"/>
                  </a:cubicBezTo>
                  <a:cubicBezTo>
                    <a:pt x="2079" y="9924"/>
                    <a:pt x="2237" y="9767"/>
                    <a:pt x="2426" y="9767"/>
                  </a:cubicBezTo>
                  <a:close/>
                  <a:moveTo>
                    <a:pt x="3844" y="9767"/>
                  </a:moveTo>
                  <a:cubicBezTo>
                    <a:pt x="4033" y="9767"/>
                    <a:pt x="4190" y="9924"/>
                    <a:pt x="4190" y="10113"/>
                  </a:cubicBezTo>
                  <a:cubicBezTo>
                    <a:pt x="4190" y="10334"/>
                    <a:pt x="4001" y="10491"/>
                    <a:pt x="3844" y="10491"/>
                  </a:cubicBezTo>
                  <a:cubicBezTo>
                    <a:pt x="3655" y="10491"/>
                    <a:pt x="3497" y="10334"/>
                    <a:pt x="3497" y="10113"/>
                  </a:cubicBezTo>
                  <a:cubicBezTo>
                    <a:pt x="3497" y="9924"/>
                    <a:pt x="3655" y="9767"/>
                    <a:pt x="3844" y="9767"/>
                  </a:cubicBezTo>
                  <a:close/>
                  <a:moveTo>
                    <a:pt x="1733" y="0"/>
                  </a:moveTo>
                  <a:cubicBezTo>
                    <a:pt x="788" y="0"/>
                    <a:pt x="0" y="788"/>
                    <a:pt x="0" y="1733"/>
                  </a:cubicBezTo>
                  <a:lnTo>
                    <a:pt x="0" y="10113"/>
                  </a:lnTo>
                  <a:cubicBezTo>
                    <a:pt x="0" y="11058"/>
                    <a:pt x="788" y="11846"/>
                    <a:pt x="1733" y="11846"/>
                  </a:cubicBezTo>
                  <a:lnTo>
                    <a:pt x="10113" y="11846"/>
                  </a:lnTo>
                  <a:cubicBezTo>
                    <a:pt x="11058" y="11846"/>
                    <a:pt x="11846" y="11058"/>
                    <a:pt x="11846" y="10113"/>
                  </a:cubicBezTo>
                  <a:lnTo>
                    <a:pt x="11846" y="1733"/>
                  </a:lnTo>
                  <a:cubicBezTo>
                    <a:pt x="11846" y="788"/>
                    <a:pt x="11058" y="0"/>
                    <a:pt x="101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99" name="Google Shape;5399;p83"/>
          <p:cNvSpPr/>
          <p:nvPr/>
        </p:nvSpPr>
        <p:spPr>
          <a:xfrm>
            <a:off x="7557046" y="3173040"/>
            <a:ext cx="269323" cy="351910"/>
          </a:xfrm>
          <a:custGeom>
            <a:avLst/>
            <a:gdLst/>
            <a:ahLst/>
            <a:cxnLst/>
            <a:rect l="l" t="t" r="r" b="b"/>
            <a:pathLst>
              <a:path w="9043" h="11816" extrusionOk="0">
                <a:moveTo>
                  <a:pt x="6392" y="3395"/>
                </a:moveTo>
                <a:cubicBezTo>
                  <a:pt x="6483" y="3395"/>
                  <a:pt x="6569" y="3419"/>
                  <a:pt x="6616" y="3466"/>
                </a:cubicBezTo>
                <a:cubicBezTo>
                  <a:pt x="7310" y="4159"/>
                  <a:pt x="7656" y="5010"/>
                  <a:pt x="7656" y="5924"/>
                </a:cubicBezTo>
                <a:cubicBezTo>
                  <a:pt x="7656" y="6837"/>
                  <a:pt x="7310" y="7719"/>
                  <a:pt x="6616" y="8350"/>
                </a:cubicBezTo>
                <a:cubicBezTo>
                  <a:pt x="5955" y="9043"/>
                  <a:pt x="5104" y="9389"/>
                  <a:pt x="4191" y="9389"/>
                </a:cubicBezTo>
                <a:cubicBezTo>
                  <a:pt x="4002" y="9389"/>
                  <a:pt x="3844" y="9232"/>
                  <a:pt x="3844" y="9043"/>
                </a:cubicBezTo>
                <a:cubicBezTo>
                  <a:pt x="3844" y="8822"/>
                  <a:pt x="4002" y="8665"/>
                  <a:pt x="4191" y="8665"/>
                </a:cubicBezTo>
                <a:cubicBezTo>
                  <a:pt x="4947" y="8665"/>
                  <a:pt x="5608" y="8413"/>
                  <a:pt x="6144" y="7845"/>
                </a:cubicBezTo>
                <a:cubicBezTo>
                  <a:pt x="6679" y="7341"/>
                  <a:pt x="6994" y="6617"/>
                  <a:pt x="6994" y="5892"/>
                </a:cubicBezTo>
                <a:cubicBezTo>
                  <a:pt x="6931" y="5168"/>
                  <a:pt x="6679" y="4474"/>
                  <a:pt x="6144" y="3939"/>
                </a:cubicBezTo>
                <a:cubicBezTo>
                  <a:pt x="6049" y="3844"/>
                  <a:pt x="6049" y="3592"/>
                  <a:pt x="6144" y="3466"/>
                </a:cubicBezTo>
                <a:cubicBezTo>
                  <a:pt x="6207" y="3419"/>
                  <a:pt x="6301" y="3395"/>
                  <a:pt x="6392" y="3395"/>
                </a:cubicBezTo>
                <a:close/>
                <a:moveTo>
                  <a:pt x="378" y="1"/>
                </a:moveTo>
                <a:cubicBezTo>
                  <a:pt x="189" y="1"/>
                  <a:pt x="0" y="158"/>
                  <a:pt x="0" y="379"/>
                </a:cubicBezTo>
                <a:lnTo>
                  <a:pt x="0" y="1482"/>
                </a:lnTo>
                <a:cubicBezTo>
                  <a:pt x="0" y="2742"/>
                  <a:pt x="977" y="3750"/>
                  <a:pt x="2206" y="3876"/>
                </a:cubicBezTo>
                <a:cubicBezTo>
                  <a:pt x="2489" y="4695"/>
                  <a:pt x="3277" y="5294"/>
                  <a:pt x="4191" y="5294"/>
                </a:cubicBezTo>
                <a:cubicBezTo>
                  <a:pt x="4569" y="5294"/>
                  <a:pt x="4915" y="5609"/>
                  <a:pt x="4915" y="5987"/>
                </a:cubicBezTo>
                <a:cubicBezTo>
                  <a:pt x="4852" y="6302"/>
                  <a:pt x="4537" y="6617"/>
                  <a:pt x="4191" y="6617"/>
                </a:cubicBezTo>
                <a:cubicBezTo>
                  <a:pt x="3277" y="6617"/>
                  <a:pt x="2489" y="7215"/>
                  <a:pt x="2206" y="8035"/>
                </a:cubicBezTo>
                <a:cubicBezTo>
                  <a:pt x="1009" y="8161"/>
                  <a:pt x="0" y="9200"/>
                  <a:pt x="0" y="10460"/>
                </a:cubicBezTo>
                <a:lnTo>
                  <a:pt x="0" y="11469"/>
                </a:lnTo>
                <a:cubicBezTo>
                  <a:pt x="0" y="11658"/>
                  <a:pt x="189" y="11815"/>
                  <a:pt x="378" y="11815"/>
                </a:cubicBezTo>
                <a:lnTo>
                  <a:pt x="1765" y="11815"/>
                </a:lnTo>
                <a:cubicBezTo>
                  <a:pt x="1954" y="11815"/>
                  <a:pt x="2111" y="11658"/>
                  <a:pt x="2111" y="11469"/>
                </a:cubicBezTo>
                <a:lnTo>
                  <a:pt x="2111" y="10460"/>
                </a:lnTo>
                <a:cubicBezTo>
                  <a:pt x="2111" y="10240"/>
                  <a:pt x="2269" y="10082"/>
                  <a:pt x="2458" y="10082"/>
                </a:cubicBezTo>
                <a:lnTo>
                  <a:pt x="2647" y="10082"/>
                </a:lnTo>
                <a:cubicBezTo>
                  <a:pt x="3056" y="10523"/>
                  <a:pt x="3592" y="10807"/>
                  <a:pt x="4191" y="10807"/>
                </a:cubicBezTo>
                <a:cubicBezTo>
                  <a:pt x="6868" y="10807"/>
                  <a:pt x="9042" y="8633"/>
                  <a:pt x="9042" y="5955"/>
                </a:cubicBezTo>
                <a:cubicBezTo>
                  <a:pt x="9042" y="3277"/>
                  <a:pt x="6868" y="1103"/>
                  <a:pt x="4191" y="1103"/>
                </a:cubicBezTo>
                <a:cubicBezTo>
                  <a:pt x="3592" y="1103"/>
                  <a:pt x="3056" y="1356"/>
                  <a:pt x="2647" y="1828"/>
                </a:cubicBezTo>
                <a:lnTo>
                  <a:pt x="2458" y="1828"/>
                </a:lnTo>
                <a:cubicBezTo>
                  <a:pt x="2269" y="1828"/>
                  <a:pt x="2111" y="1671"/>
                  <a:pt x="2111" y="1482"/>
                </a:cubicBezTo>
                <a:lnTo>
                  <a:pt x="2111" y="379"/>
                </a:lnTo>
                <a:cubicBezTo>
                  <a:pt x="2111"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00" name="Google Shape;5400;p83"/>
          <p:cNvGrpSpPr/>
          <p:nvPr/>
        </p:nvGrpSpPr>
        <p:grpSpPr>
          <a:xfrm>
            <a:off x="7515325" y="3622672"/>
            <a:ext cx="351880" cy="352803"/>
            <a:chOff x="-23244900" y="3888100"/>
            <a:chExt cx="295375" cy="296150"/>
          </a:xfrm>
        </p:grpSpPr>
        <p:sp>
          <p:nvSpPr>
            <p:cNvPr id="5401" name="Google Shape;5401;p83"/>
            <p:cNvSpPr/>
            <p:nvPr/>
          </p:nvSpPr>
          <p:spPr>
            <a:xfrm>
              <a:off x="-23106275" y="3958975"/>
              <a:ext cx="18150" cy="17350"/>
            </a:xfrm>
            <a:custGeom>
              <a:avLst/>
              <a:gdLst/>
              <a:ahLst/>
              <a:cxnLst/>
              <a:rect l="l" t="t" r="r" b="b"/>
              <a:pathLst>
                <a:path w="726" h="694" extrusionOk="0">
                  <a:moveTo>
                    <a:pt x="0" y="0"/>
                  </a:moveTo>
                  <a:lnTo>
                    <a:pt x="0" y="694"/>
                  </a:lnTo>
                  <a:lnTo>
                    <a:pt x="725" y="694"/>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83"/>
            <p:cNvSpPr/>
            <p:nvPr/>
          </p:nvSpPr>
          <p:spPr>
            <a:xfrm>
              <a:off x="-23106275" y="3992850"/>
              <a:ext cx="18150" cy="18125"/>
            </a:xfrm>
            <a:custGeom>
              <a:avLst/>
              <a:gdLst/>
              <a:ahLst/>
              <a:cxnLst/>
              <a:rect l="l" t="t" r="r" b="b"/>
              <a:pathLst>
                <a:path w="726" h="725" extrusionOk="0">
                  <a:moveTo>
                    <a:pt x="0" y="0"/>
                  </a:moveTo>
                  <a:lnTo>
                    <a:pt x="0" y="725"/>
                  </a:lnTo>
                  <a:lnTo>
                    <a:pt x="725" y="72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83"/>
            <p:cNvSpPr/>
            <p:nvPr/>
          </p:nvSpPr>
          <p:spPr>
            <a:xfrm>
              <a:off x="-23106275" y="4062950"/>
              <a:ext cx="18150" cy="34675"/>
            </a:xfrm>
            <a:custGeom>
              <a:avLst/>
              <a:gdLst/>
              <a:ahLst/>
              <a:cxnLst/>
              <a:rect l="l" t="t" r="r" b="b"/>
              <a:pathLst>
                <a:path w="726" h="1387" extrusionOk="0">
                  <a:moveTo>
                    <a:pt x="0" y="0"/>
                  </a:moveTo>
                  <a:lnTo>
                    <a:pt x="0" y="1040"/>
                  </a:lnTo>
                  <a:cubicBezTo>
                    <a:pt x="0" y="1229"/>
                    <a:pt x="158" y="1386"/>
                    <a:pt x="379" y="1386"/>
                  </a:cubicBezTo>
                  <a:cubicBezTo>
                    <a:pt x="568" y="1386"/>
                    <a:pt x="725" y="1229"/>
                    <a:pt x="725" y="1040"/>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83"/>
            <p:cNvSpPr/>
            <p:nvPr/>
          </p:nvSpPr>
          <p:spPr>
            <a:xfrm>
              <a:off x="-23070825" y="3940850"/>
              <a:ext cx="52775" cy="26825"/>
            </a:xfrm>
            <a:custGeom>
              <a:avLst/>
              <a:gdLst/>
              <a:ahLst/>
              <a:cxnLst/>
              <a:rect l="l" t="t" r="r" b="b"/>
              <a:pathLst>
                <a:path w="2111" h="1073" extrusionOk="0">
                  <a:moveTo>
                    <a:pt x="0" y="1"/>
                  </a:moveTo>
                  <a:lnTo>
                    <a:pt x="0" y="725"/>
                  </a:lnTo>
                  <a:lnTo>
                    <a:pt x="1040" y="725"/>
                  </a:lnTo>
                  <a:cubicBezTo>
                    <a:pt x="1386" y="725"/>
                    <a:pt x="1701" y="883"/>
                    <a:pt x="1985" y="1072"/>
                  </a:cubicBezTo>
                  <a:cubicBezTo>
                    <a:pt x="2048" y="946"/>
                    <a:pt x="2111" y="851"/>
                    <a:pt x="2111" y="725"/>
                  </a:cubicBezTo>
                  <a:cubicBezTo>
                    <a:pt x="2111" y="316"/>
                    <a:pt x="1764" y="1"/>
                    <a:pt x="13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83"/>
            <p:cNvSpPr/>
            <p:nvPr/>
          </p:nvSpPr>
          <p:spPr>
            <a:xfrm>
              <a:off x="-23106275" y="3923525"/>
              <a:ext cx="18150" cy="17350"/>
            </a:xfrm>
            <a:custGeom>
              <a:avLst/>
              <a:gdLst/>
              <a:ahLst/>
              <a:cxnLst/>
              <a:rect l="l" t="t" r="r" b="b"/>
              <a:pathLst>
                <a:path w="726" h="694" extrusionOk="0">
                  <a:moveTo>
                    <a:pt x="347" y="1"/>
                  </a:moveTo>
                  <a:cubicBezTo>
                    <a:pt x="158" y="1"/>
                    <a:pt x="0" y="158"/>
                    <a:pt x="0" y="347"/>
                  </a:cubicBezTo>
                  <a:lnTo>
                    <a:pt x="0" y="694"/>
                  </a:lnTo>
                  <a:lnTo>
                    <a:pt x="725" y="694"/>
                  </a:lnTo>
                  <a:lnTo>
                    <a:pt x="725" y="347"/>
                  </a:ln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83"/>
            <p:cNvSpPr/>
            <p:nvPr/>
          </p:nvSpPr>
          <p:spPr>
            <a:xfrm>
              <a:off x="-23106275" y="4027500"/>
              <a:ext cx="18150" cy="18125"/>
            </a:xfrm>
            <a:custGeom>
              <a:avLst/>
              <a:gdLst/>
              <a:ahLst/>
              <a:cxnLst/>
              <a:rect l="l" t="t" r="r" b="b"/>
              <a:pathLst>
                <a:path w="726" h="725" extrusionOk="0">
                  <a:moveTo>
                    <a:pt x="0" y="0"/>
                  </a:moveTo>
                  <a:lnTo>
                    <a:pt x="0" y="725"/>
                  </a:lnTo>
                  <a:lnTo>
                    <a:pt x="725" y="72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83"/>
            <p:cNvSpPr/>
            <p:nvPr/>
          </p:nvSpPr>
          <p:spPr>
            <a:xfrm>
              <a:off x="-23244900" y="3888100"/>
              <a:ext cx="295375" cy="296150"/>
            </a:xfrm>
            <a:custGeom>
              <a:avLst/>
              <a:gdLst/>
              <a:ahLst/>
              <a:cxnLst/>
              <a:rect l="l" t="t" r="r" b="b"/>
              <a:pathLst>
                <a:path w="11815" h="11846" extrusionOk="0">
                  <a:moveTo>
                    <a:pt x="5892" y="725"/>
                  </a:moveTo>
                  <a:cubicBezTo>
                    <a:pt x="6333" y="725"/>
                    <a:pt x="6743" y="1008"/>
                    <a:pt x="6900" y="1449"/>
                  </a:cubicBezTo>
                  <a:lnTo>
                    <a:pt x="8349" y="1449"/>
                  </a:lnTo>
                  <a:cubicBezTo>
                    <a:pt x="9106" y="1449"/>
                    <a:pt x="9736" y="2079"/>
                    <a:pt x="9736" y="2835"/>
                  </a:cubicBezTo>
                  <a:cubicBezTo>
                    <a:pt x="9736" y="3214"/>
                    <a:pt x="9578" y="3529"/>
                    <a:pt x="9295" y="3812"/>
                  </a:cubicBezTo>
                  <a:cubicBezTo>
                    <a:pt x="9326" y="3938"/>
                    <a:pt x="9358" y="4096"/>
                    <a:pt x="9358" y="4190"/>
                  </a:cubicBezTo>
                  <a:cubicBezTo>
                    <a:pt x="9358" y="4600"/>
                    <a:pt x="9200" y="4915"/>
                    <a:pt x="8948" y="5198"/>
                  </a:cubicBezTo>
                  <a:cubicBezTo>
                    <a:pt x="8980" y="5324"/>
                    <a:pt x="9011" y="5450"/>
                    <a:pt x="9011" y="5576"/>
                  </a:cubicBezTo>
                  <a:cubicBezTo>
                    <a:pt x="9011" y="6333"/>
                    <a:pt x="8381" y="6963"/>
                    <a:pt x="7625" y="6963"/>
                  </a:cubicBezTo>
                  <a:cubicBezTo>
                    <a:pt x="7436" y="6963"/>
                    <a:pt x="7278" y="6805"/>
                    <a:pt x="7278" y="6616"/>
                  </a:cubicBezTo>
                  <a:cubicBezTo>
                    <a:pt x="7278" y="6427"/>
                    <a:pt x="7436" y="6269"/>
                    <a:pt x="7625" y="6269"/>
                  </a:cubicBezTo>
                  <a:cubicBezTo>
                    <a:pt x="8034" y="6269"/>
                    <a:pt x="8349" y="5954"/>
                    <a:pt x="8349" y="5545"/>
                  </a:cubicBezTo>
                  <a:cubicBezTo>
                    <a:pt x="8349" y="5167"/>
                    <a:pt x="8034" y="4852"/>
                    <a:pt x="7625" y="4852"/>
                  </a:cubicBezTo>
                  <a:lnTo>
                    <a:pt x="6932" y="4852"/>
                  </a:lnTo>
                  <a:lnTo>
                    <a:pt x="6932" y="7593"/>
                  </a:lnTo>
                  <a:lnTo>
                    <a:pt x="7940" y="7593"/>
                  </a:lnTo>
                  <a:cubicBezTo>
                    <a:pt x="8538" y="7593"/>
                    <a:pt x="8980" y="8065"/>
                    <a:pt x="8980" y="8632"/>
                  </a:cubicBezTo>
                  <a:cubicBezTo>
                    <a:pt x="8980" y="9105"/>
                    <a:pt x="8664" y="9514"/>
                    <a:pt x="8192" y="9609"/>
                  </a:cubicBezTo>
                  <a:cubicBezTo>
                    <a:pt x="7562" y="9767"/>
                    <a:pt x="7058" y="10145"/>
                    <a:pt x="6680" y="10586"/>
                  </a:cubicBezTo>
                  <a:cubicBezTo>
                    <a:pt x="6459" y="10869"/>
                    <a:pt x="6176" y="11027"/>
                    <a:pt x="5861" y="11027"/>
                  </a:cubicBezTo>
                  <a:cubicBezTo>
                    <a:pt x="5545" y="11027"/>
                    <a:pt x="5230" y="10869"/>
                    <a:pt x="5041" y="10586"/>
                  </a:cubicBezTo>
                  <a:cubicBezTo>
                    <a:pt x="4695" y="10113"/>
                    <a:pt x="4128" y="9767"/>
                    <a:pt x="3529" y="9609"/>
                  </a:cubicBezTo>
                  <a:cubicBezTo>
                    <a:pt x="3057" y="9483"/>
                    <a:pt x="2742" y="9042"/>
                    <a:pt x="2742" y="8569"/>
                  </a:cubicBezTo>
                  <a:cubicBezTo>
                    <a:pt x="2742" y="8002"/>
                    <a:pt x="3214" y="7561"/>
                    <a:pt x="3781" y="7561"/>
                  </a:cubicBezTo>
                  <a:lnTo>
                    <a:pt x="4789" y="7561"/>
                  </a:lnTo>
                  <a:lnTo>
                    <a:pt x="4789" y="4789"/>
                  </a:lnTo>
                  <a:lnTo>
                    <a:pt x="4096" y="4789"/>
                  </a:lnTo>
                  <a:cubicBezTo>
                    <a:pt x="3687" y="4789"/>
                    <a:pt x="3372" y="5104"/>
                    <a:pt x="3372" y="5513"/>
                  </a:cubicBezTo>
                  <a:cubicBezTo>
                    <a:pt x="3372" y="5891"/>
                    <a:pt x="3687" y="6206"/>
                    <a:pt x="4096" y="6206"/>
                  </a:cubicBezTo>
                  <a:cubicBezTo>
                    <a:pt x="4285" y="6206"/>
                    <a:pt x="4443" y="6364"/>
                    <a:pt x="4443" y="6553"/>
                  </a:cubicBezTo>
                  <a:cubicBezTo>
                    <a:pt x="4443" y="6774"/>
                    <a:pt x="4285" y="6931"/>
                    <a:pt x="4096" y="6931"/>
                  </a:cubicBezTo>
                  <a:cubicBezTo>
                    <a:pt x="3340" y="6931"/>
                    <a:pt x="2710" y="6301"/>
                    <a:pt x="2710" y="5545"/>
                  </a:cubicBezTo>
                  <a:cubicBezTo>
                    <a:pt x="2710" y="5387"/>
                    <a:pt x="2742" y="5261"/>
                    <a:pt x="2805" y="5135"/>
                  </a:cubicBezTo>
                  <a:cubicBezTo>
                    <a:pt x="2521" y="4883"/>
                    <a:pt x="2363" y="4568"/>
                    <a:pt x="2363" y="4159"/>
                  </a:cubicBezTo>
                  <a:cubicBezTo>
                    <a:pt x="2363" y="4001"/>
                    <a:pt x="2395" y="3875"/>
                    <a:pt x="2426" y="3781"/>
                  </a:cubicBezTo>
                  <a:cubicBezTo>
                    <a:pt x="2174" y="3497"/>
                    <a:pt x="2017" y="3182"/>
                    <a:pt x="2017" y="2772"/>
                  </a:cubicBezTo>
                  <a:cubicBezTo>
                    <a:pt x="2080" y="2048"/>
                    <a:pt x="2710" y="1449"/>
                    <a:pt x="3466" y="1449"/>
                  </a:cubicBezTo>
                  <a:lnTo>
                    <a:pt x="4915" y="1449"/>
                  </a:lnTo>
                  <a:cubicBezTo>
                    <a:pt x="5073" y="1040"/>
                    <a:pt x="5419" y="725"/>
                    <a:pt x="5892" y="725"/>
                  </a:cubicBezTo>
                  <a:close/>
                  <a:moveTo>
                    <a:pt x="1009" y="0"/>
                  </a:moveTo>
                  <a:cubicBezTo>
                    <a:pt x="473" y="32"/>
                    <a:pt x="1" y="504"/>
                    <a:pt x="1" y="1040"/>
                  </a:cubicBezTo>
                  <a:lnTo>
                    <a:pt x="1" y="10838"/>
                  </a:lnTo>
                  <a:cubicBezTo>
                    <a:pt x="1" y="11405"/>
                    <a:pt x="473" y="11846"/>
                    <a:pt x="1009" y="11846"/>
                  </a:cubicBezTo>
                  <a:lnTo>
                    <a:pt x="10807" y="11846"/>
                  </a:lnTo>
                  <a:cubicBezTo>
                    <a:pt x="11374" y="11846"/>
                    <a:pt x="11815" y="11373"/>
                    <a:pt x="11815" y="10775"/>
                  </a:cubicBezTo>
                  <a:lnTo>
                    <a:pt x="11815" y="1071"/>
                  </a:lnTo>
                  <a:cubicBezTo>
                    <a:pt x="11815" y="504"/>
                    <a:pt x="11342" y="32"/>
                    <a:pt x="10807" y="32"/>
                  </a:cubicBez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83"/>
            <p:cNvSpPr/>
            <p:nvPr/>
          </p:nvSpPr>
          <p:spPr>
            <a:xfrm>
              <a:off x="-23070825" y="3975525"/>
              <a:ext cx="43325" cy="26800"/>
            </a:xfrm>
            <a:custGeom>
              <a:avLst/>
              <a:gdLst/>
              <a:ahLst/>
              <a:cxnLst/>
              <a:rect l="l" t="t" r="r" b="b"/>
              <a:pathLst>
                <a:path w="1733" h="1072" extrusionOk="0">
                  <a:moveTo>
                    <a:pt x="0" y="0"/>
                  </a:moveTo>
                  <a:lnTo>
                    <a:pt x="0" y="725"/>
                  </a:lnTo>
                  <a:lnTo>
                    <a:pt x="725" y="725"/>
                  </a:lnTo>
                  <a:cubicBezTo>
                    <a:pt x="748" y="722"/>
                    <a:pt x="772" y="721"/>
                    <a:pt x="795" y="721"/>
                  </a:cubicBezTo>
                  <a:cubicBezTo>
                    <a:pt x="1086" y="721"/>
                    <a:pt x="1374" y="896"/>
                    <a:pt x="1607" y="1071"/>
                  </a:cubicBezTo>
                  <a:cubicBezTo>
                    <a:pt x="1701" y="945"/>
                    <a:pt x="1733" y="819"/>
                    <a:pt x="1733" y="725"/>
                  </a:cubicBezTo>
                  <a:cubicBezTo>
                    <a:pt x="1733" y="315"/>
                    <a:pt x="1418"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83"/>
            <p:cNvSpPr/>
            <p:nvPr/>
          </p:nvSpPr>
          <p:spPr>
            <a:xfrm>
              <a:off x="-23158250" y="4097600"/>
              <a:ext cx="121300" cy="52000"/>
            </a:xfrm>
            <a:custGeom>
              <a:avLst/>
              <a:gdLst/>
              <a:ahLst/>
              <a:cxnLst/>
              <a:rect l="l" t="t" r="r" b="b"/>
              <a:pathLst>
                <a:path w="4852" h="2080" extrusionOk="0">
                  <a:moveTo>
                    <a:pt x="315" y="0"/>
                  </a:moveTo>
                  <a:cubicBezTo>
                    <a:pt x="158" y="0"/>
                    <a:pt x="0" y="158"/>
                    <a:pt x="0" y="347"/>
                  </a:cubicBezTo>
                  <a:cubicBezTo>
                    <a:pt x="0" y="567"/>
                    <a:pt x="158" y="662"/>
                    <a:pt x="284" y="693"/>
                  </a:cubicBezTo>
                  <a:cubicBezTo>
                    <a:pt x="1008" y="914"/>
                    <a:pt x="1701" y="1355"/>
                    <a:pt x="2174" y="1922"/>
                  </a:cubicBezTo>
                  <a:cubicBezTo>
                    <a:pt x="2205" y="2017"/>
                    <a:pt x="2269" y="2080"/>
                    <a:pt x="2426" y="2080"/>
                  </a:cubicBezTo>
                  <a:cubicBezTo>
                    <a:pt x="2584" y="2080"/>
                    <a:pt x="2678" y="2017"/>
                    <a:pt x="2710" y="1922"/>
                  </a:cubicBezTo>
                  <a:cubicBezTo>
                    <a:pt x="3151" y="1355"/>
                    <a:pt x="3812" y="882"/>
                    <a:pt x="4568" y="662"/>
                  </a:cubicBezTo>
                  <a:cubicBezTo>
                    <a:pt x="4726" y="630"/>
                    <a:pt x="4852" y="504"/>
                    <a:pt x="4852" y="347"/>
                  </a:cubicBezTo>
                  <a:cubicBezTo>
                    <a:pt x="4852" y="158"/>
                    <a:pt x="4694" y="0"/>
                    <a:pt x="4474" y="0"/>
                  </a:cubicBezTo>
                  <a:lnTo>
                    <a:pt x="3371" y="0"/>
                  </a:lnTo>
                  <a:cubicBezTo>
                    <a:pt x="3214" y="410"/>
                    <a:pt x="2867" y="725"/>
                    <a:pt x="2395" y="725"/>
                  </a:cubicBezTo>
                  <a:cubicBezTo>
                    <a:pt x="1922" y="725"/>
                    <a:pt x="1575" y="441"/>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83"/>
            <p:cNvSpPr/>
            <p:nvPr/>
          </p:nvSpPr>
          <p:spPr>
            <a:xfrm>
              <a:off x="-23176375" y="3940850"/>
              <a:ext cx="52800" cy="26825"/>
            </a:xfrm>
            <a:custGeom>
              <a:avLst/>
              <a:gdLst/>
              <a:ahLst/>
              <a:cxnLst/>
              <a:rect l="l" t="t" r="r" b="b"/>
              <a:pathLst>
                <a:path w="2112" h="1073" extrusionOk="0">
                  <a:moveTo>
                    <a:pt x="725" y="1"/>
                  </a:moveTo>
                  <a:cubicBezTo>
                    <a:pt x="316" y="1"/>
                    <a:pt x="1" y="316"/>
                    <a:pt x="1" y="725"/>
                  </a:cubicBezTo>
                  <a:cubicBezTo>
                    <a:pt x="1" y="851"/>
                    <a:pt x="64" y="978"/>
                    <a:pt x="127" y="1072"/>
                  </a:cubicBezTo>
                  <a:cubicBezTo>
                    <a:pt x="410" y="883"/>
                    <a:pt x="725" y="725"/>
                    <a:pt x="1072" y="725"/>
                  </a:cubicBezTo>
                  <a:lnTo>
                    <a:pt x="2111" y="725"/>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83"/>
            <p:cNvSpPr/>
            <p:nvPr/>
          </p:nvSpPr>
          <p:spPr>
            <a:xfrm>
              <a:off x="-23166125" y="3976300"/>
              <a:ext cx="44125" cy="26800"/>
            </a:xfrm>
            <a:custGeom>
              <a:avLst/>
              <a:gdLst/>
              <a:ahLst/>
              <a:cxnLst/>
              <a:rect l="l" t="t" r="r" b="b"/>
              <a:pathLst>
                <a:path w="1765" h="1072" extrusionOk="0">
                  <a:moveTo>
                    <a:pt x="693" y="1"/>
                  </a:moveTo>
                  <a:cubicBezTo>
                    <a:pt x="315" y="1"/>
                    <a:pt x="0" y="316"/>
                    <a:pt x="0" y="725"/>
                  </a:cubicBezTo>
                  <a:cubicBezTo>
                    <a:pt x="0" y="851"/>
                    <a:pt x="32" y="1009"/>
                    <a:pt x="126" y="1072"/>
                  </a:cubicBezTo>
                  <a:cubicBezTo>
                    <a:pt x="347" y="820"/>
                    <a:pt x="693" y="725"/>
                    <a:pt x="1071" y="725"/>
                  </a:cubicBezTo>
                  <a:lnTo>
                    <a:pt x="1764" y="725"/>
                  </a:lnTo>
                  <a:lnTo>
                    <a:pt x="17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12" name="Google Shape;5412;p83"/>
          <p:cNvSpPr/>
          <p:nvPr/>
        </p:nvSpPr>
        <p:spPr>
          <a:xfrm>
            <a:off x="6591589" y="4063538"/>
            <a:ext cx="353786" cy="353757"/>
          </a:xfrm>
          <a:custGeom>
            <a:avLst/>
            <a:gdLst/>
            <a:ahLst/>
            <a:cxnLst/>
            <a:rect l="l" t="t" r="r" b="b"/>
            <a:pathLst>
              <a:path w="11879" h="11878" extrusionOk="0">
                <a:moveTo>
                  <a:pt x="5451" y="6995"/>
                </a:moveTo>
                <a:lnTo>
                  <a:pt x="5451" y="7688"/>
                </a:lnTo>
                <a:lnTo>
                  <a:pt x="4443" y="7688"/>
                </a:lnTo>
                <a:cubicBezTo>
                  <a:pt x="4223" y="7688"/>
                  <a:pt x="4065" y="7530"/>
                  <a:pt x="4065" y="7341"/>
                </a:cubicBezTo>
                <a:cubicBezTo>
                  <a:pt x="4065" y="7152"/>
                  <a:pt x="4223" y="6995"/>
                  <a:pt x="4443" y="6995"/>
                </a:cubicBezTo>
                <a:close/>
                <a:moveTo>
                  <a:pt x="6491" y="8349"/>
                </a:moveTo>
                <a:lnTo>
                  <a:pt x="6491" y="8381"/>
                </a:lnTo>
                <a:cubicBezTo>
                  <a:pt x="6680" y="8381"/>
                  <a:pt x="6837" y="8538"/>
                  <a:pt x="6837" y="8727"/>
                </a:cubicBezTo>
                <a:cubicBezTo>
                  <a:pt x="6837" y="8916"/>
                  <a:pt x="6680" y="9074"/>
                  <a:pt x="6491" y="9074"/>
                </a:cubicBezTo>
                <a:lnTo>
                  <a:pt x="6113" y="9074"/>
                </a:lnTo>
                <a:lnTo>
                  <a:pt x="6113" y="8349"/>
                </a:lnTo>
                <a:close/>
                <a:moveTo>
                  <a:pt x="5451" y="9736"/>
                </a:moveTo>
                <a:lnTo>
                  <a:pt x="5451" y="10460"/>
                </a:lnTo>
                <a:lnTo>
                  <a:pt x="5105" y="10460"/>
                </a:lnTo>
                <a:cubicBezTo>
                  <a:pt x="4916" y="10460"/>
                  <a:pt x="4758" y="10303"/>
                  <a:pt x="4758" y="10114"/>
                </a:cubicBezTo>
                <a:cubicBezTo>
                  <a:pt x="4758" y="9893"/>
                  <a:pt x="4916" y="9736"/>
                  <a:pt x="5105" y="9736"/>
                </a:cubicBezTo>
                <a:close/>
                <a:moveTo>
                  <a:pt x="5861" y="1"/>
                </a:moveTo>
                <a:cubicBezTo>
                  <a:pt x="5262" y="1"/>
                  <a:pt x="4821" y="473"/>
                  <a:pt x="4821" y="1040"/>
                </a:cubicBezTo>
                <a:cubicBezTo>
                  <a:pt x="4821" y="1481"/>
                  <a:pt x="5105" y="1859"/>
                  <a:pt x="5546" y="2017"/>
                </a:cubicBezTo>
                <a:lnTo>
                  <a:pt x="5546" y="3340"/>
                </a:lnTo>
                <a:cubicBezTo>
                  <a:pt x="4441" y="2451"/>
                  <a:pt x="3936" y="2115"/>
                  <a:pt x="3379" y="2115"/>
                </a:cubicBezTo>
                <a:cubicBezTo>
                  <a:pt x="3285" y="2115"/>
                  <a:pt x="3189" y="2125"/>
                  <a:pt x="3088" y="2143"/>
                </a:cubicBezTo>
                <a:cubicBezTo>
                  <a:pt x="2584" y="2237"/>
                  <a:pt x="2301" y="2679"/>
                  <a:pt x="2080" y="3183"/>
                </a:cubicBezTo>
                <a:cubicBezTo>
                  <a:pt x="1734" y="3750"/>
                  <a:pt x="1324" y="4506"/>
                  <a:pt x="221" y="4947"/>
                </a:cubicBezTo>
                <a:cubicBezTo>
                  <a:pt x="64" y="5010"/>
                  <a:pt x="1" y="5167"/>
                  <a:pt x="32" y="5325"/>
                </a:cubicBezTo>
                <a:cubicBezTo>
                  <a:pt x="64" y="5482"/>
                  <a:pt x="190" y="5608"/>
                  <a:pt x="379" y="5608"/>
                </a:cubicBezTo>
                <a:lnTo>
                  <a:pt x="1104" y="5608"/>
                </a:lnTo>
                <a:cubicBezTo>
                  <a:pt x="1104" y="5608"/>
                  <a:pt x="2584" y="5577"/>
                  <a:pt x="3372" y="3750"/>
                </a:cubicBezTo>
                <a:cubicBezTo>
                  <a:pt x="3446" y="3626"/>
                  <a:pt x="3579" y="3541"/>
                  <a:pt x="3724" y="3541"/>
                </a:cubicBezTo>
                <a:cubicBezTo>
                  <a:pt x="3764" y="3541"/>
                  <a:pt x="3804" y="3547"/>
                  <a:pt x="3844" y="3561"/>
                </a:cubicBezTo>
                <a:cubicBezTo>
                  <a:pt x="4002" y="3655"/>
                  <a:pt x="4128" y="3844"/>
                  <a:pt x="4034" y="4033"/>
                </a:cubicBezTo>
                <a:cubicBezTo>
                  <a:pt x="3718" y="4789"/>
                  <a:pt x="3309" y="5293"/>
                  <a:pt x="2868" y="5640"/>
                </a:cubicBezTo>
                <a:lnTo>
                  <a:pt x="3655" y="5640"/>
                </a:lnTo>
                <a:cubicBezTo>
                  <a:pt x="3971" y="5388"/>
                  <a:pt x="4254" y="5010"/>
                  <a:pt x="4254" y="4632"/>
                </a:cubicBezTo>
                <a:cubicBezTo>
                  <a:pt x="4254" y="4443"/>
                  <a:pt x="4412" y="4285"/>
                  <a:pt x="4601" y="4285"/>
                </a:cubicBezTo>
                <a:cubicBezTo>
                  <a:pt x="4790" y="4285"/>
                  <a:pt x="4947" y="4443"/>
                  <a:pt x="4947" y="4632"/>
                </a:cubicBezTo>
                <a:cubicBezTo>
                  <a:pt x="4947" y="5010"/>
                  <a:pt x="4821" y="5388"/>
                  <a:pt x="4601" y="5640"/>
                </a:cubicBezTo>
                <a:lnTo>
                  <a:pt x="5609" y="5640"/>
                </a:lnTo>
                <a:lnTo>
                  <a:pt x="5609" y="6365"/>
                </a:lnTo>
                <a:lnTo>
                  <a:pt x="4601" y="6365"/>
                </a:lnTo>
                <a:cubicBezTo>
                  <a:pt x="4002" y="6365"/>
                  <a:pt x="3561" y="6837"/>
                  <a:pt x="3561" y="7373"/>
                </a:cubicBezTo>
                <a:cubicBezTo>
                  <a:pt x="3561" y="7971"/>
                  <a:pt x="4034" y="8412"/>
                  <a:pt x="4601" y="8412"/>
                </a:cubicBezTo>
                <a:lnTo>
                  <a:pt x="5609" y="8412"/>
                </a:lnTo>
                <a:lnTo>
                  <a:pt x="5609" y="9106"/>
                </a:lnTo>
                <a:lnTo>
                  <a:pt x="5262" y="9106"/>
                </a:lnTo>
                <a:cubicBezTo>
                  <a:pt x="4664" y="9106"/>
                  <a:pt x="4254" y="9578"/>
                  <a:pt x="4254" y="10145"/>
                </a:cubicBezTo>
                <a:cubicBezTo>
                  <a:pt x="4254" y="10744"/>
                  <a:pt x="4727" y="11153"/>
                  <a:pt x="5262" y="11153"/>
                </a:cubicBezTo>
                <a:lnTo>
                  <a:pt x="5609" y="11153"/>
                </a:lnTo>
                <a:lnTo>
                  <a:pt x="5609" y="11531"/>
                </a:lnTo>
                <a:cubicBezTo>
                  <a:pt x="5609" y="11720"/>
                  <a:pt x="5766" y="11878"/>
                  <a:pt x="5987" y="11878"/>
                </a:cubicBezTo>
                <a:cubicBezTo>
                  <a:pt x="6176" y="11878"/>
                  <a:pt x="6333" y="11720"/>
                  <a:pt x="6333" y="11531"/>
                </a:cubicBezTo>
                <a:lnTo>
                  <a:pt x="6333" y="11153"/>
                </a:lnTo>
                <a:lnTo>
                  <a:pt x="6680" y="11153"/>
                </a:lnTo>
                <a:cubicBezTo>
                  <a:pt x="6869" y="11153"/>
                  <a:pt x="7026" y="10996"/>
                  <a:pt x="7026" y="10807"/>
                </a:cubicBezTo>
                <a:cubicBezTo>
                  <a:pt x="7026" y="10618"/>
                  <a:pt x="6869" y="10460"/>
                  <a:pt x="6680" y="10460"/>
                </a:cubicBezTo>
                <a:lnTo>
                  <a:pt x="6333" y="10460"/>
                </a:lnTo>
                <a:lnTo>
                  <a:pt x="6333" y="9736"/>
                </a:lnTo>
                <a:lnTo>
                  <a:pt x="6680" y="9736"/>
                </a:lnTo>
                <a:cubicBezTo>
                  <a:pt x="7279" y="9736"/>
                  <a:pt x="7720" y="9263"/>
                  <a:pt x="7720" y="8727"/>
                </a:cubicBezTo>
                <a:cubicBezTo>
                  <a:pt x="7720" y="8129"/>
                  <a:pt x="7247" y="7688"/>
                  <a:pt x="6680" y="7688"/>
                </a:cubicBezTo>
                <a:lnTo>
                  <a:pt x="6333" y="7688"/>
                </a:lnTo>
                <a:lnTo>
                  <a:pt x="6333" y="6995"/>
                </a:lnTo>
                <a:lnTo>
                  <a:pt x="7342" y="6995"/>
                </a:lnTo>
                <a:cubicBezTo>
                  <a:pt x="7751" y="6995"/>
                  <a:pt x="8098" y="6743"/>
                  <a:pt x="8255" y="6428"/>
                </a:cubicBezTo>
                <a:cubicBezTo>
                  <a:pt x="8066" y="6333"/>
                  <a:pt x="7877" y="6176"/>
                  <a:pt x="7657" y="6018"/>
                </a:cubicBezTo>
                <a:cubicBezTo>
                  <a:pt x="7625" y="6176"/>
                  <a:pt x="7499" y="6270"/>
                  <a:pt x="7310" y="6270"/>
                </a:cubicBezTo>
                <a:lnTo>
                  <a:pt x="6302" y="6270"/>
                </a:lnTo>
                <a:lnTo>
                  <a:pt x="6302" y="5577"/>
                </a:lnTo>
                <a:lnTo>
                  <a:pt x="7310" y="5577"/>
                </a:lnTo>
                <a:cubicBezTo>
                  <a:pt x="7121" y="5262"/>
                  <a:pt x="6963" y="4947"/>
                  <a:pt x="6963" y="4537"/>
                </a:cubicBezTo>
                <a:cubicBezTo>
                  <a:pt x="6963" y="4348"/>
                  <a:pt x="7121" y="4191"/>
                  <a:pt x="7310" y="4191"/>
                </a:cubicBezTo>
                <a:cubicBezTo>
                  <a:pt x="7499" y="4191"/>
                  <a:pt x="7657" y="4348"/>
                  <a:pt x="7657" y="4537"/>
                </a:cubicBezTo>
                <a:cubicBezTo>
                  <a:pt x="7657" y="4978"/>
                  <a:pt x="7940" y="5293"/>
                  <a:pt x="8255" y="5577"/>
                </a:cubicBezTo>
                <a:lnTo>
                  <a:pt x="9043" y="5577"/>
                </a:lnTo>
                <a:cubicBezTo>
                  <a:pt x="8602" y="5230"/>
                  <a:pt x="8224" y="4758"/>
                  <a:pt x="7877" y="3970"/>
                </a:cubicBezTo>
                <a:cubicBezTo>
                  <a:pt x="7783" y="3813"/>
                  <a:pt x="7877" y="3561"/>
                  <a:pt x="8066" y="3498"/>
                </a:cubicBezTo>
                <a:cubicBezTo>
                  <a:pt x="8108" y="3472"/>
                  <a:pt x="8155" y="3461"/>
                  <a:pt x="8203" y="3461"/>
                </a:cubicBezTo>
                <a:cubicBezTo>
                  <a:pt x="8333" y="3461"/>
                  <a:pt x="8470" y="3548"/>
                  <a:pt x="8539" y="3687"/>
                </a:cubicBezTo>
                <a:cubicBezTo>
                  <a:pt x="9326" y="5545"/>
                  <a:pt x="10807" y="5545"/>
                  <a:pt x="10807" y="5545"/>
                </a:cubicBezTo>
                <a:lnTo>
                  <a:pt x="11532" y="5545"/>
                </a:lnTo>
                <a:cubicBezTo>
                  <a:pt x="11689" y="5545"/>
                  <a:pt x="11847" y="5419"/>
                  <a:pt x="11878" y="5262"/>
                </a:cubicBezTo>
                <a:cubicBezTo>
                  <a:pt x="11721" y="5167"/>
                  <a:pt x="11626" y="5010"/>
                  <a:pt x="11469" y="4947"/>
                </a:cubicBezTo>
                <a:cubicBezTo>
                  <a:pt x="10366" y="4506"/>
                  <a:pt x="9988" y="3750"/>
                  <a:pt x="9641" y="3183"/>
                </a:cubicBezTo>
                <a:cubicBezTo>
                  <a:pt x="9358" y="2710"/>
                  <a:pt x="9106" y="2269"/>
                  <a:pt x="8602" y="2143"/>
                </a:cubicBezTo>
                <a:cubicBezTo>
                  <a:pt x="8535" y="2127"/>
                  <a:pt x="8466" y="2119"/>
                  <a:pt x="8393" y="2119"/>
                </a:cubicBezTo>
                <a:cubicBezTo>
                  <a:pt x="7880" y="2119"/>
                  <a:pt x="7197" y="2512"/>
                  <a:pt x="6176" y="3340"/>
                </a:cubicBezTo>
                <a:lnTo>
                  <a:pt x="6176" y="2017"/>
                </a:lnTo>
                <a:cubicBezTo>
                  <a:pt x="6554" y="1859"/>
                  <a:pt x="6869" y="1513"/>
                  <a:pt x="6869" y="1040"/>
                </a:cubicBezTo>
                <a:cubicBezTo>
                  <a:pt x="6869" y="442"/>
                  <a:pt x="6396" y="1"/>
                  <a:pt x="5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83"/>
          <p:cNvSpPr txBox="1"/>
          <p:nvPr/>
        </p:nvSpPr>
        <p:spPr>
          <a:xfrm>
            <a:off x="826588"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Educational Icons</a:t>
            </a:r>
            <a:endParaRPr sz="2400">
              <a:solidFill>
                <a:schemeClr val="lt1"/>
              </a:solidFill>
            </a:endParaRPr>
          </a:p>
        </p:txBody>
      </p:sp>
      <p:sp>
        <p:nvSpPr>
          <p:cNvPr id="5414" name="Google Shape;5414;p83"/>
          <p:cNvSpPr txBox="1"/>
          <p:nvPr/>
        </p:nvSpPr>
        <p:spPr>
          <a:xfrm>
            <a:off x="4835313"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Medical Icons</a:t>
            </a:r>
            <a:endParaRPr sz="2400">
              <a:solidFill>
                <a:schemeClr val="lt1"/>
              </a:solidFill>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5418"/>
        <p:cNvGrpSpPr/>
        <p:nvPr/>
      </p:nvGrpSpPr>
      <p:grpSpPr>
        <a:xfrm>
          <a:off x="0" y="0"/>
          <a:ext cx="0" cy="0"/>
          <a:chOff x="0" y="0"/>
          <a:chExt cx="0" cy="0"/>
        </a:xfrm>
      </p:grpSpPr>
      <p:sp>
        <p:nvSpPr>
          <p:cNvPr id="5419" name="Google Shape;5419;p84"/>
          <p:cNvSpPr/>
          <p:nvPr/>
        </p:nvSpPr>
        <p:spPr>
          <a:xfrm>
            <a:off x="832529" y="1377078"/>
            <a:ext cx="367261" cy="366364"/>
          </a:xfrm>
          <a:custGeom>
            <a:avLst/>
            <a:gdLst/>
            <a:ahLst/>
            <a:cxnLst/>
            <a:rect l="l" t="t" r="r" b="b"/>
            <a:pathLst>
              <a:path w="12697" h="12666" extrusionOk="0">
                <a:moveTo>
                  <a:pt x="6301" y="1356"/>
                </a:moveTo>
                <a:cubicBezTo>
                  <a:pt x="6522" y="1356"/>
                  <a:pt x="6711" y="1576"/>
                  <a:pt x="6711" y="1797"/>
                </a:cubicBezTo>
                <a:lnTo>
                  <a:pt x="6711" y="2269"/>
                </a:lnTo>
                <a:cubicBezTo>
                  <a:pt x="7656" y="2458"/>
                  <a:pt x="8349" y="3309"/>
                  <a:pt x="8349" y="4285"/>
                </a:cubicBezTo>
                <a:cubicBezTo>
                  <a:pt x="8349" y="4538"/>
                  <a:pt x="8160" y="4727"/>
                  <a:pt x="7971" y="4727"/>
                </a:cubicBezTo>
                <a:cubicBezTo>
                  <a:pt x="7719" y="4727"/>
                  <a:pt x="7530" y="4538"/>
                  <a:pt x="7530" y="4285"/>
                </a:cubicBezTo>
                <a:cubicBezTo>
                  <a:pt x="7530" y="3624"/>
                  <a:pt x="6994" y="3057"/>
                  <a:pt x="6301" y="3057"/>
                </a:cubicBezTo>
                <a:cubicBezTo>
                  <a:pt x="5640" y="3057"/>
                  <a:pt x="5073" y="3624"/>
                  <a:pt x="5073" y="4285"/>
                </a:cubicBezTo>
                <a:cubicBezTo>
                  <a:pt x="5073" y="4947"/>
                  <a:pt x="5829" y="5483"/>
                  <a:pt x="6585" y="6018"/>
                </a:cubicBezTo>
                <a:cubicBezTo>
                  <a:pt x="7435" y="6648"/>
                  <a:pt x="8412" y="7310"/>
                  <a:pt x="8412" y="8413"/>
                </a:cubicBezTo>
                <a:cubicBezTo>
                  <a:pt x="8412" y="9421"/>
                  <a:pt x="7687" y="10271"/>
                  <a:pt x="6742" y="10429"/>
                </a:cubicBezTo>
                <a:lnTo>
                  <a:pt x="6742" y="10901"/>
                </a:lnTo>
                <a:cubicBezTo>
                  <a:pt x="6742" y="11154"/>
                  <a:pt x="6553" y="11311"/>
                  <a:pt x="6364" y="11311"/>
                </a:cubicBezTo>
                <a:cubicBezTo>
                  <a:pt x="6144" y="11311"/>
                  <a:pt x="5955" y="11091"/>
                  <a:pt x="5955" y="10901"/>
                </a:cubicBezTo>
                <a:lnTo>
                  <a:pt x="5955" y="10429"/>
                </a:lnTo>
                <a:cubicBezTo>
                  <a:pt x="5010" y="10240"/>
                  <a:pt x="4316" y="9421"/>
                  <a:pt x="4316" y="8413"/>
                </a:cubicBezTo>
                <a:cubicBezTo>
                  <a:pt x="4316" y="8192"/>
                  <a:pt x="4505" y="8035"/>
                  <a:pt x="4694" y="8035"/>
                </a:cubicBezTo>
                <a:cubicBezTo>
                  <a:pt x="4884" y="8035"/>
                  <a:pt x="5136" y="8224"/>
                  <a:pt x="5136" y="8413"/>
                </a:cubicBezTo>
                <a:cubicBezTo>
                  <a:pt x="5136" y="9106"/>
                  <a:pt x="5671" y="9641"/>
                  <a:pt x="6364" y="9641"/>
                </a:cubicBezTo>
                <a:cubicBezTo>
                  <a:pt x="7026" y="9641"/>
                  <a:pt x="7561" y="9106"/>
                  <a:pt x="7561" y="8413"/>
                </a:cubicBezTo>
                <a:cubicBezTo>
                  <a:pt x="7561" y="7751"/>
                  <a:pt x="6868" y="7247"/>
                  <a:pt x="6081" y="6680"/>
                </a:cubicBezTo>
                <a:cubicBezTo>
                  <a:pt x="5199" y="6050"/>
                  <a:pt x="4253" y="5388"/>
                  <a:pt x="4253" y="4285"/>
                </a:cubicBezTo>
                <a:cubicBezTo>
                  <a:pt x="4253" y="3309"/>
                  <a:pt x="4978" y="2427"/>
                  <a:pt x="5923" y="2269"/>
                </a:cubicBezTo>
                <a:lnTo>
                  <a:pt x="5923" y="1797"/>
                </a:lnTo>
                <a:cubicBezTo>
                  <a:pt x="5923" y="1576"/>
                  <a:pt x="6112" y="1356"/>
                  <a:pt x="6301" y="1356"/>
                </a:cubicBezTo>
                <a:close/>
                <a:moveTo>
                  <a:pt x="6333" y="1"/>
                </a:moveTo>
                <a:cubicBezTo>
                  <a:pt x="2836" y="1"/>
                  <a:pt x="0" y="2836"/>
                  <a:pt x="0" y="6333"/>
                </a:cubicBezTo>
                <a:cubicBezTo>
                  <a:pt x="0" y="9830"/>
                  <a:pt x="2836" y="12666"/>
                  <a:pt x="6333" y="12666"/>
                </a:cubicBezTo>
                <a:cubicBezTo>
                  <a:pt x="9861" y="12666"/>
                  <a:pt x="12697" y="9830"/>
                  <a:pt x="12697" y="6333"/>
                </a:cubicBezTo>
                <a:cubicBezTo>
                  <a:pt x="12697" y="2836"/>
                  <a:pt x="9861"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20" name="Google Shape;5420;p84"/>
          <p:cNvGrpSpPr/>
          <p:nvPr/>
        </p:nvGrpSpPr>
        <p:grpSpPr>
          <a:xfrm>
            <a:off x="832654" y="1819647"/>
            <a:ext cx="367261" cy="367261"/>
            <a:chOff x="-65145700" y="3727425"/>
            <a:chExt cx="317425" cy="317425"/>
          </a:xfrm>
        </p:grpSpPr>
        <p:sp>
          <p:nvSpPr>
            <p:cNvPr id="5421" name="Google Shape;5421;p84"/>
            <p:cNvSpPr/>
            <p:nvPr/>
          </p:nvSpPr>
          <p:spPr>
            <a:xfrm>
              <a:off x="-65145700" y="3769150"/>
              <a:ext cx="275675" cy="275700"/>
            </a:xfrm>
            <a:custGeom>
              <a:avLst/>
              <a:gdLst/>
              <a:ahLst/>
              <a:cxnLst/>
              <a:rect l="l" t="t" r="r" b="b"/>
              <a:pathLst>
                <a:path w="11027" h="11028" extrusionOk="0">
                  <a:moveTo>
                    <a:pt x="5514" y="1"/>
                  </a:moveTo>
                  <a:cubicBezTo>
                    <a:pt x="2489" y="1"/>
                    <a:pt x="0" y="2458"/>
                    <a:pt x="0" y="5514"/>
                  </a:cubicBezTo>
                  <a:cubicBezTo>
                    <a:pt x="0" y="8539"/>
                    <a:pt x="2489" y="11027"/>
                    <a:pt x="5514" y="11027"/>
                  </a:cubicBezTo>
                  <a:cubicBezTo>
                    <a:pt x="8538" y="11027"/>
                    <a:pt x="11027" y="8539"/>
                    <a:pt x="11027" y="5514"/>
                  </a:cubicBezTo>
                  <a:cubicBezTo>
                    <a:pt x="11027" y="5294"/>
                    <a:pt x="10869" y="5105"/>
                    <a:pt x="10649" y="5105"/>
                  </a:cubicBezTo>
                  <a:lnTo>
                    <a:pt x="5955" y="5105"/>
                  </a:lnTo>
                  <a:lnTo>
                    <a:pt x="5955" y="410"/>
                  </a:lnTo>
                  <a:cubicBezTo>
                    <a:pt x="5955" y="190"/>
                    <a:pt x="5766" y="1"/>
                    <a:pt x="55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84"/>
            <p:cNvSpPr/>
            <p:nvPr/>
          </p:nvSpPr>
          <p:spPr>
            <a:xfrm>
              <a:off x="-64977150" y="3727425"/>
              <a:ext cx="148875" cy="147300"/>
            </a:xfrm>
            <a:custGeom>
              <a:avLst/>
              <a:gdLst/>
              <a:ahLst/>
              <a:cxnLst/>
              <a:rect l="l" t="t" r="r" b="b"/>
              <a:pathLst>
                <a:path w="5955" h="5892" extrusionOk="0">
                  <a:moveTo>
                    <a:pt x="441" y="0"/>
                  </a:moveTo>
                  <a:cubicBezTo>
                    <a:pt x="189" y="0"/>
                    <a:pt x="0" y="158"/>
                    <a:pt x="0" y="378"/>
                  </a:cubicBezTo>
                  <a:lnTo>
                    <a:pt x="0" y="5513"/>
                  </a:lnTo>
                  <a:cubicBezTo>
                    <a:pt x="0" y="5702"/>
                    <a:pt x="189" y="5891"/>
                    <a:pt x="441" y="5891"/>
                  </a:cubicBezTo>
                  <a:lnTo>
                    <a:pt x="5514" y="5891"/>
                  </a:lnTo>
                  <a:cubicBezTo>
                    <a:pt x="5734" y="5891"/>
                    <a:pt x="5955" y="5702"/>
                    <a:pt x="5955" y="5513"/>
                  </a:cubicBezTo>
                  <a:cubicBezTo>
                    <a:pt x="5955" y="2489"/>
                    <a:pt x="3466"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3" name="Google Shape;5423;p84"/>
          <p:cNvGrpSpPr/>
          <p:nvPr/>
        </p:nvGrpSpPr>
        <p:grpSpPr>
          <a:xfrm>
            <a:off x="835851" y="2248561"/>
            <a:ext cx="360868" cy="367261"/>
            <a:chOff x="-65144125" y="4094450"/>
            <a:chExt cx="311900" cy="317425"/>
          </a:xfrm>
        </p:grpSpPr>
        <p:sp>
          <p:nvSpPr>
            <p:cNvPr id="5424" name="Google Shape;5424;p84"/>
            <p:cNvSpPr/>
            <p:nvPr/>
          </p:nvSpPr>
          <p:spPr>
            <a:xfrm>
              <a:off x="-65079550" y="4183450"/>
              <a:ext cx="185900" cy="185900"/>
            </a:xfrm>
            <a:custGeom>
              <a:avLst/>
              <a:gdLst/>
              <a:ahLst/>
              <a:cxnLst/>
              <a:rect l="l" t="t" r="r" b="b"/>
              <a:pathLst>
                <a:path w="7436" h="7436" extrusionOk="0">
                  <a:moveTo>
                    <a:pt x="3687" y="0"/>
                  </a:moveTo>
                  <a:cubicBezTo>
                    <a:pt x="1639" y="0"/>
                    <a:pt x="1" y="1639"/>
                    <a:pt x="1" y="3686"/>
                  </a:cubicBezTo>
                  <a:cubicBezTo>
                    <a:pt x="1" y="5734"/>
                    <a:pt x="1639" y="7435"/>
                    <a:pt x="3687" y="7435"/>
                  </a:cubicBezTo>
                  <a:cubicBezTo>
                    <a:pt x="5735" y="7435"/>
                    <a:pt x="7436" y="5797"/>
                    <a:pt x="7436" y="3686"/>
                  </a:cubicBezTo>
                  <a:cubicBezTo>
                    <a:pt x="7436" y="3466"/>
                    <a:pt x="7247" y="3308"/>
                    <a:pt x="7058" y="3308"/>
                  </a:cubicBezTo>
                  <a:lnTo>
                    <a:pt x="4096" y="3308"/>
                  </a:lnTo>
                  <a:lnTo>
                    <a:pt x="4096" y="378"/>
                  </a:lnTo>
                  <a:cubicBezTo>
                    <a:pt x="4096" y="158"/>
                    <a:pt x="3907" y="0"/>
                    <a:pt x="36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84"/>
            <p:cNvSpPr/>
            <p:nvPr/>
          </p:nvSpPr>
          <p:spPr>
            <a:xfrm>
              <a:off x="-65039375" y="4094450"/>
              <a:ext cx="104775" cy="19700"/>
            </a:xfrm>
            <a:custGeom>
              <a:avLst/>
              <a:gdLst/>
              <a:ahLst/>
              <a:cxnLst/>
              <a:rect l="l" t="t" r="r" b="b"/>
              <a:pathLst>
                <a:path w="4191" h="788" extrusionOk="0">
                  <a:moveTo>
                    <a:pt x="473" y="0"/>
                  </a:moveTo>
                  <a:cubicBezTo>
                    <a:pt x="252" y="0"/>
                    <a:pt x="32" y="221"/>
                    <a:pt x="32" y="410"/>
                  </a:cubicBezTo>
                  <a:cubicBezTo>
                    <a:pt x="0" y="599"/>
                    <a:pt x="158" y="756"/>
                    <a:pt x="347" y="788"/>
                  </a:cubicBezTo>
                  <a:lnTo>
                    <a:pt x="3813" y="788"/>
                  </a:lnTo>
                  <a:cubicBezTo>
                    <a:pt x="4033" y="756"/>
                    <a:pt x="4191" y="599"/>
                    <a:pt x="4191" y="410"/>
                  </a:cubicBezTo>
                  <a:cubicBezTo>
                    <a:pt x="4191" y="158"/>
                    <a:pt x="3970"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84"/>
            <p:cNvSpPr/>
            <p:nvPr/>
          </p:nvSpPr>
          <p:spPr>
            <a:xfrm>
              <a:off x="-65144125" y="4121025"/>
              <a:ext cx="311900" cy="290850"/>
            </a:xfrm>
            <a:custGeom>
              <a:avLst/>
              <a:gdLst/>
              <a:ahLst/>
              <a:cxnLst/>
              <a:rect l="l" t="t" r="r" b="b"/>
              <a:pathLst>
                <a:path w="12476" h="11634" extrusionOk="0">
                  <a:moveTo>
                    <a:pt x="6321" y="1678"/>
                  </a:moveTo>
                  <a:cubicBezTo>
                    <a:pt x="7437" y="1678"/>
                    <a:pt x="8570" y="2088"/>
                    <a:pt x="9483" y="3001"/>
                  </a:cubicBezTo>
                  <a:cubicBezTo>
                    <a:pt x="10334" y="3884"/>
                    <a:pt x="10806" y="5018"/>
                    <a:pt x="10806" y="6246"/>
                  </a:cubicBezTo>
                  <a:cubicBezTo>
                    <a:pt x="10806" y="8767"/>
                    <a:pt x="8759" y="10815"/>
                    <a:pt x="6238" y="10815"/>
                  </a:cubicBezTo>
                  <a:cubicBezTo>
                    <a:pt x="3718" y="10815"/>
                    <a:pt x="1702" y="8767"/>
                    <a:pt x="1702" y="6246"/>
                  </a:cubicBezTo>
                  <a:cubicBezTo>
                    <a:pt x="1702" y="3492"/>
                    <a:pt x="3974" y="1678"/>
                    <a:pt x="6321" y="1678"/>
                  </a:cubicBezTo>
                  <a:close/>
                  <a:moveTo>
                    <a:pt x="1367" y="1"/>
                  </a:moveTo>
                  <a:cubicBezTo>
                    <a:pt x="1048" y="1"/>
                    <a:pt x="725" y="119"/>
                    <a:pt x="473" y="355"/>
                  </a:cubicBezTo>
                  <a:cubicBezTo>
                    <a:pt x="0" y="828"/>
                    <a:pt x="0" y="1615"/>
                    <a:pt x="473" y="2119"/>
                  </a:cubicBezTo>
                  <a:cubicBezTo>
                    <a:pt x="696" y="2363"/>
                    <a:pt x="997" y="2488"/>
                    <a:pt x="1327" y="2488"/>
                  </a:cubicBezTo>
                  <a:cubicBezTo>
                    <a:pt x="1509" y="2488"/>
                    <a:pt x="1700" y="2450"/>
                    <a:pt x="1891" y="2371"/>
                  </a:cubicBezTo>
                  <a:lnTo>
                    <a:pt x="2237" y="2718"/>
                  </a:lnTo>
                  <a:cubicBezTo>
                    <a:pt x="1386" y="3695"/>
                    <a:pt x="914" y="4923"/>
                    <a:pt x="914" y="6215"/>
                  </a:cubicBezTo>
                  <a:cubicBezTo>
                    <a:pt x="914" y="9176"/>
                    <a:pt x="3340" y="11634"/>
                    <a:pt x="6301" y="11634"/>
                  </a:cubicBezTo>
                  <a:cubicBezTo>
                    <a:pt x="9231" y="11634"/>
                    <a:pt x="11689" y="9208"/>
                    <a:pt x="11689" y="6215"/>
                  </a:cubicBezTo>
                  <a:cubicBezTo>
                    <a:pt x="11689" y="4923"/>
                    <a:pt x="11216" y="3695"/>
                    <a:pt x="10365" y="2718"/>
                  </a:cubicBezTo>
                  <a:lnTo>
                    <a:pt x="10743" y="2371"/>
                  </a:lnTo>
                  <a:cubicBezTo>
                    <a:pt x="10901" y="2466"/>
                    <a:pt x="11059" y="2497"/>
                    <a:pt x="11248" y="2497"/>
                  </a:cubicBezTo>
                  <a:cubicBezTo>
                    <a:pt x="11909" y="2497"/>
                    <a:pt x="12476" y="1930"/>
                    <a:pt x="12476" y="1269"/>
                  </a:cubicBezTo>
                  <a:cubicBezTo>
                    <a:pt x="12476" y="607"/>
                    <a:pt x="11909" y="8"/>
                    <a:pt x="11248" y="8"/>
                  </a:cubicBezTo>
                  <a:cubicBezTo>
                    <a:pt x="10586" y="8"/>
                    <a:pt x="10019" y="544"/>
                    <a:pt x="10019" y="1269"/>
                  </a:cubicBezTo>
                  <a:cubicBezTo>
                    <a:pt x="10019" y="1458"/>
                    <a:pt x="10050" y="1615"/>
                    <a:pt x="10145" y="1773"/>
                  </a:cubicBezTo>
                  <a:lnTo>
                    <a:pt x="9798" y="2119"/>
                  </a:lnTo>
                  <a:cubicBezTo>
                    <a:pt x="9137" y="1584"/>
                    <a:pt x="8381" y="1206"/>
                    <a:pt x="7561" y="985"/>
                  </a:cubicBezTo>
                  <a:lnTo>
                    <a:pt x="7561" y="544"/>
                  </a:lnTo>
                  <a:lnTo>
                    <a:pt x="5073" y="544"/>
                  </a:lnTo>
                  <a:lnTo>
                    <a:pt x="5073" y="985"/>
                  </a:lnTo>
                  <a:cubicBezTo>
                    <a:pt x="4222" y="1206"/>
                    <a:pt x="3434" y="1584"/>
                    <a:pt x="2836" y="2119"/>
                  </a:cubicBezTo>
                  <a:lnTo>
                    <a:pt x="2458" y="1773"/>
                  </a:lnTo>
                  <a:cubicBezTo>
                    <a:pt x="2710" y="1269"/>
                    <a:pt x="2584" y="733"/>
                    <a:pt x="2237" y="355"/>
                  </a:cubicBezTo>
                  <a:cubicBezTo>
                    <a:pt x="2001" y="119"/>
                    <a:pt x="1686" y="1"/>
                    <a:pt x="1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27" name="Google Shape;5427;p84"/>
          <p:cNvSpPr/>
          <p:nvPr/>
        </p:nvSpPr>
        <p:spPr>
          <a:xfrm>
            <a:off x="3040079" y="1375704"/>
            <a:ext cx="369083" cy="369112"/>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28" name="Google Shape;5428;p84"/>
          <p:cNvGrpSpPr/>
          <p:nvPr/>
        </p:nvGrpSpPr>
        <p:grpSpPr>
          <a:xfrm>
            <a:off x="3039420" y="1819256"/>
            <a:ext cx="370645" cy="368042"/>
            <a:chOff x="-63250675" y="3744075"/>
            <a:chExt cx="320350" cy="318100"/>
          </a:xfrm>
        </p:grpSpPr>
        <p:sp>
          <p:nvSpPr>
            <p:cNvPr id="5429" name="Google Shape;5429;p84"/>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84"/>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84"/>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32" name="Google Shape;5432;p84"/>
          <p:cNvGrpSpPr/>
          <p:nvPr/>
        </p:nvGrpSpPr>
        <p:grpSpPr>
          <a:xfrm>
            <a:off x="3041112" y="2248561"/>
            <a:ext cx="367261" cy="367261"/>
            <a:chOff x="-63250675" y="4110200"/>
            <a:chExt cx="317425" cy="317425"/>
          </a:xfrm>
        </p:grpSpPr>
        <p:sp>
          <p:nvSpPr>
            <p:cNvPr id="5433" name="Google Shape;5433;p84"/>
            <p:cNvSpPr/>
            <p:nvPr/>
          </p:nvSpPr>
          <p:spPr>
            <a:xfrm>
              <a:off x="-63007300" y="4153725"/>
              <a:ext cx="30725" cy="29750"/>
            </a:xfrm>
            <a:custGeom>
              <a:avLst/>
              <a:gdLst/>
              <a:ahLst/>
              <a:cxnLst/>
              <a:rect l="l" t="t" r="r" b="b"/>
              <a:pathLst>
                <a:path w="1229" h="1190" extrusionOk="0">
                  <a:moveTo>
                    <a:pt x="772" y="0"/>
                  </a:moveTo>
                  <a:cubicBezTo>
                    <a:pt x="662" y="0"/>
                    <a:pt x="552" y="39"/>
                    <a:pt x="473" y="118"/>
                  </a:cubicBezTo>
                  <a:lnTo>
                    <a:pt x="0" y="591"/>
                  </a:lnTo>
                  <a:cubicBezTo>
                    <a:pt x="252" y="780"/>
                    <a:pt x="441" y="1000"/>
                    <a:pt x="599" y="1189"/>
                  </a:cubicBezTo>
                  <a:lnTo>
                    <a:pt x="1071" y="717"/>
                  </a:lnTo>
                  <a:cubicBezTo>
                    <a:pt x="1229" y="559"/>
                    <a:pt x="1229" y="276"/>
                    <a:pt x="1071" y="118"/>
                  </a:cubicBezTo>
                  <a:cubicBezTo>
                    <a:pt x="993" y="39"/>
                    <a:pt x="882" y="0"/>
                    <a:pt x="7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84"/>
            <p:cNvSpPr/>
            <p:nvPr/>
          </p:nvSpPr>
          <p:spPr>
            <a:xfrm>
              <a:off x="-63203425" y="4159025"/>
              <a:ext cx="222925" cy="222150"/>
            </a:xfrm>
            <a:custGeom>
              <a:avLst/>
              <a:gdLst/>
              <a:ahLst/>
              <a:cxnLst/>
              <a:rect l="l" t="t" r="r" b="b"/>
              <a:pathLst>
                <a:path w="8917" h="8886" extrusionOk="0">
                  <a:moveTo>
                    <a:pt x="4033" y="1418"/>
                  </a:moveTo>
                  <a:lnTo>
                    <a:pt x="4033" y="3088"/>
                  </a:lnTo>
                  <a:cubicBezTo>
                    <a:pt x="3939" y="3151"/>
                    <a:pt x="3876" y="3151"/>
                    <a:pt x="3781" y="3183"/>
                  </a:cubicBezTo>
                  <a:lnTo>
                    <a:pt x="2615" y="1985"/>
                  </a:lnTo>
                  <a:cubicBezTo>
                    <a:pt x="2993" y="1670"/>
                    <a:pt x="3529" y="1481"/>
                    <a:pt x="4033" y="1418"/>
                  </a:cubicBezTo>
                  <a:close/>
                  <a:moveTo>
                    <a:pt x="4852" y="1418"/>
                  </a:moveTo>
                  <a:cubicBezTo>
                    <a:pt x="5356" y="1481"/>
                    <a:pt x="5892" y="1670"/>
                    <a:pt x="6270" y="1985"/>
                  </a:cubicBezTo>
                  <a:lnTo>
                    <a:pt x="5104" y="3183"/>
                  </a:lnTo>
                  <a:cubicBezTo>
                    <a:pt x="5010" y="3151"/>
                    <a:pt x="4947" y="3088"/>
                    <a:pt x="4852" y="3088"/>
                  </a:cubicBezTo>
                  <a:lnTo>
                    <a:pt x="4852" y="1418"/>
                  </a:lnTo>
                  <a:close/>
                  <a:moveTo>
                    <a:pt x="2017" y="2553"/>
                  </a:moveTo>
                  <a:lnTo>
                    <a:pt x="3214" y="3718"/>
                  </a:lnTo>
                  <a:cubicBezTo>
                    <a:pt x="3151" y="3813"/>
                    <a:pt x="3119" y="3876"/>
                    <a:pt x="3119" y="3970"/>
                  </a:cubicBezTo>
                  <a:lnTo>
                    <a:pt x="1418" y="3970"/>
                  </a:lnTo>
                  <a:cubicBezTo>
                    <a:pt x="1513" y="3466"/>
                    <a:pt x="1733" y="2994"/>
                    <a:pt x="2017" y="2553"/>
                  </a:cubicBezTo>
                  <a:close/>
                  <a:moveTo>
                    <a:pt x="6869" y="2553"/>
                  </a:moveTo>
                  <a:cubicBezTo>
                    <a:pt x="7184" y="2994"/>
                    <a:pt x="7373" y="3466"/>
                    <a:pt x="7467" y="3970"/>
                  </a:cubicBezTo>
                  <a:lnTo>
                    <a:pt x="5766" y="3970"/>
                  </a:lnTo>
                  <a:cubicBezTo>
                    <a:pt x="5734" y="3876"/>
                    <a:pt x="5734" y="3813"/>
                    <a:pt x="5671" y="3718"/>
                  </a:cubicBezTo>
                  <a:lnTo>
                    <a:pt x="6869" y="2553"/>
                  </a:lnTo>
                  <a:close/>
                  <a:moveTo>
                    <a:pt x="3119" y="4789"/>
                  </a:moveTo>
                  <a:cubicBezTo>
                    <a:pt x="3182" y="4884"/>
                    <a:pt x="3182" y="4947"/>
                    <a:pt x="3214" y="5041"/>
                  </a:cubicBezTo>
                  <a:lnTo>
                    <a:pt x="2017" y="6207"/>
                  </a:lnTo>
                  <a:cubicBezTo>
                    <a:pt x="1733" y="5829"/>
                    <a:pt x="1513" y="5357"/>
                    <a:pt x="1418" y="4789"/>
                  </a:cubicBezTo>
                  <a:close/>
                  <a:moveTo>
                    <a:pt x="7467" y="4789"/>
                  </a:moveTo>
                  <a:cubicBezTo>
                    <a:pt x="7373" y="5357"/>
                    <a:pt x="7184" y="5829"/>
                    <a:pt x="6869" y="6207"/>
                  </a:cubicBezTo>
                  <a:lnTo>
                    <a:pt x="5671" y="5041"/>
                  </a:lnTo>
                  <a:cubicBezTo>
                    <a:pt x="5734" y="4947"/>
                    <a:pt x="5766" y="4884"/>
                    <a:pt x="5766" y="4789"/>
                  </a:cubicBezTo>
                  <a:close/>
                  <a:moveTo>
                    <a:pt x="3781" y="5609"/>
                  </a:moveTo>
                  <a:cubicBezTo>
                    <a:pt x="3876" y="5672"/>
                    <a:pt x="3939" y="5703"/>
                    <a:pt x="4033" y="5703"/>
                  </a:cubicBezTo>
                  <a:lnTo>
                    <a:pt x="4033" y="7404"/>
                  </a:lnTo>
                  <a:cubicBezTo>
                    <a:pt x="3529" y="7310"/>
                    <a:pt x="2993" y="7121"/>
                    <a:pt x="2615" y="6806"/>
                  </a:cubicBezTo>
                  <a:lnTo>
                    <a:pt x="3781" y="5609"/>
                  </a:lnTo>
                  <a:close/>
                  <a:moveTo>
                    <a:pt x="5104" y="5609"/>
                  </a:moveTo>
                  <a:lnTo>
                    <a:pt x="6270" y="6806"/>
                  </a:lnTo>
                  <a:cubicBezTo>
                    <a:pt x="5892" y="7121"/>
                    <a:pt x="5419" y="7310"/>
                    <a:pt x="4852" y="7404"/>
                  </a:cubicBezTo>
                  <a:lnTo>
                    <a:pt x="4852" y="5703"/>
                  </a:lnTo>
                  <a:cubicBezTo>
                    <a:pt x="4947" y="5672"/>
                    <a:pt x="5010" y="5672"/>
                    <a:pt x="5104" y="5609"/>
                  </a:cubicBezTo>
                  <a:close/>
                  <a:moveTo>
                    <a:pt x="4474" y="1"/>
                  </a:moveTo>
                  <a:cubicBezTo>
                    <a:pt x="2017" y="1"/>
                    <a:pt x="0" y="1985"/>
                    <a:pt x="0" y="4443"/>
                  </a:cubicBezTo>
                  <a:cubicBezTo>
                    <a:pt x="0" y="6869"/>
                    <a:pt x="2017" y="8885"/>
                    <a:pt x="4474" y="8885"/>
                  </a:cubicBezTo>
                  <a:cubicBezTo>
                    <a:pt x="6900" y="8885"/>
                    <a:pt x="8916" y="6869"/>
                    <a:pt x="8916" y="4443"/>
                  </a:cubicBezTo>
                  <a:cubicBezTo>
                    <a:pt x="8916" y="1954"/>
                    <a:pt x="6900" y="1"/>
                    <a:pt x="4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84"/>
            <p:cNvSpPr/>
            <p:nvPr/>
          </p:nvSpPr>
          <p:spPr>
            <a:xfrm>
              <a:off x="-63102600" y="4401625"/>
              <a:ext cx="20500" cy="26000"/>
            </a:xfrm>
            <a:custGeom>
              <a:avLst/>
              <a:gdLst/>
              <a:ahLst/>
              <a:cxnLst/>
              <a:rect l="l" t="t" r="r" b="b"/>
              <a:pathLst>
                <a:path w="820" h="1040" extrusionOk="0">
                  <a:moveTo>
                    <a:pt x="0" y="0"/>
                  </a:moveTo>
                  <a:lnTo>
                    <a:pt x="0" y="630"/>
                  </a:lnTo>
                  <a:cubicBezTo>
                    <a:pt x="0" y="882"/>
                    <a:pt x="189" y="1040"/>
                    <a:pt x="441" y="1040"/>
                  </a:cubicBezTo>
                  <a:cubicBezTo>
                    <a:pt x="662" y="1040"/>
                    <a:pt x="819" y="851"/>
                    <a:pt x="819" y="630"/>
                  </a:cubicBezTo>
                  <a:lnTo>
                    <a:pt x="8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84"/>
            <p:cNvSpPr/>
            <p:nvPr/>
          </p:nvSpPr>
          <p:spPr>
            <a:xfrm>
              <a:off x="-63006525" y="4354350"/>
              <a:ext cx="29950" cy="29975"/>
            </a:xfrm>
            <a:custGeom>
              <a:avLst/>
              <a:gdLst/>
              <a:ahLst/>
              <a:cxnLst/>
              <a:rect l="l" t="t" r="r" b="b"/>
              <a:pathLst>
                <a:path w="1198" h="1199" extrusionOk="0">
                  <a:moveTo>
                    <a:pt x="599" y="1"/>
                  </a:moveTo>
                  <a:cubicBezTo>
                    <a:pt x="410" y="221"/>
                    <a:pt x="253" y="410"/>
                    <a:pt x="1" y="599"/>
                  </a:cubicBezTo>
                  <a:lnTo>
                    <a:pt x="473" y="1072"/>
                  </a:lnTo>
                  <a:cubicBezTo>
                    <a:pt x="568" y="1167"/>
                    <a:pt x="694" y="1198"/>
                    <a:pt x="757" y="1198"/>
                  </a:cubicBezTo>
                  <a:cubicBezTo>
                    <a:pt x="851" y="1198"/>
                    <a:pt x="946" y="1167"/>
                    <a:pt x="1040" y="1072"/>
                  </a:cubicBezTo>
                  <a:cubicBezTo>
                    <a:pt x="1198" y="915"/>
                    <a:pt x="1198" y="631"/>
                    <a:pt x="1040" y="473"/>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84"/>
            <p:cNvSpPr/>
            <p:nvPr/>
          </p:nvSpPr>
          <p:spPr>
            <a:xfrm>
              <a:off x="-62960825" y="4258275"/>
              <a:ext cx="27575" cy="20500"/>
            </a:xfrm>
            <a:custGeom>
              <a:avLst/>
              <a:gdLst/>
              <a:ahLst/>
              <a:cxnLst/>
              <a:rect l="l" t="t" r="r" b="b"/>
              <a:pathLst>
                <a:path w="1103" h="820" extrusionOk="0">
                  <a:moveTo>
                    <a:pt x="0" y="0"/>
                  </a:moveTo>
                  <a:lnTo>
                    <a:pt x="0" y="441"/>
                  </a:lnTo>
                  <a:lnTo>
                    <a:pt x="0" y="819"/>
                  </a:lnTo>
                  <a:lnTo>
                    <a:pt x="662" y="819"/>
                  </a:lnTo>
                  <a:cubicBezTo>
                    <a:pt x="914" y="819"/>
                    <a:pt x="1071" y="630"/>
                    <a:pt x="1071" y="378"/>
                  </a:cubicBezTo>
                  <a:cubicBezTo>
                    <a:pt x="1103" y="189"/>
                    <a:pt x="914"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84"/>
            <p:cNvSpPr/>
            <p:nvPr/>
          </p:nvSpPr>
          <p:spPr>
            <a:xfrm>
              <a:off x="-63250675" y="4259050"/>
              <a:ext cx="26800" cy="20500"/>
            </a:xfrm>
            <a:custGeom>
              <a:avLst/>
              <a:gdLst/>
              <a:ahLst/>
              <a:cxnLst/>
              <a:rect l="l" t="t" r="r" b="b"/>
              <a:pathLst>
                <a:path w="1072" h="820" extrusionOk="0">
                  <a:moveTo>
                    <a:pt x="410" y="1"/>
                  </a:moveTo>
                  <a:cubicBezTo>
                    <a:pt x="158" y="1"/>
                    <a:pt x="0" y="190"/>
                    <a:pt x="0" y="410"/>
                  </a:cubicBezTo>
                  <a:cubicBezTo>
                    <a:pt x="0" y="631"/>
                    <a:pt x="221" y="820"/>
                    <a:pt x="410" y="820"/>
                  </a:cubicBezTo>
                  <a:lnTo>
                    <a:pt x="1071" y="820"/>
                  </a:lnTo>
                  <a:lnTo>
                    <a:pt x="1071" y="442"/>
                  </a:lnTo>
                  <a:lnTo>
                    <a:pt x="10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84"/>
            <p:cNvSpPr/>
            <p:nvPr/>
          </p:nvSpPr>
          <p:spPr>
            <a:xfrm>
              <a:off x="-63208950" y="4354350"/>
              <a:ext cx="29175" cy="29975"/>
            </a:xfrm>
            <a:custGeom>
              <a:avLst/>
              <a:gdLst/>
              <a:ahLst/>
              <a:cxnLst/>
              <a:rect l="l" t="t" r="r" b="b"/>
              <a:pathLst>
                <a:path w="1167" h="1199" extrusionOk="0">
                  <a:moveTo>
                    <a:pt x="631" y="1"/>
                  </a:moveTo>
                  <a:lnTo>
                    <a:pt x="158" y="473"/>
                  </a:lnTo>
                  <a:cubicBezTo>
                    <a:pt x="1" y="631"/>
                    <a:pt x="1" y="915"/>
                    <a:pt x="158" y="1072"/>
                  </a:cubicBezTo>
                  <a:cubicBezTo>
                    <a:pt x="221" y="1167"/>
                    <a:pt x="348" y="1198"/>
                    <a:pt x="442" y="1198"/>
                  </a:cubicBezTo>
                  <a:cubicBezTo>
                    <a:pt x="505" y="1198"/>
                    <a:pt x="631" y="1167"/>
                    <a:pt x="694" y="1072"/>
                  </a:cubicBezTo>
                  <a:lnTo>
                    <a:pt x="1167" y="599"/>
                  </a:lnTo>
                  <a:cubicBezTo>
                    <a:pt x="1009" y="442"/>
                    <a:pt x="820" y="25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84"/>
            <p:cNvSpPr/>
            <p:nvPr/>
          </p:nvSpPr>
          <p:spPr>
            <a:xfrm>
              <a:off x="-63208150" y="4153725"/>
              <a:ext cx="30725" cy="29750"/>
            </a:xfrm>
            <a:custGeom>
              <a:avLst/>
              <a:gdLst/>
              <a:ahLst/>
              <a:cxnLst/>
              <a:rect l="l" t="t" r="r" b="b"/>
              <a:pathLst>
                <a:path w="1229" h="1190" extrusionOk="0">
                  <a:moveTo>
                    <a:pt x="457" y="0"/>
                  </a:moveTo>
                  <a:cubicBezTo>
                    <a:pt x="347" y="0"/>
                    <a:pt x="237" y="39"/>
                    <a:pt x="158" y="118"/>
                  </a:cubicBezTo>
                  <a:cubicBezTo>
                    <a:pt x="0" y="276"/>
                    <a:pt x="0" y="559"/>
                    <a:pt x="158" y="717"/>
                  </a:cubicBezTo>
                  <a:lnTo>
                    <a:pt x="631" y="1189"/>
                  </a:lnTo>
                  <a:lnTo>
                    <a:pt x="1229" y="591"/>
                  </a:lnTo>
                  <a:lnTo>
                    <a:pt x="757" y="118"/>
                  </a:lnTo>
                  <a:cubicBezTo>
                    <a:pt x="678" y="39"/>
                    <a:pt x="568" y="0"/>
                    <a:pt x="4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84"/>
            <p:cNvSpPr/>
            <p:nvPr/>
          </p:nvSpPr>
          <p:spPr>
            <a:xfrm>
              <a:off x="-63102600" y="4110200"/>
              <a:ext cx="20500" cy="27600"/>
            </a:xfrm>
            <a:custGeom>
              <a:avLst/>
              <a:gdLst/>
              <a:ahLst/>
              <a:cxnLst/>
              <a:rect l="l" t="t" r="r" b="b"/>
              <a:pathLst>
                <a:path w="820" h="1104" extrusionOk="0">
                  <a:moveTo>
                    <a:pt x="441" y="0"/>
                  </a:moveTo>
                  <a:cubicBezTo>
                    <a:pt x="221" y="0"/>
                    <a:pt x="0" y="221"/>
                    <a:pt x="0" y="410"/>
                  </a:cubicBezTo>
                  <a:lnTo>
                    <a:pt x="0" y="1103"/>
                  </a:lnTo>
                  <a:lnTo>
                    <a:pt x="819" y="1103"/>
                  </a:lnTo>
                  <a:lnTo>
                    <a:pt x="819" y="410"/>
                  </a:lnTo>
                  <a:cubicBezTo>
                    <a:pt x="819" y="158"/>
                    <a:pt x="630"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2" name="Google Shape;5442;p84"/>
          <p:cNvGrpSpPr/>
          <p:nvPr/>
        </p:nvGrpSpPr>
        <p:grpSpPr>
          <a:xfrm>
            <a:off x="1720159" y="2745656"/>
            <a:ext cx="359075" cy="358844"/>
            <a:chOff x="-61351725" y="3372400"/>
            <a:chExt cx="310350" cy="310150"/>
          </a:xfrm>
        </p:grpSpPr>
        <p:sp>
          <p:nvSpPr>
            <p:cNvPr id="5443" name="Google Shape;5443;p84"/>
            <p:cNvSpPr/>
            <p:nvPr/>
          </p:nvSpPr>
          <p:spPr>
            <a:xfrm>
              <a:off x="-61165050" y="355887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84"/>
            <p:cNvSpPr/>
            <p:nvPr/>
          </p:nvSpPr>
          <p:spPr>
            <a:xfrm>
              <a:off x="-61247750" y="3476175"/>
              <a:ext cx="19700" cy="19700"/>
            </a:xfrm>
            <a:custGeom>
              <a:avLst/>
              <a:gdLst/>
              <a:ahLst/>
              <a:cxnLst/>
              <a:rect l="l" t="t" r="r" b="b"/>
              <a:pathLst>
                <a:path w="788" h="788" extrusionOk="0">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84"/>
            <p:cNvSpPr/>
            <p:nvPr/>
          </p:nvSpPr>
          <p:spPr>
            <a:xfrm>
              <a:off x="-61351725" y="3372400"/>
              <a:ext cx="310350" cy="310150"/>
            </a:xfrm>
            <a:custGeom>
              <a:avLst/>
              <a:gdLst/>
              <a:ahLst/>
              <a:cxnLst/>
              <a:rect l="l" t="t" r="r" b="b"/>
              <a:pathLst>
                <a:path w="12414" h="12406" extrusionOk="0">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6" name="Google Shape;5446;p84"/>
          <p:cNvGrpSpPr/>
          <p:nvPr/>
        </p:nvGrpSpPr>
        <p:grpSpPr>
          <a:xfrm>
            <a:off x="1716514" y="3208713"/>
            <a:ext cx="366364" cy="333534"/>
            <a:chOff x="-61354875" y="3751050"/>
            <a:chExt cx="316650" cy="288275"/>
          </a:xfrm>
        </p:grpSpPr>
        <p:sp>
          <p:nvSpPr>
            <p:cNvPr id="5447" name="Google Shape;5447;p84"/>
            <p:cNvSpPr/>
            <p:nvPr/>
          </p:nvSpPr>
          <p:spPr>
            <a:xfrm>
              <a:off x="-61200500" y="3875475"/>
              <a:ext cx="41775" cy="41000"/>
            </a:xfrm>
            <a:custGeom>
              <a:avLst/>
              <a:gdLst/>
              <a:ahLst/>
              <a:cxnLst/>
              <a:rect l="l" t="t" r="r" b="b"/>
              <a:pathLst>
                <a:path w="1671" h="1640" extrusionOk="0">
                  <a:moveTo>
                    <a:pt x="820" y="1"/>
                  </a:moveTo>
                  <a:cubicBezTo>
                    <a:pt x="379" y="1"/>
                    <a:pt x="1" y="348"/>
                    <a:pt x="1" y="820"/>
                  </a:cubicBezTo>
                  <a:cubicBezTo>
                    <a:pt x="1" y="1261"/>
                    <a:pt x="379" y="1639"/>
                    <a:pt x="820" y="1639"/>
                  </a:cubicBezTo>
                  <a:cubicBezTo>
                    <a:pt x="1292" y="1639"/>
                    <a:pt x="1670" y="1261"/>
                    <a:pt x="1670" y="820"/>
                  </a:cubicBezTo>
                  <a:cubicBezTo>
                    <a:pt x="1670" y="348"/>
                    <a:pt x="1292"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84"/>
            <p:cNvSpPr/>
            <p:nvPr/>
          </p:nvSpPr>
          <p:spPr>
            <a:xfrm>
              <a:off x="-61293425" y="3813275"/>
              <a:ext cx="192975" cy="165425"/>
            </a:xfrm>
            <a:custGeom>
              <a:avLst/>
              <a:gdLst/>
              <a:ahLst/>
              <a:cxnLst/>
              <a:rect l="l" t="t" r="r" b="b"/>
              <a:pathLst>
                <a:path w="7719" h="6617" extrusionOk="0">
                  <a:moveTo>
                    <a:pt x="6191" y="1260"/>
                  </a:moveTo>
                  <a:cubicBezTo>
                    <a:pt x="6301" y="1260"/>
                    <a:pt x="6411" y="1292"/>
                    <a:pt x="6490" y="1355"/>
                  </a:cubicBezTo>
                  <a:cubicBezTo>
                    <a:pt x="6648" y="1512"/>
                    <a:pt x="6648" y="1796"/>
                    <a:pt x="6490" y="1953"/>
                  </a:cubicBezTo>
                  <a:lnTo>
                    <a:pt x="5954" y="2457"/>
                  </a:lnTo>
                  <a:cubicBezTo>
                    <a:pt x="6112" y="2709"/>
                    <a:pt x="6207" y="3025"/>
                    <a:pt x="6207" y="3308"/>
                  </a:cubicBezTo>
                  <a:cubicBezTo>
                    <a:pt x="6207" y="3592"/>
                    <a:pt x="6112" y="3907"/>
                    <a:pt x="5954" y="4127"/>
                  </a:cubicBezTo>
                  <a:lnTo>
                    <a:pt x="6490" y="4631"/>
                  </a:lnTo>
                  <a:cubicBezTo>
                    <a:pt x="6648" y="4789"/>
                    <a:pt x="6648" y="5072"/>
                    <a:pt x="6490" y="5230"/>
                  </a:cubicBezTo>
                  <a:cubicBezTo>
                    <a:pt x="6396" y="5324"/>
                    <a:pt x="6270" y="5356"/>
                    <a:pt x="6207" y="5356"/>
                  </a:cubicBezTo>
                  <a:cubicBezTo>
                    <a:pt x="6080" y="5356"/>
                    <a:pt x="6017" y="5324"/>
                    <a:pt x="5923" y="5230"/>
                  </a:cubicBezTo>
                  <a:lnTo>
                    <a:pt x="5419" y="4726"/>
                  </a:lnTo>
                  <a:cubicBezTo>
                    <a:pt x="5167" y="4883"/>
                    <a:pt x="4852" y="4946"/>
                    <a:pt x="4600" y="4946"/>
                  </a:cubicBezTo>
                  <a:cubicBezTo>
                    <a:pt x="4316" y="4946"/>
                    <a:pt x="4001" y="4883"/>
                    <a:pt x="3749" y="4726"/>
                  </a:cubicBezTo>
                  <a:lnTo>
                    <a:pt x="3245" y="5230"/>
                  </a:lnTo>
                  <a:cubicBezTo>
                    <a:pt x="3182" y="5324"/>
                    <a:pt x="3056" y="5356"/>
                    <a:pt x="2961" y="5356"/>
                  </a:cubicBezTo>
                  <a:cubicBezTo>
                    <a:pt x="2835" y="5356"/>
                    <a:pt x="2772" y="5324"/>
                    <a:pt x="2709" y="5230"/>
                  </a:cubicBezTo>
                  <a:cubicBezTo>
                    <a:pt x="2552" y="5072"/>
                    <a:pt x="2552" y="4789"/>
                    <a:pt x="2709" y="4631"/>
                  </a:cubicBezTo>
                  <a:lnTo>
                    <a:pt x="3214" y="4127"/>
                  </a:lnTo>
                  <a:cubicBezTo>
                    <a:pt x="2961" y="3907"/>
                    <a:pt x="2898" y="3623"/>
                    <a:pt x="2898" y="3308"/>
                  </a:cubicBezTo>
                  <a:cubicBezTo>
                    <a:pt x="2898" y="2993"/>
                    <a:pt x="2961" y="2709"/>
                    <a:pt x="3119" y="2457"/>
                  </a:cubicBezTo>
                  <a:lnTo>
                    <a:pt x="2615" y="1953"/>
                  </a:lnTo>
                  <a:cubicBezTo>
                    <a:pt x="2457" y="1796"/>
                    <a:pt x="2457" y="1512"/>
                    <a:pt x="2615" y="1355"/>
                  </a:cubicBezTo>
                  <a:cubicBezTo>
                    <a:pt x="2694" y="1292"/>
                    <a:pt x="2804" y="1260"/>
                    <a:pt x="2914" y="1260"/>
                  </a:cubicBezTo>
                  <a:cubicBezTo>
                    <a:pt x="3025" y="1260"/>
                    <a:pt x="3135" y="1292"/>
                    <a:pt x="3214" y="1355"/>
                  </a:cubicBezTo>
                  <a:lnTo>
                    <a:pt x="3718" y="1890"/>
                  </a:lnTo>
                  <a:cubicBezTo>
                    <a:pt x="3970" y="1733"/>
                    <a:pt x="4253" y="1638"/>
                    <a:pt x="4537" y="1638"/>
                  </a:cubicBezTo>
                  <a:cubicBezTo>
                    <a:pt x="4820" y="1638"/>
                    <a:pt x="5135" y="1733"/>
                    <a:pt x="5387" y="1890"/>
                  </a:cubicBezTo>
                  <a:lnTo>
                    <a:pt x="5891" y="1355"/>
                  </a:lnTo>
                  <a:cubicBezTo>
                    <a:pt x="5970" y="1292"/>
                    <a:pt x="6080" y="1260"/>
                    <a:pt x="6191" y="1260"/>
                  </a:cubicBezTo>
                  <a:close/>
                  <a:moveTo>
                    <a:pt x="0" y="0"/>
                  </a:moveTo>
                  <a:lnTo>
                    <a:pt x="0" y="1260"/>
                  </a:lnTo>
                  <a:lnTo>
                    <a:pt x="851" y="1260"/>
                  </a:lnTo>
                  <a:cubicBezTo>
                    <a:pt x="1071" y="1260"/>
                    <a:pt x="1260" y="1449"/>
                    <a:pt x="1260" y="1638"/>
                  </a:cubicBezTo>
                  <a:cubicBezTo>
                    <a:pt x="1260" y="1859"/>
                    <a:pt x="1071" y="2079"/>
                    <a:pt x="851" y="2079"/>
                  </a:cubicBezTo>
                  <a:lnTo>
                    <a:pt x="0" y="2079"/>
                  </a:lnTo>
                  <a:lnTo>
                    <a:pt x="0" y="4568"/>
                  </a:lnTo>
                  <a:lnTo>
                    <a:pt x="851" y="4568"/>
                  </a:lnTo>
                  <a:cubicBezTo>
                    <a:pt x="1071" y="4568"/>
                    <a:pt x="1260" y="4757"/>
                    <a:pt x="1260" y="4946"/>
                  </a:cubicBezTo>
                  <a:cubicBezTo>
                    <a:pt x="1260" y="5198"/>
                    <a:pt x="1071" y="5387"/>
                    <a:pt x="851" y="5387"/>
                  </a:cubicBezTo>
                  <a:lnTo>
                    <a:pt x="0" y="5387"/>
                  </a:lnTo>
                  <a:lnTo>
                    <a:pt x="0" y="6616"/>
                  </a:lnTo>
                  <a:lnTo>
                    <a:pt x="7719" y="6616"/>
                  </a:lnTo>
                  <a:lnTo>
                    <a:pt x="77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84"/>
            <p:cNvSpPr/>
            <p:nvPr/>
          </p:nvSpPr>
          <p:spPr>
            <a:xfrm>
              <a:off x="-61354875" y="3751050"/>
              <a:ext cx="316650" cy="288275"/>
            </a:xfrm>
            <a:custGeom>
              <a:avLst/>
              <a:gdLst/>
              <a:ahLst/>
              <a:cxnLst/>
              <a:rect l="l" t="t" r="r" b="b"/>
              <a:pathLst>
                <a:path w="12666" h="11531" extrusionOk="0">
                  <a:moveTo>
                    <a:pt x="10618" y="1701"/>
                  </a:moveTo>
                  <a:cubicBezTo>
                    <a:pt x="10870" y="1701"/>
                    <a:pt x="11027" y="1890"/>
                    <a:pt x="11027" y="2080"/>
                  </a:cubicBezTo>
                  <a:lnTo>
                    <a:pt x="11027" y="9546"/>
                  </a:lnTo>
                  <a:cubicBezTo>
                    <a:pt x="11027" y="9767"/>
                    <a:pt x="10807" y="9956"/>
                    <a:pt x="10618" y="9956"/>
                  </a:cubicBezTo>
                  <a:lnTo>
                    <a:pt x="2080" y="9956"/>
                  </a:lnTo>
                  <a:cubicBezTo>
                    <a:pt x="1828" y="9956"/>
                    <a:pt x="1670" y="9767"/>
                    <a:pt x="1670" y="9546"/>
                  </a:cubicBezTo>
                  <a:lnTo>
                    <a:pt x="1670" y="2080"/>
                  </a:lnTo>
                  <a:cubicBezTo>
                    <a:pt x="1670" y="1859"/>
                    <a:pt x="1891" y="1701"/>
                    <a:pt x="2080" y="1701"/>
                  </a:cubicBezTo>
                  <a:close/>
                  <a:moveTo>
                    <a:pt x="1198" y="0"/>
                  </a:moveTo>
                  <a:cubicBezTo>
                    <a:pt x="536" y="0"/>
                    <a:pt x="1" y="567"/>
                    <a:pt x="1" y="1229"/>
                  </a:cubicBezTo>
                  <a:lnTo>
                    <a:pt x="1" y="10334"/>
                  </a:lnTo>
                  <a:cubicBezTo>
                    <a:pt x="1" y="10995"/>
                    <a:pt x="536" y="11531"/>
                    <a:pt x="1198" y="11531"/>
                  </a:cubicBezTo>
                  <a:lnTo>
                    <a:pt x="11405" y="11531"/>
                  </a:lnTo>
                  <a:cubicBezTo>
                    <a:pt x="12067" y="11531"/>
                    <a:pt x="12666" y="10995"/>
                    <a:pt x="12666" y="10334"/>
                  </a:cubicBezTo>
                  <a:lnTo>
                    <a:pt x="12666" y="1260"/>
                  </a:lnTo>
                  <a:cubicBezTo>
                    <a:pt x="12666" y="567"/>
                    <a:pt x="12130" y="0"/>
                    <a:pt x="1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0" name="Google Shape;5450;p84"/>
          <p:cNvGrpSpPr/>
          <p:nvPr/>
        </p:nvGrpSpPr>
        <p:grpSpPr>
          <a:xfrm>
            <a:off x="1716514" y="3650352"/>
            <a:ext cx="366364" cy="367290"/>
            <a:chOff x="-61354875" y="4101525"/>
            <a:chExt cx="316650" cy="317450"/>
          </a:xfrm>
        </p:grpSpPr>
        <p:sp>
          <p:nvSpPr>
            <p:cNvPr id="5451" name="Google Shape;5451;p84"/>
            <p:cNvSpPr/>
            <p:nvPr/>
          </p:nvSpPr>
          <p:spPr>
            <a:xfrm>
              <a:off x="-61172925" y="4240150"/>
              <a:ext cx="62225" cy="145750"/>
            </a:xfrm>
            <a:custGeom>
              <a:avLst/>
              <a:gdLst/>
              <a:ahLst/>
              <a:cxnLst/>
              <a:rect l="l" t="t" r="r" b="b"/>
              <a:pathLst>
                <a:path w="2489" h="5830" extrusionOk="0">
                  <a:moveTo>
                    <a:pt x="1260" y="1"/>
                  </a:moveTo>
                  <a:cubicBezTo>
                    <a:pt x="1071" y="1"/>
                    <a:pt x="819" y="221"/>
                    <a:pt x="819" y="442"/>
                  </a:cubicBezTo>
                  <a:lnTo>
                    <a:pt x="819" y="725"/>
                  </a:lnTo>
                  <a:cubicBezTo>
                    <a:pt x="347" y="883"/>
                    <a:pt x="0" y="1355"/>
                    <a:pt x="0" y="1891"/>
                  </a:cubicBezTo>
                  <a:cubicBezTo>
                    <a:pt x="0" y="2584"/>
                    <a:pt x="536" y="2962"/>
                    <a:pt x="977" y="3277"/>
                  </a:cubicBezTo>
                  <a:cubicBezTo>
                    <a:pt x="1292" y="3529"/>
                    <a:pt x="1639" y="3750"/>
                    <a:pt x="1639" y="4002"/>
                  </a:cubicBezTo>
                  <a:cubicBezTo>
                    <a:pt x="1639" y="4222"/>
                    <a:pt x="1450" y="4411"/>
                    <a:pt x="1260" y="4411"/>
                  </a:cubicBezTo>
                  <a:cubicBezTo>
                    <a:pt x="1008" y="4411"/>
                    <a:pt x="819" y="4222"/>
                    <a:pt x="819" y="4002"/>
                  </a:cubicBezTo>
                  <a:cubicBezTo>
                    <a:pt x="819" y="3750"/>
                    <a:pt x="630" y="3592"/>
                    <a:pt x="441" y="3592"/>
                  </a:cubicBezTo>
                  <a:cubicBezTo>
                    <a:pt x="221" y="3592"/>
                    <a:pt x="0" y="3781"/>
                    <a:pt x="0" y="4002"/>
                  </a:cubicBezTo>
                  <a:cubicBezTo>
                    <a:pt x="0" y="4537"/>
                    <a:pt x="347" y="4978"/>
                    <a:pt x="819" y="5167"/>
                  </a:cubicBezTo>
                  <a:lnTo>
                    <a:pt x="819" y="5451"/>
                  </a:lnTo>
                  <a:cubicBezTo>
                    <a:pt x="819" y="5672"/>
                    <a:pt x="1008" y="5829"/>
                    <a:pt x="1260" y="5829"/>
                  </a:cubicBezTo>
                  <a:cubicBezTo>
                    <a:pt x="1481" y="5829"/>
                    <a:pt x="1639" y="5640"/>
                    <a:pt x="1639" y="5451"/>
                  </a:cubicBezTo>
                  <a:lnTo>
                    <a:pt x="1639" y="5167"/>
                  </a:lnTo>
                  <a:cubicBezTo>
                    <a:pt x="2111" y="5010"/>
                    <a:pt x="2489" y="4537"/>
                    <a:pt x="2489" y="4002"/>
                  </a:cubicBezTo>
                  <a:cubicBezTo>
                    <a:pt x="2489" y="3309"/>
                    <a:pt x="1922" y="2931"/>
                    <a:pt x="1481" y="2616"/>
                  </a:cubicBezTo>
                  <a:cubicBezTo>
                    <a:pt x="1166" y="2364"/>
                    <a:pt x="819" y="2143"/>
                    <a:pt x="819" y="1891"/>
                  </a:cubicBezTo>
                  <a:cubicBezTo>
                    <a:pt x="819" y="1702"/>
                    <a:pt x="1008" y="1513"/>
                    <a:pt x="1260" y="1513"/>
                  </a:cubicBezTo>
                  <a:cubicBezTo>
                    <a:pt x="1513" y="1513"/>
                    <a:pt x="1639" y="1702"/>
                    <a:pt x="1639" y="1891"/>
                  </a:cubicBezTo>
                  <a:cubicBezTo>
                    <a:pt x="1639" y="2143"/>
                    <a:pt x="1859" y="2332"/>
                    <a:pt x="2048" y="2332"/>
                  </a:cubicBezTo>
                  <a:cubicBezTo>
                    <a:pt x="2300" y="2332"/>
                    <a:pt x="2489" y="2143"/>
                    <a:pt x="2489" y="1891"/>
                  </a:cubicBezTo>
                  <a:cubicBezTo>
                    <a:pt x="2489" y="1355"/>
                    <a:pt x="2143" y="914"/>
                    <a:pt x="1639" y="725"/>
                  </a:cubicBezTo>
                  <a:lnTo>
                    <a:pt x="1639" y="442"/>
                  </a:lnTo>
                  <a:cubicBezTo>
                    <a:pt x="1639" y="221"/>
                    <a:pt x="1450"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84"/>
            <p:cNvSpPr/>
            <p:nvPr/>
          </p:nvSpPr>
          <p:spPr>
            <a:xfrm>
              <a:off x="-61354875" y="4101525"/>
              <a:ext cx="316650" cy="317450"/>
            </a:xfrm>
            <a:custGeom>
              <a:avLst/>
              <a:gdLst/>
              <a:ahLst/>
              <a:cxnLst/>
              <a:rect l="l" t="t" r="r" b="b"/>
              <a:pathLst>
                <a:path w="12666" h="12698" extrusionOk="0">
                  <a:moveTo>
                    <a:pt x="11405" y="1608"/>
                  </a:moveTo>
                  <a:cubicBezTo>
                    <a:pt x="11657" y="1608"/>
                    <a:pt x="11847" y="1797"/>
                    <a:pt x="11847" y="2049"/>
                  </a:cubicBezTo>
                  <a:lnTo>
                    <a:pt x="11847" y="3277"/>
                  </a:lnTo>
                  <a:lnTo>
                    <a:pt x="820" y="3277"/>
                  </a:lnTo>
                  <a:lnTo>
                    <a:pt x="820" y="2049"/>
                  </a:lnTo>
                  <a:cubicBezTo>
                    <a:pt x="820" y="1797"/>
                    <a:pt x="1009" y="1608"/>
                    <a:pt x="1198" y="1608"/>
                  </a:cubicBezTo>
                  <a:lnTo>
                    <a:pt x="1639" y="1608"/>
                  </a:lnTo>
                  <a:lnTo>
                    <a:pt x="1639" y="2049"/>
                  </a:lnTo>
                  <a:cubicBezTo>
                    <a:pt x="1639" y="2301"/>
                    <a:pt x="1828" y="2458"/>
                    <a:pt x="2048" y="2458"/>
                  </a:cubicBezTo>
                  <a:cubicBezTo>
                    <a:pt x="2237" y="2458"/>
                    <a:pt x="2427" y="2238"/>
                    <a:pt x="2427" y="2049"/>
                  </a:cubicBezTo>
                  <a:lnTo>
                    <a:pt x="2427" y="1608"/>
                  </a:lnTo>
                  <a:lnTo>
                    <a:pt x="5892" y="1608"/>
                  </a:lnTo>
                  <a:lnTo>
                    <a:pt x="5892" y="2049"/>
                  </a:lnTo>
                  <a:cubicBezTo>
                    <a:pt x="5892" y="2301"/>
                    <a:pt x="6081" y="2458"/>
                    <a:pt x="6333" y="2458"/>
                  </a:cubicBezTo>
                  <a:cubicBezTo>
                    <a:pt x="6585" y="2458"/>
                    <a:pt x="6743" y="2238"/>
                    <a:pt x="6743" y="2049"/>
                  </a:cubicBezTo>
                  <a:lnTo>
                    <a:pt x="6743" y="1608"/>
                  </a:lnTo>
                  <a:lnTo>
                    <a:pt x="10208" y="1608"/>
                  </a:lnTo>
                  <a:lnTo>
                    <a:pt x="10208" y="2049"/>
                  </a:lnTo>
                  <a:cubicBezTo>
                    <a:pt x="10208" y="2301"/>
                    <a:pt x="10397" y="2458"/>
                    <a:pt x="10618" y="2458"/>
                  </a:cubicBezTo>
                  <a:cubicBezTo>
                    <a:pt x="10870" y="2458"/>
                    <a:pt x="11027" y="2238"/>
                    <a:pt x="11027" y="2049"/>
                  </a:cubicBezTo>
                  <a:lnTo>
                    <a:pt x="11027" y="1608"/>
                  </a:lnTo>
                  <a:close/>
                  <a:moveTo>
                    <a:pt x="2868" y="4916"/>
                  </a:moveTo>
                  <a:cubicBezTo>
                    <a:pt x="3088" y="4916"/>
                    <a:pt x="3246" y="5136"/>
                    <a:pt x="3246" y="5357"/>
                  </a:cubicBezTo>
                  <a:cubicBezTo>
                    <a:pt x="3309" y="5546"/>
                    <a:pt x="3088" y="5766"/>
                    <a:pt x="2868" y="5766"/>
                  </a:cubicBezTo>
                  <a:lnTo>
                    <a:pt x="2048" y="5766"/>
                  </a:lnTo>
                  <a:cubicBezTo>
                    <a:pt x="1796" y="5766"/>
                    <a:pt x="1639" y="5546"/>
                    <a:pt x="1639" y="5357"/>
                  </a:cubicBezTo>
                  <a:cubicBezTo>
                    <a:pt x="1639" y="5136"/>
                    <a:pt x="1828" y="4916"/>
                    <a:pt x="2048" y="4916"/>
                  </a:cubicBezTo>
                  <a:close/>
                  <a:moveTo>
                    <a:pt x="2868" y="6585"/>
                  </a:moveTo>
                  <a:cubicBezTo>
                    <a:pt x="3088" y="6585"/>
                    <a:pt x="3246" y="6774"/>
                    <a:pt x="3246" y="6963"/>
                  </a:cubicBezTo>
                  <a:cubicBezTo>
                    <a:pt x="3309" y="7215"/>
                    <a:pt x="3088" y="7404"/>
                    <a:pt x="2868" y="7404"/>
                  </a:cubicBezTo>
                  <a:lnTo>
                    <a:pt x="2048" y="7404"/>
                  </a:lnTo>
                  <a:cubicBezTo>
                    <a:pt x="1796" y="7404"/>
                    <a:pt x="1639" y="7215"/>
                    <a:pt x="1639" y="6963"/>
                  </a:cubicBezTo>
                  <a:cubicBezTo>
                    <a:pt x="1639" y="6743"/>
                    <a:pt x="1828" y="6585"/>
                    <a:pt x="2048" y="6585"/>
                  </a:cubicBezTo>
                  <a:close/>
                  <a:moveTo>
                    <a:pt x="2868" y="8287"/>
                  </a:moveTo>
                  <a:cubicBezTo>
                    <a:pt x="3088" y="8287"/>
                    <a:pt x="3246" y="8476"/>
                    <a:pt x="3246" y="8665"/>
                  </a:cubicBezTo>
                  <a:cubicBezTo>
                    <a:pt x="3309" y="8854"/>
                    <a:pt x="3088" y="9074"/>
                    <a:pt x="2868" y="9074"/>
                  </a:cubicBezTo>
                  <a:lnTo>
                    <a:pt x="2048" y="9074"/>
                  </a:lnTo>
                  <a:cubicBezTo>
                    <a:pt x="1796" y="9074"/>
                    <a:pt x="1639" y="8854"/>
                    <a:pt x="1639" y="8665"/>
                  </a:cubicBezTo>
                  <a:cubicBezTo>
                    <a:pt x="1639" y="8413"/>
                    <a:pt x="1828" y="8287"/>
                    <a:pt x="2048" y="8287"/>
                  </a:cubicBezTo>
                  <a:close/>
                  <a:moveTo>
                    <a:pt x="8538" y="5199"/>
                  </a:moveTo>
                  <a:cubicBezTo>
                    <a:pt x="10366" y="5199"/>
                    <a:pt x="11847" y="6711"/>
                    <a:pt x="11847" y="8507"/>
                  </a:cubicBezTo>
                  <a:cubicBezTo>
                    <a:pt x="11847" y="10334"/>
                    <a:pt x="10334" y="11815"/>
                    <a:pt x="8538" y="11815"/>
                  </a:cubicBezTo>
                  <a:cubicBezTo>
                    <a:pt x="6711" y="11815"/>
                    <a:pt x="5230" y="10334"/>
                    <a:pt x="5230" y="8507"/>
                  </a:cubicBezTo>
                  <a:cubicBezTo>
                    <a:pt x="5230" y="6711"/>
                    <a:pt x="6743" y="5199"/>
                    <a:pt x="8538" y="5199"/>
                  </a:cubicBezTo>
                  <a:close/>
                  <a:moveTo>
                    <a:pt x="2048" y="1"/>
                  </a:moveTo>
                  <a:cubicBezTo>
                    <a:pt x="1828" y="1"/>
                    <a:pt x="1639" y="190"/>
                    <a:pt x="1639" y="410"/>
                  </a:cubicBezTo>
                  <a:lnTo>
                    <a:pt x="1639" y="788"/>
                  </a:lnTo>
                  <a:lnTo>
                    <a:pt x="1198" y="788"/>
                  </a:lnTo>
                  <a:cubicBezTo>
                    <a:pt x="536" y="788"/>
                    <a:pt x="1" y="1324"/>
                    <a:pt x="1" y="2049"/>
                  </a:cubicBezTo>
                  <a:lnTo>
                    <a:pt x="1" y="9767"/>
                  </a:lnTo>
                  <a:cubicBezTo>
                    <a:pt x="1" y="10429"/>
                    <a:pt x="536" y="11028"/>
                    <a:pt x="1198" y="11028"/>
                  </a:cubicBezTo>
                  <a:lnTo>
                    <a:pt x="5230" y="11028"/>
                  </a:lnTo>
                  <a:cubicBezTo>
                    <a:pt x="5987" y="12004"/>
                    <a:pt x="7184" y="12697"/>
                    <a:pt x="8538" y="12697"/>
                  </a:cubicBezTo>
                  <a:cubicBezTo>
                    <a:pt x="10807" y="12697"/>
                    <a:pt x="12666" y="10838"/>
                    <a:pt x="12666" y="8539"/>
                  </a:cubicBezTo>
                  <a:lnTo>
                    <a:pt x="12666" y="2080"/>
                  </a:lnTo>
                  <a:cubicBezTo>
                    <a:pt x="12666" y="1356"/>
                    <a:pt x="12130" y="788"/>
                    <a:pt x="11405" y="788"/>
                  </a:cubicBezTo>
                  <a:lnTo>
                    <a:pt x="11027" y="788"/>
                  </a:lnTo>
                  <a:lnTo>
                    <a:pt x="11027" y="410"/>
                  </a:lnTo>
                  <a:cubicBezTo>
                    <a:pt x="11027" y="158"/>
                    <a:pt x="10807" y="1"/>
                    <a:pt x="10618" y="1"/>
                  </a:cubicBezTo>
                  <a:cubicBezTo>
                    <a:pt x="10429" y="1"/>
                    <a:pt x="10177" y="190"/>
                    <a:pt x="10177" y="410"/>
                  </a:cubicBezTo>
                  <a:lnTo>
                    <a:pt x="10177" y="788"/>
                  </a:lnTo>
                  <a:lnTo>
                    <a:pt x="6711" y="788"/>
                  </a:lnTo>
                  <a:lnTo>
                    <a:pt x="6711" y="410"/>
                  </a:lnTo>
                  <a:cubicBezTo>
                    <a:pt x="6711" y="158"/>
                    <a:pt x="6522" y="1"/>
                    <a:pt x="6333" y="1"/>
                  </a:cubicBezTo>
                  <a:cubicBezTo>
                    <a:pt x="6144" y="1"/>
                    <a:pt x="5892" y="190"/>
                    <a:pt x="5892" y="410"/>
                  </a:cubicBezTo>
                  <a:lnTo>
                    <a:pt x="5892" y="788"/>
                  </a:lnTo>
                  <a:lnTo>
                    <a:pt x="2427" y="788"/>
                  </a:lnTo>
                  <a:lnTo>
                    <a:pt x="2427" y="410"/>
                  </a:lnTo>
                  <a:cubicBezTo>
                    <a:pt x="2427" y="158"/>
                    <a:pt x="2237"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3" name="Google Shape;5453;p84"/>
          <p:cNvGrpSpPr/>
          <p:nvPr/>
        </p:nvGrpSpPr>
        <p:grpSpPr>
          <a:xfrm>
            <a:off x="3932949" y="2742228"/>
            <a:ext cx="368157" cy="365699"/>
            <a:chOff x="-59470075" y="3308975"/>
            <a:chExt cx="318200" cy="316075"/>
          </a:xfrm>
        </p:grpSpPr>
        <p:sp>
          <p:nvSpPr>
            <p:cNvPr id="5454" name="Google Shape;5454;p84"/>
            <p:cNvSpPr/>
            <p:nvPr/>
          </p:nvSpPr>
          <p:spPr>
            <a:xfrm>
              <a:off x="-59403925" y="3522625"/>
              <a:ext cx="21275" cy="20500"/>
            </a:xfrm>
            <a:custGeom>
              <a:avLst/>
              <a:gdLst/>
              <a:ahLst/>
              <a:cxnLst/>
              <a:rect l="l" t="t" r="r" b="b"/>
              <a:pathLst>
                <a:path w="851" h="820" extrusionOk="0">
                  <a:moveTo>
                    <a:pt x="0" y="1"/>
                  </a:moveTo>
                  <a:lnTo>
                    <a:pt x="0" y="820"/>
                  </a:lnTo>
                  <a:lnTo>
                    <a:pt x="851" y="820"/>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84"/>
            <p:cNvSpPr/>
            <p:nvPr/>
          </p:nvSpPr>
          <p:spPr>
            <a:xfrm>
              <a:off x="-59362175" y="3522625"/>
              <a:ext cx="20500" cy="20500"/>
            </a:xfrm>
            <a:custGeom>
              <a:avLst/>
              <a:gdLst/>
              <a:ahLst/>
              <a:cxnLst/>
              <a:rect l="l" t="t" r="r" b="b"/>
              <a:pathLst>
                <a:path w="820" h="820" extrusionOk="0">
                  <a:moveTo>
                    <a:pt x="0" y="1"/>
                  </a:moveTo>
                  <a:lnTo>
                    <a:pt x="0" y="820"/>
                  </a:lnTo>
                  <a:lnTo>
                    <a:pt x="819" y="820"/>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84"/>
            <p:cNvSpPr/>
            <p:nvPr/>
          </p:nvSpPr>
          <p:spPr>
            <a:xfrm>
              <a:off x="-59321225" y="3522625"/>
              <a:ext cx="20500" cy="20500"/>
            </a:xfrm>
            <a:custGeom>
              <a:avLst/>
              <a:gdLst/>
              <a:ahLst/>
              <a:cxnLst/>
              <a:rect l="l" t="t" r="r" b="b"/>
              <a:pathLst>
                <a:path w="820" h="820" extrusionOk="0">
                  <a:moveTo>
                    <a:pt x="0" y="1"/>
                  </a:moveTo>
                  <a:lnTo>
                    <a:pt x="0" y="820"/>
                  </a:lnTo>
                  <a:lnTo>
                    <a:pt x="820" y="820"/>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84"/>
            <p:cNvSpPr/>
            <p:nvPr/>
          </p:nvSpPr>
          <p:spPr>
            <a:xfrm>
              <a:off x="-59279475" y="3522625"/>
              <a:ext cx="20500" cy="20500"/>
            </a:xfrm>
            <a:custGeom>
              <a:avLst/>
              <a:gdLst/>
              <a:ahLst/>
              <a:cxnLst/>
              <a:rect l="l" t="t" r="r" b="b"/>
              <a:pathLst>
                <a:path w="820" h="820" extrusionOk="0">
                  <a:moveTo>
                    <a:pt x="0" y="1"/>
                  </a:moveTo>
                  <a:lnTo>
                    <a:pt x="0" y="820"/>
                  </a:lnTo>
                  <a:lnTo>
                    <a:pt x="819" y="820"/>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84"/>
            <p:cNvSpPr/>
            <p:nvPr/>
          </p:nvSpPr>
          <p:spPr>
            <a:xfrm>
              <a:off x="-59470075" y="3418825"/>
              <a:ext cx="317425" cy="206225"/>
            </a:xfrm>
            <a:custGeom>
              <a:avLst/>
              <a:gdLst/>
              <a:ahLst/>
              <a:cxnLst/>
              <a:rect l="l" t="t" r="r" b="b"/>
              <a:pathLst>
                <a:path w="12697" h="8249" extrusionOk="0">
                  <a:moveTo>
                    <a:pt x="10523" y="3334"/>
                  </a:moveTo>
                  <a:cubicBezTo>
                    <a:pt x="10775" y="3334"/>
                    <a:pt x="10932" y="3523"/>
                    <a:pt x="10932" y="3775"/>
                  </a:cubicBezTo>
                  <a:lnTo>
                    <a:pt x="10932" y="5413"/>
                  </a:lnTo>
                  <a:cubicBezTo>
                    <a:pt x="10932" y="5665"/>
                    <a:pt x="10712" y="5854"/>
                    <a:pt x="10523" y="5854"/>
                  </a:cubicBezTo>
                  <a:lnTo>
                    <a:pt x="2268" y="5854"/>
                  </a:lnTo>
                  <a:cubicBezTo>
                    <a:pt x="2016" y="5854"/>
                    <a:pt x="1827" y="5665"/>
                    <a:pt x="1827" y="5413"/>
                  </a:cubicBezTo>
                  <a:lnTo>
                    <a:pt x="1827" y="3775"/>
                  </a:lnTo>
                  <a:cubicBezTo>
                    <a:pt x="1827" y="3523"/>
                    <a:pt x="2016" y="3334"/>
                    <a:pt x="2268" y="3334"/>
                  </a:cubicBezTo>
                  <a:close/>
                  <a:moveTo>
                    <a:pt x="2893" y="1"/>
                  </a:moveTo>
                  <a:cubicBezTo>
                    <a:pt x="2822" y="1"/>
                    <a:pt x="2748" y="18"/>
                    <a:pt x="2678" y="57"/>
                  </a:cubicBezTo>
                  <a:lnTo>
                    <a:pt x="221" y="1727"/>
                  </a:lnTo>
                  <a:cubicBezTo>
                    <a:pt x="95" y="1790"/>
                    <a:pt x="0" y="1916"/>
                    <a:pt x="0" y="2073"/>
                  </a:cubicBezTo>
                  <a:lnTo>
                    <a:pt x="0" y="7870"/>
                  </a:lnTo>
                  <a:cubicBezTo>
                    <a:pt x="0" y="8091"/>
                    <a:pt x="221" y="8248"/>
                    <a:pt x="410" y="8248"/>
                  </a:cubicBezTo>
                  <a:lnTo>
                    <a:pt x="12255" y="8248"/>
                  </a:lnTo>
                  <a:cubicBezTo>
                    <a:pt x="12507" y="8248"/>
                    <a:pt x="12665" y="8059"/>
                    <a:pt x="12665" y="7870"/>
                  </a:cubicBezTo>
                  <a:lnTo>
                    <a:pt x="12665" y="2073"/>
                  </a:lnTo>
                  <a:cubicBezTo>
                    <a:pt x="12697" y="1884"/>
                    <a:pt x="12507" y="1664"/>
                    <a:pt x="12287" y="1664"/>
                  </a:cubicBezTo>
                  <a:lnTo>
                    <a:pt x="5797" y="1664"/>
                  </a:lnTo>
                  <a:lnTo>
                    <a:pt x="5797" y="404"/>
                  </a:lnTo>
                  <a:cubicBezTo>
                    <a:pt x="5797" y="166"/>
                    <a:pt x="5600" y="1"/>
                    <a:pt x="5382" y="1"/>
                  </a:cubicBezTo>
                  <a:cubicBezTo>
                    <a:pt x="5311" y="1"/>
                    <a:pt x="5237" y="18"/>
                    <a:pt x="5167" y="57"/>
                  </a:cubicBezTo>
                  <a:lnTo>
                    <a:pt x="3308" y="1286"/>
                  </a:lnTo>
                  <a:lnTo>
                    <a:pt x="3308" y="404"/>
                  </a:lnTo>
                  <a:cubicBezTo>
                    <a:pt x="3308" y="166"/>
                    <a:pt x="3111" y="1"/>
                    <a:pt x="28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84"/>
            <p:cNvSpPr/>
            <p:nvPr/>
          </p:nvSpPr>
          <p:spPr>
            <a:xfrm>
              <a:off x="-59238525" y="3522625"/>
              <a:ext cx="20500" cy="20500"/>
            </a:xfrm>
            <a:custGeom>
              <a:avLst/>
              <a:gdLst/>
              <a:ahLst/>
              <a:cxnLst/>
              <a:rect l="l" t="t" r="r" b="b"/>
              <a:pathLst>
                <a:path w="820" h="820" extrusionOk="0">
                  <a:moveTo>
                    <a:pt x="0" y="1"/>
                  </a:moveTo>
                  <a:lnTo>
                    <a:pt x="0" y="820"/>
                  </a:lnTo>
                  <a:lnTo>
                    <a:pt x="820" y="820"/>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84"/>
            <p:cNvSpPr/>
            <p:nvPr/>
          </p:nvSpPr>
          <p:spPr>
            <a:xfrm>
              <a:off x="-59292875" y="3308975"/>
              <a:ext cx="106350" cy="41400"/>
            </a:xfrm>
            <a:custGeom>
              <a:avLst/>
              <a:gdLst/>
              <a:ahLst/>
              <a:cxnLst/>
              <a:rect l="l" t="t" r="r" b="b"/>
              <a:pathLst>
                <a:path w="4254" h="1656" extrusionOk="0">
                  <a:moveTo>
                    <a:pt x="1305" y="1"/>
                  </a:moveTo>
                  <a:cubicBezTo>
                    <a:pt x="904" y="1"/>
                    <a:pt x="497" y="175"/>
                    <a:pt x="158" y="545"/>
                  </a:cubicBezTo>
                  <a:cubicBezTo>
                    <a:pt x="1" y="702"/>
                    <a:pt x="64" y="986"/>
                    <a:pt x="221" y="1143"/>
                  </a:cubicBezTo>
                  <a:cubicBezTo>
                    <a:pt x="311" y="1218"/>
                    <a:pt x="409" y="1258"/>
                    <a:pt x="503" y="1258"/>
                  </a:cubicBezTo>
                  <a:cubicBezTo>
                    <a:pt x="606" y="1258"/>
                    <a:pt x="706" y="1210"/>
                    <a:pt x="788" y="1112"/>
                  </a:cubicBezTo>
                  <a:cubicBezTo>
                    <a:pt x="946" y="938"/>
                    <a:pt x="1127" y="852"/>
                    <a:pt x="1308" y="852"/>
                  </a:cubicBezTo>
                  <a:cubicBezTo>
                    <a:pt x="1489" y="852"/>
                    <a:pt x="1670" y="938"/>
                    <a:pt x="1828" y="1112"/>
                  </a:cubicBezTo>
                  <a:cubicBezTo>
                    <a:pt x="2150" y="1466"/>
                    <a:pt x="2562" y="1655"/>
                    <a:pt x="2977" y="1655"/>
                  </a:cubicBezTo>
                  <a:cubicBezTo>
                    <a:pt x="3374" y="1655"/>
                    <a:pt x="3773" y="1482"/>
                    <a:pt x="4096" y="1112"/>
                  </a:cubicBezTo>
                  <a:cubicBezTo>
                    <a:pt x="4254" y="954"/>
                    <a:pt x="4222" y="671"/>
                    <a:pt x="4065" y="513"/>
                  </a:cubicBezTo>
                  <a:cubicBezTo>
                    <a:pt x="3990" y="438"/>
                    <a:pt x="3886" y="399"/>
                    <a:pt x="3781" y="399"/>
                  </a:cubicBezTo>
                  <a:cubicBezTo>
                    <a:pt x="3665" y="399"/>
                    <a:pt x="3549" y="446"/>
                    <a:pt x="3466" y="545"/>
                  </a:cubicBezTo>
                  <a:cubicBezTo>
                    <a:pt x="3309" y="734"/>
                    <a:pt x="3135" y="828"/>
                    <a:pt x="2962" y="828"/>
                  </a:cubicBezTo>
                  <a:cubicBezTo>
                    <a:pt x="2789" y="828"/>
                    <a:pt x="2616" y="734"/>
                    <a:pt x="2458" y="545"/>
                  </a:cubicBezTo>
                  <a:cubicBezTo>
                    <a:pt x="2136" y="191"/>
                    <a:pt x="1724" y="1"/>
                    <a:pt x="13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84"/>
            <p:cNvSpPr/>
            <p:nvPr/>
          </p:nvSpPr>
          <p:spPr>
            <a:xfrm>
              <a:off x="-59214100" y="3371400"/>
              <a:ext cx="62225" cy="68550"/>
            </a:xfrm>
            <a:custGeom>
              <a:avLst/>
              <a:gdLst/>
              <a:ahLst/>
              <a:cxnLst/>
              <a:rect l="l" t="t" r="r" b="b"/>
              <a:pathLst>
                <a:path w="2489" h="2742" extrusionOk="0">
                  <a:moveTo>
                    <a:pt x="410" y="1"/>
                  </a:moveTo>
                  <a:cubicBezTo>
                    <a:pt x="158" y="1"/>
                    <a:pt x="0" y="190"/>
                    <a:pt x="0" y="379"/>
                  </a:cubicBezTo>
                  <a:lnTo>
                    <a:pt x="0" y="2742"/>
                  </a:lnTo>
                  <a:lnTo>
                    <a:pt x="2489" y="2742"/>
                  </a:lnTo>
                  <a:lnTo>
                    <a:pt x="2489" y="379"/>
                  </a:lnTo>
                  <a:cubicBezTo>
                    <a:pt x="2458" y="190"/>
                    <a:pt x="2268"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84"/>
            <p:cNvSpPr/>
            <p:nvPr/>
          </p:nvSpPr>
          <p:spPr>
            <a:xfrm>
              <a:off x="-59297600" y="3392600"/>
              <a:ext cx="62250" cy="48150"/>
            </a:xfrm>
            <a:custGeom>
              <a:avLst/>
              <a:gdLst/>
              <a:ahLst/>
              <a:cxnLst/>
              <a:rect l="l" t="t" r="r" b="b"/>
              <a:pathLst>
                <a:path w="2490" h="1926" extrusionOk="0">
                  <a:moveTo>
                    <a:pt x="387" y="0"/>
                  </a:moveTo>
                  <a:cubicBezTo>
                    <a:pt x="163" y="0"/>
                    <a:pt x="1" y="177"/>
                    <a:pt x="1" y="382"/>
                  </a:cubicBezTo>
                  <a:lnTo>
                    <a:pt x="1" y="1925"/>
                  </a:lnTo>
                  <a:lnTo>
                    <a:pt x="2489" y="1925"/>
                  </a:lnTo>
                  <a:lnTo>
                    <a:pt x="2489" y="382"/>
                  </a:lnTo>
                  <a:cubicBezTo>
                    <a:pt x="2489" y="161"/>
                    <a:pt x="2300" y="4"/>
                    <a:pt x="2080" y="4"/>
                  </a:cubicBezTo>
                  <a:lnTo>
                    <a:pt x="442" y="4"/>
                  </a:lnTo>
                  <a:cubicBezTo>
                    <a:pt x="423" y="1"/>
                    <a:pt x="405" y="0"/>
                    <a:pt x="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63" name="Google Shape;5463;p84"/>
          <p:cNvGrpSpPr/>
          <p:nvPr/>
        </p:nvGrpSpPr>
        <p:grpSpPr>
          <a:xfrm>
            <a:off x="1278379" y="1377933"/>
            <a:ext cx="367261" cy="364686"/>
            <a:chOff x="-64781025" y="3361050"/>
            <a:chExt cx="317425" cy="315200"/>
          </a:xfrm>
        </p:grpSpPr>
        <p:sp>
          <p:nvSpPr>
            <p:cNvPr id="5464" name="Google Shape;5464;p84"/>
            <p:cNvSpPr/>
            <p:nvPr/>
          </p:nvSpPr>
          <p:spPr>
            <a:xfrm>
              <a:off x="-64764500" y="3388725"/>
              <a:ext cx="272550" cy="272550"/>
            </a:xfrm>
            <a:custGeom>
              <a:avLst/>
              <a:gdLst/>
              <a:ahLst/>
              <a:cxnLst/>
              <a:rect l="l" t="t" r="r" b="b"/>
              <a:pathLst>
                <a:path w="10902" h="10902" extrusionOk="0">
                  <a:moveTo>
                    <a:pt x="6554" y="2647"/>
                  </a:moveTo>
                  <a:cubicBezTo>
                    <a:pt x="6979" y="2647"/>
                    <a:pt x="7404" y="2805"/>
                    <a:pt x="7719" y="3120"/>
                  </a:cubicBezTo>
                  <a:cubicBezTo>
                    <a:pt x="8381" y="3782"/>
                    <a:pt x="8381" y="4821"/>
                    <a:pt x="7751" y="5483"/>
                  </a:cubicBezTo>
                  <a:cubicBezTo>
                    <a:pt x="7436" y="5798"/>
                    <a:pt x="7058" y="5955"/>
                    <a:pt x="6585" y="5955"/>
                  </a:cubicBezTo>
                  <a:cubicBezTo>
                    <a:pt x="6144" y="5955"/>
                    <a:pt x="5703" y="5798"/>
                    <a:pt x="5388" y="5483"/>
                  </a:cubicBezTo>
                  <a:cubicBezTo>
                    <a:pt x="5073" y="5168"/>
                    <a:pt x="4915" y="4758"/>
                    <a:pt x="4915" y="4286"/>
                  </a:cubicBezTo>
                  <a:cubicBezTo>
                    <a:pt x="4915" y="3813"/>
                    <a:pt x="5073" y="3435"/>
                    <a:pt x="5388" y="3120"/>
                  </a:cubicBezTo>
                  <a:cubicBezTo>
                    <a:pt x="5703" y="2805"/>
                    <a:pt x="6128" y="2647"/>
                    <a:pt x="6554" y="2647"/>
                  </a:cubicBezTo>
                  <a:close/>
                  <a:moveTo>
                    <a:pt x="2175" y="6901"/>
                  </a:moveTo>
                  <a:lnTo>
                    <a:pt x="4065" y="8791"/>
                  </a:lnTo>
                  <a:lnTo>
                    <a:pt x="3592" y="9484"/>
                  </a:lnTo>
                  <a:lnTo>
                    <a:pt x="1418" y="7342"/>
                  </a:lnTo>
                  <a:lnTo>
                    <a:pt x="2175" y="6901"/>
                  </a:lnTo>
                  <a:close/>
                  <a:moveTo>
                    <a:pt x="6907" y="1"/>
                  </a:moveTo>
                  <a:cubicBezTo>
                    <a:pt x="6851" y="1"/>
                    <a:pt x="6795" y="11"/>
                    <a:pt x="6743" y="33"/>
                  </a:cubicBezTo>
                  <a:cubicBezTo>
                    <a:pt x="5546" y="663"/>
                    <a:pt x="4474" y="1576"/>
                    <a:pt x="3655" y="2616"/>
                  </a:cubicBezTo>
                  <a:cubicBezTo>
                    <a:pt x="3025" y="3341"/>
                    <a:pt x="2553" y="4223"/>
                    <a:pt x="2175" y="5136"/>
                  </a:cubicBezTo>
                  <a:cubicBezTo>
                    <a:pt x="2048" y="5451"/>
                    <a:pt x="1922" y="5766"/>
                    <a:pt x="1859" y="6050"/>
                  </a:cubicBezTo>
                  <a:lnTo>
                    <a:pt x="505" y="6838"/>
                  </a:lnTo>
                  <a:cubicBezTo>
                    <a:pt x="379" y="6932"/>
                    <a:pt x="316" y="7058"/>
                    <a:pt x="316" y="7184"/>
                  </a:cubicBezTo>
                  <a:cubicBezTo>
                    <a:pt x="316" y="7279"/>
                    <a:pt x="347" y="7405"/>
                    <a:pt x="442" y="7531"/>
                  </a:cubicBezTo>
                  <a:lnTo>
                    <a:pt x="1072" y="8161"/>
                  </a:lnTo>
                  <a:cubicBezTo>
                    <a:pt x="631" y="8696"/>
                    <a:pt x="1" y="9673"/>
                    <a:pt x="1" y="10272"/>
                  </a:cubicBezTo>
                  <a:cubicBezTo>
                    <a:pt x="1" y="10524"/>
                    <a:pt x="64" y="10681"/>
                    <a:pt x="158" y="10744"/>
                  </a:cubicBezTo>
                  <a:cubicBezTo>
                    <a:pt x="221" y="10839"/>
                    <a:pt x="379" y="10902"/>
                    <a:pt x="631" y="10902"/>
                  </a:cubicBezTo>
                  <a:cubicBezTo>
                    <a:pt x="1229" y="10902"/>
                    <a:pt x="2238" y="10240"/>
                    <a:pt x="2742" y="9830"/>
                  </a:cubicBezTo>
                  <a:lnTo>
                    <a:pt x="3372" y="10461"/>
                  </a:lnTo>
                  <a:cubicBezTo>
                    <a:pt x="3466" y="10555"/>
                    <a:pt x="3592" y="10587"/>
                    <a:pt x="3655" y="10587"/>
                  </a:cubicBezTo>
                  <a:lnTo>
                    <a:pt x="3687" y="10587"/>
                  </a:lnTo>
                  <a:cubicBezTo>
                    <a:pt x="3813" y="10587"/>
                    <a:pt x="3939" y="10524"/>
                    <a:pt x="4002" y="10398"/>
                  </a:cubicBezTo>
                  <a:lnTo>
                    <a:pt x="4789" y="9074"/>
                  </a:lnTo>
                  <a:cubicBezTo>
                    <a:pt x="5104" y="8980"/>
                    <a:pt x="5420" y="8854"/>
                    <a:pt x="5735" y="8759"/>
                  </a:cubicBezTo>
                  <a:cubicBezTo>
                    <a:pt x="6648" y="8381"/>
                    <a:pt x="7530" y="7877"/>
                    <a:pt x="8255" y="7279"/>
                  </a:cubicBezTo>
                  <a:cubicBezTo>
                    <a:pt x="9295" y="6459"/>
                    <a:pt x="10208" y="5388"/>
                    <a:pt x="10838" y="4223"/>
                  </a:cubicBezTo>
                  <a:cubicBezTo>
                    <a:pt x="10901" y="4065"/>
                    <a:pt x="10870" y="3876"/>
                    <a:pt x="10744" y="3750"/>
                  </a:cubicBezTo>
                  <a:lnTo>
                    <a:pt x="7215" y="127"/>
                  </a:lnTo>
                  <a:cubicBezTo>
                    <a:pt x="7131" y="43"/>
                    <a:pt x="7019" y="1"/>
                    <a:pt x="69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84"/>
            <p:cNvSpPr/>
            <p:nvPr/>
          </p:nvSpPr>
          <p:spPr>
            <a:xfrm>
              <a:off x="-64568375" y="3361050"/>
              <a:ext cx="104775" cy="105675"/>
            </a:xfrm>
            <a:custGeom>
              <a:avLst/>
              <a:gdLst/>
              <a:ahLst/>
              <a:cxnLst/>
              <a:rect l="l" t="t" r="r" b="b"/>
              <a:pathLst>
                <a:path w="4191" h="4227" extrusionOk="0">
                  <a:moveTo>
                    <a:pt x="2941" y="1"/>
                  </a:moveTo>
                  <a:cubicBezTo>
                    <a:pt x="2906" y="1"/>
                    <a:pt x="2871" y="2"/>
                    <a:pt x="2836" y="5"/>
                  </a:cubicBezTo>
                  <a:cubicBezTo>
                    <a:pt x="1828" y="100"/>
                    <a:pt x="883" y="320"/>
                    <a:pt x="0" y="667"/>
                  </a:cubicBezTo>
                  <a:lnTo>
                    <a:pt x="3529" y="4227"/>
                  </a:lnTo>
                  <a:cubicBezTo>
                    <a:pt x="3876" y="3313"/>
                    <a:pt x="4128" y="2368"/>
                    <a:pt x="4191" y="1392"/>
                  </a:cubicBezTo>
                  <a:cubicBezTo>
                    <a:pt x="4191" y="982"/>
                    <a:pt x="4033" y="635"/>
                    <a:pt x="3812" y="352"/>
                  </a:cubicBezTo>
                  <a:cubicBezTo>
                    <a:pt x="3558" y="125"/>
                    <a:pt x="3252" y="1"/>
                    <a:pt x="29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84"/>
            <p:cNvSpPr/>
            <p:nvPr/>
          </p:nvSpPr>
          <p:spPr>
            <a:xfrm>
              <a:off x="-64645575" y="3596675"/>
              <a:ext cx="85100" cy="79575"/>
            </a:xfrm>
            <a:custGeom>
              <a:avLst/>
              <a:gdLst/>
              <a:ahLst/>
              <a:cxnLst/>
              <a:rect l="l" t="t" r="r" b="b"/>
              <a:pathLst>
                <a:path w="3404" h="3183" extrusionOk="0">
                  <a:moveTo>
                    <a:pt x="3403" y="0"/>
                  </a:moveTo>
                  <a:lnTo>
                    <a:pt x="3403" y="0"/>
                  </a:lnTo>
                  <a:cubicBezTo>
                    <a:pt x="2710" y="473"/>
                    <a:pt x="2017" y="819"/>
                    <a:pt x="1261" y="1134"/>
                  </a:cubicBezTo>
                  <a:cubicBezTo>
                    <a:pt x="1041" y="1292"/>
                    <a:pt x="726" y="1386"/>
                    <a:pt x="442" y="1449"/>
                  </a:cubicBezTo>
                  <a:cubicBezTo>
                    <a:pt x="347" y="1859"/>
                    <a:pt x="253" y="2237"/>
                    <a:pt x="95" y="2584"/>
                  </a:cubicBezTo>
                  <a:cubicBezTo>
                    <a:pt x="1" y="2741"/>
                    <a:pt x="32" y="2930"/>
                    <a:pt x="158" y="3056"/>
                  </a:cubicBezTo>
                  <a:cubicBezTo>
                    <a:pt x="253" y="3151"/>
                    <a:pt x="347" y="3182"/>
                    <a:pt x="442" y="3182"/>
                  </a:cubicBezTo>
                  <a:cubicBezTo>
                    <a:pt x="505" y="3182"/>
                    <a:pt x="568" y="3182"/>
                    <a:pt x="600" y="3151"/>
                  </a:cubicBezTo>
                  <a:cubicBezTo>
                    <a:pt x="1135" y="2867"/>
                    <a:pt x="1671" y="2521"/>
                    <a:pt x="2080" y="2080"/>
                  </a:cubicBezTo>
                  <a:cubicBezTo>
                    <a:pt x="2679" y="1481"/>
                    <a:pt x="3151" y="756"/>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84"/>
            <p:cNvSpPr/>
            <p:nvPr/>
          </p:nvSpPr>
          <p:spPr>
            <a:xfrm>
              <a:off x="-64781025" y="3456475"/>
              <a:ext cx="80350" cy="85075"/>
            </a:xfrm>
            <a:custGeom>
              <a:avLst/>
              <a:gdLst/>
              <a:ahLst/>
              <a:cxnLst/>
              <a:rect l="l" t="t" r="r" b="b"/>
              <a:pathLst>
                <a:path w="3214" h="3403" extrusionOk="0">
                  <a:moveTo>
                    <a:pt x="3214" y="0"/>
                  </a:moveTo>
                  <a:cubicBezTo>
                    <a:pt x="2426" y="252"/>
                    <a:pt x="1733" y="725"/>
                    <a:pt x="1134" y="1324"/>
                  </a:cubicBezTo>
                  <a:cubicBezTo>
                    <a:pt x="693" y="1733"/>
                    <a:pt x="347" y="2269"/>
                    <a:pt x="63" y="2804"/>
                  </a:cubicBezTo>
                  <a:cubicBezTo>
                    <a:pt x="0" y="2962"/>
                    <a:pt x="32" y="3151"/>
                    <a:pt x="158" y="3277"/>
                  </a:cubicBezTo>
                  <a:cubicBezTo>
                    <a:pt x="221" y="3371"/>
                    <a:pt x="347" y="3403"/>
                    <a:pt x="410" y="3403"/>
                  </a:cubicBezTo>
                  <a:cubicBezTo>
                    <a:pt x="504" y="3403"/>
                    <a:pt x="536" y="3403"/>
                    <a:pt x="630" y="3371"/>
                  </a:cubicBezTo>
                  <a:cubicBezTo>
                    <a:pt x="977" y="3214"/>
                    <a:pt x="1355" y="3088"/>
                    <a:pt x="1764" y="2993"/>
                  </a:cubicBezTo>
                  <a:cubicBezTo>
                    <a:pt x="1827" y="2678"/>
                    <a:pt x="1953" y="2426"/>
                    <a:pt x="2079" y="2143"/>
                  </a:cubicBezTo>
                  <a:cubicBezTo>
                    <a:pt x="2394" y="1387"/>
                    <a:pt x="2741" y="694"/>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68" name="Google Shape;5468;p84"/>
          <p:cNvSpPr/>
          <p:nvPr/>
        </p:nvSpPr>
        <p:spPr>
          <a:xfrm>
            <a:off x="1278254" y="1820539"/>
            <a:ext cx="367261" cy="365438"/>
          </a:xfrm>
          <a:custGeom>
            <a:avLst/>
            <a:gdLst/>
            <a:ahLst/>
            <a:cxnLst/>
            <a:rect l="l" t="t" r="r" b="b"/>
            <a:pathLst>
              <a:path w="12697" h="12634" extrusionOk="0">
                <a:moveTo>
                  <a:pt x="11437" y="819"/>
                </a:moveTo>
                <a:cubicBezTo>
                  <a:pt x="11657" y="819"/>
                  <a:pt x="11815" y="1040"/>
                  <a:pt x="11815" y="1260"/>
                </a:cubicBezTo>
                <a:cubicBezTo>
                  <a:pt x="11815" y="1512"/>
                  <a:pt x="11657" y="1670"/>
                  <a:pt x="11437" y="1670"/>
                </a:cubicBezTo>
                <a:lnTo>
                  <a:pt x="1229" y="1670"/>
                </a:lnTo>
                <a:cubicBezTo>
                  <a:pt x="1009" y="1670"/>
                  <a:pt x="788" y="1449"/>
                  <a:pt x="788" y="1260"/>
                </a:cubicBezTo>
                <a:cubicBezTo>
                  <a:pt x="788" y="1071"/>
                  <a:pt x="1009" y="819"/>
                  <a:pt x="1229" y="819"/>
                </a:cubicBezTo>
                <a:close/>
                <a:moveTo>
                  <a:pt x="8790" y="3277"/>
                </a:moveTo>
                <a:cubicBezTo>
                  <a:pt x="9042" y="3277"/>
                  <a:pt x="9200" y="3466"/>
                  <a:pt x="9200" y="3655"/>
                </a:cubicBezTo>
                <a:lnTo>
                  <a:pt x="9200" y="5356"/>
                </a:lnTo>
                <a:lnTo>
                  <a:pt x="9232" y="5356"/>
                </a:lnTo>
                <a:cubicBezTo>
                  <a:pt x="9232" y="5608"/>
                  <a:pt x="9042" y="5765"/>
                  <a:pt x="8822" y="5765"/>
                </a:cubicBezTo>
                <a:cubicBezTo>
                  <a:pt x="8633" y="5765"/>
                  <a:pt x="8412" y="5545"/>
                  <a:pt x="8412" y="5356"/>
                </a:cubicBezTo>
                <a:lnTo>
                  <a:pt x="8412" y="4694"/>
                </a:lnTo>
                <a:lnTo>
                  <a:pt x="6617" y="6459"/>
                </a:lnTo>
                <a:cubicBezTo>
                  <a:pt x="6538" y="6537"/>
                  <a:pt x="6435" y="6577"/>
                  <a:pt x="6333" y="6577"/>
                </a:cubicBezTo>
                <a:cubicBezTo>
                  <a:pt x="6231" y="6577"/>
                  <a:pt x="6128" y="6537"/>
                  <a:pt x="6050" y="6459"/>
                </a:cubicBezTo>
                <a:lnTo>
                  <a:pt x="5482" y="5923"/>
                </a:lnTo>
                <a:lnTo>
                  <a:pt x="4096" y="7278"/>
                </a:lnTo>
                <a:cubicBezTo>
                  <a:pt x="4033" y="7356"/>
                  <a:pt x="3931" y="7396"/>
                  <a:pt x="3824" y="7396"/>
                </a:cubicBezTo>
                <a:cubicBezTo>
                  <a:pt x="3718" y="7396"/>
                  <a:pt x="3608" y="7356"/>
                  <a:pt x="3529" y="7278"/>
                </a:cubicBezTo>
                <a:cubicBezTo>
                  <a:pt x="3372" y="7120"/>
                  <a:pt x="3372" y="6868"/>
                  <a:pt x="3529" y="6711"/>
                </a:cubicBezTo>
                <a:lnTo>
                  <a:pt x="5167" y="5041"/>
                </a:lnTo>
                <a:cubicBezTo>
                  <a:pt x="5246" y="4962"/>
                  <a:pt x="5356" y="4923"/>
                  <a:pt x="5467" y="4923"/>
                </a:cubicBezTo>
                <a:cubicBezTo>
                  <a:pt x="5577" y="4923"/>
                  <a:pt x="5687" y="4962"/>
                  <a:pt x="5766" y="5041"/>
                </a:cubicBezTo>
                <a:lnTo>
                  <a:pt x="6302" y="5608"/>
                </a:lnTo>
                <a:lnTo>
                  <a:pt x="7814" y="4096"/>
                </a:lnTo>
                <a:lnTo>
                  <a:pt x="7152" y="4096"/>
                </a:lnTo>
                <a:cubicBezTo>
                  <a:pt x="6900" y="4096"/>
                  <a:pt x="6743" y="3907"/>
                  <a:pt x="6743" y="3655"/>
                </a:cubicBezTo>
                <a:cubicBezTo>
                  <a:pt x="6743" y="3434"/>
                  <a:pt x="6932" y="3277"/>
                  <a:pt x="7152" y="3277"/>
                </a:cubicBezTo>
                <a:close/>
                <a:moveTo>
                  <a:pt x="6302" y="11058"/>
                </a:moveTo>
                <a:cubicBezTo>
                  <a:pt x="6554" y="11058"/>
                  <a:pt x="6743" y="11279"/>
                  <a:pt x="6743" y="11468"/>
                </a:cubicBezTo>
                <a:cubicBezTo>
                  <a:pt x="6743" y="11657"/>
                  <a:pt x="6554" y="11846"/>
                  <a:pt x="6302" y="11846"/>
                </a:cubicBezTo>
                <a:cubicBezTo>
                  <a:pt x="6081" y="11846"/>
                  <a:pt x="5924" y="11657"/>
                  <a:pt x="5924" y="11468"/>
                </a:cubicBezTo>
                <a:cubicBezTo>
                  <a:pt x="5924" y="11279"/>
                  <a:pt x="6113" y="11058"/>
                  <a:pt x="6302" y="11058"/>
                </a:cubicBezTo>
                <a:close/>
                <a:moveTo>
                  <a:pt x="1229" y="0"/>
                </a:moveTo>
                <a:cubicBezTo>
                  <a:pt x="568" y="0"/>
                  <a:pt x="1" y="536"/>
                  <a:pt x="1" y="1229"/>
                </a:cubicBezTo>
                <a:cubicBezTo>
                  <a:pt x="1" y="1764"/>
                  <a:pt x="379" y="2205"/>
                  <a:pt x="851" y="2394"/>
                </a:cubicBezTo>
                <a:lnTo>
                  <a:pt x="851" y="8254"/>
                </a:lnTo>
                <a:lnTo>
                  <a:pt x="442" y="8254"/>
                </a:lnTo>
                <a:cubicBezTo>
                  <a:pt x="221" y="8254"/>
                  <a:pt x="64" y="8475"/>
                  <a:pt x="64" y="8664"/>
                </a:cubicBezTo>
                <a:cubicBezTo>
                  <a:pt x="64" y="8916"/>
                  <a:pt x="253" y="9042"/>
                  <a:pt x="442" y="9042"/>
                </a:cubicBezTo>
                <a:lnTo>
                  <a:pt x="5955" y="9042"/>
                </a:lnTo>
                <a:lnTo>
                  <a:pt x="5955" y="10239"/>
                </a:lnTo>
                <a:cubicBezTo>
                  <a:pt x="5482" y="10397"/>
                  <a:pt x="5136" y="10869"/>
                  <a:pt x="5136" y="11405"/>
                </a:cubicBezTo>
                <a:cubicBezTo>
                  <a:pt x="5136" y="12098"/>
                  <a:pt x="5671" y="12633"/>
                  <a:pt x="6365" y="12633"/>
                </a:cubicBezTo>
                <a:cubicBezTo>
                  <a:pt x="7026" y="12633"/>
                  <a:pt x="7625" y="12098"/>
                  <a:pt x="7625" y="11405"/>
                </a:cubicBezTo>
                <a:cubicBezTo>
                  <a:pt x="7625" y="10869"/>
                  <a:pt x="7247" y="10428"/>
                  <a:pt x="6774" y="10239"/>
                </a:cubicBezTo>
                <a:lnTo>
                  <a:pt x="6774" y="9042"/>
                </a:lnTo>
                <a:lnTo>
                  <a:pt x="12288" y="9042"/>
                </a:lnTo>
                <a:cubicBezTo>
                  <a:pt x="12540" y="9042"/>
                  <a:pt x="12697" y="8853"/>
                  <a:pt x="12697" y="8664"/>
                </a:cubicBezTo>
                <a:cubicBezTo>
                  <a:pt x="12666" y="8443"/>
                  <a:pt x="12508" y="8254"/>
                  <a:pt x="12256" y="8254"/>
                </a:cubicBezTo>
                <a:lnTo>
                  <a:pt x="11815" y="8254"/>
                </a:lnTo>
                <a:lnTo>
                  <a:pt x="11815" y="2394"/>
                </a:lnTo>
                <a:cubicBezTo>
                  <a:pt x="12288" y="2237"/>
                  <a:pt x="12666" y="1764"/>
                  <a:pt x="12666" y="1229"/>
                </a:cubicBezTo>
                <a:cubicBezTo>
                  <a:pt x="12666" y="567"/>
                  <a:pt x="12098" y="0"/>
                  <a:pt x="114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84"/>
          <p:cNvSpPr/>
          <p:nvPr/>
        </p:nvSpPr>
        <p:spPr>
          <a:xfrm>
            <a:off x="1305588" y="2248541"/>
            <a:ext cx="312592" cy="367261"/>
          </a:xfrm>
          <a:custGeom>
            <a:avLst/>
            <a:gdLst/>
            <a:ahLst/>
            <a:cxnLst/>
            <a:rect l="l" t="t" r="r" b="b"/>
            <a:pathLst>
              <a:path w="10807" h="12697" extrusionOk="0">
                <a:moveTo>
                  <a:pt x="6617" y="9924"/>
                </a:moveTo>
                <a:lnTo>
                  <a:pt x="6617" y="10775"/>
                </a:lnTo>
                <a:lnTo>
                  <a:pt x="4159" y="10775"/>
                </a:lnTo>
                <a:lnTo>
                  <a:pt x="4159" y="9924"/>
                </a:lnTo>
                <a:close/>
                <a:moveTo>
                  <a:pt x="4159" y="0"/>
                </a:moveTo>
                <a:cubicBezTo>
                  <a:pt x="3561" y="0"/>
                  <a:pt x="2994" y="315"/>
                  <a:pt x="2742" y="851"/>
                </a:cubicBezTo>
                <a:lnTo>
                  <a:pt x="2490" y="851"/>
                </a:lnTo>
                <a:cubicBezTo>
                  <a:pt x="1797" y="851"/>
                  <a:pt x="1166" y="1324"/>
                  <a:pt x="914" y="1954"/>
                </a:cubicBezTo>
                <a:cubicBezTo>
                  <a:pt x="1324" y="1985"/>
                  <a:pt x="1702" y="2143"/>
                  <a:pt x="1986" y="2426"/>
                </a:cubicBezTo>
                <a:cubicBezTo>
                  <a:pt x="2143" y="2584"/>
                  <a:pt x="2143" y="2836"/>
                  <a:pt x="1986" y="2993"/>
                </a:cubicBezTo>
                <a:cubicBezTo>
                  <a:pt x="1907" y="3072"/>
                  <a:pt x="1797" y="3111"/>
                  <a:pt x="1686" y="3111"/>
                </a:cubicBezTo>
                <a:cubicBezTo>
                  <a:pt x="1576" y="3111"/>
                  <a:pt x="1466" y="3072"/>
                  <a:pt x="1387" y="2993"/>
                </a:cubicBezTo>
                <a:cubicBezTo>
                  <a:pt x="1198" y="2804"/>
                  <a:pt x="946" y="2773"/>
                  <a:pt x="725" y="2773"/>
                </a:cubicBezTo>
                <a:cubicBezTo>
                  <a:pt x="284" y="3088"/>
                  <a:pt x="1" y="3560"/>
                  <a:pt x="1" y="4159"/>
                </a:cubicBezTo>
                <a:cubicBezTo>
                  <a:pt x="1" y="4411"/>
                  <a:pt x="95" y="4726"/>
                  <a:pt x="253" y="4978"/>
                </a:cubicBezTo>
                <a:cubicBezTo>
                  <a:pt x="95" y="5199"/>
                  <a:pt x="1" y="5514"/>
                  <a:pt x="1" y="5797"/>
                </a:cubicBezTo>
                <a:cubicBezTo>
                  <a:pt x="1" y="6144"/>
                  <a:pt x="127" y="6459"/>
                  <a:pt x="316" y="6742"/>
                </a:cubicBezTo>
                <a:cubicBezTo>
                  <a:pt x="599" y="6522"/>
                  <a:pt x="1009" y="6364"/>
                  <a:pt x="1387" y="6364"/>
                </a:cubicBezTo>
                <a:cubicBezTo>
                  <a:pt x="1639" y="6364"/>
                  <a:pt x="1797" y="6553"/>
                  <a:pt x="1797" y="6742"/>
                </a:cubicBezTo>
                <a:cubicBezTo>
                  <a:pt x="1797" y="6994"/>
                  <a:pt x="1576" y="7152"/>
                  <a:pt x="1387" y="7152"/>
                </a:cubicBezTo>
                <a:cubicBezTo>
                  <a:pt x="1198" y="7152"/>
                  <a:pt x="1009" y="7215"/>
                  <a:pt x="851" y="7341"/>
                </a:cubicBezTo>
                <a:lnTo>
                  <a:pt x="851" y="7404"/>
                </a:lnTo>
                <a:cubicBezTo>
                  <a:pt x="851" y="8318"/>
                  <a:pt x="1576" y="9074"/>
                  <a:pt x="2490" y="9074"/>
                </a:cubicBezTo>
                <a:lnTo>
                  <a:pt x="2742" y="9074"/>
                </a:lnTo>
                <a:cubicBezTo>
                  <a:pt x="2899" y="9357"/>
                  <a:pt x="3088" y="9546"/>
                  <a:pt x="3309" y="9704"/>
                </a:cubicBezTo>
                <a:lnTo>
                  <a:pt x="3309" y="10617"/>
                </a:lnTo>
                <a:cubicBezTo>
                  <a:pt x="3309" y="11752"/>
                  <a:pt x="4254" y="12697"/>
                  <a:pt x="5420" y="12697"/>
                </a:cubicBezTo>
                <a:cubicBezTo>
                  <a:pt x="6554" y="12697"/>
                  <a:pt x="7499" y="11752"/>
                  <a:pt x="7499" y="10617"/>
                </a:cubicBezTo>
                <a:lnTo>
                  <a:pt x="7499" y="9704"/>
                </a:lnTo>
                <a:cubicBezTo>
                  <a:pt x="7719" y="9546"/>
                  <a:pt x="7971" y="9357"/>
                  <a:pt x="8097" y="9074"/>
                </a:cubicBezTo>
                <a:lnTo>
                  <a:pt x="8318" y="9074"/>
                </a:lnTo>
                <a:cubicBezTo>
                  <a:pt x="9232" y="9074"/>
                  <a:pt x="9988" y="8318"/>
                  <a:pt x="9988" y="7404"/>
                </a:cubicBezTo>
                <a:lnTo>
                  <a:pt x="9988" y="7341"/>
                </a:lnTo>
                <a:cubicBezTo>
                  <a:pt x="9830" y="7215"/>
                  <a:pt x="9610" y="7152"/>
                  <a:pt x="9421" y="7152"/>
                </a:cubicBezTo>
                <a:cubicBezTo>
                  <a:pt x="9200" y="7152"/>
                  <a:pt x="9043" y="6931"/>
                  <a:pt x="9043" y="6742"/>
                </a:cubicBezTo>
                <a:cubicBezTo>
                  <a:pt x="9043" y="6522"/>
                  <a:pt x="9232" y="6364"/>
                  <a:pt x="9421" y="6364"/>
                </a:cubicBezTo>
                <a:cubicBezTo>
                  <a:pt x="9830" y="6364"/>
                  <a:pt x="10208" y="6522"/>
                  <a:pt x="10492" y="6742"/>
                </a:cubicBezTo>
                <a:cubicBezTo>
                  <a:pt x="10681" y="6459"/>
                  <a:pt x="10807" y="6144"/>
                  <a:pt x="10807" y="5797"/>
                </a:cubicBezTo>
                <a:cubicBezTo>
                  <a:pt x="10807" y="5514"/>
                  <a:pt x="10712" y="5199"/>
                  <a:pt x="10555" y="4978"/>
                </a:cubicBezTo>
                <a:cubicBezTo>
                  <a:pt x="10681" y="4726"/>
                  <a:pt x="10775" y="4411"/>
                  <a:pt x="10775" y="4159"/>
                </a:cubicBezTo>
                <a:cubicBezTo>
                  <a:pt x="10775" y="3592"/>
                  <a:pt x="10492" y="3088"/>
                  <a:pt x="10051" y="2773"/>
                </a:cubicBezTo>
                <a:cubicBezTo>
                  <a:pt x="10015" y="2768"/>
                  <a:pt x="9978" y="2765"/>
                  <a:pt x="9939" y="2765"/>
                </a:cubicBezTo>
                <a:cubicBezTo>
                  <a:pt x="9742" y="2765"/>
                  <a:pt x="9521" y="2835"/>
                  <a:pt x="9389" y="2993"/>
                </a:cubicBezTo>
                <a:cubicBezTo>
                  <a:pt x="9310" y="3072"/>
                  <a:pt x="9200" y="3111"/>
                  <a:pt x="9090" y="3111"/>
                </a:cubicBezTo>
                <a:cubicBezTo>
                  <a:pt x="8980" y="3111"/>
                  <a:pt x="8869" y="3072"/>
                  <a:pt x="8791" y="2993"/>
                </a:cubicBezTo>
                <a:cubicBezTo>
                  <a:pt x="8633" y="2836"/>
                  <a:pt x="8633" y="2584"/>
                  <a:pt x="8791" y="2426"/>
                </a:cubicBezTo>
                <a:cubicBezTo>
                  <a:pt x="9074" y="2143"/>
                  <a:pt x="9452" y="1954"/>
                  <a:pt x="9862" y="1954"/>
                </a:cubicBezTo>
                <a:cubicBezTo>
                  <a:pt x="9610" y="1324"/>
                  <a:pt x="9043" y="851"/>
                  <a:pt x="8287" y="851"/>
                </a:cubicBezTo>
                <a:lnTo>
                  <a:pt x="8034" y="851"/>
                </a:lnTo>
                <a:cubicBezTo>
                  <a:pt x="7782" y="315"/>
                  <a:pt x="7215" y="0"/>
                  <a:pt x="6617" y="0"/>
                </a:cubicBezTo>
                <a:cubicBezTo>
                  <a:pt x="6302" y="0"/>
                  <a:pt x="6050" y="95"/>
                  <a:pt x="5798" y="252"/>
                </a:cubicBezTo>
                <a:lnTo>
                  <a:pt x="5798" y="4190"/>
                </a:lnTo>
                <a:cubicBezTo>
                  <a:pt x="6743" y="4379"/>
                  <a:pt x="7467" y="5199"/>
                  <a:pt x="7467" y="6207"/>
                </a:cubicBezTo>
                <a:cubicBezTo>
                  <a:pt x="7467" y="6427"/>
                  <a:pt x="7247" y="6585"/>
                  <a:pt x="7058" y="6585"/>
                </a:cubicBezTo>
                <a:cubicBezTo>
                  <a:pt x="6869" y="6585"/>
                  <a:pt x="6617" y="6396"/>
                  <a:pt x="6617" y="6207"/>
                </a:cubicBezTo>
                <a:cubicBezTo>
                  <a:pt x="6617" y="5640"/>
                  <a:pt x="6270" y="5199"/>
                  <a:pt x="5798" y="5010"/>
                </a:cubicBezTo>
                <a:lnTo>
                  <a:pt x="5798" y="9074"/>
                </a:lnTo>
                <a:lnTo>
                  <a:pt x="4979" y="9074"/>
                </a:lnTo>
                <a:lnTo>
                  <a:pt x="4979" y="5010"/>
                </a:lnTo>
                <a:cubicBezTo>
                  <a:pt x="4506" y="5167"/>
                  <a:pt x="4159" y="5640"/>
                  <a:pt x="4159" y="6207"/>
                </a:cubicBezTo>
                <a:cubicBezTo>
                  <a:pt x="4159" y="6427"/>
                  <a:pt x="3939" y="6585"/>
                  <a:pt x="3718" y="6585"/>
                </a:cubicBezTo>
                <a:cubicBezTo>
                  <a:pt x="3466" y="6585"/>
                  <a:pt x="3309" y="6396"/>
                  <a:pt x="3309" y="6207"/>
                </a:cubicBezTo>
                <a:cubicBezTo>
                  <a:pt x="3309" y="5199"/>
                  <a:pt x="4033" y="4348"/>
                  <a:pt x="4979" y="4190"/>
                </a:cubicBezTo>
                <a:lnTo>
                  <a:pt x="4979" y="252"/>
                </a:lnTo>
                <a:cubicBezTo>
                  <a:pt x="4726" y="95"/>
                  <a:pt x="4474" y="0"/>
                  <a:pt x="41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84"/>
          <p:cNvSpPr/>
          <p:nvPr/>
        </p:nvSpPr>
        <p:spPr>
          <a:xfrm>
            <a:off x="3490873" y="1417182"/>
            <a:ext cx="366335" cy="286155"/>
          </a:xfrm>
          <a:custGeom>
            <a:avLst/>
            <a:gdLst/>
            <a:ahLst/>
            <a:cxnLst/>
            <a:rect l="l" t="t" r="r" b="b"/>
            <a:pathLst>
              <a:path w="12665" h="9893" extrusionOk="0">
                <a:moveTo>
                  <a:pt x="8538" y="2458"/>
                </a:moveTo>
                <a:cubicBezTo>
                  <a:pt x="8758" y="2458"/>
                  <a:pt x="8916" y="2678"/>
                  <a:pt x="8916" y="2899"/>
                </a:cubicBezTo>
                <a:lnTo>
                  <a:pt x="8916" y="4569"/>
                </a:lnTo>
                <a:cubicBezTo>
                  <a:pt x="8916" y="4789"/>
                  <a:pt x="8727" y="4978"/>
                  <a:pt x="8538" y="4978"/>
                </a:cubicBezTo>
                <a:cubicBezTo>
                  <a:pt x="8349" y="4978"/>
                  <a:pt x="8128" y="4789"/>
                  <a:pt x="8128" y="4569"/>
                </a:cubicBezTo>
                <a:lnTo>
                  <a:pt x="8128" y="3875"/>
                </a:lnTo>
                <a:lnTo>
                  <a:pt x="6364" y="5671"/>
                </a:lnTo>
                <a:cubicBezTo>
                  <a:pt x="6285" y="5750"/>
                  <a:pt x="6175" y="5789"/>
                  <a:pt x="6065" y="5789"/>
                </a:cubicBezTo>
                <a:cubicBezTo>
                  <a:pt x="5954" y="5789"/>
                  <a:pt x="5844" y="5750"/>
                  <a:pt x="5765" y="5671"/>
                </a:cubicBezTo>
                <a:lnTo>
                  <a:pt x="5230" y="5104"/>
                </a:lnTo>
                <a:lnTo>
                  <a:pt x="3844" y="6490"/>
                </a:lnTo>
                <a:cubicBezTo>
                  <a:pt x="3765" y="6569"/>
                  <a:pt x="3655" y="6608"/>
                  <a:pt x="3544" y="6608"/>
                </a:cubicBezTo>
                <a:cubicBezTo>
                  <a:pt x="3434" y="6608"/>
                  <a:pt x="3324" y="6569"/>
                  <a:pt x="3245" y="6490"/>
                </a:cubicBezTo>
                <a:cubicBezTo>
                  <a:pt x="3087" y="6333"/>
                  <a:pt x="3087" y="6049"/>
                  <a:pt x="3245" y="5892"/>
                </a:cubicBezTo>
                <a:lnTo>
                  <a:pt x="4915" y="4254"/>
                </a:lnTo>
                <a:cubicBezTo>
                  <a:pt x="4994" y="4175"/>
                  <a:pt x="5104" y="4135"/>
                  <a:pt x="5214" y="4135"/>
                </a:cubicBezTo>
                <a:cubicBezTo>
                  <a:pt x="5324" y="4135"/>
                  <a:pt x="5435" y="4175"/>
                  <a:pt x="5513" y="4254"/>
                </a:cubicBezTo>
                <a:lnTo>
                  <a:pt x="6049" y="4789"/>
                </a:lnTo>
                <a:lnTo>
                  <a:pt x="7561" y="3308"/>
                </a:lnTo>
                <a:lnTo>
                  <a:pt x="6868" y="3308"/>
                </a:lnTo>
                <a:cubicBezTo>
                  <a:pt x="6648" y="3308"/>
                  <a:pt x="6490" y="3088"/>
                  <a:pt x="6490" y="2899"/>
                </a:cubicBezTo>
                <a:cubicBezTo>
                  <a:pt x="6490" y="2678"/>
                  <a:pt x="6679" y="2458"/>
                  <a:pt x="6868" y="2458"/>
                </a:cubicBezTo>
                <a:close/>
                <a:moveTo>
                  <a:pt x="11814" y="8255"/>
                </a:moveTo>
                <a:cubicBezTo>
                  <a:pt x="11814" y="8538"/>
                  <a:pt x="11877" y="9105"/>
                  <a:pt x="11405" y="9105"/>
                </a:cubicBezTo>
                <a:lnTo>
                  <a:pt x="1197" y="9105"/>
                </a:lnTo>
                <a:cubicBezTo>
                  <a:pt x="977" y="9105"/>
                  <a:pt x="788" y="8885"/>
                  <a:pt x="788" y="8664"/>
                </a:cubicBezTo>
                <a:lnTo>
                  <a:pt x="788" y="8255"/>
                </a:lnTo>
                <a:close/>
                <a:moveTo>
                  <a:pt x="2048" y="0"/>
                </a:moveTo>
                <a:cubicBezTo>
                  <a:pt x="1355" y="0"/>
                  <a:pt x="819" y="536"/>
                  <a:pt x="819" y="1229"/>
                </a:cubicBezTo>
                <a:lnTo>
                  <a:pt x="819" y="7435"/>
                </a:lnTo>
                <a:lnTo>
                  <a:pt x="410" y="7435"/>
                </a:lnTo>
                <a:cubicBezTo>
                  <a:pt x="189" y="7435"/>
                  <a:pt x="0" y="7625"/>
                  <a:pt x="0" y="7845"/>
                </a:cubicBezTo>
                <a:lnTo>
                  <a:pt x="0" y="8664"/>
                </a:lnTo>
                <a:cubicBezTo>
                  <a:pt x="0" y="9326"/>
                  <a:pt x="536" y="9893"/>
                  <a:pt x="1260" y="9893"/>
                </a:cubicBezTo>
                <a:lnTo>
                  <a:pt x="11436" y="9893"/>
                </a:lnTo>
                <a:cubicBezTo>
                  <a:pt x="12129" y="9893"/>
                  <a:pt x="12665" y="9326"/>
                  <a:pt x="12665" y="8664"/>
                </a:cubicBezTo>
                <a:lnTo>
                  <a:pt x="12665" y="7845"/>
                </a:lnTo>
                <a:cubicBezTo>
                  <a:pt x="12634" y="7593"/>
                  <a:pt x="12444" y="7435"/>
                  <a:pt x="12224" y="7435"/>
                </a:cubicBezTo>
                <a:lnTo>
                  <a:pt x="11814" y="7435"/>
                </a:lnTo>
                <a:lnTo>
                  <a:pt x="11814" y="1229"/>
                </a:lnTo>
                <a:cubicBezTo>
                  <a:pt x="11814" y="536"/>
                  <a:pt x="11247" y="0"/>
                  <a:pt x="105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71" name="Google Shape;5471;p84"/>
          <p:cNvGrpSpPr/>
          <p:nvPr/>
        </p:nvGrpSpPr>
        <p:grpSpPr>
          <a:xfrm>
            <a:off x="3482779" y="1819372"/>
            <a:ext cx="382765" cy="367810"/>
            <a:chOff x="-62890750" y="3747425"/>
            <a:chExt cx="330825" cy="317900"/>
          </a:xfrm>
        </p:grpSpPr>
        <p:sp>
          <p:nvSpPr>
            <p:cNvPr id="5472" name="Google Shape;5472;p84"/>
            <p:cNvSpPr/>
            <p:nvPr/>
          </p:nvSpPr>
          <p:spPr>
            <a:xfrm>
              <a:off x="-62890750" y="3747425"/>
              <a:ext cx="313500" cy="195825"/>
            </a:xfrm>
            <a:custGeom>
              <a:avLst/>
              <a:gdLst/>
              <a:ahLst/>
              <a:cxnLst/>
              <a:rect l="l" t="t" r="r" b="b"/>
              <a:pathLst>
                <a:path w="12540" h="7833" extrusionOk="0">
                  <a:moveTo>
                    <a:pt x="6591" y="0"/>
                  </a:moveTo>
                  <a:cubicBezTo>
                    <a:pt x="4966" y="0"/>
                    <a:pt x="3342" y="616"/>
                    <a:pt x="2112" y="1846"/>
                  </a:cubicBezTo>
                  <a:cubicBezTo>
                    <a:pt x="663" y="3296"/>
                    <a:pt x="1" y="5438"/>
                    <a:pt x="379" y="7454"/>
                  </a:cubicBezTo>
                  <a:cubicBezTo>
                    <a:pt x="442" y="7675"/>
                    <a:pt x="568" y="7832"/>
                    <a:pt x="789" y="7832"/>
                  </a:cubicBezTo>
                  <a:lnTo>
                    <a:pt x="852" y="7832"/>
                  </a:lnTo>
                  <a:cubicBezTo>
                    <a:pt x="1104" y="7801"/>
                    <a:pt x="1198" y="7549"/>
                    <a:pt x="1167" y="7360"/>
                  </a:cubicBezTo>
                  <a:cubicBezTo>
                    <a:pt x="852" y="5596"/>
                    <a:pt x="1419" y="3737"/>
                    <a:pt x="2710" y="2477"/>
                  </a:cubicBezTo>
                  <a:cubicBezTo>
                    <a:pt x="3719" y="1437"/>
                    <a:pt x="5136" y="870"/>
                    <a:pt x="6617" y="870"/>
                  </a:cubicBezTo>
                  <a:cubicBezTo>
                    <a:pt x="7940" y="870"/>
                    <a:pt x="9200" y="1342"/>
                    <a:pt x="10177" y="2193"/>
                  </a:cubicBezTo>
                  <a:lnTo>
                    <a:pt x="9610" y="2792"/>
                  </a:lnTo>
                  <a:cubicBezTo>
                    <a:pt x="9484" y="2918"/>
                    <a:pt x="9452" y="3075"/>
                    <a:pt x="9484" y="3170"/>
                  </a:cubicBezTo>
                  <a:cubicBezTo>
                    <a:pt x="9515" y="3327"/>
                    <a:pt x="9641" y="3422"/>
                    <a:pt x="9799" y="3453"/>
                  </a:cubicBezTo>
                  <a:lnTo>
                    <a:pt x="12036" y="3926"/>
                  </a:lnTo>
                  <a:lnTo>
                    <a:pt x="12130" y="3926"/>
                  </a:lnTo>
                  <a:cubicBezTo>
                    <a:pt x="12225" y="3926"/>
                    <a:pt x="12319" y="3894"/>
                    <a:pt x="12382" y="3800"/>
                  </a:cubicBezTo>
                  <a:cubicBezTo>
                    <a:pt x="12508" y="3674"/>
                    <a:pt x="12540" y="3579"/>
                    <a:pt x="12508" y="3422"/>
                  </a:cubicBezTo>
                  <a:lnTo>
                    <a:pt x="12036" y="1153"/>
                  </a:lnTo>
                  <a:cubicBezTo>
                    <a:pt x="12004" y="1027"/>
                    <a:pt x="11878" y="901"/>
                    <a:pt x="11752" y="838"/>
                  </a:cubicBezTo>
                  <a:cubicBezTo>
                    <a:pt x="11715" y="831"/>
                    <a:pt x="11678" y="827"/>
                    <a:pt x="11642" y="827"/>
                  </a:cubicBezTo>
                  <a:cubicBezTo>
                    <a:pt x="11526" y="827"/>
                    <a:pt x="11422" y="868"/>
                    <a:pt x="11374" y="964"/>
                  </a:cubicBezTo>
                  <a:lnTo>
                    <a:pt x="10776" y="1563"/>
                  </a:lnTo>
                  <a:cubicBezTo>
                    <a:pt x="9583" y="521"/>
                    <a:pt x="8087" y="0"/>
                    <a:pt x="65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84"/>
            <p:cNvSpPr/>
            <p:nvPr/>
          </p:nvSpPr>
          <p:spPr>
            <a:xfrm>
              <a:off x="-62874975" y="3869075"/>
              <a:ext cx="315050" cy="196250"/>
            </a:xfrm>
            <a:custGeom>
              <a:avLst/>
              <a:gdLst/>
              <a:ahLst/>
              <a:cxnLst/>
              <a:rect l="l" t="t" r="r" b="b"/>
              <a:pathLst>
                <a:path w="12602" h="7850" extrusionOk="0">
                  <a:moveTo>
                    <a:pt x="11779" y="0"/>
                  </a:moveTo>
                  <a:cubicBezTo>
                    <a:pt x="11759" y="0"/>
                    <a:pt x="11739" y="2"/>
                    <a:pt x="11720" y="5"/>
                  </a:cubicBezTo>
                  <a:cubicBezTo>
                    <a:pt x="11499" y="36"/>
                    <a:pt x="11373" y="288"/>
                    <a:pt x="11405" y="477"/>
                  </a:cubicBezTo>
                  <a:cubicBezTo>
                    <a:pt x="11720" y="2242"/>
                    <a:pt x="11184" y="4101"/>
                    <a:pt x="9861" y="5361"/>
                  </a:cubicBezTo>
                  <a:cubicBezTo>
                    <a:pt x="8853" y="6400"/>
                    <a:pt x="7435" y="6967"/>
                    <a:pt x="5986" y="6967"/>
                  </a:cubicBezTo>
                  <a:cubicBezTo>
                    <a:pt x="4631" y="6967"/>
                    <a:pt x="3371" y="6495"/>
                    <a:pt x="2394" y="5644"/>
                  </a:cubicBezTo>
                  <a:lnTo>
                    <a:pt x="2993" y="5046"/>
                  </a:lnTo>
                  <a:cubicBezTo>
                    <a:pt x="3088" y="4920"/>
                    <a:pt x="3151" y="4762"/>
                    <a:pt x="3088" y="4668"/>
                  </a:cubicBezTo>
                  <a:cubicBezTo>
                    <a:pt x="3056" y="4510"/>
                    <a:pt x="2962" y="4416"/>
                    <a:pt x="2772" y="4384"/>
                  </a:cubicBezTo>
                  <a:lnTo>
                    <a:pt x="536" y="3912"/>
                  </a:lnTo>
                  <a:cubicBezTo>
                    <a:pt x="498" y="3904"/>
                    <a:pt x="465" y="3900"/>
                    <a:pt x="433" y="3900"/>
                  </a:cubicBezTo>
                  <a:cubicBezTo>
                    <a:pt x="332" y="3900"/>
                    <a:pt x="254" y="3941"/>
                    <a:pt x="158" y="4038"/>
                  </a:cubicBezTo>
                  <a:cubicBezTo>
                    <a:pt x="32" y="4132"/>
                    <a:pt x="0" y="4258"/>
                    <a:pt x="32" y="4416"/>
                  </a:cubicBezTo>
                  <a:lnTo>
                    <a:pt x="504" y="6652"/>
                  </a:lnTo>
                  <a:cubicBezTo>
                    <a:pt x="536" y="6810"/>
                    <a:pt x="662" y="6936"/>
                    <a:pt x="788" y="6967"/>
                  </a:cubicBezTo>
                  <a:lnTo>
                    <a:pt x="882" y="6967"/>
                  </a:lnTo>
                  <a:cubicBezTo>
                    <a:pt x="1008" y="6967"/>
                    <a:pt x="1103" y="6936"/>
                    <a:pt x="1166" y="6873"/>
                  </a:cubicBezTo>
                  <a:lnTo>
                    <a:pt x="1764" y="6274"/>
                  </a:lnTo>
                  <a:cubicBezTo>
                    <a:pt x="2930" y="7346"/>
                    <a:pt x="4442" y="7850"/>
                    <a:pt x="5923" y="7850"/>
                  </a:cubicBezTo>
                  <a:cubicBezTo>
                    <a:pt x="7561" y="7850"/>
                    <a:pt x="9168" y="7220"/>
                    <a:pt x="10428" y="5991"/>
                  </a:cubicBezTo>
                  <a:cubicBezTo>
                    <a:pt x="11909" y="4510"/>
                    <a:pt x="12602" y="2368"/>
                    <a:pt x="12192" y="320"/>
                  </a:cubicBezTo>
                  <a:cubicBezTo>
                    <a:pt x="12164" y="122"/>
                    <a:pt x="11958" y="0"/>
                    <a:pt x="117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84"/>
            <p:cNvSpPr/>
            <p:nvPr/>
          </p:nvSpPr>
          <p:spPr>
            <a:xfrm>
              <a:off x="-62751325" y="3834525"/>
              <a:ext cx="15775" cy="26800"/>
            </a:xfrm>
            <a:custGeom>
              <a:avLst/>
              <a:gdLst/>
              <a:ahLst/>
              <a:cxnLst/>
              <a:rect l="l" t="t" r="r" b="b"/>
              <a:pathLst>
                <a:path w="631" h="1072" extrusionOk="0">
                  <a:moveTo>
                    <a:pt x="630" y="1"/>
                  </a:moveTo>
                  <a:cubicBezTo>
                    <a:pt x="410" y="221"/>
                    <a:pt x="158" y="599"/>
                    <a:pt x="0" y="1072"/>
                  </a:cubicBezTo>
                  <a:lnTo>
                    <a:pt x="630" y="1072"/>
                  </a:ln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84"/>
            <p:cNvSpPr/>
            <p:nvPr/>
          </p:nvSpPr>
          <p:spPr>
            <a:xfrm>
              <a:off x="-62715100" y="3950300"/>
              <a:ext cx="15775" cy="26025"/>
            </a:xfrm>
            <a:custGeom>
              <a:avLst/>
              <a:gdLst/>
              <a:ahLst/>
              <a:cxnLst/>
              <a:rect l="l" t="t" r="r" b="b"/>
              <a:pathLst>
                <a:path w="631" h="1041" extrusionOk="0">
                  <a:moveTo>
                    <a:pt x="1" y="1"/>
                  </a:moveTo>
                  <a:lnTo>
                    <a:pt x="1" y="1041"/>
                  </a:lnTo>
                  <a:cubicBezTo>
                    <a:pt x="253" y="852"/>
                    <a:pt x="473" y="47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84"/>
            <p:cNvSpPr/>
            <p:nvPr/>
          </p:nvSpPr>
          <p:spPr>
            <a:xfrm>
              <a:off x="-62751325" y="3950300"/>
              <a:ext cx="15775" cy="26025"/>
            </a:xfrm>
            <a:custGeom>
              <a:avLst/>
              <a:gdLst/>
              <a:ahLst/>
              <a:cxnLst/>
              <a:rect l="l" t="t" r="r" b="b"/>
              <a:pathLst>
                <a:path w="631" h="1041" extrusionOk="0">
                  <a:moveTo>
                    <a:pt x="0" y="1"/>
                  </a:moveTo>
                  <a:cubicBezTo>
                    <a:pt x="158" y="473"/>
                    <a:pt x="410" y="852"/>
                    <a:pt x="630" y="1041"/>
                  </a:cubicBez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84"/>
            <p:cNvSpPr/>
            <p:nvPr/>
          </p:nvSpPr>
          <p:spPr>
            <a:xfrm>
              <a:off x="-62822225" y="3881000"/>
              <a:ext cx="44125" cy="48075"/>
            </a:xfrm>
            <a:custGeom>
              <a:avLst/>
              <a:gdLst/>
              <a:ahLst/>
              <a:cxnLst/>
              <a:rect l="l" t="t" r="r" b="b"/>
              <a:pathLst>
                <a:path w="1765" h="1923" extrusionOk="0">
                  <a:moveTo>
                    <a:pt x="127" y="0"/>
                  </a:moveTo>
                  <a:cubicBezTo>
                    <a:pt x="32" y="316"/>
                    <a:pt x="1" y="631"/>
                    <a:pt x="1" y="977"/>
                  </a:cubicBezTo>
                  <a:cubicBezTo>
                    <a:pt x="1" y="1324"/>
                    <a:pt x="32" y="1670"/>
                    <a:pt x="127" y="1922"/>
                  </a:cubicBezTo>
                  <a:lnTo>
                    <a:pt x="1765" y="1922"/>
                  </a:lnTo>
                  <a:cubicBezTo>
                    <a:pt x="1734" y="1607"/>
                    <a:pt x="1702" y="1292"/>
                    <a:pt x="1702" y="977"/>
                  </a:cubicBezTo>
                  <a:cubicBezTo>
                    <a:pt x="1702" y="662"/>
                    <a:pt x="1734" y="316"/>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8" name="Google Shape;5478;p84"/>
            <p:cNvSpPr/>
            <p:nvPr/>
          </p:nvSpPr>
          <p:spPr>
            <a:xfrm>
              <a:off x="-62715100" y="3833750"/>
              <a:ext cx="15775" cy="26800"/>
            </a:xfrm>
            <a:custGeom>
              <a:avLst/>
              <a:gdLst/>
              <a:ahLst/>
              <a:cxnLst/>
              <a:rect l="l" t="t" r="r" b="b"/>
              <a:pathLst>
                <a:path w="631" h="1072" extrusionOk="0">
                  <a:moveTo>
                    <a:pt x="1" y="0"/>
                  </a:moveTo>
                  <a:lnTo>
                    <a:pt x="1" y="1071"/>
                  </a:lnTo>
                  <a:lnTo>
                    <a:pt x="631" y="1071"/>
                  </a:lnTo>
                  <a:cubicBezTo>
                    <a:pt x="505" y="599"/>
                    <a:pt x="253" y="189"/>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9" name="Google Shape;5479;p84"/>
            <p:cNvSpPr/>
            <p:nvPr/>
          </p:nvSpPr>
          <p:spPr>
            <a:xfrm>
              <a:off x="-62758425" y="3881000"/>
              <a:ext cx="22875" cy="48075"/>
            </a:xfrm>
            <a:custGeom>
              <a:avLst/>
              <a:gdLst/>
              <a:ahLst/>
              <a:cxnLst/>
              <a:rect l="l" t="t" r="r" b="b"/>
              <a:pathLst>
                <a:path w="915" h="1923" extrusionOk="0">
                  <a:moveTo>
                    <a:pt x="95" y="0"/>
                  </a:moveTo>
                  <a:cubicBezTo>
                    <a:pt x="64" y="316"/>
                    <a:pt x="1" y="631"/>
                    <a:pt x="1" y="977"/>
                  </a:cubicBezTo>
                  <a:cubicBezTo>
                    <a:pt x="1" y="1324"/>
                    <a:pt x="64" y="1670"/>
                    <a:pt x="95" y="1922"/>
                  </a:cubicBezTo>
                  <a:lnTo>
                    <a:pt x="914" y="1922"/>
                  </a:lnTo>
                  <a:lnTo>
                    <a:pt x="91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84"/>
            <p:cNvSpPr/>
            <p:nvPr/>
          </p:nvSpPr>
          <p:spPr>
            <a:xfrm>
              <a:off x="-62715100" y="3809325"/>
              <a:ext cx="74850" cy="51225"/>
            </a:xfrm>
            <a:custGeom>
              <a:avLst/>
              <a:gdLst/>
              <a:ahLst/>
              <a:cxnLst/>
              <a:rect l="l" t="t" r="r" b="b"/>
              <a:pathLst>
                <a:path w="2994" h="2049" extrusionOk="0">
                  <a:moveTo>
                    <a:pt x="1" y="1"/>
                  </a:moveTo>
                  <a:lnTo>
                    <a:pt x="1" y="32"/>
                  </a:lnTo>
                  <a:cubicBezTo>
                    <a:pt x="631" y="253"/>
                    <a:pt x="1198" y="1009"/>
                    <a:pt x="1481" y="2048"/>
                  </a:cubicBezTo>
                  <a:lnTo>
                    <a:pt x="2994" y="2048"/>
                  </a:lnTo>
                  <a:cubicBezTo>
                    <a:pt x="2426" y="946"/>
                    <a:pt x="1324" y="158"/>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1" name="Google Shape;5481;p84"/>
            <p:cNvSpPr/>
            <p:nvPr/>
          </p:nvSpPr>
          <p:spPr>
            <a:xfrm>
              <a:off x="-62715875" y="3950300"/>
              <a:ext cx="75625" cy="51225"/>
            </a:xfrm>
            <a:custGeom>
              <a:avLst/>
              <a:gdLst/>
              <a:ahLst/>
              <a:cxnLst/>
              <a:rect l="l" t="t" r="r" b="b"/>
              <a:pathLst>
                <a:path w="3025" h="2049" extrusionOk="0">
                  <a:moveTo>
                    <a:pt x="1512" y="1"/>
                  </a:moveTo>
                  <a:cubicBezTo>
                    <a:pt x="1229" y="1009"/>
                    <a:pt x="662" y="1765"/>
                    <a:pt x="0" y="1986"/>
                  </a:cubicBezTo>
                  <a:lnTo>
                    <a:pt x="0" y="2049"/>
                  </a:lnTo>
                  <a:lnTo>
                    <a:pt x="32" y="2049"/>
                  </a:lnTo>
                  <a:cubicBezTo>
                    <a:pt x="1355" y="1891"/>
                    <a:pt x="2457" y="1104"/>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84"/>
            <p:cNvSpPr/>
            <p:nvPr/>
          </p:nvSpPr>
          <p:spPr>
            <a:xfrm>
              <a:off x="-62811200" y="3949525"/>
              <a:ext cx="75650" cy="52000"/>
            </a:xfrm>
            <a:custGeom>
              <a:avLst/>
              <a:gdLst/>
              <a:ahLst/>
              <a:cxnLst/>
              <a:rect l="l" t="t" r="r" b="b"/>
              <a:pathLst>
                <a:path w="3026" h="2080" extrusionOk="0">
                  <a:moveTo>
                    <a:pt x="1" y="0"/>
                  </a:moveTo>
                  <a:cubicBezTo>
                    <a:pt x="600" y="1166"/>
                    <a:pt x="1702" y="1954"/>
                    <a:pt x="3025" y="2080"/>
                  </a:cubicBezTo>
                  <a:lnTo>
                    <a:pt x="3025" y="2017"/>
                  </a:lnTo>
                  <a:cubicBezTo>
                    <a:pt x="2364" y="1796"/>
                    <a:pt x="1860" y="1040"/>
                    <a:pt x="1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84"/>
            <p:cNvSpPr/>
            <p:nvPr/>
          </p:nvSpPr>
          <p:spPr>
            <a:xfrm>
              <a:off x="-62673350" y="3881000"/>
              <a:ext cx="44125" cy="48075"/>
            </a:xfrm>
            <a:custGeom>
              <a:avLst/>
              <a:gdLst/>
              <a:ahLst/>
              <a:cxnLst/>
              <a:rect l="l" t="t" r="r" b="b"/>
              <a:pathLst>
                <a:path w="1765" h="1923" extrusionOk="0">
                  <a:moveTo>
                    <a:pt x="0" y="0"/>
                  </a:moveTo>
                  <a:cubicBezTo>
                    <a:pt x="32" y="316"/>
                    <a:pt x="63" y="631"/>
                    <a:pt x="63" y="977"/>
                  </a:cubicBezTo>
                  <a:cubicBezTo>
                    <a:pt x="63" y="1324"/>
                    <a:pt x="32" y="1670"/>
                    <a:pt x="0" y="1922"/>
                  </a:cubicBezTo>
                  <a:lnTo>
                    <a:pt x="1639" y="1922"/>
                  </a:lnTo>
                  <a:cubicBezTo>
                    <a:pt x="1733" y="1670"/>
                    <a:pt x="1765" y="1292"/>
                    <a:pt x="1765" y="977"/>
                  </a:cubicBezTo>
                  <a:cubicBezTo>
                    <a:pt x="1765" y="662"/>
                    <a:pt x="1733" y="316"/>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4" name="Google Shape;5484;p84"/>
            <p:cNvSpPr/>
            <p:nvPr/>
          </p:nvSpPr>
          <p:spPr>
            <a:xfrm>
              <a:off x="-62810400" y="3810125"/>
              <a:ext cx="75625" cy="51200"/>
            </a:xfrm>
            <a:custGeom>
              <a:avLst/>
              <a:gdLst/>
              <a:ahLst/>
              <a:cxnLst/>
              <a:rect l="l" t="t" r="r" b="b"/>
              <a:pathLst>
                <a:path w="3025" h="2048" extrusionOk="0">
                  <a:moveTo>
                    <a:pt x="2993" y="0"/>
                  </a:moveTo>
                  <a:cubicBezTo>
                    <a:pt x="1702" y="158"/>
                    <a:pt x="599" y="945"/>
                    <a:pt x="0" y="2048"/>
                  </a:cubicBezTo>
                  <a:lnTo>
                    <a:pt x="1544" y="2048"/>
                  </a:lnTo>
                  <a:cubicBezTo>
                    <a:pt x="1828" y="1008"/>
                    <a:pt x="2363" y="284"/>
                    <a:pt x="3025" y="32"/>
                  </a:cubicBezTo>
                  <a:lnTo>
                    <a:pt x="30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5" name="Google Shape;5485;p84"/>
            <p:cNvSpPr/>
            <p:nvPr/>
          </p:nvSpPr>
          <p:spPr>
            <a:xfrm>
              <a:off x="-62715100" y="3881000"/>
              <a:ext cx="22850" cy="48075"/>
            </a:xfrm>
            <a:custGeom>
              <a:avLst/>
              <a:gdLst/>
              <a:ahLst/>
              <a:cxnLst/>
              <a:rect l="l" t="t" r="r" b="b"/>
              <a:pathLst>
                <a:path w="914" h="1923" extrusionOk="0">
                  <a:moveTo>
                    <a:pt x="1" y="0"/>
                  </a:moveTo>
                  <a:lnTo>
                    <a:pt x="1" y="1922"/>
                  </a:lnTo>
                  <a:lnTo>
                    <a:pt x="851" y="1922"/>
                  </a:lnTo>
                  <a:cubicBezTo>
                    <a:pt x="883" y="1607"/>
                    <a:pt x="914" y="1292"/>
                    <a:pt x="914" y="977"/>
                  </a:cubicBezTo>
                  <a:cubicBezTo>
                    <a:pt x="914" y="662"/>
                    <a:pt x="883" y="316"/>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6" name="Google Shape;5486;p84"/>
          <p:cNvGrpSpPr/>
          <p:nvPr/>
        </p:nvGrpSpPr>
        <p:grpSpPr>
          <a:xfrm>
            <a:off x="3490531" y="2249009"/>
            <a:ext cx="367261" cy="366364"/>
            <a:chOff x="-62884425" y="4111775"/>
            <a:chExt cx="317425" cy="316650"/>
          </a:xfrm>
        </p:grpSpPr>
        <p:sp>
          <p:nvSpPr>
            <p:cNvPr id="5487" name="Google Shape;5487;p84"/>
            <p:cNvSpPr/>
            <p:nvPr/>
          </p:nvSpPr>
          <p:spPr>
            <a:xfrm>
              <a:off x="-62884425" y="4325225"/>
              <a:ext cx="317425" cy="103200"/>
            </a:xfrm>
            <a:custGeom>
              <a:avLst/>
              <a:gdLst/>
              <a:ahLst/>
              <a:cxnLst/>
              <a:rect l="l" t="t" r="r" b="b"/>
              <a:pathLst>
                <a:path w="12697" h="4128" extrusionOk="0">
                  <a:moveTo>
                    <a:pt x="0" y="0"/>
                  </a:moveTo>
                  <a:lnTo>
                    <a:pt x="0" y="378"/>
                  </a:lnTo>
                  <a:cubicBezTo>
                    <a:pt x="0" y="1071"/>
                    <a:pt x="567" y="1638"/>
                    <a:pt x="1260" y="1638"/>
                  </a:cubicBezTo>
                  <a:lnTo>
                    <a:pt x="4001" y="1638"/>
                  </a:lnTo>
                  <a:lnTo>
                    <a:pt x="3434" y="3308"/>
                  </a:lnTo>
                  <a:lnTo>
                    <a:pt x="2930" y="3308"/>
                  </a:lnTo>
                  <a:cubicBezTo>
                    <a:pt x="2678" y="3308"/>
                    <a:pt x="2520" y="3497"/>
                    <a:pt x="2520" y="3749"/>
                  </a:cubicBezTo>
                  <a:cubicBezTo>
                    <a:pt x="2520" y="3970"/>
                    <a:pt x="2741" y="4127"/>
                    <a:pt x="2930" y="4127"/>
                  </a:cubicBezTo>
                  <a:lnTo>
                    <a:pt x="9830" y="4127"/>
                  </a:lnTo>
                  <a:cubicBezTo>
                    <a:pt x="10050" y="4127"/>
                    <a:pt x="10239" y="3938"/>
                    <a:pt x="10239" y="3749"/>
                  </a:cubicBezTo>
                  <a:cubicBezTo>
                    <a:pt x="10239" y="3497"/>
                    <a:pt x="10050" y="3308"/>
                    <a:pt x="9830" y="3308"/>
                  </a:cubicBezTo>
                  <a:lnTo>
                    <a:pt x="9294" y="3308"/>
                  </a:lnTo>
                  <a:lnTo>
                    <a:pt x="8758" y="1638"/>
                  </a:lnTo>
                  <a:lnTo>
                    <a:pt x="11468" y="1638"/>
                  </a:lnTo>
                  <a:cubicBezTo>
                    <a:pt x="12129" y="1638"/>
                    <a:pt x="12697" y="1103"/>
                    <a:pt x="12697" y="378"/>
                  </a:cubicBezTo>
                  <a:lnTo>
                    <a:pt x="126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84"/>
            <p:cNvSpPr/>
            <p:nvPr/>
          </p:nvSpPr>
          <p:spPr>
            <a:xfrm>
              <a:off x="-62884425" y="4111775"/>
              <a:ext cx="317425" cy="193000"/>
            </a:xfrm>
            <a:custGeom>
              <a:avLst/>
              <a:gdLst/>
              <a:ahLst/>
              <a:cxnLst/>
              <a:rect l="l" t="t" r="r" b="b"/>
              <a:pathLst>
                <a:path w="12697" h="7720" extrusionOk="0">
                  <a:moveTo>
                    <a:pt x="6301" y="946"/>
                  </a:moveTo>
                  <a:cubicBezTo>
                    <a:pt x="6522" y="946"/>
                    <a:pt x="6742" y="1135"/>
                    <a:pt x="6742" y="1324"/>
                  </a:cubicBezTo>
                  <a:lnTo>
                    <a:pt x="6742" y="1607"/>
                  </a:lnTo>
                  <a:cubicBezTo>
                    <a:pt x="7215" y="1765"/>
                    <a:pt x="7593" y="2237"/>
                    <a:pt x="7593" y="2773"/>
                  </a:cubicBezTo>
                  <a:cubicBezTo>
                    <a:pt x="7593" y="3025"/>
                    <a:pt x="7372" y="3182"/>
                    <a:pt x="7183" y="3182"/>
                  </a:cubicBezTo>
                  <a:cubicBezTo>
                    <a:pt x="6994" y="3182"/>
                    <a:pt x="6805" y="2993"/>
                    <a:pt x="6805" y="2773"/>
                  </a:cubicBezTo>
                  <a:cubicBezTo>
                    <a:pt x="6805" y="2552"/>
                    <a:pt x="6585" y="2363"/>
                    <a:pt x="6364" y="2363"/>
                  </a:cubicBezTo>
                  <a:cubicBezTo>
                    <a:pt x="6112" y="2363"/>
                    <a:pt x="5954" y="2552"/>
                    <a:pt x="5954" y="2773"/>
                  </a:cubicBezTo>
                  <a:cubicBezTo>
                    <a:pt x="5954" y="3025"/>
                    <a:pt x="6269" y="3245"/>
                    <a:pt x="6585" y="3497"/>
                  </a:cubicBezTo>
                  <a:cubicBezTo>
                    <a:pt x="7026" y="3812"/>
                    <a:pt x="7561" y="4191"/>
                    <a:pt x="7561" y="4884"/>
                  </a:cubicBezTo>
                  <a:cubicBezTo>
                    <a:pt x="7561" y="5419"/>
                    <a:pt x="7215" y="5860"/>
                    <a:pt x="6742" y="6049"/>
                  </a:cubicBezTo>
                  <a:lnTo>
                    <a:pt x="6742" y="6333"/>
                  </a:lnTo>
                  <a:cubicBezTo>
                    <a:pt x="6742" y="6553"/>
                    <a:pt x="6553" y="6774"/>
                    <a:pt x="6301" y="6774"/>
                  </a:cubicBezTo>
                  <a:cubicBezTo>
                    <a:pt x="6080" y="6774"/>
                    <a:pt x="5923" y="6553"/>
                    <a:pt x="5923" y="6333"/>
                  </a:cubicBezTo>
                  <a:lnTo>
                    <a:pt x="5923" y="6049"/>
                  </a:lnTo>
                  <a:cubicBezTo>
                    <a:pt x="5450" y="5892"/>
                    <a:pt x="5104" y="5419"/>
                    <a:pt x="5104" y="4884"/>
                  </a:cubicBezTo>
                  <a:cubicBezTo>
                    <a:pt x="5104" y="4632"/>
                    <a:pt x="5293" y="4443"/>
                    <a:pt x="5482" y="4443"/>
                  </a:cubicBezTo>
                  <a:cubicBezTo>
                    <a:pt x="5734" y="4443"/>
                    <a:pt x="5923" y="4632"/>
                    <a:pt x="5923" y="4884"/>
                  </a:cubicBezTo>
                  <a:cubicBezTo>
                    <a:pt x="5923" y="5104"/>
                    <a:pt x="6112" y="5262"/>
                    <a:pt x="6301" y="5262"/>
                  </a:cubicBezTo>
                  <a:cubicBezTo>
                    <a:pt x="6522" y="5262"/>
                    <a:pt x="6742" y="5073"/>
                    <a:pt x="6742" y="4884"/>
                  </a:cubicBezTo>
                  <a:cubicBezTo>
                    <a:pt x="6742" y="4632"/>
                    <a:pt x="6427" y="4411"/>
                    <a:pt x="6080" y="4159"/>
                  </a:cubicBezTo>
                  <a:cubicBezTo>
                    <a:pt x="5639" y="3844"/>
                    <a:pt x="5104" y="3466"/>
                    <a:pt x="5104" y="2773"/>
                  </a:cubicBezTo>
                  <a:cubicBezTo>
                    <a:pt x="5104" y="2237"/>
                    <a:pt x="5450" y="1796"/>
                    <a:pt x="5923" y="1607"/>
                  </a:cubicBezTo>
                  <a:lnTo>
                    <a:pt x="5923" y="1324"/>
                  </a:lnTo>
                  <a:cubicBezTo>
                    <a:pt x="5923" y="1103"/>
                    <a:pt x="6112" y="946"/>
                    <a:pt x="6301" y="946"/>
                  </a:cubicBezTo>
                  <a:close/>
                  <a:moveTo>
                    <a:pt x="1260" y="0"/>
                  </a:moveTo>
                  <a:cubicBezTo>
                    <a:pt x="599" y="0"/>
                    <a:pt x="0" y="536"/>
                    <a:pt x="0" y="1261"/>
                  </a:cubicBezTo>
                  <a:lnTo>
                    <a:pt x="0" y="7719"/>
                  </a:lnTo>
                  <a:lnTo>
                    <a:pt x="12697" y="7719"/>
                  </a:lnTo>
                  <a:lnTo>
                    <a:pt x="12697" y="1261"/>
                  </a:lnTo>
                  <a:cubicBezTo>
                    <a:pt x="12697" y="536"/>
                    <a:pt x="12129" y="0"/>
                    <a:pt x="114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9" name="Google Shape;5489;p84"/>
          <p:cNvGrpSpPr/>
          <p:nvPr/>
        </p:nvGrpSpPr>
        <p:grpSpPr>
          <a:xfrm>
            <a:off x="2163165" y="2745078"/>
            <a:ext cx="365438" cy="360001"/>
            <a:chOff x="-60991775" y="3376900"/>
            <a:chExt cx="315850" cy="311150"/>
          </a:xfrm>
        </p:grpSpPr>
        <p:sp>
          <p:nvSpPr>
            <p:cNvPr id="5490" name="Google Shape;5490;p84"/>
            <p:cNvSpPr/>
            <p:nvPr/>
          </p:nvSpPr>
          <p:spPr>
            <a:xfrm>
              <a:off x="-60991000" y="3376900"/>
              <a:ext cx="315075" cy="311150"/>
            </a:xfrm>
            <a:custGeom>
              <a:avLst/>
              <a:gdLst/>
              <a:ahLst/>
              <a:cxnLst/>
              <a:rect l="l" t="t" r="r" b="b"/>
              <a:pathLst>
                <a:path w="12603" h="12446" extrusionOk="0">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84"/>
            <p:cNvSpPr/>
            <p:nvPr/>
          </p:nvSpPr>
          <p:spPr>
            <a:xfrm>
              <a:off x="-60991775" y="3404275"/>
              <a:ext cx="174875" cy="89250"/>
            </a:xfrm>
            <a:custGeom>
              <a:avLst/>
              <a:gdLst/>
              <a:ahLst/>
              <a:cxnLst/>
              <a:rect l="l" t="t" r="r" b="b"/>
              <a:pathLst>
                <a:path w="6995" h="3570" extrusionOk="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84"/>
            <p:cNvSpPr/>
            <p:nvPr/>
          </p:nvSpPr>
          <p:spPr>
            <a:xfrm>
              <a:off x="-60795650" y="3513975"/>
              <a:ext cx="89000" cy="173300"/>
            </a:xfrm>
            <a:custGeom>
              <a:avLst/>
              <a:gdLst/>
              <a:ahLst/>
              <a:cxnLst/>
              <a:rect l="l" t="t" r="r" b="b"/>
              <a:pathLst>
                <a:path w="3560" h="6932" extrusionOk="0">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3" name="Google Shape;5493;p84"/>
          <p:cNvGrpSpPr/>
          <p:nvPr/>
        </p:nvGrpSpPr>
        <p:grpSpPr>
          <a:xfrm>
            <a:off x="2162702" y="3195942"/>
            <a:ext cx="366364" cy="359075"/>
            <a:chOff x="-60988625" y="3740800"/>
            <a:chExt cx="316650" cy="310350"/>
          </a:xfrm>
        </p:grpSpPr>
        <p:sp>
          <p:nvSpPr>
            <p:cNvPr id="5494" name="Google Shape;5494;p84"/>
            <p:cNvSpPr/>
            <p:nvPr/>
          </p:nvSpPr>
          <p:spPr>
            <a:xfrm>
              <a:off x="-60988625" y="3740800"/>
              <a:ext cx="311125" cy="310350"/>
            </a:xfrm>
            <a:custGeom>
              <a:avLst/>
              <a:gdLst/>
              <a:ahLst/>
              <a:cxnLst/>
              <a:rect l="l" t="t" r="r" b="b"/>
              <a:pathLst>
                <a:path w="12445" h="12414" extrusionOk="0">
                  <a:moveTo>
                    <a:pt x="7026" y="1670"/>
                  </a:moveTo>
                  <a:cubicBezTo>
                    <a:pt x="7278" y="1670"/>
                    <a:pt x="7467" y="1859"/>
                    <a:pt x="7467" y="2111"/>
                  </a:cubicBezTo>
                  <a:cubicBezTo>
                    <a:pt x="7467" y="2332"/>
                    <a:pt x="7278" y="2490"/>
                    <a:pt x="7026" y="2490"/>
                  </a:cubicBezTo>
                  <a:lnTo>
                    <a:pt x="2080" y="2490"/>
                  </a:lnTo>
                  <a:cubicBezTo>
                    <a:pt x="1828" y="2490"/>
                    <a:pt x="1639" y="2300"/>
                    <a:pt x="1639" y="2111"/>
                  </a:cubicBezTo>
                  <a:cubicBezTo>
                    <a:pt x="1639" y="1828"/>
                    <a:pt x="1828" y="1670"/>
                    <a:pt x="2080" y="1670"/>
                  </a:cubicBezTo>
                  <a:close/>
                  <a:moveTo>
                    <a:pt x="7026" y="4159"/>
                  </a:moveTo>
                  <a:cubicBezTo>
                    <a:pt x="7278" y="4159"/>
                    <a:pt x="7467" y="4348"/>
                    <a:pt x="7467" y="4537"/>
                  </a:cubicBezTo>
                  <a:cubicBezTo>
                    <a:pt x="7467" y="4789"/>
                    <a:pt x="7278" y="4978"/>
                    <a:pt x="7026" y="4978"/>
                  </a:cubicBezTo>
                  <a:lnTo>
                    <a:pt x="2080" y="4978"/>
                  </a:lnTo>
                  <a:cubicBezTo>
                    <a:pt x="1828" y="4978"/>
                    <a:pt x="1639" y="4789"/>
                    <a:pt x="1639" y="4537"/>
                  </a:cubicBezTo>
                  <a:cubicBezTo>
                    <a:pt x="1639" y="4317"/>
                    <a:pt x="1828" y="4159"/>
                    <a:pt x="2080" y="4159"/>
                  </a:cubicBezTo>
                  <a:close/>
                  <a:moveTo>
                    <a:pt x="7026" y="6648"/>
                  </a:moveTo>
                  <a:cubicBezTo>
                    <a:pt x="7278" y="6648"/>
                    <a:pt x="7467" y="6837"/>
                    <a:pt x="7467" y="7058"/>
                  </a:cubicBezTo>
                  <a:cubicBezTo>
                    <a:pt x="7467" y="7310"/>
                    <a:pt x="7278" y="7467"/>
                    <a:pt x="7026" y="7467"/>
                  </a:cubicBezTo>
                  <a:lnTo>
                    <a:pt x="2080" y="7467"/>
                  </a:lnTo>
                  <a:cubicBezTo>
                    <a:pt x="1828" y="7467"/>
                    <a:pt x="1639" y="7278"/>
                    <a:pt x="1639" y="7058"/>
                  </a:cubicBezTo>
                  <a:cubicBezTo>
                    <a:pt x="1639" y="6806"/>
                    <a:pt x="1828" y="6648"/>
                    <a:pt x="2080" y="6648"/>
                  </a:cubicBezTo>
                  <a:close/>
                  <a:moveTo>
                    <a:pt x="7026" y="9106"/>
                  </a:moveTo>
                  <a:cubicBezTo>
                    <a:pt x="7278" y="9106"/>
                    <a:pt x="7467" y="9295"/>
                    <a:pt x="7467" y="9515"/>
                  </a:cubicBezTo>
                  <a:cubicBezTo>
                    <a:pt x="7467" y="9736"/>
                    <a:pt x="7278" y="9893"/>
                    <a:pt x="7026" y="9893"/>
                  </a:cubicBezTo>
                  <a:lnTo>
                    <a:pt x="2080" y="9893"/>
                  </a:lnTo>
                  <a:cubicBezTo>
                    <a:pt x="1828" y="9893"/>
                    <a:pt x="1639" y="9704"/>
                    <a:pt x="1639" y="9515"/>
                  </a:cubicBezTo>
                  <a:cubicBezTo>
                    <a:pt x="1639" y="9263"/>
                    <a:pt x="1828" y="9106"/>
                    <a:pt x="2080" y="9106"/>
                  </a:cubicBezTo>
                  <a:close/>
                  <a:moveTo>
                    <a:pt x="11500" y="10775"/>
                  </a:moveTo>
                  <a:cubicBezTo>
                    <a:pt x="11342" y="11248"/>
                    <a:pt x="10870" y="11594"/>
                    <a:pt x="10303" y="11594"/>
                  </a:cubicBezTo>
                  <a:cubicBezTo>
                    <a:pt x="9767" y="11594"/>
                    <a:pt x="9326" y="11248"/>
                    <a:pt x="9137" y="10775"/>
                  </a:cubicBezTo>
                  <a:close/>
                  <a:moveTo>
                    <a:pt x="1261" y="1"/>
                  </a:moveTo>
                  <a:cubicBezTo>
                    <a:pt x="568" y="1"/>
                    <a:pt x="32" y="568"/>
                    <a:pt x="32" y="1229"/>
                  </a:cubicBezTo>
                  <a:lnTo>
                    <a:pt x="32" y="10334"/>
                  </a:lnTo>
                  <a:cubicBezTo>
                    <a:pt x="0" y="11468"/>
                    <a:pt x="946" y="12414"/>
                    <a:pt x="2080" y="12414"/>
                  </a:cubicBezTo>
                  <a:lnTo>
                    <a:pt x="10334" y="12414"/>
                  </a:lnTo>
                  <a:cubicBezTo>
                    <a:pt x="11500" y="12414"/>
                    <a:pt x="12445" y="11468"/>
                    <a:pt x="12445" y="10334"/>
                  </a:cubicBezTo>
                  <a:cubicBezTo>
                    <a:pt x="12445" y="10082"/>
                    <a:pt x="12224" y="9893"/>
                    <a:pt x="12004" y="9893"/>
                  </a:cubicBezTo>
                  <a:lnTo>
                    <a:pt x="9074" y="9893"/>
                  </a:lnTo>
                  <a:lnTo>
                    <a:pt x="9074" y="1229"/>
                  </a:lnTo>
                  <a:cubicBezTo>
                    <a:pt x="9074" y="568"/>
                    <a:pt x="8538" y="1"/>
                    <a:pt x="78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84"/>
            <p:cNvSpPr/>
            <p:nvPr/>
          </p:nvSpPr>
          <p:spPr>
            <a:xfrm>
              <a:off x="-60742100" y="3920375"/>
              <a:ext cx="68550" cy="55175"/>
            </a:xfrm>
            <a:custGeom>
              <a:avLst/>
              <a:gdLst/>
              <a:ahLst/>
              <a:cxnLst/>
              <a:rect l="l" t="t" r="r" b="b"/>
              <a:pathLst>
                <a:path w="2742" h="2207" extrusionOk="0">
                  <a:moveTo>
                    <a:pt x="0" y="1"/>
                  </a:moveTo>
                  <a:lnTo>
                    <a:pt x="0" y="32"/>
                  </a:lnTo>
                  <a:lnTo>
                    <a:pt x="1009" y="1986"/>
                  </a:lnTo>
                  <a:cubicBezTo>
                    <a:pt x="1103" y="2080"/>
                    <a:pt x="1261" y="2206"/>
                    <a:pt x="1418" y="2206"/>
                  </a:cubicBezTo>
                  <a:cubicBezTo>
                    <a:pt x="1576" y="2206"/>
                    <a:pt x="1733" y="2143"/>
                    <a:pt x="1796" y="1986"/>
                  </a:cubicBezTo>
                  <a:lnTo>
                    <a:pt x="2741" y="32"/>
                  </a:lnTo>
                  <a:lnTo>
                    <a:pt x="274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84"/>
            <p:cNvSpPr/>
            <p:nvPr/>
          </p:nvSpPr>
          <p:spPr>
            <a:xfrm>
              <a:off x="-60740525" y="3741600"/>
              <a:ext cx="68550" cy="158325"/>
            </a:xfrm>
            <a:custGeom>
              <a:avLst/>
              <a:gdLst/>
              <a:ahLst/>
              <a:cxnLst/>
              <a:rect l="l" t="t" r="r" b="b"/>
              <a:pathLst>
                <a:path w="2742" h="6333" extrusionOk="0">
                  <a:moveTo>
                    <a:pt x="1796" y="819"/>
                  </a:moveTo>
                  <a:cubicBezTo>
                    <a:pt x="1891" y="819"/>
                    <a:pt x="1922" y="882"/>
                    <a:pt x="1922" y="945"/>
                  </a:cubicBezTo>
                  <a:lnTo>
                    <a:pt x="1922" y="1638"/>
                  </a:lnTo>
                  <a:lnTo>
                    <a:pt x="820" y="1638"/>
                  </a:lnTo>
                  <a:lnTo>
                    <a:pt x="820" y="945"/>
                  </a:lnTo>
                  <a:cubicBezTo>
                    <a:pt x="820" y="851"/>
                    <a:pt x="883" y="819"/>
                    <a:pt x="977" y="819"/>
                  </a:cubicBezTo>
                  <a:close/>
                  <a:moveTo>
                    <a:pt x="977" y="0"/>
                  </a:moveTo>
                  <a:cubicBezTo>
                    <a:pt x="410" y="0"/>
                    <a:pt x="1" y="410"/>
                    <a:pt x="1" y="945"/>
                  </a:cubicBezTo>
                  <a:lnTo>
                    <a:pt x="1" y="6333"/>
                  </a:lnTo>
                  <a:lnTo>
                    <a:pt x="2741" y="6333"/>
                  </a:lnTo>
                  <a:lnTo>
                    <a:pt x="2741" y="945"/>
                  </a:lnTo>
                  <a:cubicBezTo>
                    <a:pt x="2741" y="410"/>
                    <a:pt x="2300"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7" name="Google Shape;5497;p84"/>
          <p:cNvGrpSpPr/>
          <p:nvPr/>
        </p:nvGrpSpPr>
        <p:grpSpPr>
          <a:xfrm>
            <a:off x="2162702" y="3651393"/>
            <a:ext cx="366364" cy="365207"/>
            <a:chOff x="-60987850" y="4100950"/>
            <a:chExt cx="316650" cy="315650"/>
          </a:xfrm>
        </p:grpSpPr>
        <p:sp>
          <p:nvSpPr>
            <p:cNvPr id="5498" name="Google Shape;5498;p84"/>
            <p:cNvSpPr/>
            <p:nvPr/>
          </p:nvSpPr>
          <p:spPr>
            <a:xfrm>
              <a:off x="-60987850" y="4355925"/>
              <a:ext cx="315875" cy="60675"/>
            </a:xfrm>
            <a:custGeom>
              <a:avLst/>
              <a:gdLst/>
              <a:ahLst/>
              <a:cxnLst/>
              <a:rect l="l" t="t" r="r" b="b"/>
              <a:pathLst>
                <a:path w="12635" h="2427" extrusionOk="0">
                  <a:moveTo>
                    <a:pt x="1230" y="1"/>
                  </a:moveTo>
                  <a:cubicBezTo>
                    <a:pt x="537" y="1"/>
                    <a:pt x="1" y="536"/>
                    <a:pt x="1" y="1198"/>
                  </a:cubicBezTo>
                  <a:lnTo>
                    <a:pt x="1" y="2049"/>
                  </a:lnTo>
                  <a:cubicBezTo>
                    <a:pt x="1" y="2269"/>
                    <a:pt x="190" y="2427"/>
                    <a:pt x="379" y="2427"/>
                  </a:cubicBezTo>
                  <a:lnTo>
                    <a:pt x="12256" y="2427"/>
                  </a:lnTo>
                  <a:cubicBezTo>
                    <a:pt x="12477" y="2427"/>
                    <a:pt x="12634" y="2238"/>
                    <a:pt x="12634" y="2049"/>
                  </a:cubicBezTo>
                  <a:lnTo>
                    <a:pt x="12634" y="1198"/>
                  </a:lnTo>
                  <a:cubicBezTo>
                    <a:pt x="12634" y="536"/>
                    <a:pt x="12099" y="1"/>
                    <a:pt x="114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84"/>
            <p:cNvSpPr/>
            <p:nvPr/>
          </p:nvSpPr>
          <p:spPr>
            <a:xfrm>
              <a:off x="-60987050" y="4100950"/>
              <a:ext cx="315850" cy="123475"/>
            </a:xfrm>
            <a:custGeom>
              <a:avLst/>
              <a:gdLst/>
              <a:ahLst/>
              <a:cxnLst/>
              <a:rect l="l" t="t" r="r" b="b"/>
              <a:pathLst>
                <a:path w="12634" h="4939" extrusionOk="0">
                  <a:moveTo>
                    <a:pt x="6270" y="2355"/>
                  </a:moveTo>
                  <a:cubicBezTo>
                    <a:pt x="6490" y="2355"/>
                    <a:pt x="6711" y="2544"/>
                    <a:pt x="6711" y="2796"/>
                  </a:cubicBezTo>
                  <a:cubicBezTo>
                    <a:pt x="6711" y="2985"/>
                    <a:pt x="6490" y="3174"/>
                    <a:pt x="6270" y="3174"/>
                  </a:cubicBezTo>
                  <a:cubicBezTo>
                    <a:pt x="6018" y="3174"/>
                    <a:pt x="5860" y="2985"/>
                    <a:pt x="5860" y="2796"/>
                  </a:cubicBezTo>
                  <a:cubicBezTo>
                    <a:pt x="5860" y="2544"/>
                    <a:pt x="6081" y="2355"/>
                    <a:pt x="6270" y="2355"/>
                  </a:cubicBezTo>
                  <a:close/>
                  <a:moveTo>
                    <a:pt x="6290" y="0"/>
                  </a:moveTo>
                  <a:cubicBezTo>
                    <a:pt x="6238" y="0"/>
                    <a:pt x="6191" y="8"/>
                    <a:pt x="6144" y="24"/>
                  </a:cubicBezTo>
                  <a:lnTo>
                    <a:pt x="252" y="2513"/>
                  </a:lnTo>
                  <a:cubicBezTo>
                    <a:pt x="95" y="2576"/>
                    <a:pt x="0" y="2702"/>
                    <a:pt x="0" y="2891"/>
                  </a:cubicBezTo>
                  <a:lnTo>
                    <a:pt x="0" y="4561"/>
                  </a:lnTo>
                  <a:cubicBezTo>
                    <a:pt x="0" y="4781"/>
                    <a:pt x="189" y="4939"/>
                    <a:pt x="410" y="4939"/>
                  </a:cubicBezTo>
                  <a:lnTo>
                    <a:pt x="12256" y="4939"/>
                  </a:lnTo>
                  <a:cubicBezTo>
                    <a:pt x="12476" y="4939"/>
                    <a:pt x="12634" y="4750"/>
                    <a:pt x="12634" y="4561"/>
                  </a:cubicBezTo>
                  <a:lnTo>
                    <a:pt x="12634" y="2891"/>
                  </a:lnTo>
                  <a:cubicBezTo>
                    <a:pt x="12602" y="2702"/>
                    <a:pt x="12539" y="2544"/>
                    <a:pt x="12382" y="2513"/>
                  </a:cubicBezTo>
                  <a:lnTo>
                    <a:pt x="6459" y="24"/>
                  </a:lnTo>
                  <a:cubicBezTo>
                    <a:pt x="6396" y="8"/>
                    <a:pt x="6341" y="0"/>
                    <a:pt x="62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84"/>
            <p:cNvSpPr/>
            <p:nvPr/>
          </p:nvSpPr>
          <p:spPr>
            <a:xfrm>
              <a:off x="-60757075" y="4245675"/>
              <a:ext cx="61475" cy="89025"/>
            </a:xfrm>
            <a:custGeom>
              <a:avLst/>
              <a:gdLst/>
              <a:ahLst/>
              <a:cxnLst/>
              <a:rect l="l" t="t" r="r" b="b"/>
              <a:pathLst>
                <a:path w="2459" h="3561" extrusionOk="0">
                  <a:moveTo>
                    <a:pt x="1" y="0"/>
                  </a:moveTo>
                  <a:lnTo>
                    <a:pt x="1" y="3560"/>
                  </a:lnTo>
                  <a:lnTo>
                    <a:pt x="2458" y="3560"/>
                  </a:lnTo>
                  <a:lnTo>
                    <a:pt x="24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84"/>
            <p:cNvSpPr/>
            <p:nvPr/>
          </p:nvSpPr>
          <p:spPr>
            <a:xfrm>
              <a:off x="-60861025"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84"/>
            <p:cNvSpPr/>
            <p:nvPr/>
          </p:nvSpPr>
          <p:spPr>
            <a:xfrm>
              <a:off x="-60964200"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03" name="Google Shape;5503;p84"/>
          <p:cNvGrpSpPr/>
          <p:nvPr/>
        </p:nvGrpSpPr>
        <p:grpSpPr>
          <a:xfrm>
            <a:off x="3932486" y="3196853"/>
            <a:ext cx="369083" cy="357253"/>
            <a:chOff x="-59447250" y="3706150"/>
            <a:chExt cx="319000" cy="308775"/>
          </a:xfrm>
        </p:grpSpPr>
        <p:sp>
          <p:nvSpPr>
            <p:cNvPr id="5504" name="Google Shape;5504;p84"/>
            <p:cNvSpPr/>
            <p:nvPr/>
          </p:nvSpPr>
          <p:spPr>
            <a:xfrm>
              <a:off x="-59381875" y="3922750"/>
              <a:ext cx="79575" cy="29950"/>
            </a:xfrm>
            <a:custGeom>
              <a:avLst/>
              <a:gdLst/>
              <a:ahLst/>
              <a:cxnLst/>
              <a:rect l="l" t="t" r="r" b="b"/>
              <a:pathLst>
                <a:path w="3183" h="1198" extrusionOk="0">
                  <a:moveTo>
                    <a:pt x="1607" y="0"/>
                  </a:moveTo>
                  <a:cubicBezTo>
                    <a:pt x="820" y="0"/>
                    <a:pt x="190" y="504"/>
                    <a:pt x="1" y="1197"/>
                  </a:cubicBezTo>
                  <a:lnTo>
                    <a:pt x="3183" y="1197"/>
                  </a:lnTo>
                  <a:cubicBezTo>
                    <a:pt x="3025" y="536"/>
                    <a:pt x="2363" y="0"/>
                    <a:pt x="16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84"/>
            <p:cNvSpPr/>
            <p:nvPr/>
          </p:nvSpPr>
          <p:spPr>
            <a:xfrm>
              <a:off x="-59364550" y="3861525"/>
              <a:ext cx="43350" cy="40900"/>
            </a:xfrm>
            <a:custGeom>
              <a:avLst/>
              <a:gdLst/>
              <a:ahLst/>
              <a:cxnLst/>
              <a:rect l="l" t="t" r="r" b="b"/>
              <a:pathLst>
                <a:path w="1734" h="1636" extrusionOk="0">
                  <a:moveTo>
                    <a:pt x="858" y="0"/>
                  </a:moveTo>
                  <a:cubicBezTo>
                    <a:pt x="784" y="0"/>
                    <a:pt x="707" y="8"/>
                    <a:pt x="631" y="23"/>
                  </a:cubicBezTo>
                  <a:cubicBezTo>
                    <a:pt x="347" y="118"/>
                    <a:pt x="127" y="307"/>
                    <a:pt x="95" y="590"/>
                  </a:cubicBezTo>
                  <a:cubicBezTo>
                    <a:pt x="1" y="906"/>
                    <a:pt x="95" y="1189"/>
                    <a:pt x="284" y="1410"/>
                  </a:cubicBezTo>
                  <a:cubicBezTo>
                    <a:pt x="446" y="1548"/>
                    <a:pt x="658" y="1636"/>
                    <a:pt x="871" y="1636"/>
                  </a:cubicBezTo>
                  <a:cubicBezTo>
                    <a:pt x="949" y="1636"/>
                    <a:pt x="1027" y="1624"/>
                    <a:pt x="1103" y="1599"/>
                  </a:cubicBezTo>
                  <a:cubicBezTo>
                    <a:pt x="1387" y="1536"/>
                    <a:pt x="1607" y="1347"/>
                    <a:pt x="1670" y="1063"/>
                  </a:cubicBezTo>
                  <a:cubicBezTo>
                    <a:pt x="1733" y="748"/>
                    <a:pt x="1670" y="464"/>
                    <a:pt x="1450" y="244"/>
                  </a:cubicBezTo>
                  <a:cubicBezTo>
                    <a:pt x="1307" y="77"/>
                    <a:pt x="1091" y="0"/>
                    <a:pt x="8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84"/>
            <p:cNvSpPr/>
            <p:nvPr/>
          </p:nvSpPr>
          <p:spPr>
            <a:xfrm>
              <a:off x="-59447250" y="3706150"/>
              <a:ext cx="319000" cy="308775"/>
            </a:xfrm>
            <a:custGeom>
              <a:avLst/>
              <a:gdLst/>
              <a:ahLst/>
              <a:cxnLst/>
              <a:rect l="l" t="t" r="r" b="b"/>
              <a:pathLst>
                <a:path w="12760" h="12351" extrusionOk="0">
                  <a:moveTo>
                    <a:pt x="6428" y="820"/>
                  </a:moveTo>
                  <a:cubicBezTo>
                    <a:pt x="6900" y="820"/>
                    <a:pt x="7247" y="1166"/>
                    <a:pt x="7247" y="1639"/>
                  </a:cubicBezTo>
                  <a:lnTo>
                    <a:pt x="7247" y="4128"/>
                  </a:lnTo>
                  <a:lnTo>
                    <a:pt x="5609" y="4128"/>
                  </a:lnTo>
                  <a:lnTo>
                    <a:pt x="5609" y="1639"/>
                  </a:lnTo>
                  <a:cubicBezTo>
                    <a:pt x="5609" y="1166"/>
                    <a:pt x="5955" y="820"/>
                    <a:pt x="6428" y="820"/>
                  </a:cubicBezTo>
                  <a:close/>
                  <a:moveTo>
                    <a:pt x="10681" y="6616"/>
                  </a:moveTo>
                  <a:cubicBezTo>
                    <a:pt x="10901" y="6616"/>
                    <a:pt x="11059" y="6805"/>
                    <a:pt x="11059" y="6994"/>
                  </a:cubicBezTo>
                  <a:cubicBezTo>
                    <a:pt x="11122" y="7247"/>
                    <a:pt x="10901" y="7436"/>
                    <a:pt x="10681" y="7436"/>
                  </a:cubicBezTo>
                  <a:lnTo>
                    <a:pt x="8192" y="7436"/>
                  </a:lnTo>
                  <a:cubicBezTo>
                    <a:pt x="7971" y="7436"/>
                    <a:pt x="7751" y="7247"/>
                    <a:pt x="7751" y="6994"/>
                  </a:cubicBezTo>
                  <a:cubicBezTo>
                    <a:pt x="7751" y="6742"/>
                    <a:pt x="7971" y="6616"/>
                    <a:pt x="8192" y="6616"/>
                  </a:cubicBezTo>
                  <a:close/>
                  <a:moveTo>
                    <a:pt x="10681" y="8255"/>
                  </a:moveTo>
                  <a:cubicBezTo>
                    <a:pt x="10901" y="8255"/>
                    <a:pt x="11059" y="8444"/>
                    <a:pt x="11059" y="8696"/>
                  </a:cubicBezTo>
                  <a:cubicBezTo>
                    <a:pt x="11122" y="8885"/>
                    <a:pt x="10901" y="9074"/>
                    <a:pt x="10681" y="9074"/>
                  </a:cubicBezTo>
                  <a:lnTo>
                    <a:pt x="8192" y="9074"/>
                  </a:lnTo>
                  <a:cubicBezTo>
                    <a:pt x="7971" y="9074"/>
                    <a:pt x="7751" y="8885"/>
                    <a:pt x="7751" y="8696"/>
                  </a:cubicBezTo>
                  <a:cubicBezTo>
                    <a:pt x="7751" y="8444"/>
                    <a:pt x="7971" y="8255"/>
                    <a:pt x="8192" y="8255"/>
                  </a:cubicBezTo>
                  <a:close/>
                  <a:moveTo>
                    <a:pt x="4233" y="5360"/>
                  </a:moveTo>
                  <a:cubicBezTo>
                    <a:pt x="4671" y="5360"/>
                    <a:pt x="5082" y="5531"/>
                    <a:pt x="5388" y="5860"/>
                  </a:cubicBezTo>
                  <a:cubicBezTo>
                    <a:pt x="5829" y="6301"/>
                    <a:pt x="5987" y="6868"/>
                    <a:pt x="5829" y="7467"/>
                  </a:cubicBezTo>
                  <a:cubicBezTo>
                    <a:pt x="5766" y="7751"/>
                    <a:pt x="5640" y="7971"/>
                    <a:pt x="5451" y="8192"/>
                  </a:cubicBezTo>
                  <a:cubicBezTo>
                    <a:pt x="6176" y="8601"/>
                    <a:pt x="6711" y="9389"/>
                    <a:pt x="6711" y="10334"/>
                  </a:cubicBezTo>
                  <a:cubicBezTo>
                    <a:pt x="6711" y="10555"/>
                    <a:pt x="6491" y="10744"/>
                    <a:pt x="6270" y="10744"/>
                  </a:cubicBezTo>
                  <a:lnTo>
                    <a:pt x="2143" y="10744"/>
                  </a:lnTo>
                  <a:cubicBezTo>
                    <a:pt x="1891" y="10744"/>
                    <a:pt x="1733" y="10555"/>
                    <a:pt x="1733" y="10303"/>
                  </a:cubicBezTo>
                  <a:cubicBezTo>
                    <a:pt x="1733" y="9357"/>
                    <a:pt x="2238" y="8570"/>
                    <a:pt x="3025" y="8129"/>
                  </a:cubicBezTo>
                  <a:cubicBezTo>
                    <a:pt x="2647" y="7688"/>
                    <a:pt x="2490" y="7121"/>
                    <a:pt x="2647" y="6553"/>
                  </a:cubicBezTo>
                  <a:cubicBezTo>
                    <a:pt x="2805" y="6018"/>
                    <a:pt x="3246" y="5577"/>
                    <a:pt x="3781" y="5419"/>
                  </a:cubicBezTo>
                  <a:cubicBezTo>
                    <a:pt x="3933" y="5379"/>
                    <a:pt x="4084" y="5360"/>
                    <a:pt x="4233" y="5360"/>
                  </a:cubicBezTo>
                  <a:close/>
                  <a:moveTo>
                    <a:pt x="10681" y="9893"/>
                  </a:moveTo>
                  <a:cubicBezTo>
                    <a:pt x="10901" y="9893"/>
                    <a:pt x="11059" y="10113"/>
                    <a:pt x="11059" y="10303"/>
                  </a:cubicBezTo>
                  <a:cubicBezTo>
                    <a:pt x="11122" y="10555"/>
                    <a:pt x="10901" y="10744"/>
                    <a:pt x="10681" y="10744"/>
                  </a:cubicBezTo>
                  <a:lnTo>
                    <a:pt x="8192" y="10744"/>
                  </a:lnTo>
                  <a:cubicBezTo>
                    <a:pt x="7971" y="10744"/>
                    <a:pt x="7751" y="10555"/>
                    <a:pt x="7751" y="10303"/>
                  </a:cubicBezTo>
                  <a:cubicBezTo>
                    <a:pt x="7751" y="10050"/>
                    <a:pt x="7971" y="9893"/>
                    <a:pt x="8192" y="9893"/>
                  </a:cubicBezTo>
                  <a:close/>
                  <a:moveTo>
                    <a:pt x="6396" y="0"/>
                  </a:moveTo>
                  <a:cubicBezTo>
                    <a:pt x="5483" y="0"/>
                    <a:pt x="4726" y="725"/>
                    <a:pt x="4726" y="1639"/>
                  </a:cubicBezTo>
                  <a:lnTo>
                    <a:pt x="4726" y="2458"/>
                  </a:lnTo>
                  <a:lnTo>
                    <a:pt x="1261" y="2458"/>
                  </a:lnTo>
                  <a:cubicBezTo>
                    <a:pt x="599" y="2458"/>
                    <a:pt x="1" y="3025"/>
                    <a:pt x="1" y="3686"/>
                  </a:cubicBezTo>
                  <a:lnTo>
                    <a:pt x="1" y="11122"/>
                  </a:lnTo>
                  <a:cubicBezTo>
                    <a:pt x="1" y="11815"/>
                    <a:pt x="568" y="12350"/>
                    <a:pt x="1261" y="12350"/>
                  </a:cubicBezTo>
                  <a:lnTo>
                    <a:pt x="11468" y="12350"/>
                  </a:lnTo>
                  <a:cubicBezTo>
                    <a:pt x="12130" y="12350"/>
                    <a:pt x="12697" y="11815"/>
                    <a:pt x="12697" y="11122"/>
                  </a:cubicBezTo>
                  <a:lnTo>
                    <a:pt x="12697" y="3686"/>
                  </a:lnTo>
                  <a:cubicBezTo>
                    <a:pt x="12760" y="3025"/>
                    <a:pt x="12162" y="2458"/>
                    <a:pt x="11500" y="2458"/>
                  </a:cubicBezTo>
                  <a:lnTo>
                    <a:pt x="8034" y="2458"/>
                  </a:lnTo>
                  <a:lnTo>
                    <a:pt x="8034" y="1639"/>
                  </a:lnTo>
                  <a:cubicBezTo>
                    <a:pt x="8034" y="725"/>
                    <a:pt x="7278" y="0"/>
                    <a:pt x="6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84"/>
            <p:cNvSpPr/>
            <p:nvPr/>
          </p:nvSpPr>
          <p:spPr>
            <a:xfrm>
              <a:off x="-59293650" y="3740025"/>
              <a:ext cx="14175" cy="14200"/>
            </a:xfrm>
            <a:custGeom>
              <a:avLst/>
              <a:gdLst/>
              <a:ahLst/>
              <a:cxnLst/>
              <a:rect l="l" t="t" r="r" b="b"/>
              <a:pathLst>
                <a:path w="567" h="568" extrusionOk="0">
                  <a:moveTo>
                    <a:pt x="284" y="0"/>
                  </a:moveTo>
                  <a:cubicBezTo>
                    <a:pt x="126" y="0"/>
                    <a:pt x="0" y="126"/>
                    <a:pt x="0" y="284"/>
                  </a:cubicBezTo>
                  <a:cubicBezTo>
                    <a:pt x="0" y="441"/>
                    <a:pt x="126" y="567"/>
                    <a:pt x="284" y="567"/>
                  </a:cubicBezTo>
                  <a:cubicBezTo>
                    <a:pt x="441" y="567"/>
                    <a:pt x="567" y="441"/>
                    <a:pt x="567" y="284"/>
                  </a:cubicBezTo>
                  <a:cubicBezTo>
                    <a:pt x="567" y="126"/>
                    <a:pt x="441" y="0"/>
                    <a:pt x="2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08" name="Google Shape;5508;p84"/>
          <p:cNvGrpSpPr/>
          <p:nvPr/>
        </p:nvGrpSpPr>
        <p:grpSpPr>
          <a:xfrm>
            <a:off x="1721214" y="1378164"/>
            <a:ext cx="368186" cy="364224"/>
            <a:chOff x="-64406125" y="3362225"/>
            <a:chExt cx="318225" cy="314800"/>
          </a:xfrm>
        </p:grpSpPr>
        <p:sp>
          <p:nvSpPr>
            <p:cNvPr id="5509" name="Google Shape;5509;p84"/>
            <p:cNvSpPr/>
            <p:nvPr/>
          </p:nvSpPr>
          <p:spPr>
            <a:xfrm>
              <a:off x="-64332100" y="3362225"/>
              <a:ext cx="170150" cy="199025"/>
            </a:xfrm>
            <a:custGeom>
              <a:avLst/>
              <a:gdLst/>
              <a:ahLst/>
              <a:cxnLst/>
              <a:rect l="l" t="t" r="r" b="b"/>
              <a:pathLst>
                <a:path w="6806" h="7961" extrusionOk="0">
                  <a:moveTo>
                    <a:pt x="4506" y="3266"/>
                  </a:moveTo>
                  <a:cubicBezTo>
                    <a:pt x="4569" y="3266"/>
                    <a:pt x="4601" y="3298"/>
                    <a:pt x="4632" y="3298"/>
                  </a:cubicBezTo>
                  <a:lnTo>
                    <a:pt x="5577" y="4621"/>
                  </a:lnTo>
                  <a:cubicBezTo>
                    <a:pt x="5420" y="5881"/>
                    <a:pt x="4664" y="7110"/>
                    <a:pt x="3403" y="7110"/>
                  </a:cubicBezTo>
                  <a:cubicBezTo>
                    <a:pt x="2206" y="7110"/>
                    <a:pt x="1419" y="5944"/>
                    <a:pt x="1261" y="4621"/>
                  </a:cubicBezTo>
                  <a:lnTo>
                    <a:pt x="2206" y="3298"/>
                  </a:lnTo>
                  <a:cubicBezTo>
                    <a:pt x="2238" y="3266"/>
                    <a:pt x="2269" y="3266"/>
                    <a:pt x="2301" y="3266"/>
                  </a:cubicBezTo>
                  <a:close/>
                  <a:moveTo>
                    <a:pt x="4055" y="1"/>
                  </a:moveTo>
                  <a:cubicBezTo>
                    <a:pt x="3400" y="1"/>
                    <a:pt x="2703" y="167"/>
                    <a:pt x="2049" y="494"/>
                  </a:cubicBezTo>
                  <a:cubicBezTo>
                    <a:pt x="1957" y="483"/>
                    <a:pt x="1867" y="478"/>
                    <a:pt x="1779" y="478"/>
                  </a:cubicBezTo>
                  <a:cubicBezTo>
                    <a:pt x="1354" y="478"/>
                    <a:pt x="976" y="600"/>
                    <a:pt x="662" y="809"/>
                  </a:cubicBezTo>
                  <a:cubicBezTo>
                    <a:pt x="347" y="1061"/>
                    <a:pt x="1" y="1534"/>
                    <a:pt x="1" y="2384"/>
                  </a:cubicBezTo>
                  <a:cubicBezTo>
                    <a:pt x="1" y="2857"/>
                    <a:pt x="95" y="3613"/>
                    <a:pt x="347" y="4621"/>
                  </a:cubicBezTo>
                  <a:cubicBezTo>
                    <a:pt x="473" y="4810"/>
                    <a:pt x="536" y="6070"/>
                    <a:pt x="1482" y="7078"/>
                  </a:cubicBezTo>
                  <a:cubicBezTo>
                    <a:pt x="2049" y="7646"/>
                    <a:pt x="2710" y="7961"/>
                    <a:pt x="3403" y="7961"/>
                  </a:cubicBezTo>
                  <a:cubicBezTo>
                    <a:pt x="5136" y="7961"/>
                    <a:pt x="6207" y="6417"/>
                    <a:pt x="6396" y="4621"/>
                  </a:cubicBezTo>
                  <a:cubicBezTo>
                    <a:pt x="6554" y="4085"/>
                    <a:pt x="6774" y="3046"/>
                    <a:pt x="6806" y="2447"/>
                  </a:cubicBezTo>
                  <a:cubicBezTo>
                    <a:pt x="6806" y="1565"/>
                    <a:pt x="6459" y="872"/>
                    <a:pt x="5703" y="431"/>
                  </a:cubicBezTo>
                  <a:cubicBezTo>
                    <a:pt x="5234" y="143"/>
                    <a:pt x="4662" y="1"/>
                    <a:pt x="40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84"/>
            <p:cNvSpPr/>
            <p:nvPr/>
          </p:nvSpPr>
          <p:spPr>
            <a:xfrm>
              <a:off x="-64406125" y="3559050"/>
              <a:ext cx="318225" cy="117975"/>
            </a:xfrm>
            <a:custGeom>
              <a:avLst/>
              <a:gdLst/>
              <a:ahLst/>
              <a:cxnLst/>
              <a:rect l="l" t="t" r="r" b="b"/>
              <a:pathLst>
                <a:path w="12729" h="4719" extrusionOk="0">
                  <a:moveTo>
                    <a:pt x="4474" y="1001"/>
                  </a:moveTo>
                  <a:lnTo>
                    <a:pt x="5797" y="2293"/>
                  </a:lnTo>
                  <a:lnTo>
                    <a:pt x="5199" y="2891"/>
                  </a:lnTo>
                  <a:lnTo>
                    <a:pt x="4002" y="1159"/>
                  </a:lnTo>
                  <a:cubicBezTo>
                    <a:pt x="4159" y="1096"/>
                    <a:pt x="4380" y="1064"/>
                    <a:pt x="4474" y="1001"/>
                  </a:cubicBezTo>
                  <a:close/>
                  <a:moveTo>
                    <a:pt x="8318" y="1001"/>
                  </a:moveTo>
                  <a:cubicBezTo>
                    <a:pt x="8475" y="1064"/>
                    <a:pt x="8633" y="1159"/>
                    <a:pt x="8790" y="1190"/>
                  </a:cubicBezTo>
                  <a:lnTo>
                    <a:pt x="7593" y="2891"/>
                  </a:lnTo>
                  <a:lnTo>
                    <a:pt x="6995" y="2293"/>
                  </a:lnTo>
                  <a:lnTo>
                    <a:pt x="8318" y="1001"/>
                  </a:lnTo>
                  <a:close/>
                  <a:moveTo>
                    <a:pt x="10681" y="3112"/>
                  </a:moveTo>
                  <a:cubicBezTo>
                    <a:pt x="10901" y="3112"/>
                    <a:pt x="11059" y="3301"/>
                    <a:pt x="11059" y="3553"/>
                  </a:cubicBezTo>
                  <a:cubicBezTo>
                    <a:pt x="11059" y="3742"/>
                    <a:pt x="10870" y="3931"/>
                    <a:pt x="10681" y="3931"/>
                  </a:cubicBezTo>
                  <a:lnTo>
                    <a:pt x="9578" y="3931"/>
                  </a:lnTo>
                  <a:cubicBezTo>
                    <a:pt x="9326" y="3931"/>
                    <a:pt x="9137" y="3742"/>
                    <a:pt x="9137" y="3553"/>
                  </a:cubicBezTo>
                  <a:cubicBezTo>
                    <a:pt x="9137" y="3301"/>
                    <a:pt x="9326" y="3112"/>
                    <a:pt x="9578" y="3112"/>
                  </a:cubicBezTo>
                  <a:close/>
                  <a:moveTo>
                    <a:pt x="4458" y="1"/>
                  </a:moveTo>
                  <a:cubicBezTo>
                    <a:pt x="4348" y="1"/>
                    <a:pt x="4238" y="40"/>
                    <a:pt x="4159" y="119"/>
                  </a:cubicBezTo>
                  <a:cubicBezTo>
                    <a:pt x="4065" y="245"/>
                    <a:pt x="3939" y="308"/>
                    <a:pt x="3781" y="308"/>
                  </a:cubicBezTo>
                  <a:lnTo>
                    <a:pt x="2395" y="308"/>
                  </a:lnTo>
                  <a:cubicBezTo>
                    <a:pt x="914" y="308"/>
                    <a:pt x="0" y="1442"/>
                    <a:pt x="0" y="2639"/>
                  </a:cubicBezTo>
                  <a:lnTo>
                    <a:pt x="0" y="4341"/>
                  </a:lnTo>
                  <a:cubicBezTo>
                    <a:pt x="0" y="4561"/>
                    <a:pt x="189" y="4719"/>
                    <a:pt x="441" y="4719"/>
                  </a:cubicBezTo>
                  <a:lnTo>
                    <a:pt x="12287" y="4719"/>
                  </a:lnTo>
                  <a:cubicBezTo>
                    <a:pt x="12508" y="4719"/>
                    <a:pt x="12665" y="4530"/>
                    <a:pt x="12665" y="4341"/>
                  </a:cubicBezTo>
                  <a:lnTo>
                    <a:pt x="12665" y="2639"/>
                  </a:lnTo>
                  <a:cubicBezTo>
                    <a:pt x="12728" y="1474"/>
                    <a:pt x="11783" y="371"/>
                    <a:pt x="10303" y="371"/>
                  </a:cubicBezTo>
                  <a:lnTo>
                    <a:pt x="8948" y="371"/>
                  </a:lnTo>
                  <a:cubicBezTo>
                    <a:pt x="8727" y="371"/>
                    <a:pt x="8664" y="277"/>
                    <a:pt x="8538" y="151"/>
                  </a:cubicBezTo>
                  <a:cubicBezTo>
                    <a:pt x="8456" y="52"/>
                    <a:pt x="8339" y="5"/>
                    <a:pt x="8219" y="5"/>
                  </a:cubicBezTo>
                  <a:cubicBezTo>
                    <a:pt x="8110" y="5"/>
                    <a:pt x="7998" y="44"/>
                    <a:pt x="7908" y="119"/>
                  </a:cubicBezTo>
                  <a:lnTo>
                    <a:pt x="6333" y="1694"/>
                  </a:lnTo>
                  <a:lnTo>
                    <a:pt x="4758" y="119"/>
                  </a:lnTo>
                  <a:cubicBezTo>
                    <a:pt x="4679" y="40"/>
                    <a:pt x="4569" y="1"/>
                    <a:pt x="4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11" name="Google Shape;5511;p84"/>
          <p:cNvSpPr/>
          <p:nvPr/>
        </p:nvSpPr>
        <p:spPr>
          <a:xfrm>
            <a:off x="1784421" y="1819628"/>
            <a:ext cx="241524" cy="367261"/>
          </a:xfrm>
          <a:custGeom>
            <a:avLst/>
            <a:gdLst/>
            <a:ahLst/>
            <a:cxnLst/>
            <a:rect l="l" t="t" r="r" b="b"/>
            <a:pathLst>
              <a:path w="8350" h="12697" extrusionOk="0">
                <a:moveTo>
                  <a:pt x="4222" y="1166"/>
                </a:moveTo>
                <a:cubicBezTo>
                  <a:pt x="4443" y="1166"/>
                  <a:pt x="4600" y="1386"/>
                  <a:pt x="4600" y="1607"/>
                </a:cubicBezTo>
                <a:lnTo>
                  <a:pt x="4600" y="1890"/>
                </a:lnTo>
                <a:cubicBezTo>
                  <a:pt x="5073" y="2048"/>
                  <a:pt x="5451" y="2520"/>
                  <a:pt x="5451" y="3088"/>
                </a:cubicBezTo>
                <a:cubicBezTo>
                  <a:pt x="5451" y="3308"/>
                  <a:pt x="5231" y="3497"/>
                  <a:pt x="5010" y="3497"/>
                </a:cubicBezTo>
                <a:cubicBezTo>
                  <a:pt x="4758" y="3497"/>
                  <a:pt x="4600" y="3308"/>
                  <a:pt x="4600" y="3088"/>
                </a:cubicBezTo>
                <a:cubicBezTo>
                  <a:pt x="4600" y="2835"/>
                  <a:pt x="4411" y="2678"/>
                  <a:pt x="4222" y="2678"/>
                </a:cubicBezTo>
                <a:cubicBezTo>
                  <a:pt x="3970" y="2678"/>
                  <a:pt x="3781" y="2867"/>
                  <a:pt x="3781" y="3088"/>
                </a:cubicBezTo>
                <a:cubicBezTo>
                  <a:pt x="3781" y="3308"/>
                  <a:pt x="4096" y="3529"/>
                  <a:pt x="4443" y="3781"/>
                </a:cubicBezTo>
                <a:cubicBezTo>
                  <a:pt x="4884" y="4096"/>
                  <a:pt x="5451" y="4505"/>
                  <a:pt x="5451" y="5167"/>
                </a:cubicBezTo>
                <a:cubicBezTo>
                  <a:pt x="5451" y="5702"/>
                  <a:pt x="5073" y="6143"/>
                  <a:pt x="4600" y="6333"/>
                </a:cubicBezTo>
                <a:lnTo>
                  <a:pt x="4600" y="6616"/>
                </a:lnTo>
                <a:cubicBezTo>
                  <a:pt x="4600" y="6868"/>
                  <a:pt x="4411" y="7026"/>
                  <a:pt x="4222" y="7026"/>
                </a:cubicBezTo>
                <a:cubicBezTo>
                  <a:pt x="3970" y="7026"/>
                  <a:pt x="3781" y="6805"/>
                  <a:pt x="3781" y="6616"/>
                </a:cubicBezTo>
                <a:lnTo>
                  <a:pt x="3781" y="6333"/>
                </a:lnTo>
                <a:cubicBezTo>
                  <a:pt x="3309" y="6143"/>
                  <a:pt x="2962" y="5702"/>
                  <a:pt x="2962" y="5167"/>
                </a:cubicBezTo>
                <a:cubicBezTo>
                  <a:pt x="2962" y="4915"/>
                  <a:pt x="3151" y="4757"/>
                  <a:pt x="3372" y="4757"/>
                </a:cubicBezTo>
                <a:cubicBezTo>
                  <a:pt x="3624" y="4757"/>
                  <a:pt x="3781" y="4978"/>
                  <a:pt x="3781" y="5167"/>
                </a:cubicBezTo>
                <a:cubicBezTo>
                  <a:pt x="3781" y="5387"/>
                  <a:pt x="3970" y="5608"/>
                  <a:pt x="4222" y="5608"/>
                </a:cubicBezTo>
                <a:cubicBezTo>
                  <a:pt x="4443" y="5608"/>
                  <a:pt x="4600" y="5387"/>
                  <a:pt x="4600" y="5167"/>
                </a:cubicBezTo>
                <a:cubicBezTo>
                  <a:pt x="4600" y="4915"/>
                  <a:pt x="4285" y="4694"/>
                  <a:pt x="3939" y="4442"/>
                </a:cubicBezTo>
                <a:cubicBezTo>
                  <a:pt x="3498" y="4127"/>
                  <a:pt x="2962" y="3749"/>
                  <a:pt x="2962" y="3088"/>
                </a:cubicBezTo>
                <a:cubicBezTo>
                  <a:pt x="2962" y="2520"/>
                  <a:pt x="3309" y="2079"/>
                  <a:pt x="3781" y="1890"/>
                </a:cubicBezTo>
                <a:lnTo>
                  <a:pt x="3781" y="1607"/>
                </a:lnTo>
                <a:cubicBezTo>
                  <a:pt x="3781" y="1386"/>
                  <a:pt x="3970" y="1166"/>
                  <a:pt x="4222" y="1166"/>
                </a:cubicBezTo>
                <a:close/>
                <a:moveTo>
                  <a:pt x="4222" y="0"/>
                </a:moveTo>
                <a:cubicBezTo>
                  <a:pt x="1923" y="0"/>
                  <a:pt x="64" y="1859"/>
                  <a:pt x="64" y="4127"/>
                </a:cubicBezTo>
                <a:cubicBezTo>
                  <a:pt x="64" y="6270"/>
                  <a:pt x="1733" y="8034"/>
                  <a:pt x="3781" y="8223"/>
                </a:cubicBezTo>
                <a:lnTo>
                  <a:pt x="3781" y="9767"/>
                </a:lnTo>
                <a:cubicBezTo>
                  <a:pt x="3655" y="9609"/>
                  <a:pt x="3529" y="9483"/>
                  <a:pt x="3372" y="9325"/>
                </a:cubicBezTo>
                <a:cubicBezTo>
                  <a:pt x="2647" y="8601"/>
                  <a:pt x="1576" y="8128"/>
                  <a:pt x="442" y="8128"/>
                </a:cubicBezTo>
                <a:cubicBezTo>
                  <a:pt x="190" y="8128"/>
                  <a:pt x="32" y="8317"/>
                  <a:pt x="32" y="8506"/>
                </a:cubicBezTo>
                <a:cubicBezTo>
                  <a:pt x="1" y="9609"/>
                  <a:pt x="442" y="10617"/>
                  <a:pt x="1261" y="11468"/>
                </a:cubicBezTo>
                <a:cubicBezTo>
                  <a:pt x="2049" y="12255"/>
                  <a:pt x="3057" y="12696"/>
                  <a:pt x="4096" y="12696"/>
                </a:cubicBezTo>
                <a:lnTo>
                  <a:pt x="4159" y="12696"/>
                </a:lnTo>
                <a:cubicBezTo>
                  <a:pt x="5231" y="12696"/>
                  <a:pt x="6302" y="12287"/>
                  <a:pt x="7089" y="11468"/>
                </a:cubicBezTo>
                <a:cubicBezTo>
                  <a:pt x="7877" y="10680"/>
                  <a:pt x="8318" y="9641"/>
                  <a:pt x="8318" y="8506"/>
                </a:cubicBezTo>
                <a:cubicBezTo>
                  <a:pt x="8350" y="8317"/>
                  <a:pt x="8160" y="8128"/>
                  <a:pt x="7940" y="8128"/>
                </a:cubicBezTo>
                <a:cubicBezTo>
                  <a:pt x="7871" y="8124"/>
                  <a:pt x="7801" y="8122"/>
                  <a:pt x="7733" y="8122"/>
                </a:cubicBezTo>
                <a:cubicBezTo>
                  <a:pt x="6711" y="8122"/>
                  <a:pt x="5778" y="8558"/>
                  <a:pt x="5010" y="9325"/>
                </a:cubicBezTo>
                <a:cubicBezTo>
                  <a:pt x="4852" y="9483"/>
                  <a:pt x="4726" y="9609"/>
                  <a:pt x="4600" y="9767"/>
                </a:cubicBezTo>
                <a:lnTo>
                  <a:pt x="4600" y="8223"/>
                </a:lnTo>
                <a:cubicBezTo>
                  <a:pt x="6680" y="8034"/>
                  <a:pt x="8350" y="6270"/>
                  <a:pt x="8350" y="4127"/>
                </a:cubicBezTo>
                <a:cubicBezTo>
                  <a:pt x="8350" y="1859"/>
                  <a:pt x="6491"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12" name="Google Shape;5512;p84"/>
          <p:cNvGrpSpPr/>
          <p:nvPr/>
        </p:nvGrpSpPr>
        <p:grpSpPr>
          <a:xfrm>
            <a:off x="1721677" y="2249009"/>
            <a:ext cx="367261" cy="366364"/>
            <a:chOff x="-64410850" y="4094450"/>
            <a:chExt cx="317425" cy="316650"/>
          </a:xfrm>
        </p:grpSpPr>
        <p:sp>
          <p:nvSpPr>
            <p:cNvPr id="5513" name="Google Shape;5513;p84"/>
            <p:cNvSpPr/>
            <p:nvPr/>
          </p:nvSpPr>
          <p:spPr>
            <a:xfrm>
              <a:off x="-64410850" y="4348850"/>
              <a:ext cx="317425" cy="62250"/>
            </a:xfrm>
            <a:custGeom>
              <a:avLst/>
              <a:gdLst/>
              <a:ahLst/>
              <a:cxnLst/>
              <a:rect l="l" t="t" r="r" b="b"/>
              <a:pathLst>
                <a:path w="12697" h="2490" extrusionOk="0">
                  <a:moveTo>
                    <a:pt x="3403" y="0"/>
                  </a:moveTo>
                  <a:cubicBezTo>
                    <a:pt x="2741" y="0"/>
                    <a:pt x="2206" y="536"/>
                    <a:pt x="2206" y="1229"/>
                  </a:cubicBezTo>
                  <a:lnTo>
                    <a:pt x="2206" y="1639"/>
                  </a:lnTo>
                  <a:lnTo>
                    <a:pt x="410" y="1639"/>
                  </a:lnTo>
                  <a:cubicBezTo>
                    <a:pt x="189" y="1639"/>
                    <a:pt x="0" y="1859"/>
                    <a:pt x="0" y="2048"/>
                  </a:cubicBezTo>
                  <a:cubicBezTo>
                    <a:pt x="0" y="2269"/>
                    <a:pt x="189" y="2489"/>
                    <a:pt x="410" y="2489"/>
                  </a:cubicBezTo>
                  <a:lnTo>
                    <a:pt x="12287" y="2489"/>
                  </a:lnTo>
                  <a:cubicBezTo>
                    <a:pt x="12508" y="2489"/>
                    <a:pt x="12697" y="2269"/>
                    <a:pt x="12697" y="2048"/>
                  </a:cubicBezTo>
                  <a:cubicBezTo>
                    <a:pt x="12634" y="1859"/>
                    <a:pt x="12445" y="1639"/>
                    <a:pt x="12193" y="1639"/>
                  </a:cubicBezTo>
                  <a:lnTo>
                    <a:pt x="10429" y="1639"/>
                  </a:lnTo>
                  <a:lnTo>
                    <a:pt x="10429" y="1229"/>
                  </a:lnTo>
                  <a:cubicBezTo>
                    <a:pt x="10429" y="536"/>
                    <a:pt x="9861" y="0"/>
                    <a:pt x="92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84"/>
            <p:cNvSpPr/>
            <p:nvPr/>
          </p:nvSpPr>
          <p:spPr>
            <a:xfrm>
              <a:off x="-64315550" y="4094450"/>
              <a:ext cx="122100" cy="192200"/>
            </a:xfrm>
            <a:custGeom>
              <a:avLst/>
              <a:gdLst/>
              <a:ahLst/>
              <a:cxnLst/>
              <a:rect l="l" t="t" r="r" b="b"/>
              <a:pathLst>
                <a:path w="4884" h="7688" extrusionOk="0">
                  <a:moveTo>
                    <a:pt x="2489" y="0"/>
                  </a:moveTo>
                  <a:cubicBezTo>
                    <a:pt x="2269" y="0"/>
                    <a:pt x="2080" y="189"/>
                    <a:pt x="2080" y="410"/>
                  </a:cubicBezTo>
                  <a:lnTo>
                    <a:pt x="2080" y="819"/>
                  </a:lnTo>
                  <a:lnTo>
                    <a:pt x="1639" y="819"/>
                  </a:lnTo>
                  <a:cubicBezTo>
                    <a:pt x="1418" y="819"/>
                    <a:pt x="1261" y="1040"/>
                    <a:pt x="1261" y="1229"/>
                  </a:cubicBezTo>
                  <a:cubicBezTo>
                    <a:pt x="1261" y="1450"/>
                    <a:pt x="1450" y="1670"/>
                    <a:pt x="1639" y="1670"/>
                  </a:cubicBezTo>
                  <a:lnTo>
                    <a:pt x="2080" y="1670"/>
                  </a:lnTo>
                  <a:lnTo>
                    <a:pt x="2080" y="2489"/>
                  </a:lnTo>
                  <a:lnTo>
                    <a:pt x="1481" y="2489"/>
                  </a:lnTo>
                  <a:cubicBezTo>
                    <a:pt x="820" y="2489"/>
                    <a:pt x="347" y="3151"/>
                    <a:pt x="599" y="3781"/>
                  </a:cubicBezTo>
                  <a:cubicBezTo>
                    <a:pt x="662" y="3970"/>
                    <a:pt x="694" y="4222"/>
                    <a:pt x="788" y="4411"/>
                  </a:cubicBezTo>
                  <a:lnTo>
                    <a:pt x="473" y="4411"/>
                  </a:lnTo>
                  <a:cubicBezTo>
                    <a:pt x="221" y="4411"/>
                    <a:pt x="63" y="4632"/>
                    <a:pt x="63" y="4821"/>
                  </a:cubicBezTo>
                  <a:cubicBezTo>
                    <a:pt x="0" y="5010"/>
                    <a:pt x="158" y="5199"/>
                    <a:pt x="379" y="5199"/>
                  </a:cubicBezTo>
                  <a:lnTo>
                    <a:pt x="820" y="5199"/>
                  </a:lnTo>
                  <a:cubicBezTo>
                    <a:pt x="851" y="6081"/>
                    <a:pt x="694" y="6900"/>
                    <a:pt x="316" y="7687"/>
                  </a:cubicBezTo>
                  <a:lnTo>
                    <a:pt x="4569" y="7687"/>
                  </a:lnTo>
                  <a:cubicBezTo>
                    <a:pt x="4159" y="6900"/>
                    <a:pt x="4002" y="6081"/>
                    <a:pt x="4065" y="5199"/>
                  </a:cubicBezTo>
                  <a:lnTo>
                    <a:pt x="4474" y="5199"/>
                  </a:lnTo>
                  <a:cubicBezTo>
                    <a:pt x="4726" y="5199"/>
                    <a:pt x="4884" y="5010"/>
                    <a:pt x="4884" y="4821"/>
                  </a:cubicBezTo>
                  <a:cubicBezTo>
                    <a:pt x="4884" y="4568"/>
                    <a:pt x="4695" y="4411"/>
                    <a:pt x="4474" y="4411"/>
                  </a:cubicBezTo>
                  <a:lnTo>
                    <a:pt x="4159" y="4411"/>
                  </a:lnTo>
                  <a:cubicBezTo>
                    <a:pt x="4222" y="4222"/>
                    <a:pt x="4285" y="3970"/>
                    <a:pt x="4380" y="3781"/>
                  </a:cubicBezTo>
                  <a:cubicBezTo>
                    <a:pt x="4600" y="3151"/>
                    <a:pt x="4128" y="2489"/>
                    <a:pt x="3466" y="2489"/>
                  </a:cubicBezTo>
                  <a:lnTo>
                    <a:pt x="2867" y="2489"/>
                  </a:lnTo>
                  <a:lnTo>
                    <a:pt x="2867" y="1670"/>
                  </a:lnTo>
                  <a:lnTo>
                    <a:pt x="3309" y="1670"/>
                  </a:lnTo>
                  <a:cubicBezTo>
                    <a:pt x="3561" y="1670"/>
                    <a:pt x="3687" y="1450"/>
                    <a:pt x="3687" y="1229"/>
                  </a:cubicBezTo>
                  <a:cubicBezTo>
                    <a:pt x="3687" y="977"/>
                    <a:pt x="3498" y="819"/>
                    <a:pt x="3309" y="819"/>
                  </a:cubicBezTo>
                  <a:lnTo>
                    <a:pt x="2867" y="819"/>
                  </a:lnTo>
                  <a:lnTo>
                    <a:pt x="2867" y="410"/>
                  </a:lnTo>
                  <a:cubicBezTo>
                    <a:pt x="2867"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84"/>
            <p:cNvSpPr/>
            <p:nvPr/>
          </p:nvSpPr>
          <p:spPr>
            <a:xfrm>
              <a:off x="-64335250" y="4307100"/>
              <a:ext cx="161500" cy="21300"/>
            </a:xfrm>
            <a:custGeom>
              <a:avLst/>
              <a:gdLst/>
              <a:ahLst/>
              <a:cxnLst/>
              <a:rect l="l" t="t" r="r" b="b"/>
              <a:pathLst>
                <a:path w="6460" h="852" extrusionOk="0">
                  <a:moveTo>
                    <a:pt x="1167" y="1"/>
                  </a:moveTo>
                  <a:cubicBezTo>
                    <a:pt x="631" y="1"/>
                    <a:pt x="190" y="379"/>
                    <a:pt x="1" y="851"/>
                  </a:cubicBezTo>
                  <a:lnTo>
                    <a:pt x="6459" y="851"/>
                  </a:lnTo>
                  <a:cubicBezTo>
                    <a:pt x="6302" y="379"/>
                    <a:pt x="5861"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16" name="Google Shape;5516;p84"/>
          <p:cNvSpPr/>
          <p:nvPr/>
        </p:nvSpPr>
        <p:spPr>
          <a:xfrm>
            <a:off x="3965897" y="1376528"/>
            <a:ext cx="319882" cy="367463"/>
          </a:xfrm>
          <a:custGeom>
            <a:avLst/>
            <a:gdLst/>
            <a:ahLst/>
            <a:cxnLst/>
            <a:rect l="l" t="t" r="r" b="b"/>
            <a:pathLst>
              <a:path w="11059" h="12704" extrusionOk="0">
                <a:moveTo>
                  <a:pt x="5545" y="3449"/>
                </a:moveTo>
                <a:cubicBezTo>
                  <a:pt x="5797" y="3449"/>
                  <a:pt x="5955" y="3638"/>
                  <a:pt x="5955" y="3859"/>
                </a:cubicBezTo>
                <a:lnTo>
                  <a:pt x="5955" y="4111"/>
                </a:lnTo>
                <a:cubicBezTo>
                  <a:pt x="6427" y="4268"/>
                  <a:pt x="6774" y="4741"/>
                  <a:pt x="6774" y="5308"/>
                </a:cubicBezTo>
                <a:cubicBezTo>
                  <a:pt x="6774" y="5528"/>
                  <a:pt x="6585" y="5749"/>
                  <a:pt x="6333" y="5749"/>
                </a:cubicBezTo>
                <a:cubicBezTo>
                  <a:pt x="6081" y="5749"/>
                  <a:pt x="5955" y="5528"/>
                  <a:pt x="5955" y="5308"/>
                </a:cubicBezTo>
                <a:cubicBezTo>
                  <a:pt x="5955" y="5056"/>
                  <a:pt x="5734" y="4898"/>
                  <a:pt x="5545" y="4898"/>
                </a:cubicBezTo>
                <a:cubicBezTo>
                  <a:pt x="5293" y="4898"/>
                  <a:pt x="5104" y="5119"/>
                  <a:pt x="5104" y="5308"/>
                </a:cubicBezTo>
                <a:cubicBezTo>
                  <a:pt x="5104" y="5528"/>
                  <a:pt x="5419" y="5780"/>
                  <a:pt x="5766" y="6001"/>
                </a:cubicBezTo>
                <a:cubicBezTo>
                  <a:pt x="6207" y="6316"/>
                  <a:pt x="6774" y="6725"/>
                  <a:pt x="6774" y="7387"/>
                </a:cubicBezTo>
                <a:cubicBezTo>
                  <a:pt x="6774" y="7954"/>
                  <a:pt x="6427" y="8364"/>
                  <a:pt x="5923" y="8584"/>
                </a:cubicBezTo>
                <a:lnTo>
                  <a:pt x="5923" y="8836"/>
                </a:lnTo>
                <a:cubicBezTo>
                  <a:pt x="5923" y="9088"/>
                  <a:pt x="5734" y="9246"/>
                  <a:pt x="5545" y="9246"/>
                </a:cubicBezTo>
                <a:cubicBezTo>
                  <a:pt x="5293" y="9246"/>
                  <a:pt x="5104" y="9057"/>
                  <a:pt x="5104" y="8836"/>
                </a:cubicBezTo>
                <a:lnTo>
                  <a:pt x="5104" y="8584"/>
                </a:lnTo>
                <a:cubicBezTo>
                  <a:pt x="4632" y="8427"/>
                  <a:pt x="4285" y="7954"/>
                  <a:pt x="4285" y="7387"/>
                </a:cubicBezTo>
                <a:cubicBezTo>
                  <a:pt x="4285" y="7167"/>
                  <a:pt x="4474" y="7009"/>
                  <a:pt x="4726" y="7009"/>
                </a:cubicBezTo>
                <a:cubicBezTo>
                  <a:pt x="4947" y="7009"/>
                  <a:pt x="5104" y="7198"/>
                  <a:pt x="5104" y="7387"/>
                </a:cubicBezTo>
                <a:cubicBezTo>
                  <a:pt x="5104" y="7639"/>
                  <a:pt x="5293" y="7828"/>
                  <a:pt x="5545" y="7828"/>
                </a:cubicBezTo>
                <a:cubicBezTo>
                  <a:pt x="5766" y="7828"/>
                  <a:pt x="5923" y="7639"/>
                  <a:pt x="5923" y="7387"/>
                </a:cubicBezTo>
                <a:cubicBezTo>
                  <a:pt x="5923" y="7167"/>
                  <a:pt x="5608" y="6914"/>
                  <a:pt x="5262" y="6694"/>
                </a:cubicBezTo>
                <a:cubicBezTo>
                  <a:pt x="4821" y="6379"/>
                  <a:pt x="4285" y="5969"/>
                  <a:pt x="4285" y="5308"/>
                </a:cubicBezTo>
                <a:cubicBezTo>
                  <a:pt x="4285" y="4741"/>
                  <a:pt x="4632" y="4331"/>
                  <a:pt x="5104" y="4111"/>
                </a:cubicBezTo>
                <a:lnTo>
                  <a:pt x="5104" y="3859"/>
                </a:lnTo>
                <a:cubicBezTo>
                  <a:pt x="5104" y="3606"/>
                  <a:pt x="5293" y="3449"/>
                  <a:pt x="5545" y="3449"/>
                </a:cubicBezTo>
                <a:close/>
                <a:moveTo>
                  <a:pt x="10651" y="1"/>
                </a:moveTo>
                <a:cubicBezTo>
                  <a:pt x="10562" y="1"/>
                  <a:pt x="10473" y="34"/>
                  <a:pt x="10397" y="109"/>
                </a:cubicBezTo>
                <a:cubicBezTo>
                  <a:pt x="9389" y="834"/>
                  <a:pt x="8538" y="960"/>
                  <a:pt x="8034" y="960"/>
                </a:cubicBezTo>
                <a:cubicBezTo>
                  <a:pt x="7310" y="960"/>
                  <a:pt x="6396" y="645"/>
                  <a:pt x="5766" y="172"/>
                </a:cubicBezTo>
                <a:cubicBezTo>
                  <a:pt x="5703" y="109"/>
                  <a:pt x="5616" y="78"/>
                  <a:pt x="5526" y="78"/>
                </a:cubicBezTo>
                <a:cubicBezTo>
                  <a:pt x="5435" y="78"/>
                  <a:pt x="5341" y="109"/>
                  <a:pt x="5262" y="172"/>
                </a:cubicBezTo>
                <a:cubicBezTo>
                  <a:pt x="4632" y="645"/>
                  <a:pt x="3781" y="960"/>
                  <a:pt x="3025" y="960"/>
                </a:cubicBezTo>
                <a:cubicBezTo>
                  <a:pt x="2237" y="960"/>
                  <a:pt x="1418" y="645"/>
                  <a:pt x="662" y="109"/>
                </a:cubicBezTo>
                <a:cubicBezTo>
                  <a:pt x="582" y="47"/>
                  <a:pt x="495" y="20"/>
                  <a:pt x="411" y="20"/>
                </a:cubicBezTo>
                <a:cubicBezTo>
                  <a:pt x="196" y="20"/>
                  <a:pt x="0" y="198"/>
                  <a:pt x="0" y="424"/>
                </a:cubicBezTo>
                <a:lnTo>
                  <a:pt x="0" y="5276"/>
                </a:lnTo>
                <a:cubicBezTo>
                  <a:pt x="0" y="8616"/>
                  <a:pt x="2143" y="11609"/>
                  <a:pt x="5388" y="12680"/>
                </a:cubicBezTo>
                <a:cubicBezTo>
                  <a:pt x="5419" y="12696"/>
                  <a:pt x="5459" y="12703"/>
                  <a:pt x="5506" y="12703"/>
                </a:cubicBezTo>
                <a:cubicBezTo>
                  <a:pt x="5553" y="12703"/>
                  <a:pt x="5608" y="12696"/>
                  <a:pt x="5671" y="12680"/>
                </a:cubicBezTo>
                <a:cubicBezTo>
                  <a:pt x="8885" y="11609"/>
                  <a:pt x="11059" y="8616"/>
                  <a:pt x="11059" y="5276"/>
                </a:cubicBezTo>
                <a:lnTo>
                  <a:pt x="11059" y="424"/>
                </a:lnTo>
                <a:cubicBezTo>
                  <a:pt x="11059" y="182"/>
                  <a:pt x="10858" y="1"/>
                  <a:pt x="106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17" name="Google Shape;5517;p84"/>
          <p:cNvGrpSpPr/>
          <p:nvPr/>
        </p:nvGrpSpPr>
        <p:grpSpPr>
          <a:xfrm>
            <a:off x="3943225" y="1819083"/>
            <a:ext cx="365467" cy="368389"/>
            <a:chOff x="-62516625" y="3743175"/>
            <a:chExt cx="315875" cy="318400"/>
          </a:xfrm>
        </p:grpSpPr>
        <p:sp>
          <p:nvSpPr>
            <p:cNvPr id="5518" name="Google Shape;5518;p84"/>
            <p:cNvSpPr/>
            <p:nvPr/>
          </p:nvSpPr>
          <p:spPr>
            <a:xfrm>
              <a:off x="-62334675" y="3884950"/>
              <a:ext cx="62250" cy="145725"/>
            </a:xfrm>
            <a:custGeom>
              <a:avLst/>
              <a:gdLst/>
              <a:ahLst/>
              <a:cxnLst/>
              <a:rect l="l" t="t" r="r" b="b"/>
              <a:pathLst>
                <a:path w="2490" h="5829" extrusionOk="0">
                  <a:moveTo>
                    <a:pt x="1229" y="0"/>
                  </a:moveTo>
                  <a:cubicBezTo>
                    <a:pt x="977" y="0"/>
                    <a:pt x="820" y="189"/>
                    <a:pt x="820" y="410"/>
                  </a:cubicBezTo>
                  <a:lnTo>
                    <a:pt x="820" y="662"/>
                  </a:lnTo>
                  <a:cubicBezTo>
                    <a:pt x="347" y="819"/>
                    <a:pt x="0" y="1292"/>
                    <a:pt x="0" y="1859"/>
                  </a:cubicBezTo>
                  <a:cubicBezTo>
                    <a:pt x="0" y="2520"/>
                    <a:pt x="536" y="2930"/>
                    <a:pt x="977" y="3245"/>
                  </a:cubicBezTo>
                  <a:cubicBezTo>
                    <a:pt x="1292" y="3466"/>
                    <a:pt x="1639" y="3718"/>
                    <a:pt x="1639" y="3938"/>
                  </a:cubicBezTo>
                  <a:cubicBezTo>
                    <a:pt x="1639" y="4190"/>
                    <a:pt x="1450" y="4348"/>
                    <a:pt x="1229" y="4348"/>
                  </a:cubicBezTo>
                  <a:cubicBezTo>
                    <a:pt x="977" y="4348"/>
                    <a:pt x="820" y="4127"/>
                    <a:pt x="820" y="3938"/>
                  </a:cubicBezTo>
                  <a:cubicBezTo>
                    <a:pt x="820" y="3718"/>
                    <a:pt x="631" y="3497"/>
                    <a:pt x="442" y="3497"/>
                  </a:cubicBezTo>
                  <a:cubicBezTo>
                    <a:pt x="221" y="3497"/>
                    <a:pt x="0" y="3718"/>
                    <a:pt x="0" y="3938"/>
                  </a:cubicBezTo>
                  <a:cubicBezTo>
                    <a:pt x="0" y="4505"/>
                    <a:pt x="347" y="4915"/>
                    <a:pt x="820" y="5135"/>
                  </a:cubicBezTo>
                  <a:lnTo>
                    <a:pt x="820" y="5387"/>
                  </a:lnTo>
                  <a:cubicBezTo>
                    <a:pt x="820" y="5639"/>
                    <a:pt x="1009" y="5828"/>
                    <a:pt x="1229" y="5828"/>
                  </a:cubicBezTo>
                  <a:cubicBezTo>
                    <a:pt x="1450" y="5828"/>
                    <a:pt x="1639" y="5639"/>
                    <a:pt x="1639" y="5387"/>
                  </a:cubicBezTo>
                  <a:lnTo>
                    <a:pt x="1639" y="5135"/>
                  </a:lnTo>
                  <a:cubicBezTo>
                    <a:pt x="2111" y="4978"/>
                    <a:pt x="2489" y="4505"/>
                    <a:pt x="2489" y="3938"/>
                  </a:cubicBezTo>
                  <a:cubicBezTo>
                    <a:pt x="2489" y="3277"/>
                    <a:pt x="1922" y="2867"/>
                    <a:pt x="1481" y="2552"/>
                  </a:cubicBezTo>
                  <a:cubicBezTo>
                    <a:pt x="1166" y="2331"/>
                    <a:pt x="820" y="2079"/>
                    <a:pt x="820" y="1859"/>
                  </a:cubicBezTo>
                  <a:cubicBezTo>
                    <a:pt x="820" y="1607"/>
                    <a:pt x="1009" y="1418"/>
                    <a:pt x="1229" y="1418"/>
                  </a:cubicBezTo>
                  <a:cubicBezTo>
                    <a:pt x="1450" y="1418"/>
                    <a:pt x="1639" y="1607"/>
                    <a:pt x="1639" y="1859"/>
                  </a:cubicBezTo>
                  <a:cubicBezTo>
                    <a:pt x="1639" y="2079"/>
                    <a:pt x="1859" y="2237"/>
                    <a:pt x="2048" y="2237"/>
                  </a:cubicBezTo>
                  <a:cubicBezTo>
                    <a:pt x="2237" y="2237"/>
                    <a:pt x="2489" y="2048"/>
                    <a:pt x="2489" y="1859"/>
                  </a:cubicBezTo>
                  <a:cubicBezTo>
                    <a:pt x="2489" y="1292"/>
                    <a:pt x="2143" y="882"/>
                    <a:pt x="1639" y="662"/>
                  </a:cubicBezTo>
                  <a:lnTo>
                    <a:pt x="1639" y="410"/>
                  </a:lnTo>
                  <a:cubicBezTo>
                    <a:pt x="1639" y="158"/>
                    <a:pt x="1450" y="0"/>
                    <a:pt x="1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9" name="Google Shape;5519;p84"/>
            <p:cNvSpPr/>
            <p:nvPr/>
          </p:nvSpPr>
          <p:spPr>
            <a:xfrm>
              <a:off x="-62516625" y="3743175"/>
              <a:ext cx="315875" cy="318400"/>
            </a:xfrm>
            <a:custGeom>
              <a:avLst/>
              <a:gdLst/>
              <a:ahLst/>
              <a:cxnLst/>
              <a:rect l="l" t="t" r="r" b="b"/>
              <a:pathLst>
                <a:path w="12635" h="12736" extrusionOk="0">
                  <a:moveTo>
                    <a:pt x="4632" y="3308"/>
                  </a:moveTo>
                  <a:cubicBezTo>
                    <a:pt x="5388" y="3308"/>
                    <a:pt x="6018" y="3938"/>
                    <a:pt x="6018" y="4694"/>
                  </a:cubicBezTo>
                  <a:cubicBezTo>
                    <a:pt x="6018" y="5450"/>
                    <a:pt x="5420" y="6049"/>
                    <a:pt x="4632" y="6049"/>
                  </a:cubicBezTo>
                  <a:cubicBezTo>
                    <a:pt x="3876" y="6049"/>
                    <a:pt x="3246" y="5419"/>
                    <a:pt x="3246" y="4694"/>
                  </a:cubicBezTo>
                  <a:cubicBezTo>
                    <a:pt x="3246" y="3938"/>
                    <a:pt x="3876" y="3308"/>
                    <a:pt x="4632" y="3308"/>
                  </a:cubicBezTo>
                  <a:close/>
                  <a:moveTo>
                    <a:pt x="8507" y="5230"/>
                  </a:moveTo>
                  <a:cubicBezTo>
                    <a:pt x="10303" y="5230"/>
                    <a:pt x="11815" y="6742"/>
                    <a:pt x="11815" y="8538"/>
                  </a:cubicBezTo>
                  <a:cubicBezTo>
                    <a:pt x="11815" y="10365"/>
                    <a:pt x="10334" y="11846"/>
                    <a:pt x="8507" y="11846"/>
                  </a:cubicBezTo>
                  <a:cubicBezTo>
                    <a:pt x="6680" y="11846"/>
                    <a:pt x="5199" y="10365"/>
                    <a:pt x="5199" y="8538"/>
                  </a:cubicBezTo>
                  <a:cubicBezTo>
                    <a:pt x="5199" y="6742"/>
                    <a:pt x="6680" y="5230"/>
                    <a:pt x="8507" y="5230"/>
                  </a:cubicBezTo>
                  <a:close/>
                  <a:moveTo>
                    <a:pt x="4664" y="0"/>
                  </a:moveTo>
                  <a:cubicBezTo>
                    <a:pt x="2080" y="0"/>
                    <a:pt x="1" y="2079"/>
                    <a:pt x="1" y="4694"/>
                  </a:cubicBezTo>
                  <a:cubicBezTo>
                    <a:pt x="1" y="5703"/>
                    <a:pt x="316" y="6711"/>
                    <a:pt x="914" y="7498"/>
                  </a:cubicBezTo>
                  <a:lnTo>
                    <a:pt x="4317" y="12571"/>
                  </a:lnTo>
                  <a:cubicBezTo>
                    <a:pt x="4396" y="12681"/>
                    <a:pt x="4530" y="12736"/>
                    <a:pt x="4660" y="12736"/>
                  </a:cubicBezTo>
                  <a:cubicBezTo>
                    <a:pt x="4790" y="12736"/>
                    <a:pt x="4916" y="12681"/>
                    <a:pt x="4979" y="12571"/>
                  </a:cubicBezTo>
                  <a:lnTo>
                    <a:pt x="5672" y="11531"/>
                  </a:lnTo>
                  <a:cubicBezTo>
                    <a:pt x="6396" y="12256"/>
                    <a:pt x="7404" y="12665"/>
                    <a:pt x="8507" y="12665"/>
                  </a:cubicBezTo>
                  <a:cubicBezTo>
                    <a:pt x="10776" y="12665"/>
                    <a:pt x="12634" y="10838"/>
                    <a:pt x="12634" y="8538"/>
                  </a:cubicBezTo>
                  <a:cubicBezTo>
                    <a:pt x="12634" y="6553"/>
                    <a:pt x="11217" y="4852"/>
                    <a:pt x="9326" y="4474"/>
                  </a:cubicBezTo>
                  <a:lnTo>
                    <a:pt x="9326" y="4222"/>
                  </a:lnTo>
                  <a:cubicBezTo>
                    <a:pt x="9074" y="1796"/>
                    <a:pt x="7089" y="0"/>
                    <a:pt x="46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0" name="Google Shape;5520;p84"/>
          <p:cNvGrpSpPr/>
          <p:nvPr/>
        </p:nvGrpSpPr>
        <p:grpSpPr>
          <a:xfrm>
            <a:off x="3950065" y="2269054"/>
            <a:ext cx="351786" cy="326274"/>
            <a:chOff x="-62511900" y="4129100"/>
            <a:chExt cx="304050" cy="282000"/>
          </a:xfrm>
        </p:grpSpPr>
        <p:sp>
          <p:nvSpPr>
            <p:cNvPr id="5521" name="Google Shape;5521;p84"/>
            <p:cNvSpPr/>
            <p:nvPr/>
          </p:nvSpPr>
          <p:spPr>
            <a:xfrm>
              <a:off x="-62414225" y="4203925"/>
              <a:ext cx="206375" cy="207175"/>
            </a:xfrm>
            <a:custGeom>
              <a:avLst/>
              <a:gdLst/>
              <a:ahLst/>
              <a:cxnLst/>
              <a:rect l="l" t="t" r="r" b="b"/>
              <a:pathLst>
                <a:path w="8255" h="8287" extrusionOk="0">
                  <a:moveTo>
                    <a:pt x="4128" y="1229"/>
                  </a:moveTo>
                  <a:cubicBezTo>
                    <a:pt x="4348" y="1229"/>
                    <a:pt x="4506" y="1418"/>
                    <a:pt x="4506" y="1670"/>
                  </a:cubicBezTo>
                  <a:lnTo>
                    <a:pt x="4506" y="1922"/>
                  </a:lnTo>
                  <a:cubicBezTo>
                    <a:pt x="4978" y="2080"/>
                    <a:pt x="5356" y="2552"/>
                    <a:pt x="5356" y="3119"/>
                  </a:cubicBezTo>
                  <a:cubicBezTo>
                    <a:pt x="5356" y="3340"/>
                    <a:pt x="5136" y="3498"/>
                    <a:pt x="4947" y="3498"/>
                  </a:cubicBezTo>
                  <a:cubicBezTo>
                    <a:pt x="4726" y="3498"/>
                    <a:pt x="4506" y="3308"/>
                    <a:pt x="4506" y="3119"/>
                  </a:cubicBezTo>
                  <a:cubicBezTo>
                    <a:pt x="4506" y="2867"/>
                    <a:pt x="4317" y="2710"/>
                    <a:pt x="4128" y="2710"/>
                  </a:cubicBezTo>
                  <a:cubicBezTo>
                    <a:pt x="3939" y="2710"/>
                    <a:pt x="3687" y="2930"/>
                    <a:pt x="3687" y="3119"/>
                  </a:cubicBezTo>
                  <a:cubicBezTo>
                    <a:pt x="3718" y="3340"/>
                    <a:pt x="4033" y="3592"/>
                    <a:pt x="4411" y="3813"/>
                  </a:cubicBezTo>
                  <a:cubicBezTo>
                    <a:pt x="4821" y="4128"/>
                    <a:pt x="5388" y="4537"/>
                    <a:pt x="5388" y="5199"/>
                  </a:cubicBezTo>
                  <a:cubicBezTo>
                    <a:pt x="5388" y="5766"/>
                    <a:pt x="5041" y="6175"/>
                    <a:pt x="4569" y="6396"/>
                  </a:cubicBezTo>
                  <a:lnTo>
                    <a:pt x="4569" y="6648"/>
                  </a:lnTo>
                  <a:cubicBezTo>
                    <a:pt x="4569" y="6900"/>
                    <a:pt x="4348" y="7089"/>
                    <a:pt x="4159" y="7089"/>
                  </a:cubicBezTo>
                  <a:cubicBezTo>
                    <a:pt x="3970" y="7089"/>
                    <a:pt x="3718" y="6900"/>
                    <a:pt x="3718" y="6648"/>
                  </a:cubicBezTo>
                  <a:lnTo>
                    <a:pt x="3718" y="6396"/>
                  </a:lnTo>
                  <a:cubicBezTo>
                    <a:pt x="3245" y="6238"/>
                    <a:pt x="2899" y="5766"/>
                    <a:pt x="2899" y="5199"/>
                  </a:cubicBezTo>
                  <a:cubicBezTo>
                    <a:pt x="2899" y="4978"/>
                    <a:pt x="3088" y="4821"/>
                    <a:pt x="3308" y="4821"/>
                  </a:cubicBezTo>
                  <a:cubicBezTo>
                    <a:pt x="3498" y="4821"/>
                    <a:pt x="3687" y="5010"/>
                    <a:pt x="3687" y="5199"/>
                  </a:cubicBezTo>
                  <a:cubicBezTo>
                    <a:pt x="3687" y="5451"/>
                    <a:pt x="3876" y="5608"/>
                    <a:pt x="4128" y="5608"/>
                  </a:cubicBezTo>
                  <a:cubicBezTo>
                    <a:pt x="4348" y="5608"/>
                    <a:pt x="4506" y="5388"/>
                    <a:pt x="4506" y="5199"/>
                  </a:cubicBezTo>
                  <a:cubicBezTo>
                    <a:pt x="4506" y="4978"/>
                    <a:pt x="4191" y="4726"/>
                    <a:pt x="3844" y="4506"/>
                  </a:cubicBezTo>
                  <a:cubicBezTo>
                    <a:pt x="3403" y="4191"/>
                    <a:pt x="2867" y="3781"/>
                    <a:pt x="2867" y="3119"/>
                  </a:cubicBezTo>
                  <a:cubicBezTo>
                    <a:pt x="2867" y="2552"/>
                    <a:pt x="3214" y="2143"/>
                    <a:pt x="3687" y="1922"/>
                  </a:cubicBezTo>
                  <a:lnTo>
                    <a:pt x="3687" y="1670"/>
                  </a:lnTo>
                  <a:cubicBezTo>
                    <a:pt x="3687" y="1418"/>
                    <a:pt x="3876" y="1229"/>
                    <a:pt x="4128" y="1229"/>
                  </a:cubicBezTo>
                  <a:close/>
                  <a:moveTo>
                    <a:pt x="4128" y="0"/>
                  </a:moveTo>
                  <a:cubicBezTo>
                    <a:pt x="1828" y="0"/>
                    <a:pt x="0" y="1859"/>
                    <a:pt x="0" y="4128"/>
                  </a:cubicBezTo>
                  <a:cubicBezTo>
                    <a:pt x="0" y="6427"/>
                    <a:pt x="1828" y="8286"/>
                    <a:pt x="4128" y="8286"/>
                  </a:cubicBezTo>
                  <a:cubicBezTo>
                    <a:pt x="6396" y="8286"/>
                    <a:pt x="8255" y="6427"/>
                    <a:pt x="8255" y="4128"/>
                  </a:cubicBezTo>
                  <a:cubicBezTo>
                    <a:pt x="8255" y="1859"/>
                    <a:pt x="6396" y="0"/>
                    <a:pt x="4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84"/>
            <p:cNvSpPr/>
            <p:nvPr/>
          </p:nvSpPr>
          <p:spPr>
            <a:xfrm>
              <a:off x="-62511100" y="4129100"/>
              <a:ext cx="159900" cy="74850"/>
            </a:xfrm>
            <a:custGeom>
              <a:avLst/>
              <a:gdLst/>
              <a:ahLst/>
              <a:cxnLst/>
              <a:rect l="l" t="t" r="r" b="b"/>
              <a:pathLst>
                <a:path w="6396" h="2994" extrusionOk="0">
                  <a:moveTo>
                    <a:pt x="3214" y="1"/>
                  </a:moveTo>
                  <a:cubicBezTo>
                    <a:pt x="1450" y="1"/>
                    <a:pt x="0" y="662"/>
                    <a:pt x="0" y="1513"/>
                  </a:cubicBezTo>
                  <a:cubicBezTo>
                    <a:pt x="0" y="2332"/>
                    <a:pt x="1450" y="2993"/>
                    <a:pt x="3214" y="2993"/>
                  </a:cubicBezTo>
                  <a:cubicBezTo>
                    <a:pt x="4947" y="2993"/>
                    <a:pt x="6396" y="2332"/>
                    <a:pt x="6396" y="1513"/>
                  </a:cubicBezTo>
                  <a:cubicBezTo>
                    <a:pt x="6396" y="662"/>
                    <a:pt x="4947" y="1"/>
                    <a:pt x="32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84"/>
            <p:cNvSpPr/>
            <p:nvPr/>
          </p:nvSpPr>
          <p:spPr>
            <a:xfrm>
              <a:off x="-62511100" y="4207075"/>
              <a:ext cx="110275" cy="59875"/>
            </a:xfrm>
            <a:custGeom>
              <a:avLst/>
              <a:gdLst/>
              <a:ahLst/>
              <a:cxnLst/>
              <a:rect l="l" t="t" r="r" b="b"/>
              <a:pathLst>
                <a:path w="4411" h="2395" extrusionOk="0">
                  <a:moveTo>
                    <a:pt x="0" y="0"/>
                  </a:moveTo>
                  <a:lnTo>
                    <a:pt x="0" y="1135"/>
                  </a:lnTo>
                  <a:cubicBezTo>
                    <a:pt x="0" y="1450"/>
                    <a:pt x="347" y="1765"/>
                    <a:pt x="882" y="2017"/>
                  </a:cubicBezTo>
                  <a:cubicBezTo>
                    <a:pt x="1355" y="2237"/>
                    <a:pt x="2332" y="2395"/>
                    <a:pt x="3151" y="2395"/>
                  </a:cubicBezTo>
                  <a:lnTo>
                    <a:pt x="3308" y="2395"/>
                  </a:lnTo>
                  <a:cubicBezTo>
                    <a:pt x="3560" y="1733"/>
                    <a:pt x="3907" y="1135"/>
                    <a:pt x="4411" y="631"/>
                  </a:cubicBezTo>
                  <a:lnTo>
                    <a:pt x="4411" y="631"/>
                  </a:lnTo>
                  <a:cubicBezTo>
                    <a:pt x="4033" y="694"/>
                    <a:pt x="3623" y="757"/>
                    <a:pt x="3182" y="757"/>
                  </a:cubicBezTo>
                  <a:cubicBezTo>
                    <a:pt x="2363" y="757"/>
                    <a:pt x="1261" y="599"/>
                    <a:pt x="567" y="316"/>
                  </a:cubicBezTo>
                  <a:cubicBezTo>
                    <a:pt x="347" y="221"/>
                    <a:pt x="158" y="127"/>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84"/>
            <p:cNvSpPr/>
            <p:nvPr/>
          </p:nvSpPr>
          <p:spPr>
            <a:xfrm>
              <a:off x="-62511100" y="4329950"/>
              <a:ext cx="106350" cy="59875"/>
            </a:xfrm>
            <a:custGeom>
              <a:avLst/>
              <a:gdLst/>
              <a:ahLst/>
              <a:cxnLst/>
              <a:rect l="l" t="t" r="r" b="b"/>
              <a:pathLst>
                <a:path w="4254" h="2395" extrusionOk="0">
                  <a:moveTo>
                    <a:pt x="0" y="0"/>
                  </a:moveTo>
                  <a:lnTo>
                    <a:pt x="0" y="1197"/>
                  </a:lnTo>
                  <a:cubicBezTo>
                    <a:pt x="0" y="1701"/>
                    <a:pt x="1355" y="2395"/>
                    <a:pt x="3182" y="2395"/>
                  </a:cubicBezTo>
                  <a:cubicBezTo>
                    <a:pt x="3560" y="2395"/>
                    <a:pt x="3907" y="2363"/>
                    <a:pt x="4254" y="2332"/>
                  </a:cubicBezTo>
                  <a:cubicBezTo>
                    <a:pt x="3875" y="1859"/>
                    <a:pt x="3560" y="1355"/>
                    <a:pt x="3340" y="756"/>
                  </a:cubicBezTo>
                  <a:lnTo>
                    <a:pt x="3182" y="756"/>
                  </a:lnTo>
                  <a:cubicBezTo>
                    <a:pt x="2363" y="756"/>
                    <a:pt x="1261" y="599"/>
                    <a:pt x="567" y="315"/>
                  </a:cubicBezTo>
                  <a:cubicBezTo>
                    <a:pt x="347" y="252"/>
                    <a:pt x="158" y="12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84"/>
            <p:cNvSpPr/>
            <p:nvPr/>
          </p:nvSpPr>
          <p:spPr>
            <a:xfrm>
              <a:off x="-62511900" y="4268500"/>
              <a:ext cx="78000" cy="60675"/>
            </a:xfrm>
            <a:custGeom>
              <a:avLst/>
              <a:gdLst/>
              <a:ahLst/>
              <a:cxnLst/>
              <a:rect l="l" t="t" r="r" b="b"/>
              <a:pathLst>
                <a:path w="3120" h="2427" extrusionOk="0">
                  <a:moveTo>
                    <a:pt x="1" y="1"/>
                  </a:moveTo>
                  <a:lnTo>
                    <a:pt x="1" y="1167"/>
                  </a:lnTo>
                  <a:lnTo>
                    <a:pt x="32" y="1167"/>
                  </a:lnTo>
                  <a:cubicBezTo>
                    <a:pt x="32" y="1482"/>
                    <a:pt x="379" y="1797"/>
                    <a:pt x="914" y="2017"/>
                  </a:cubicBezTo>
                  <a:cubicBezTo>
                    <a:pt x="1387" y="2238"/>
                    <a:pt x="2332" y="2395"/>
                    <a:pt x="3120" y="2427"/>
                  </a:cubicBezTo>
                  <a:cubicBezTo>
                    <a:pt x="3057" y="2143"/>
                    <a:pt x="3025" y="1860"/>
                    <a:pt x="3025" y="1608"/>
                  </a:cubicBezTo>
                  <a:cubicBezTo>
                    <a:pt x="3025" y="1324"/>
                    <a:pt x="3088" y="1041"/>
                    <a:pt x="3120" y="757"/>
                  </a:cubicBezTo>
                  <a:cubicBezTo>
                    <a:pt x="2332" y="757"/>
                    <a:pt x="1230" y="599"/>
                    <a:pt x="536" y="316"/>
                  </a:cubicBezTo>
                  <a:cubicBezTo>
                    <a:pt x="347" y="253"/>
                    <a:pt x="158"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6" name="Google Shape;5526;p84"/>
          <p:cNvGrpSpPr/>
          <p:nvPr/>
        </p:nvGrpSpPr>
        <p:grpSpPr>
          <a:xfrm>
            <a:off x="2628187" y="2741448"/>
            <a:ext cx="310770" cy="367261"/>
            <a:chOff x="-60597975" y="3367475"/>
            <a:chExt cx="268600" cy="317425"/>
          </a:xfrm>
        </p:grpSpPr>
        <p:sp>
          <p:nvSpPr>
            <p:cNvPr id="5527" name="Google Shape;5527;p84"/>
            <p:cNvSpPr/>
            <p:nvPr/>
          </p:nvSpPr>
          <p:spPr>
            <a:xfrm>
              <a:off x="-60535750" y="3495075"/>
              <a:ext cx="206375" cy="82725"/>
            </a:xfrm>
            <a:custGeom>
              <a:avLst/>
              <a:gdLst/>
              <a:ahLst/>
              <a:cxnLst/>
              <a:rect l="l" t="t" r="r" b="b"/>
              <a:pathLst>
                <a:path w="8255" h="3309" extrusionOk="0">
                  <a:moveTo>
                    <a:pt x="5357" y="1229"/>
                  </a:moveTo>
                  <a:cubicBezTo>
                    <a:pt x="5577" y="1229"/>
                    <a:pt x="5766" y="1418"/>
                    <a:pt x="5766" y="1607"/>
                  </a:cubicBezTo>
                  <a:cubicBezTo>
                    <a:pt x="5766" y="1890"/>
                    <a:pt x="5577" y="2048"/>
                    <a:pt x="5357" y="2048"/>
                  </a:cubicBezTo>
                  <a:lnTo>
                    <a:pt x="2049" y="2048"/>
                  </a:lnTo>
                  <a:cubicBezTo>
                    <a:pt x="1797" y="2048"/>
                    <a:pt x="1639" y="1859"/>
                    <a:pt x="1639" y="1607"/>
                  </a:cubicBezTo>
                  <a:cubicBezTo>
                    <a:pt x="1639" y="1386"/>
                    <a:pt x="1828" y="1229"/>
                    <a:pt x="2049" y="1229"/>
                  </a:cubicBezTo>
                  <a:close/>
                  <a:moveTo>
                    <a:pt x="1" y="0"/>
                  </a:moveTo>
                  <a:lnTo>
                    <a:pt x="1" y="3308"/>
                  </a:lnTo>
                  <a:lnTo>
                    <a:pt x="8255" y="3308"/>
                  </a:lnTo>
                  <a:lnTo>
                    <a:pt x="82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84"/>
            <p:cNvSpPr/>
            <p:nvPr/>
          </p:nvSpPr>
          <p:spPr>
            <a:xfrm>
              <a:off x="-60432575" y="3367475"/>
              <a:ext cx="20500" cy="47275"/>
            </a:xfrm>
            <a:custGeom>
              <a:avLst/>
              <a:gdLst/>
              <a:ahLst/>
              <a:cxnLst/>
              <a:rect l="l" t="t" r="r" b="b"/>
              <a:pathLst>
                <a:path w="820" h="1891" extrusionOk="0">
                  <a:moveTo>
                    <a:pt x="1" y="0"/>
                  </a:moveTo>
                  <a:lnTo>
                    <a:pt x="1" y="1891"/>
                  </a:lnTo>
                  <a:cubicBezTo>
                    <a:pt x="127" y="1765"/>
                    <a:pt x="221" y="1639"/>
                    <a:pt x="379" y="1639"/>
                  </a:cubicBezTo>
                  <a:cubicBezTo>
                    <a:pt x="600" y="1639"/>
                    <a:pt x="694" y="1765"/>
                    <a:pt x="820" y="1891"/>
                  </a:cubicBezTo>
                  <a:lnTo>
                    <a:pt x="8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84"/>
            <p:cNvSpPr/>
            <p:nvPr/>
          </p:nvSpPr>
          <p:spPr>
            <a:xfrm>
              <a:off x="-60535750" y="3367475"/>
              <a:ext cx="206375" cy="107150"/>
            </a:xfrm>
            <a:custGeom>
              <a:avLst/>
              <a:gdLst/>
              <a:ahLst/>
              <a:cxnLst/>
              <a:rect l="l" t="t" r="r" b="b"/>
              <a:pathLst>
                <a:path w="8255" h="4286" extrusionOk="0">
                  <a:moveTo>
                    <a:pt x="1" y="0"/>
                  </a:moveTo>
                  <a:lnTo>
                    <a:pt x="1" y="4285"/>
                  </a:lnTo>
                  <a:lnTo>
                    <a:pt x="8255" y="4285"/>
                  </a:lnTo>
                  <a:lnTo>
                    <a:pt x="8255" y="1261"/>
                  </a:lnTo>
                  <a:cubicBezTo>
                    <a:pt x="8255" y="567"/>
                    <a:pt x="7720" y="32"/>
                    <a:pt x="7026" y="32"/>
                  </a:cubicBezTo>
                  <a:lnTo>
                    <a:pt x="5829" y="32"/>
                  </a:lnTo>
                  <a:lnTo>
                    <a:pt x="5829" y="2930"/>
                  </a:lnTo>
                  <a:cubicBezTo>
                    <a:pt x="5829" y="3182"/>
                    <a:pt x="5633" y="3350"/>
                    <a:pt x="5418" y="3350"/>
                  </a:cubicBezTo>
                  <a:cubicBezTo>
                    <a:pt x="5311" y="3350"/>
                    <a:pt x="5199" y="3308"/>
                    <a:pt x="5105" y="3214"/>
                  </a:cubicBezTo>
                  <a:lnTo>
                    <a:pt x="4569" y="2678"/>
                  </a:lnTo>
                  <a:lnTo>
                    <a:pt x="4002" y="3214"/>
                  </a:lnTo>
                  <a:cubicBezTo>
                    <a:pt x="3917" y="3289"/>
                    <a:pt x="3821" y="3322"/>
                    <a:pt x="3728" y="3322"/>
                  </a:cubicBezTo>
                  <a:cubicBezTo>
                    <a:pt x="3510" y="3322"/>
                    <a:pt x="3309" y="3142"/>
                    <a:pt x="3309" y="2899"/>
                  </a:cubicBezTo>
                  <a:lnTo>
                    <a:pt x="33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84"/>
            <p:cNvSpPr/>
            <p:nvPr/>
          </p:nvSpPr>
          <p:spPr>
            <a:xfrm>
              <a:off x="-60597975" y="3368175"/>
              <a:ext cx="40200" cy="316725"/>
            </a:xfrm>
            <a:custGeom>
              <a:avLst/>
              <a:gdLst/>
              <a:ahLst/>
              <a:cxnLst/>
              <a:rect l="l" t="t" r="r" b="b"/>
              <a:pathLst>
                <a:path w="1608" h="12669" extrusionOk="0">
                  <a:moveTo>
                    <a:pt x="337" y="0"/>
                  </a:moveTo>
                  <a:cubicBezTo>
                    <a:pt x="163" y="0"/>
                    <a:pt x="1" y="178"/>
                    <a:pt x="1" y="382"/>
                  </a:cubicBezTo>
                  <a:lnTo>
                    <a:pt x="1" y="12259"/>
                  </a:lnTo>
                  <a:cubicBezTo>
                    <a:pt x="1" y="12480"/>
                    <a:pt x="190" y="12669"/>
                    <a:pt x="379" y="12669"/>
                  </a:cubicBezTo>
                  <a:lnTo>
                    <a:pt x="1608" y="12669"/>
                  </a:lnTo>
                  <a:lnTo>
                    <a:pt x="1608" y="4"/>
                  </a:lnTo>
                  <a:lnTo>
                    <a:pt x="379" y="4"/>
                  </a:lnTo>
                  <a:cubicBezTo>
                    <a:pt x="365" y="2"/>
                    <a:pt x="351" y="0"/>
                    <a:pt x="3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84"/>
            <p:cNvSpPr/>
            <p:nvPr/>
          </p:nvSpPr>
          <p:spPr>
            <a:xfrm>
              <a:off x="-60535750" y="3597450"/>
              <a:ext cx="206375" cy="86675"/>
            </a:xfrm>
            <a:custGeom>
              <a:avLst/>
              <a:gdLst/>
              <a:ahLst/>
              <a:cxnLst/>
              <a:rect l="l" t="t" r="r" b="b"/>
              <a:pathLst>
                <a:path w="8255" h="3467" extrusionOk="0">
                  <a:moveTo>
                    <a:pt x="1" y="1"/>
                  </a:moveTo>
                  <a:lnTo>
                    <a:pt x="1" y="3466"/>
                  </a:lnTo>
                  <a:lnTo>
                    <a:pt x="7026" y="3466"/>
                  </a:lnTo>
                  <a:cubicBezTo>
                    <a:pt x="7720" y="3466"/>
                    <a:pt x="8255" y="2931"/>
                    <a:pt x="8255" y="2206"/>
                  </a:cubicBezTo>
                  <a:lnTo>
                    <a:pt x="82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32" name="Google Shape;5532;p84"/>
          <p:cNvSpPr/>
          <p:nvPr/>
        </p:nvSpPr>
        <p:spPr>
          <a:xfrm>
            <a:off x="2598914" y="3192959"/>
            <a:ext cx="369083" cy="365005"/>
          </a:xfrm>
          <a:custGeom>
            <a:avLst/>
            <a:gdLst/>
            <a:ahLst/>
            <a:cxnLst/>
            <a:rect l="l" t="t" r="r" b="b"/>
            <a:pathLst>
              <a:path w="12760" h="12619" extrusionOk="0">
                <a:moveTo>
                  <a:pt x="10082" y="2190"/>
                </a:moveTo>
                <a:lnTo>
                  <a:pt x="11027" y="2726"/>
                </a:lnTo>
                <a:lnTo>
                  <a:pt x="8948" y="6317"/>
                </a:lnTo>
                <a:lnTo>
                  <a:pt x="8003" y="5781"/>
                </a:lnTo>
                <a:cubicBezTo>
                  <a:pt x="8349" y="5151"/>
                  <a:pt x="9704" y="2820"/>
                  <a:pt x="10082" y="2190"/>
                </a:cubicBezTo>
                <a:close/>
                <a:moveTo>
                  <a:pt x="7813" y="6601"/>
                </a:moveTo>
                <a:lnTo>
                  <a:pt x="8318" y="6916"/>
                </a:lnTo>
                <a:lnTo>
                  <a:pt x="7782" y="7262"/>
                </a:lnTo>
                <a:lnTo>
                  <a:pt x="7813" y="6601"/>
                </a:lnTo>
                <a:close/>
                <a:moveTo>
                  <a:pt x="10554" y="8522"/>
                </a:moveTo>
                <a:cubicBezTo>
                  <a:pt x="10806" y="8522"/>
                  <a:pt x="10964" y="8711"/>
                  <a:pt x="10964" y="8900"/>
                </a:cubicBezTo>
                <a:cubicBezTo>
                  <a:pt x="10964" y="9153"/>
                  <a:pt x="10806" y="9342"/>
                  <a:pt x="10554" y="9342"/>
                </a:cubicBezTo>
                <a:lnTo>
                  <a:pt x="5608" y="9342"/>
                </a:lnTo>
                <a:cubicBezTo>
                  <a:pt x="5356" y="9342"/>
                  <a:pt x="5167" y="9153"/>
                  <a:pt x="5167" y="8900"/>
                </a:cubicBezTo>
                <a:cubicBezTo>
                  <a:pt x="5167" y="8680"/>
                  <a:pt x="5356" y="8522"/>
                  <a:pt x="5608" y="8522"/>
                </a:cubicBezTo>
                <a:close/>
                <a:moveTo>
                  <a:pt x="3088" y="5592"/>
                </a:moveTo>
                <a:cubicBezTo>
                  <a:pt x="3308" y="5592"/>
                  <a:pt x="3497" y="5813"/>
                  <a:pt x="3497" y="6002"/>
                </a:cubicBezTo>
                <a:lnTo>
                  <a:pt x="3497" y="6286"/>
                </a:lnTo>
                <a:cubicBezTo>
                  <a:pt x="3970" y="6443"/>
                  <a:pt x="4348" y="6916"/>
                  <a:pt x="4348" y="7451"/>
                </a:cubicBezTo>
                <a:cubicBezTo>
                  <a:pt x="4348" y="7703"/>
                  <a:pt x="4159" y="7861"/>
                  <a:pt x="3907" y="7861"/>
                </a:cubicBezTo>
                <a:cubicBezTo>
                  <a:pt x="3655" y="7861"/>
                  <a:pt x="3497" y="7640"/>
                  <a:pt x="3497" y="7451"/>
                </a:cubicBezTo>
                <a:cubicBezTo>
                  <a:pt x="3497" y="7231"/>
                  <a:pt x="3308" y="7010"/>
                  <a:pt x="3088" y="7010"/>
                </a:cubicBezTo>
                <a:cubicBezTo>
                  <a:pt x="2836" y="7010"/>
                  <a:pt x="2678" y="7231"/>
                  <a:pt x="2678" y="7451"/>
                </a:cubicBezTo>
                <a:cubicBezTo>
                  <a:pt x="2678" y="7703"/>
                  <a:pt x="3025" y="7924"/>
                  <a:pt x="3340" y="8176"/>
                </a:cubicBezTo>
                <a:cubicBezTo>
                  <a:pt x="3781" y="8491"/>
                  <a:pt x="4348" y="8869"/>
                  <a:pt x="4348" y="9531"/>
                </a:cubicBezTo>
                <a:cubicBezTo>
                  <a:pt x="4348" y="10098"/>
                  <a:pt x="3970" y="10539"/>
                  <a:pt x="3497" y="10728"/>
                </a:cubicBezTo>
                <a:lnTo>
                  <a:pt x="3497" y="11011"/>
                </a:lnTo>
                <a:cubicBezTo>
                  <a:pt x="3497" y="11232"/>
                  <a:pt x="3308" y="11452"/>
                  <a:pt x="3088" y="11452"/>
                </a:cubicBezTo>
                <a:cubicBezTo>
                  <a:pt x="2836" y="11452"/>
                  <a:pt x="2678" y="11232"/>
                  <a:pt x="2678" y="11011"/>
                </a:cubicBezTo>
                <a:lnTo>
                  <a:pt x="2678" y="10728"/>
                </a:lnTo>
                <a:cubicBezTo>
                  <a:pt x="2206" y="10570"/>
                  <a:pt x="1859" y="10098"/>
                  <a:pt x="1859" y="9531"/>
                </a:cubicBezTo>
                <a:cubicBezTo>
                  <a:pt x="1859" y="9310"/>
                  <a:pt x="2048" y="9121"/>
                  <a:pt x="2300" y="9121"/>
                </a:cubicBezTo>
                <a:cubicBezTo>
                  <a:pt x="2521" y="9121"/>
                  <a:pt x="2678" y="9310"/>
                  <a:pt x="2678" y="9531"/>
                </a:cubicBezTo>
                <a:cubicBezTo>
                  <a:pt x="2678" y="9783"/>
                  <a:pt x="2867" y="9940"/>
                  <a:pt x="3088" y="9940"/>
                </a:cubicBezTo>
                <a:cubicBezTo>
                  <a:pt x="3308" y="9940"/>
                  <a:pt x="3497" y="9751"/>
                  <a:pt x="3497" y="9531"/>
                </a:cubicBezTo>
                <a:cubicBezTo>
                  <a:pt x="3497" y="9310"/>
                  <a:pt x="3182" y="9089"/>
                  <a:pt x="2836" y="8837"/>
                </a:cubicBezTo>
                <a:cubicBezTo>
                  <a:pt x="2395" y="8522"/>
                  <a:pt x="1859" y="8113"/>
                  <a:pt x="1859" y="7451"/>
                </a:cubicBezTo>
                <a:cubicBezTo>
                  <a:pt x="1859" y="6916"/>
                  <a:pt x="2206" y="6475"/>
                  <a:pt x="2678" y="6286"/>
                </a:cubicBezTo>
                <a:lnTo>
                  <a:pt x="2678" y="6002"/>
                </a:lnTo>
                <a:cubicBezTo>
                  <a:pt x="2678" y="5750"/>
                  <a:pt x="2867" y="5592"/>
                  <a:pt x="3088" y="5592"/>
                </a:cubicBezTo>
                <a:close/>
                <a:moveTo>
                  <a:pt x="10554" y="11011"/>
                </a:moveTo>
                <a:cubicBezTo>
                  <a:pt x="10806" y="11011"/>
                  <a:pt x="10964" y="11200"/>
                  <a:pt x="10964" y="11452"/>
                </a:cubicBezTo>
                <a:cubicBezTo>
                  <a:pt x="10964" y="11641"/>
                  <a:pt x="10806" y="11830"/>
                  <a:pt x="10554" y="11830"/>
                </a:cubicBezTo>
                <a:lnTo>
                  <a:pt x="5608" y="11830"/>
                </a:lnTo>
                <a:cubicBezTo>
                  <a:pt x="5356" y="11830"/>
                  <a:pt x="5167" y="11641"/>
                  <a:pt x="5167" y="11452"/>
                </a:cubicBezTo>
                <a:cubicBezTo>
                  <a:pt x="5167" y="11200"/>
                  <a:pt x="5356" y="11011"/>
                  <a:pt x="5608" y="11011"/>
                </a:cubicBezTo>
                <a:close/>
                <a:moveTo>
                  <a:pt x="10933" y="1"/>
                </a:moveTo>
                <a:cubicBezTo>
                  <a:pt x="10599" y="1"/>
                  <a:pt x="10280" y="176"/>
                  <a:pt x="10113" y="489"/>
                </a:cubicBezTo>
                <a:lnTo>
                  <a:pt x="7877" y="4395"/>
                </a:lnTo>
                <a:lnTo>
                  <a:pt x="1229" y="4395"/>
                </a:lnTo>
                <a:cubicBezTo>
                  <a:pt x="567" y="4395"/>
                  <a:pt x="0" y="4931"/>
                  <a:pt x="0" y="5592"/>
                </a:cubicBezTo>
                <a:lnTo>
                  <a:pt x="0" y="11389"/>
                </a:lnTo>
                <a:cubicBezTo>
                  <a:pt x="0" y="12051"/>
                  <a:pt x="567" y="12618"/>
                  <a:pt x="1229" y="12618"/>
                </a:cubicBezTo>
                <a:lnTo>
                  <a:pt x="11437" y="12618"/>
                </a:lnTo>
                <a:cubicBezTo>
                  <a:pt x="12098" y="12618"/>
                  <a:pt x="12697" y="12082"/>
                  <a:pt x="12697" y="11389"/>
                </a:cubicBezTo>
                <a:lnTo>
                  <a:pt x="12697" y="5592"/>
                </a:lnTo>
                <a:cubicBezTo>
                  <a:pt x="12602" y="4931"/>
                  <a:pt x="12067" y="4395"/>
                  <a:pt x="11374" y="4395"/>
                </a:cubicBezTo>
                <a:lnTo>
                  <a:pt x="11027" y="4395"/>
                </a:lnTo>
                <a:lnTo>
                  <a:pt x="12476" y="1875"/>
                </a:lnTo>
                <a:cubicBezTo>
                  <a:pt x="12760" y="1402"/>
                  <a:pt x="12602" y="804"/>
                  <a:pt x="12130" y="583"/>
                </a:cubicBezTo>
                <a:lnTo>
                  <a:pt x="11437" y="142"/>
                </a:lnTo>
                <a:cubicBezTo>
                  <a:pt x="11277" y="46"/>
                  <a:pt x="11103" y="1"/>
                  <a:pt x="109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33" name="Google Shape;5533;p84"/>
          <p:cNvGrpSpPr/>
          <p:nvPr/>
        </p:nvGrpSpPr>
        <p:grpSpPr>
          <a:xfrm>
            <a:off x="2600390" y="3702764"/>
            <a:ext cx="366364" cy="262465"/>
            <a:chOff x="-60621600" y="4145650"/>
            <a:chExt cx="316650" cy="226850"/>
          </a:xfrm>
        </p:grpSpPr>
        <p:sp>
          <p:nvSpPr>
            <p:cNvPr id="5534" name="Google Shape;5534;p84"/>
            <p:cNvSpPr/>
            <p:nvPr/>
          </p:nvSpPr>
          <p:spPr>
            <a:xfrm>
              <a:off x="-60463275" y="4249600"/>
              <a:ext cx="61450" cy="60675"/>
            </a:xfrm>
            <a:custGeom>
              <a:avLst/>
              <a:gdLst/>
              <a:ahLst/>
              <a:cxnLst/>
              <a:rect l="l" t="t" r="r" b="b"/>
              <a:pathLst>
                <a:path w="2458" h="2427" extrusionOk="0">
                  <a:moveTo>
                    <a:pt x="1229" y="1"/>
                  </a:moveTo>
                  <a:cubicBezTo>
                    <a:pt x="567" y="1"/>
                    <a:pt x="0" y="536"/>
                    <a:pt x="0" y="1198"/>
                  </a:cubicBezTo>
                  <a:cubicBezTo>
                    <a:pt x="0" y="1891"/>
                    <a:pt x="567" y="2427"/>
                    <a:pt x="1229" y="2427"/>
                  </a:cubicBezTo>
                  <a:cubicBezTo>
                    <a:pt x="1891" y="2427"/>
                    <a:pt x="2458" y="1891"/>
                    <a:pt x="2458" y="1198"/>
                  </a:cubicBezTo>
                  <a:cubicBezTo>
                    <a:pt x="2458" y="536"/>
                    <a:pt x="1891" y="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84"/>
            <p:cNvSpPr/>
            <p:nvPr/>
          </p:nvSpPr>
          <p:spPr>
            <a:xfrm>
              <a:off x="-60526300" y="4249600"/>
              <a:ext cx="48075" cy="60675"/>
            </a:xfrm>
            <a:custGeom>
              <a:avLst/>
              <a:gdLst/>
              <a:ahLst/>
              <a:cxnLst/>
              <a:rect l="l" t="t" r="r" b="b"/>
              <a:pathLst>
                <a:path w="1923" h="2427" extrusionOk="0">
                  <a:moveTo>
                    <a:pt x="1261" y="1"/>
                  </a:moveTo>
                  <a:cubicBezTo>
                    <a:pt x="599" y="1"/>
                    <a:pt x="1" y="536"/>
                    <a:pt x="1" y="1198"/>
                  </a:cubicBezTo>
                  <a:cubicBezTo>
                    <a:pt x="1" y="1891"/>
                    <a:pt x="568" y="2427"/>
                    <a:pt x="1261" y="2427"/>
                  </a:cubicBezTo>
                  <a:cubicBezTo>
                    <a:pt x="1513" y="2427"/>
                    <a:pt x="1734" y="2364"/>
                    <a:pt x="1923" y="2238"/>
                  </a:cubicBezTo>
                  <a:cubicBezTo>
                    <a:pt x="1765" y="1923"/>
                    <a:pt x="1671" y="1576"/>
                    <a:pt x="1671" y="1198"/>
                  </a:cubicBezTo>
                  <a:cubicBezTo>
                    <a:pt x="1671" y="851"/>
                    <a:pt x="1765" y="505"/>
                    <a:pt x="1923" y="190"/>
                  </a:cubicBezTo>
                  <a:cubicBezTo>
                    <a:pt x="1734" y="64"/>
                    <a:pt x="1513"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84"/>
            <p:cNvSpPr/>
            <p:nvPr/>
          </p:nvSpPr>
          <p:spPr>
            <a:xfrm>
              <a:off x="-60621600" y="4145650"/>
              <a:ext cx="316650" cy="226850"/>
            </a:xfrm>
            <a:custGeom>
              <a:avLst/>
              <a:gdLst/>
              <a:ahLst/>
              <a:cxnLst/>
              <a:rect l="l" t="t" r="r" b="b"/>
              <a:pathLst>
                <a:path w="12666" h="9074" extrusionOk="0">
                  <a:moveTo>
                    <a:pt x="11374" y="851"/>
                  </a:moveTo>
                  <a:cubicBezTo>
                    <a:pt x="11626" y="851"/>
                    <a:pt x="11815" y="1040"/>
                    <a:pt x="11815" y="1229"/>
                  </a:cubicBezTo>
                  <a:lnTo>
                    <a:pt x="11815" y="1670"/>
                  </a:lnTo>
                  <a:lnTo>
                    <a:pt x="788" y="1670"/>
                  </a:lnTo>
                  <a:lnTo>
                    <a:pt x="788" y="1229"/>
                  </a:lnTo>
                  <a:cubicBezTo>
                    <a:pt x="788" y="1008"/>
                    <a:pt x="977" y="851"/>
                    <a:pt x="1166" y="851"/>
                  </a:cubicBezTo>
                  <a:close/>
                  <a:moveTo>
                    <a:pt x="7562" y="3277"/>
                  </a:moveTo>
                  <a:cubicBezTo>
                    <a:pt x="8696" y="3277"/>
                    <a:pt x="9641" y="4222"/>
                    <a:pt x="9641" y="5356"/>
                  </a:cubicBezTo>
                  <a:cubicBezTo>
                    <a:pt x="9610" y="6522"/>
                    <a:pt x="8696" y="7467"/>
                    <a:pt x="7562" y="7467"/>
                  </a:cubicBezTo>
                  <a:cubicBezTo>
                    <a:pt x="7089" y="7467"/>
                    <a:pt x="6648" y="7309"/>
                    <a:pt x="6333" y="7026"/>
                  </a:cubicBezTo>
                  <a:cubicBezTo>
                    <a:pt x="5987" y="7309"/>
                    <a:pt x="5546" y="7467"/>
                    <a:pt x="5073" y="7467"/>
                  </a:cubicBezTo>
                  <a:cubicBezTo>
                    <a:pt x="3939" y="7467"/>
                    <a:pt x="2994" y="6522"/>
                    <a:pt x="2994" y="5356"/>
                  </a:cubicBezTo>
                  <a:cubicBezTo>
                    <a:pt x="2994" y="4222"/>
                    <a:pt x="3939" y="3277"/>
                    <a:pt x="5073" y="3277"/>
                  </a:cubicBezTo>
                  <a:cubicBezTo>
                    <a:pt x="5514" y="3277"/>
                    <a:pt x="5987" y="3434"/>
                    <a:pt x="6333" y="3718"/>
                  </a:cubicBezTo>
                  <a:cubicBezTo>
                    <a:pt x="6680" y="3434"/>
                    <a:pt x="7121" y="3277"/>
                    <a:pt x="7562" y="3277"/>
                  </a:cubicBezTo>
                  <a:close/>
                  <a:moveTo>
                    <a:pt x="1229" y="0"/>
                  </a:moveTo>
                  <a:cubicBezTo>
                    <a:pt x="536" y="0"/>
                    <a:pt x="1" y="567"/>
                    <a:pt x="1" y="1229"/>
                  </a:cubicBezTo>
                  <a:lnTo>
                    <a:pt x="1" y="7845"/>
                  </a:lnTo>
                  <a:cubicBezTo>
                    <a:pt x="1" y="8506"/>
                    <a:pt x="536" y="9073"/>
                    <a:pt x="1229" y="9073"/>
                  </a:cubicBezTo>
                  <a:lnTo>
                    <a:pt x="11406" y="9073"/>
                  </a:lnTo>
                  <a:cubicBezTo>
                    <a:pt x="12099" y="9073"/>
                    <a:pt x="12666" y="8506"/>
                    <a:pt x="12666" y="7845"/>
                  </a:cubicBezTo>
                  <a:lnTo>
                    <a:pt x="12666" y="1229"/>
                  </a:lnTo>
                  <a:cubicBezTo>
                    <a:pt x="12634" y="567"/>
                    <a:pt x="12099" y="0"/>
                    <a:pt x="114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7" name="Google Shape;5537;p84"/>
          <p:cNvGrpSpPr/>
          <p:nvPr/>
        </p:nvGrpSpPr>
        <p:grpSpPr>
          <a:xfrm>
            <a:off x="3937042" y="3651263"/>
            <a:ext cx="359972" cy="365467"/>
            <a:chOff x="-59400775" y="4084200"/>
            <a:chExt cx="311125" cy="315875"/>
          </a:xfrm>
        </p:grpSpPr>
        <p:sp>
          <p:nvSpPr>
            <p:cNvPr id="5538" name="Google Shape;5538;p84"/>
            <p:cNvSpPr/>
            <p:nvPr/>
          </p:nvSpPr>
          <p:spPr>
            <a:xfrm>
              <a:off x="-59400775" y="4317350"/>
              <a:ext cx="89800" cy="82725"/>
            </a:xfrm>
            <a:custGeom>
              <a:avLst/>
              <a:gdLst/>
              <a:ahLst/>
              <a:cxnLst/>
              <a:rect l="l" t="t" r="r" b="b"/>
              <a:pathLst>
                <a:path w="3592" h="3309" extrusionOk="0">
                  <a:moveTo>
                    <a:pt x="1796" y="851"/>
                  </a:moveTo>
                  <a:cubicBezTo>
                    <a:pt x="2048" y="851"/>
                    <a:pt x="2237" y="1071"/>
                    <a:pt x="2237" y="1260"/>
                  </a:cubicBezTo>
                  <a:cubicBezTo>
                    <a:pt x="2237" y="1449"/>
                    <a:pt x="2048" y="1701"/>
                    <a:pt x="1796" y="1701"/>
                  </a:cubicBezTo>
                  <a:cubicBezTo>
                    <a:pt x="1576" y="1701"/>
                    <a:pt x="1418" y="1481"/>
                    <a:pt x="1418" y="1260"/>
                  </a:cubicBezTo>
                  <a:cubicBezTo>
                    <a:pt x="1418" y="1008"/>
                    <a:pt x="1576" y="851"/>
                    <a:pt x="1796" y="851"/>
                  </a:cubicBezTo>
                  <a:close/>
                  <a:moveTo>
                    <a:pt x="0" y="0"/>
                  </a:moveTo>
                  <a:lnTo>
                    <a:pt x="0" y="2079"/>
                  </a:lnTo>
                  <a:cubicBezTo>
                    <a:pt x="0" y="2741"/>
                    <a:pt x="536" y="3308"/>
                    <a:pt x="1229" y="3308"/>
                  </a:cubicBezTo>
                  <a:lnTo>
                    <a:pt x="2332" y="3308"/>
                  </a:lnTo>
                  <a:cubicBezTo>
                    <a:pt x="2993"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84"/>
            <p:cNvSpPr/>
            <p:nvPr/>
          </p:nvSpPr>
          <p:spPr>
            <a:xfrm>
              <a:off x="-59400000" y="4084200"/>
              <a:ext cx="89825" cy="212700"/>
            </a:xfrm>
            <a:custGeom>
              <a:avLst/>
              <a:gdLst/>
              <a:ahLst/>
              <a:cxnLst/>
              <a:rect l="l" t="t" r="r" b="b"/>
              <a:pathLst>
                <a:path w="3593" h="8508" extrusionOk="0">
                  <a:moveTo>
                    <a:pt x="1734" y="1607"/>
                  </a:moveTo>
                  <a:cubicBezTo>
                    <a:pt x="1923" y="1607"/>
                    <a:pt x="2175" y="1797"/>
                    <a:pt x="2175" y="2049"/>
                  </a:cubicBezTo>
                  <a:lnTo>
                    <a:pt x="2175" y="7278"/>
                  </a:lnTo>
                  <a:cubicBezTo>
                    <a:pt x="2175" y="7499"/>
                    <a:pt x="1986" y="7656"/>
                    <a:pt x="1734" y="7656"/>
                  </a:cubicBezTo>
                  <a:cubicBezTo>
                    <a:pt x="1513" y="7656"/>
                    <a:pt x="1356" y="7467"/>
                    <a:pt x="1356" y="7278"/>
                  </a:cubicBezTo>
                  <a:lnTo>
                    <a:pt x="1356" y="2049"/>
                  </a:lnTo>
                  <a:cubicBezTo>
                    <a:pt x="1356" y="1797"/>
                    <a:pt x="1545" y="1607"/>
                    <a:pt x="1734" y="1607"/>
                  </a:cubicBezTo>
                  <a:close/>
                  <a:moveTo>
                    <a:pt x="1230" y="1"/>
                  </a:moveTo>
                  <a:cubicBezTo>
                    <a:pt x="568" y="1"/>
                    <a:pt x="1" y="536"/>
                    <a:pt x="1" y="1198"/>
                  </a:cubicBezTo>
                  <a:lnTo>
                    <a:pt x="1" y="8507"/>
                  </a:lnTo>
                  <a:lnTo>
                    <a:pt x="3593" y="8507"/>
                  </a:lnTo>
                  <a:lnTo>
                    <a:pt x="3593" y="1198"/>
                  </a:lnTo>
                  <a:cubicBezTo>
                    <a:pt x="3561" y="536"/>
                    <a:pt x="2994" y="1"/>
                    <a:pt x="23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84"/>
            <p:cNvSpPr/>
            <p:nvPr/>
          </p:nvSpPr>
          <p:spPr>
            <a:xfrm>
              <a:off x="-59290500" y="4317350"/>
              <a:ext cx="89800" cy="82725"/>
            </a:xfrm>
            <a:custGeom>
              <a:avLst/>
              <a:gdLst/>
              <a:ahLst/>
              <a:cxnLst/>
              <a:rect l="l" t="t" r="r" b="b"/>
              <a:pathLst>
                <a:path w="3592" h="3309" extrusionOk="0">
                  <a:moveTo>
                    <a:pt x="1796" y="851"/>
                  </a:moveTo>
                  <a:cubicBezTo>
                    <a:pt x="2048" y="851"/>
                    <a:pt x="2205" y="1071"/>
                    <a:pt x="2205" y="1260"/>
                  </a:cubicBezTo>
                  <a:cubicBezTo>
                    <a:pt x="2205" y="1449"/>
                    <a:pt x="2016" y="1701"/>
                    <a:pt x="1796" y="1701"/>
                  </a:cubicBezTo>
                  <a:cubicBezTo>
                    <a:pt x="1575" y="1701"/>
                    <a:pt x="1386" y="1481"/>
                    <a:pt x="1386" y="1260"/>
                  </a:cubicBezTo>
                  <a:cubicBezTo>
                    <a:pt x="1386" y="1008"/>
                    <a:pt x="1575" y="851"/>
                    <a:pt x="1796" y="851"/>
                  </a:cubicBezTo>
                  <a:close/>
                  <a:moveTo>
                    <a:pt x="0" y="0"/>
                  </a:moveTo>
                  <a:lnTo>
                    <a:pt x="0" y="2079"/>
                  </a:lnTo>
                  <a:cubicBezTo>
                    <a:pt x="0" y="2741"/>
                    <a:pt x="536" y="3308"/>
                    <a:pt x="1260" y="3308"/>
                  </a:cubicBezTo>
                  <a:lnTo>
                    <a:pt x="2363" y="3308"/>
                  </a:lnTo>
                  <a:cubicBezTo>
                    <a:pt x="3025"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84"/>
            <p:cNvSpPr/>
            <p:nvPr/>
          </p:nvSpPr>
          <p:spPr>
            <a:xfrm>
              <a:off x="-59290500" y="4084200"/>
              <a:ext cx="89800" cy="212700"/>
            </a:xfrm>
            <a:custGeom>
              <a:avLst/>
              <a:gdLst/>
              <a:ahLst/>
              <a:cxnLst/>
              <a:rect l="l" t="t" r="r" b="b"/>
              <a:pathLst>
                <a:path w="3592" h="8508" extrusionOk="0">
                  <a:moveTo>
                    <a:pt x="1796" y="1607"/>
                  </a:moveTo>
                  <a:cubicBezTo>
                    <a:pt x="2048" y="1607"/>
                    <a:pt x="2205" y="1797"/>
                    <a:pt x="2205" y="2049"/>
                  </a:cubicBezTo>
                  <a:lnTo>
                    <a:pt x="2205" y="7278"/>
                  </a:lnTo>
                  <a:cubicBezTo>
                    <a:pt x="2205" y="7499"/>
                    <a:pt x="2016" y="7656"/>
                    <a:pt x="1796" y="7656"/>
                  </a:cubicBezTo>
                  <a:cubicBezTo>
                    <a:pt x="1607" y="7656"/>
                    <a:pt x="1386" y="7467"/>
                    <a:pt x="1386" y="7278"/>
                  </a:cubicBezTo>
                  <a:lnTo>
                    <a:pt x="1386" y="2049"/>
                  </a:lnTo>
                  <a:cubicBezTo>
                    <a:pt x="1386" y="1797"/>
                    <a:pt x="1575" y="1607"/>
                    <a:pt x="1796" y="1607"/>
                  </a:cubicBezTo>
                  <a:close/>
                  <a:moveTo>
                    <a:pt x="1260" y="1"/>
                  </a:moveTo>
                  <a:cubicBezTo>
                    <a:pt x="599" y="1"/>
                    <a:pt x="0" y="536"/>
                    <a:pt x="0" y="1198"/>
                  </a:cubicBezTo>
                  <a:lnTo>
                    <a:pt x="0" y="8507"/>
                  </a:lnTo>
                  <a:lnTo>
                    <a:pt x="3592" y="8507"/>
                  </a:lnTo>
                  <a:lnTo>
                    <a:pt x="3592" y="1198"/>
                  </a:lnTo>
                  <a:cubicBezTo>
                    <a:pt x="3592" y="536"/>
                    <a:pt x="3025" y="1"/>
                    <a:pt x="2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84"/>
            <p:cNvSpPr/>
            <p:nvPr/>
          </p:nvSpPr>
          <p:spPr>
            <a:xfrm>
              <a:off x="-59181025" y="4317350"/>
              <a:ext cx="89800" cy="82725"/>
            </a:xfrm>
            <a:custGeom>
              <a:avLst/>
              <a:gdLst/>
              <a:ahLst/>
              <a:cxnLst/>
              <a:rect l="l" t="t" r="r" b="b"/>
              <a:pathLst>
                <a:path w="3592" h="3309" extrusionOk="0">
                  <a:moveTo>
                    <a:pt x="1828" y="851"/>
                  </a:moveTo>
                  <a:cubicBezTo>
                    <a:pt x="2080" y="851"/>
                    <a:pt x="2269" y="1071"/>
                    <a:pt x="2269" y="1260"/>
                  </a:cubicBezTo>
                  <a:cubicBezTo>
                    <a:pt x="2269" y="1449"/>
                    <a:pt x="2080" y="1701"/>
                    <a:pt x="1828" y="1701"/>
                  </a:cubicBezTo>
                  <a:cubicBezTo>
                    <a:pt x="1607" y="1701"/>
                    <a:pt x="1450" y="1481"/>
                    <a:pt x="1450" y="1260"/>
                  </a:cubicBezTo>
                  <a:cubicBezTo>
                    <a:pt x="1450" y="1008"/>
                    <a:pt x="1607" y="851"/>
                    <a:pt x="1828" y="851"/>
                  </a:cubicBezTo>
                  <a:close/>
                  <a:moveTo>
                    <a:pt x="0" y="0"/>
                  </a:moveTo>
                  <a:lnTo>
                    <a:pt x="0" y="2079"/>
                  </a:lnTo>
                  <a:lnTo>
                    <a:pt x="32" y="2079"/>
                  </a:lnTo>
                  <a:cubicBezTo>
                    <a:pt x="32" y="2741"/>
                    <a:pt x="567" y="3308"/>
                    <a:pt x="1261" y="3308"/>
                  </a:cubicBezTo>
                  <a:lnTo>
                    <a:pt x="2363" y="3308"/>
                  </a:lnTo>
                  <a:cubicBezTo>
                    <a:pt x="3025"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84"/>
            <p:cNvSpPr/>
            <p:nvPr/>
          </p:nvSpPr>
          <p:spPr>
            <a:xfrm>
              <a:off x="-59179450" y="4084200"/>
              <a:ext cx="89800" cy="212700"/>
            </a:xfrm>
            <a:custGeom>
              <a:avLst/>
              <a:gdLst/>
              <a:ahLst/>
              <a:cxnLst/>
              <a:rect l="l" t="t" r="r" b="b"/>
              <a:pathLst>
                <a:path w="3592" h="8508" extrusionOk="0">
                  <a:moveTo>
                    <a:pt x="1733" y="1607"/>
                  </a:moveTo>
                  <a:cubicBezTo>
                    <a:pt x="1922" y="1607"/>
                    <a:pt x="2174" y="1797"/>
                    <a:pt x="2174" y="2049"/>
                  </a:cubicBezTo>
                  <a:lnTo>
                    <a:pt x="2174" y="7278"/>
                  </a:lnTo>
                  <a:cubicBezTo>
                    <a:pt x="2174" y="7499"/>
                    <a:pt x="1985" y="7656"/>
                    <a:pt x="1733" y="7656"/>
                  </a:cubicBezTo>
                  <a:cubicBezTo>
                    <a:pt x="1513" y="7656"/>
                    <a:pt x="1355" y="7467"/>
                    <a:pt x="1355" y="7278"/>
                  </a:cubicBezTo>
                  <a:lnTo>
                    <a:pt x="1355" y="2049"/>
                  </a:lnTo>
                  <a:cubicBezTo>
                    <a:pt x="1355" y="1797"/>
                    <a:pt x="1544" y="1607"/>
                    <a:pt x="1733" y="1607"/>
                  </a:cubicBezTo>
                  <a:close/>
                  <a:moveTo>
                    <a:pt x="1229" y="1"/>
                  </a:moveTo>
                  <a:cubicBezTo>
                    <a:pt x="567" y="1"/>
                    <a:pt x="0" y="536"/>
                    <a:pt x="0" y="1198"/>
                  </a:cubicBezTo>
                  <a:lnTo>
                    <a:pt x="0" y="8507"/>
                  </a:lnTo>
                  <a:lnTo>
                    <a:pt x="3592" y="8507"/>
                  </a:lnTo>
                  <a:lnTo>
                    <a:pt x="3592" y="1198"/>
                  </a:lnTo>
                  <a:cubicBezTo>
                    <a:pt x="3560" y="536"/>
                    <a:pt x="2993" y="1"/>
                    <a:pt x="23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44" name="Google Shape;5544;p84"/>
          <p:cNvGrpSpPr/>
          <p:nvPr/>
        </p:nvGrpSpPr>
        <p:grpSpPr>
          <a:xfrm>
            <a:off x="2161136" y="1377094"/>
            <a:ext cx="365438" cy="366364"/>
            <a:chOff x="-64044600" y="3360375"/>
            <a:chExt cx="315850" cy="316650"/>
          </a:xfrm>
        </p:grpSpPr>
        <p:sp>
          <p:nvSpPr>
            <p:cNvPr id="5545" name="Google Shape;5545;p84"/>
            <p:cNvSpPr/>
            <p:nvPr/>
          </p:nvSpPr>
          <p:spPr>
            <a:xfrm>
              <a:off x="-63980025" y="3532875"/>
              <a:ext cx="185900" cy="144150"/>
            </a:xfrm>
            <a:custGeom>
              <a:avLst/>
              <a:gdLst/>
              <a:ahLst/>
              <a:cxnLst/>
              <a:rect l="l" t="t" r="r" b="b"/>
              <a:pathLst>
                <a:path w="7436" h="5766" extrusionOk="0">
                  <a:moveTo>
                    <a:pt x="410" y="0"/>
                  </a:moveTo>
                  <a:cubicBezTo>
                    <a:pt x="158" y="0"/>
                    <a:pt x="1" y="189"/>
                    <a:pt x="1" y="410"/>
                  </a:cubicBezTo>
                  <a:cubicBezTo>
                    <a:pt x="1" y="662"/>
                    <a:pt x="190" y="820"/>
                    <a:pt x="410" y="820"/>
                  </a:cubicBezTo>
                  <a:lnTo>
                    <a:pt x="883" y="820"/>
                  </a:lnTo>
                  <a:lnTo>
                    <a:pt x="1670" y="5419"/>
                  </a:lnTo>
                  <a:cubicBezTo>
                    <a:pt x="1702" y="5608"/>
                    <a:pt x="1859" y="5766"/>
                    <a:pt x="2048" y="5766"/>
                  </a:cubicBezTo>
                  <a:lnTo>
                    <a:pt x="5356" y="5766"/>
                  </a:lnTo>
                  <a:cubicBezTo>
                    <a:pt x="5545" y="5766"/>
                    <a:pt x="5766" y="5608"/>
                    <a:pt x="5766" y="5419"/>
                  </a:cubicBezTo>
                  <a:lnTo>
                    <a:pt x="6554" y="820"/>
                  </a:lnTo>
                  <a:lnTo>
                    <a:pt x="7026" y="820"/>
                  </a:lnTo>
                  <a:cubicBezTo>
                    <a:pt x="7247" y="820"/>
                    <a:pt x="7404" y="630"/>
                    <a:pt x="7404" y="410"/>
                  </a:cubicBezTo>
                  <a:cubicBezTo>
                    <a:pt x="7436" y="189"/>
                    <a:pt x="7247" y="0"/>
                    <a:pt x="70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84"/>
            <p:cNvSpPr/>
            <p:nvPr/>
          </p:nvSpPr>
          <p:spPr>
            <a:xfrm>
              <a:off x="-64044600" y="3360375"/>
              <a:ext cx="315850" cy="152825"/>
            </a:xfrm>
            <a:custGeom>
              <a:avLst/>
              <a:gdLst/>
              <a:ahLst/>
              <a:cxnLst/>
              <a:rect l="l" t="t" r="r" b="b"/>
              <a:pathLst>
                <a:path w="12634" h="6113" extrusionOk="0">
                  <a:moveTo>
                    <a:pt x="378" y="1"/>
                  </a:moveTo>
                  <a:cubicBezTo>
                    <a:pt x="158" y="1"/>
                    <a:pt x="0" y="190"/>
                    <a:pt x="0" y="442"/>
                  </a:cubicBezTo>
                  <a:lnTo>
                    <a:pt x="0" y="5672"/>
                  </a:lnTo>
                  <a:cubicBezTo>
                    <a:pt x="0" y="5892"/>
                    <a:pt x="189" y="6113"/>
                    <a:pt x="378" y="6113"/>
                  </a:cubicBezTo>
                  <a:lnTo>
                    <a:pt x="3088" y="6113"/>
                  </a:lnTo>
                  <a:cubicBezTo>
                    <a:pt x="3245" y="5514"/>
                    <a:pt x="3560" y="4947"/>
                    <a:pt x="4001" y="4569"/>
                  </a:cubicBezTo>
                  <a:cubicBezTo>
                    <a:pt x="3875" y="4285"/>
                    <a:pt x="3812" y="3970"/>
                    <a:pt x="3812" y="3624"/>
                  </a:cubicBezTo>
                  <a:cubicBezTo>
                    <a:pt x="3812" y="2238"/>
                    <a:pt x="4915" y="1135"/>
                    <a:pt x="6301" y="1135"/>
                  </a:cubicBezTo>
                  <a:cubicBezTo>
                    <a:pt x="7656" y="1135"/>
                    <a:pt x="8759" y="2238"/>
                    <a:pt x="8759" y="3624"/>
                  </a:cubicBezTo>
                  <a:cubicBezTo>
                    <a:pt x="8759" y="3939"/>
                    <a:pt x="8696" y="4254"/>
                    <a:pt x="8570" y="4569"/>
                  </a:cubicBezTo>
                  <a:cubicBezTo>
                    <a:pt x="9011" y="5010"/>
                    <a:pt x="9326" y="5514"/>
                    <a:pt x="9483" y="6113"/>
                  </a:cubicBezTo>
                  <a:lnTo>
                    <a:pt x="12193" y="6113"/>
                  </a:lnTo>
                  <a:cubicBezTo>
                    <a:pt x="12445" y="6113"/>
                    <a:pt x="12602" y="5892"/>
                    <a:pt x="12602" y="5672"/>
                  </a:cubicBezTo>
                  <a:lnTo>
                    <a:pt x="12602" y="442"/>
                  </a:lnTo>
                  <a:cubicBezTo>
                    <a:pt x="12634" y="190"/>
                    <a:pt x="12445" y="1"/>
                    <a:pt x="122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84"/>
            <p:cNvSpPr/>
            <p:nvPr/>
          </p:nvSpPr>
          <p:spPr>
            <a:xfrm>
              <a:off x="-63945375" y="3408425"/>
              <a:ext cx="117375" cy="103200"/>
            </a:xfrm>
            <a:custGeom>
              <a:avLst/>
              <a:gdLst/>
              <a:ahLst/>
              <a:cxnLst/>
              <a:rect l="l" t="t" r="r" b="b"/>
              <a:pathLst>
                <a:path w="4695" h="4128" extrusionOk="0">
                  <a:moveTo>
                    <a:pt x="2364" y="1"/>
                  </a:moveTo>
                  <a:cubicBezTo>
                    <a:pt x="1450" y="1"/>
                    <a:pt x="694" y="757"/>
                    <a:pt x="694" y="1670"/>
                  </a:cubicBezTo>
                  <a:cubicBezTo>
                    <a:pt x="694" y="2080"/>
                    <a:pt x="851" y="2489"/>
                    <a:pt x="1167" y="2805"/>
                  </a:cubicBezTo>
                  <a:cubicBezTo>
                    <a:pt x="599" y="3120"/>
                    <a:pt x="190" y="3592"/>
                    <a:pt x="1" y="4128"/>
                  </a:cubicBezTo>
                  <a:lnTo>
                    <a:pt x="4695" y="4128"/>
                  </a:lnTo>
                  <a:cubicBezTo>
                    <a:pt x="4475" y="3561"/>
                    <a:pt x="4065" y="3088"/>
                    <a:pt x="3529" y="2805"/>
                  </a:cubicBezTo>
                  <a:cubicBezTo>
                    <a:pt x="3813" y="2489"/>
                    <a:pt x="4002" y="2080"/>
                    <a:pt x="4002" y="1670"/>
                  </a:cubicBezTo>
                  <a:cubicBezTo>
                    <a:pt x="4002" y="757"/>
                    <a:pt x="3277" y="1"/>
                    <a:pt x="23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48" name="Google Shape;5548;p84"/>
          <p:cNvGrpSpPr/>
          <p:nvPr/>
        </p:nvGrpSpPr>
        <p:grpSpPr>
          <a:xfrm>
            <a:off x="2187559" y="1819647"/>
            <a:ext cx="312592" cy="367261"/>
            <a:chOff x="-64022550" y="3727425"/>
            <a:chExt cx="270175" cy="317425"/>
          </a:xfrm>
        </p:grpSpPr>
        <p:sp>
          <p:nvSpPr>
            <p:cNvPr id="5549" name="Google Shape;5549;p84"/>
            <p:cNvSpPr/>
            <p:nvPr/>
          </p:nvSpPr>
          <p:spPr>
            <a:xfrm>
              <a:off x="-64022550" y="3912500"/>
              <a:ext cx="270175" cy="90600"/>
            </a:xfrm>
            <a:custGeom>
              <a:avLst/>
              <a:gdLst/>
              <a:ahLst/>
              <a:cxnLst/>
              <a:rect l="l" t="t" r="r" b="b"/>
              <a:pathLst>
                <a:path w="10807" h="3624" extrusionOk="0">
                  <a:moveTo>
                    <a:pt x="2111" y="1"/>
                  </a:moveTo>
                  <a:cubicBezTo>
                    <a:pt x="945" y="1"/>
                    <a:pt x="0" y="946"/>
                    <a:pt x="0" y="2080"/>
                  </a:cubicBezTo>
                  <a:lnTo>
                    <a:pt x="0" y="3183"/>
                  </a:lnTo>
                  <a:cubicBezTo>
                    <a:pt x="0" y="3435"/>
                    <a:pt x="221" y="3624"/>
                    <a:pt x="441" y="3624"/>
                  </a:cubicBezTo>
                  <a:lnTo>
                    <a:pt x="10365" y="3624"/>
                  </a:lnTo>
                  <a:cubicBezTo>
                    <a:pt x="10618" y="3624"/>
                    <a:pt x="10807" y="3435"/>
                    <a:pt x="10807" y="3183"/>
                  </a:cubicBezTo>
                  <a:lnTo>
                    <a:pt x="10807" y="2080"/>
                  </a:lnTo>
                  <a:cubicBezTo>
                    <a:pt x="10807" y="946"/>
                    <a:pt x="9861" y="1"/>
                    <a:pt x="87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84"/>
            <p:cNvSpPr/>
            <p:nvPr/>
          </p:nvSpPr>
          <p:spPr>
            <a:xfrm>
              <a:off x="-64000500" y="4023550"/>
              <a:ext cx="227650" cy="21300"/>
            </a:xfrm>
            <a:custGeom>
              <a:avLst/>
              <a:gdLst/>
              <a:ahLst/>
              <a:cxnLst/>
              <a:rect l="l" t="t" r="r" b="b"/>
              <a:pathLst>
                <a:path w="9106" h="852" extrusionOk="0">
                  <a:moveTo>
                    <a:pt x="0" y="1"/>
                  </a:moveTo>
                  <a:lnTo>
                    <a:pt x="0" y="442"/>
                  </a:lnTo>
                  <a:cubicBezTo>
                    <a:pt x="0" y="694"/>
                    <a:pt x="190" y="851"/>
                    <a:pt x="442" y="851"/>
                  </a:cubicBezTo>
                  <a:lnTo>
                    <a:pt x="8696" y="851"/>
                  </a:lnTo>
                  <a:cubicBezTo>
                    <a:pt x="8948" y="851"/>
                    <a:pt x="9105" y="631"/>
                    <a:pt x="9105" y="442"/>
                  </a:cubicBezTo>
                  <a:lnTo>
                    <a:pt x="91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84"/>
            <p:cNvSpPr/>
            <p:nvPr/>
          </p:nvSpPr>
          <p:spPr>
            <a:xfrm>
              <a:off x="-63960325" y="3727425"/>
              <a:ext cx="144925" cy="165425"/>
            </a:xfrm>
            <a:custGeom>
              <a:avLst/>
              <a:gdLst/>
              <a:ahLst/>
              <a:cxnLst/>
              <a:rect l="l" t="t" r="r" b="b"/>
              <a:pathLst>
                <a:path w="5797" h="6617" extrusionOk="0">
                  <a:moveTo>
                    <a:pt x="2930" y="0"/>
                  </a:moveTo>
                  <a:cubicBezTo>
                    <a:pt x="1292" y="0"/>
                    <a:pt x="0" y="1292"/>
                    <a:pt x="0" y="2867"/>
                  </a:cubicBezTo>
                  <a:cubicBezTo>
                    <a:pt x="32" y="3812"/>
                    <a:pt x="504" y="4694"/>
                    <a:pt x="1260" y="5230"/>
                  </a:cubicBezTo>
                  <a:lnTo>
                    <a:pt x="1260" y="6616"/>
                  </a:lnTo>
                  <a:lnTo>
                    <a:pt x="4568" y="6616"/>
                  </a:lnTo>
                  <a:lnTo>
                    <a:pt x="4568" y="5230"/>
                  </a:lnTo>
                  <a:cubicBezTo>
                    <a:pt x="5356" y="4694"/>
                    <a:pt x="5797" y="3812"/>
                    <a:pt x="5797" y="2867"/>
                  </a:cubicBezTo>
                  <a:cubicBezTo>
                    <a:pt x="5797" y="1260"/>
                    <a:pt x="4505" y="0"/>
                    <a:pt x="29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52" name="Google Shape;5552;p84"/>
          <p:cNvGrpSpPr/>
          <p:nvPr/>
        </p:nvGrpSpPr>
        <p:grpSpPr>
          <a:xfrm>
            <a:off x="2211697" y="2248547"/>
            <a:ext cx="264317" cy="367290"/>
            <a:chOff x="-64001300" y="4093650"/>
            <a:chExt cx="228450" cy="317450"/>
          </a:xfrm>
        </p:grpSpPr>
        <p:sp>
          <p:nvSpPr>
            <p:cNvPr id="5553" name="Google Shape;5553;p84"/>
            <p:cNvSpPr/>
            <p:nvPr/>
          </p:nvSpPr>
          <p:spPr>
            <a:xfrm>
              <a:off x="-63933550" y="4328375"/>
              <a:ext cx="93750" cy="40975"/>
            </a:xfrm>
            <a:custGeom>
              <a:avLst/>
              <a:gdLst/>
              <a:ahLst/>
              <a:cxnLst/>
              <a:rect l="l" t="t" r="r" b="b"/>
              <a:pathLst>
                <a:path w="3750" h="1639" extrusionOk="0">
                  <a:moveTo>
                    <a:pt x="1859" y="0"/>
                  </a:moveTo>
                  <a:cubicBezTo>
                    <a:pt x="1009" y="0"/>
                    <a:pt x="315" y="662"/>
                    <a:pt x="0" y="1638"/>
                  </a:cubicBezTo>
                  <a:lnTo>
                    <a:pt x="3749" y="1638"/>
                  </a:lnTo>
                  <a:cubicBezTo>
                    <a:pt x="3434" y="662"/>
                    <a:pt x="2710" y="0"/>
                    <a:pt x="18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84"/>
            <p:cNvSpPr/>
            <p:nvPr/>
          </p:nvSpPr>
          <p:spPr>
            <a:xfrm>
              <a:off x="-63980025" y="4135400"/>
              <a:ext cx="185900" cy="234725"/>
            </a:xfrm>
            <a:custGeom>
              <a:avLst/>
              <a:gdLst/>
              <a:ahLst/>
              <a:cxnLst/>
              <a:rect l="l" t="t" r="r" b="b"/>
              <a:pathLst>
                <a:path w="7436" h="9389" extrusionOk="0">
                  <a:moveTo>
                    <a:pt x="6617" y="1"/>
                  </a:moveTo>
                  <a:lnTo>
                    <a:pt x="6617" y="725"/>
                  </a:lnTo>
                  <a:cubicBezTo>
                    <a:pt x="6196" y="593"/>
                    <a:pt x="5771" y="530"/>
                    <a:pt x="5358" y="530"/>
                  </a:cubicBezTo>
                  <a:cubicBezTo>
                    <a:pt x="4686" y="530"/>
                    <a:pt x="4044" y="697"/>
                    <a:pt x="3498" y="1009"/>
                  </a:cubicBezTo>
                  <a:cubicBezTo>
                    <a:pt x="3103" y="1242"/>
                    <a:pt x="2617" y="1373"/>
                    <a:pt x="2085" y="1373"/>
                  </a:cubicBezTo>
                  <a:cubicBezTo>
                    <a:pt x="1683" y="1373"/>
                    <a:pt x="1254" y="1298"/>
                    <a:pt x="820" y="1135"/>
                  </a:cubicBezTo>
                  <a:lnTo>
                    <a:pt x="820" y="32"/>
                  </a:lnTo>
                  <a:lnTo>
                    <a:pt x="1" y="32"/>
                  </a:lnTo>
                  <a:lnTo>
                    <a:pt x="1" y="1418"/>
                  </a:lnTo>
                  <a:cubicBezTo>
                    <a:pt x="1" y="2867"/>
                    <a:pt x="820" y="4096"/>
                    <a:pt x="2017" y="4726"/>
                  </a:cubicBezTo>
                  <a:cubicBezTo>
                    <a:pt x="820" y="5356"/>
                    <a:pt x="1" y="6554"/>
                    <a:pt x="1" y="8034"/>
                  </a:cubicBezTo>
                  <a:lnTo>
                    <a:pt x="1" y="9389"/>
                  </a:lnTo>
                  <a:lnTo>
                    <a:pt x="820" y="9389"/>
                  </a:lnTo>
                  <a:lnTo>
                    <a:pt x="820" y="8034"/>
                  </a:lnTo>
                  <a:cubicBezTo>
                    <a:pt x="820" y="6396"/>
                    <a:pt x="2143" y="5104"/>
                    <a:pt x="3750" y="5104"/>
                  </a:cubicBezTo>
                  <a:cubicBezTo>
                    <a:pt x="5356" y="5104"/>
                    <a:pt x="6617" y="6396"/>
                    <a:pt x="6617" y="8034"/>
                  </a:cubicBezTo>
                  <a:lnTo>
                    <a:pt x="6617" y="9389"/>
                  </a:lnTo>
                  <a:lnTo>
                    <a:pt x="7436" y="9389"/>
                  </a:lnTo>
                  <a:lnTo>
                    <a:pt x="7436" y="9357"/>
                  </a:lnTo>
                  <a:lnTo>
                    <a:pt x="7436" y="7971"/>
                  </a:lnTo>
                  <a:cubicBezTo>
                    <a:pt x="7436" y="6522"/>
                    <a:pt x="6617" y="5293"/>
                    <a:pt x="5451" y="4663"/>
                  </a:cubicBezTo>
                  <a:cubicBezTo>
                    <a:pt x="6617" y="4033"/>
                    <a:pt x="7436" y="2836"/>
                    <a:pt x="7436" y="1355"/>
                  </a:cubicBezTo>
                  <a:lnTo>
                    <a:pt x="74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84"/>
            <p:cNvSpPr/>
            <p:nvPr/>
          </p:nvSpPr>
          <p:spPr>
            <a:xfrm>
              <a:off x="-64001300" y="4389800"/>
              <a:ext cx="228450" cy="21300"/>
            </a:xfrm>
            <a:custGeom>
              <a:avLst/>
              <a:gdLst/>
              <a:ahLst/>
              <a:cxnLst/>
              <a:rect l="l" t="t" r="r" b="b"/>
              <a:pathLst>
                <a:path w="9138" h="852" extrusionOk="0">
                  <a:moveTo>
                    <a:pt x="411" y="1"/>
                  </a:moveTo>
                  <a:cubicBezTo>
                    <a:pt x="190" y="1"/>
                    <a:pt x="1" y="221"/>
                    <a:pt x="1" y="410"/>
                  </a:cubicBezTo>
                  <a:cubicBezTo>
                    <a:pt x="1" y="631"/>
                    <a:pt x="190" y="851"/>
                    <a:pt x="411" y="851"/>
                  </a:cubicBezTo>
                  <a:lnTo>
                    <a:pt x="8696" y="851"/>
                  </a:lnTo>
                  <a:cubicBezTo>
                    <a:pt x="8917" y="851"/>
                    <a:pt x="9074" y="631"/>
                    <a:pt x="9074" y="410"/>
                  </a:cubicBezTo>
                  <a:cubicBezTo>
                    <a:pt x="9137" y="221"/>
                    <a:pt x="8917"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84"/>
            <p:cNvSpPr/>
            <p:nvPr/>
          </p:nvSpPr>
          <p:spPr>
            <a:xfrm>
              <a:off x="-64001300" y="4093650"/>
              <a:ext cx="226875" cy="20500"/>
            </a:xfrm>
            <a:custGeom>
              <a:avLst/>
              <a:gdLst/>
              <a:ahLst/>
              <a:cxnLst/>
              <a:rect l="l" t="t" r="r" b="b"/>
              <a:pathLst>
                <a:path w="9075" h="820" extrusionOk="0">
                  <a:moveTo>
                    <a:pt x="411" y="1"/>
                  </a:moveTo>
                  <a:cubicBezTo>
                    <a:pt x="190" y="1"/>
                    <a:pt x="1" y="190"/>
                    <a:pt x="1" y="410"/>
                  </a:cubicBezTo>
                  <a:cubicBezTo>
                    <a:pt x="32" y="631"/>
                    <a:pt x="190" y="820"/>
                    <a:pt x="411" y="820"/>
                  </a:cubicBezTo>
                  <a:lnTo>
                    <a:pt x="8696" y="820"/>
                  </a:lnTo>
                  <a:cubicBezTo>
                    <a:pt x="8917" y="820"/>
                    <a:pt x="9074" y="631"/>
                    <a:pt x="9074" y="410"/>
                  </a:cubicBezTo>
                  <a:cubicBezTo>
                    <a:pt x="9074" y="158"/>
                    <a:pt x="8885"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57" name="Google Shape;5557;p84"/>
          <p:cNvGrpSpPr/>
          <p:nvPr/>
        </p:nvGrpSpPr>
        <p:grpSpPr>
          <a:xfrm>
            <a:off x="830701" y="2741838"/>
            <a:ext cx="359972" cy="366480"/>
            <a:chOff x="-62148800" y="3377700"/>
            <a:chExt cx="311125" cy="316750"/>
          </a:xfrm>
        </p:grpSpPr>
        <p:sp>
          <p:nvSpPr>
            <p:cNvPr id="5558" name="Google Shape;5558;p84"/>
            <p:cNvSpPr/>
            <p:nvPr/>
          </p:nvSpPr>
          <p:spPr>
            <a:xfrm>
              <a:off x="-62085775" y="3653375"/>
              <a:ext cx="185875" cy="41075"/>
            </a:xfrm>
            <a:custGeom>
              <a:avLst/>
              <a:gdLst/>
              <a:ahLst/>
              <a:cxnLst/>
              <a:rect l="l" t="t" r="r" b="b"/>
              <a:pathLst>
                <a:path w="7435" h="1643" extrusionOk="0">
                  <a:moveTo>
                    <a:pt x="819" y="1"/>
                  </a:moveTo>
                  <a:cubicBezTo>
                    <a:pt x="347" y="1"/>
                    <a:pt x="0" y="347"/>
                    <a:pt x="0" y="851"/>
                  </a:cubicBezTo>
                  <a:lnTo>
                    <a:pt x="0" y="1229"/>
                  </a:lnTo>
                  <a:cubicBezTo>
                    <a:pt x="0" y="1481"/>
                    <a:pt x="189" y="1639"/>
                    <a:pt x="410" y="1639"/>
                  </a:cubicBezTo>
                  <a:lnTo>
                    <a:pt x="7026" y="1639"/>
                  </a:lnTo>
                  <a:cubicBezTo>
                    <a:pt x="7044" y="1641"/>
                    <a:pt x="7062" y="1642"/>
                    <a:pt x="7080" y="1642"/>
                  </a:cubicBezTo>
                  <a:cubicBezTo>
                    <a:pt x="7300" y="1642"/>
                    <a:pt x="7435" y="1463"/>
                    <a:pt x="7435" y="1229"/>
                  </a:cubicBezTo>
                  <a:lnTo>
                    <a:pt x="7435" y="851"/>
                  </a:lnTo>
                  <a:cubicBezTo>
                    <a:pt x="7435" y="379"/>
                    <a:pt x="7089" y="1"/>
                    <a:pt x="6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84"/>
            <p:cNvSpPr/>
            <p:nvPr/>
          </p:nvSpPr>
          <p:spPr>
            <a:xfrm>
              <a:off x="-62148800" y="3377700"/>
              <a:ext cx="311125" cy="254425"/>
            </a:xfrm>
            <a:custGeom>
              <a:avLst/>
              <a:gdLst/>
              <a:ahLst/>
              <a:cxnLst/>
              <a:rect l="l" t="t" r="r" b="b"/>
              <a:pathLst>
                <a:path w="12445" h="10177" extrusionOk="0">
                  <a:moveTo>
                    <a:pt x="11626" y="1608"/>
                  </a:moveTo>
                  <a:lnTo>
                    <a:pt x="11626" y="2899"/>
                  </a:lnTo>
                  <a:cubicBezTo>
                    <a:pt x="11626" y="3939"/>
                    <a:pt x="10807" y="4853"/>
                    <a:pt x="9767" y="4916"/>
                  </a:cubicBezTo>
                  <a:cubicBezTo>
                    <a:pt x="9893" y="4538"/>
                    <a:pt x="9956" y="4128"/>
                    <a:pt x="9956" y="3718"/>
                  </a:cubicBezTo>
                  <a:lnTo>
                    <a:pt x="9956" y="1608"/>
                  </a:lnTo>
                  <a:close/>
                  <a:moveTo>
                    <a:pt x="2521" y="1639"/>
                  </a:moveTo>
                  <a:lnTo>
                    <a:pt x="2521" y="3718"/>
                  </a:lnTo>
                  <a:cubicBezTo>
                    <a:pt x="2521" y="4160"/>
                    <a:pt x="2616" y="4538"/>
                    <a:pt x="2710" y="4947"/>
                  </a:cubicBezTo>
                  <a:cubicBezTo>
                    <a:pt x="1702" y="4853"/>
                    <a:pt x="883" y="4002"/>
                    <a:pt x="883" y="2899"/>
                  </a:cubicBezTo>
                  <a:lnTo>
                    <a:pt x="883" y="1639"/>
                  </a:lnTo>
                  <a:close/>
                  <a:moveTo>
                    <a:pt x="6176" y="1576"/>
                  </a:moveTo>
                  <a:cubicBezTo>
                    <a:pt x="6333" y="1576"/>
                    <a:pt x="6491" y="1671"/>
                    <a:pt x="6554" y="1828"/>
                  </a:cubicBezTo>
                  <a:lnTo>
                    <a:pt x="6932" y="2647"/>
                  </a:lnTo>
                  <a:lnTo>
                    <a:pt x="7845" y="2773"/>
                  </a:lnTo>
                  <a:cubicBezTo>
                    <a:pt x="8003" y="2805"/>
                    <a:pt x="8129" y="2899"/>
                    <a:pt x="8160" y="3025"/>
                  </a:cubicBezTo>
                  <a:cubicBezTo>
                    <a:pt x="8349" y="3214"/>
                    <a:pt x="8318" y="3403"/>
                    <a:pt x="8192" y="3466"/>
                  </a:cubicBezTo>
                  <a:lnTo>
                    <a:pt x="7530" y="4097"/>
                  </a:lnTo>
                  <a:lnTo>
                    <a:pt x="7688" y="5010"/>
                  </a:lnTo>
                  <a:cubicBezTo>
                    <a:pt x="7719" y="5168"/>
                    <a:pt x="7656" y="5325"/>
                    <a:pt x="7530" y="5420"/>
                  </a:cubicBezTo>
                  <a:cubicBezTo>
                    <a:pt x="7452" y="5459"/>
                    <a:pt x="7363" y="5486"/>
                    <a:pt x="7268" y="5486"/>
                  </a:cubicBezTo>
                  <a:cubicBezTo>
                    <a:pt x="7210" y="5486"/>
                    <a:pt x="7149" y="5475"/>
                    <a:pt x="7089" y="5451"/>
                  </a:cubicBezTo>
                  <a:lnTo>
                    <a:pt x="6270" y="5010"/>
                  </a:lnTo>
                  <a:lnTo>
                    <a:pt x="5451" y="5451"/>
                  </a:lnTo>
                  <a:cubicBezTo>
                    <a:pt x="5380" y="5480"/>
                    <a:pt x="5309" y="5495"/>
                    <a:pt x="5241" y="5495"/>
                  </a:cubicBezTo>
                  <a:cubicBezTo>
                    <a:pt x="5158" y="5495"/>
                    <a:pt x="5079" y="5472"/>
                    <a:pt x="5010" y="5420"/>
                  </a:cubicBezTo>
                  <a:cubicBezTo>
                    <a:pt x="4884" y="5325"/>
                    <a:pt x="4821" y="5168"/>
                    <a:pt x="4852" y="5010"/>
                  </a:cubicBezTo>
                  <a:lnTo>
                    <a:pt x="5010" y="4097"/>
                  </a:lnTo>
                  <a:lnTo>
                    <a:pt x="4348" y="3466"/>
                  </a:lnTo>
                  <a:cubicBezTo>
                    <a:pt x="4222" y="3340"/>
                    <a:pt x="4191" y="3214"/>
                    <a:pt x="4222" y="3025"/>
                  </a:cubicBezTo>
                  <a:cubicBezTo>
                    <a:pt x="4254" y="2899"/>
                    <a:pt x="4411" y="2773"/>
                    <a:pt x="4537" y="2773"/>
                  </a:cubicBezTo>
                  <a:lnTo>
                    <a:pt x="5451" y="2647"/>
                  </a:lnTo>
                  <a:lnTo>
                    <a:pt x="5829" y="1828"/>
                  </a:lnTo>
                  <a:cubicBezTo>
                    <a:pt x="5924" y="1671"/>
                    <a:pt x="6018" y="1576"/>
                    <a:pt x="6176" y="1576"/>
                  </a:cubicBezTo>
                  <a:close/>
                  <a:moveTo>
                    <a:pt x="2931" y="1"/>
                  </a:moveTo>
                  <a:cubicBezTo>
                    <a:pt x="2679" y="1"/>
                    <a:pt x="2521" y="190"/>
                    <a:pt x="2521" y="410"/>
                  </a:cubicBezTo>
                  <a:lnTo>
                    <a:pt x="2521" y="852"/>
                  </a:lnTo>
                  <a:lnTo>
                    <a:pt x="442" y="852"/>
                  </a:lnTo>
                  <a:cubicBezTo>
                    <a:pt x="190" y="852"/>
                    <a:pt x="1" y="1041"/>
                    <a:pt x="1" y="1230"/>
                  </a:cubicBezTo>
                  <a:lnTo>
                    <a:pt x="1" y="2899"/>
                  </a:lnTo>
                  <a:cubicBezTo>
                    <a:pt x="1" y="4506"/>
                    <a:pt x="1292" y="5766"/>
                    <a:pt x="2931" y="5766"/>
                  </a:cubicBezTo>
                  <a:lnTo>
                    <a:pt x="3120" y="5766"/>
                  </a:lnTo>
                  <a:cubicBezTo>
                    <a:pt x="3561" y="6428"/>
                    <a:pt x="4222" y="6932"/>
                    <a:pt x="4978" y="7216"/>
                  </a:cubicBezTo>
                  <a:lnTo>
                    <a:pt x="4978" y="8507"/>
                  </a:lnTo>
                  <a:cubicBezTo>
                    <a:pt x="4506" y="8507"/>
                    <a:pt x="4128" y="8854"/>
                    <a:pt x="4128" y="9358"/>
                  </a:cubicBezTo>
                  <a:lnTo>
                    <a:pt x="4128" y="10177"/>
                  </a:lnTo>
                  <a:lnTo>
                    <a:pt x="8286" y="10177"/>
                  </a:lnTo>
                  <a:lnTo>
                    <a:pt x="8286" y="9358"/>
                  </a:lnTo>
                  <a:cubicBezTo>
                    <a:pt x="8286" y="8885"/>
                    <a:pt x="7908" y="8507"/>
                    <a:pt x="7436" y="8507"/>
                  </a:cubicBezTo>
                  <a:lnTo>
                    <a:pt x="7436" y="7216"/>
                  </a:lnTo>
                  <a:cubicBezTo>
                    <a:pt x="8192" y="6932"/>
                    <a:pt x="8854" y="6428"/>
                    <a:pt x="9295" y="5766"/>
                  </a:cubicBezTo>
                  <a:lnTo>
                    <a:pt x="9484" y="5766"/>
                  </a:lnTo>
                  <a:cubicBezTo>
                    <a:pt x="11122" y="5766"/>
                    <a:pt x="12414" y="4475"/>
                    <a:pt x="12414" y="2899"/>
                  </a:cubicBezTo>
                  <a:lnTo>
                    <a:pt x="12414" y="1230"/>
                  </a:lnTo>
                  <a:cubicBezTo>
                    <a:pt x="12445" y="978"/>
                    <a:pt x="12288" y="852"/>
                    <a:pt x="12067" y="852"/>
                  </a:cubicBezTo>
                  <a:lnTo>
                    <a:pt x="9956" y="852"/>
                  </a:lnTo>
                  <a:lnTo>
                    <a:pt x="9956" y="410"/>
                  </a:lnTo>
                  <a:cubicBezTo>
                    <a:pt x="9956" y="158"/>
                    <a:pt x="9767" y="1"/>
                    <a:pt x="95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0" name="Google Shape;5560;p84"/>
          <p:cNvGrpSpPr/>
          <p:nvPr/>
        </p:nvGrpSpPr>
        <p:grpSpPr>
          <a:xfrm>
            <a:off x="826608" y="3191835"/>
            <a:ext cx="368157" cy="367290"/>
            <a:chOff x="-62154300" y="3743950"/>
            <a:chExt cx="318200" cy="317450"/>
          </a:xfrm>
        </p:grpSpPr>
        <p:sp>
          <p:nvSpPr>
            <p:cNvPr id="5561" name="Google Shape;5561;p84"/>
            <p:cNvSpPr/>
            <p:nvPr/>
          </p:nvSpPr>
          <p:spPr>
            <a:xfrm>
              <a:off x="-61992850" y="3743950"/>
              <a:ext cx="63825" cy="69150"/>
            </a:xfrm>
            <a:custGeom>
              <a:avLst/>
              <a:gdLst/>
              <a:ahLst/>
              <a:cxnLst/>
              <a:rect l="l" t="t" r="r" b="b"/>
              <a:pathLst>
                <a:path w="2553" h="2766" extrusionOk="0">
                  <a:moveTo>
                    <a:pt x="1261" y="1"/>
                  </a:moveTo>
                  <a:cubicBezTo>
                    <a:pt x="1009" y="1"/>
                    <a:pt x="851" y="221"/>
                    <a:pt x="851" y="410"/>
                  </a:cubicBezTo>
                  <a:lnTo>
                    <a:pt x="851" y="1355"/>
                  </a:lnTo>
                  <a:lnTo>
                    <a:pt x="725" y="1229"/>
                  </a:lnTo>
                  <a:cubicBezTo>
                    <a:pt x="646" y="1151"/>
                    <a:pt x="544" y="1111"/>
                    <a:pt x="442" y="1111"/>
                  </a:cubicBezTo>
                  <a:cubicBezTo>
                    <a:pt x="339" y="1111"/>
                    <a:pt x="237" y="1151"/>
                    <a:pt x="158" y="1229"/>
                  </a:cubicBezTo>
                  <a:cubicBezTo>
                    <a:pt x="1" y="1387"/>
                    <a:pt x="1" y="1670"/>
                    <a:pt x="158" y="1828"/>
                  </a:cubicBezTo>
                  <a:lnTo>
                    <a:pt x="977" y="2647"/>
                  </a:lnTo>
                  <a:cubicBezTo>
                    <a:pt x="1056" y="2726"/>
                    <a:pt x="1166" y="2765"/>
                    <a:pt x="1277" y="2765"/>
                  </a:cubicBezTo>
                  <a:cubicBezTo>
                    <a:pt x="1387" y="2765"/>
                    <a:pt x="1497" y="2726"/>
                    <a:pt x="1576" y="2647"/>
                  </a:cubicBezTo>
                  <a:lnTo>
                    <a:pt x="2395" y="1828"/>
                  </a:lnTo>
                  <a:cubicBezTo>
                    <a:pt x="2553" y="1670"/>
                    <a:pt x="2553" y="1387"/>
                    <a:pt x="2395" y="1229"/>
                  </a:cubicBezTo>
                  <a:cubicBezTo>
                    <a:pt x="2316" y="1151"/>
                    <a:pt x="2206" y="1111"/>
                    <a:pt x="2096" y="1111"/>
                  </a:cubicBezTo>
                  <a:cubicBezTo>
                    <a:pt x="1985" y="1111"/>
                    <a:pt x="1875" y="1151"/>
                    <a:pt x="1796" y="1229"/>
                  </a:cubicBezTo>
                  <a:lnTo>
                    <a:pt x="1670" y="1355"/>
                  </a:lnTo>
                  <a:lnTo>
                    <a:pt x="1670" y="410"/>
                  </a:lnTo>
                  <a:cubicBezTo>
                    <a:pt x="1670" y="221"/>
                    <a:pt x="1481"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84"/>
            <p:cNvSpPr/>
            <p:nvPr/>
          </p:nvSpPr>
          <p:spPr>
            <a:xfrm>
              <a:off x="-62154300" y="3785700"/>
              <a:ext cx="318200" cy="275700"/>
            </a:xfrm>
            <a:custGeom>
              <a:avLst/>
              <a:gdLst/>
              <a:ahLst/>
              <a:cxnLst/>
              <a:rect l="l" t="t" r="r" b="b"/>
              <a:pathLst>
                <a:path w="12728" h="11028" extrusionOk="0">
                  <a:moveTo>
                    <a:pt x="5261" y="3560"/>
                  </a:moveTo>
                  <a:cubicBezTo>
                    <a:pt x="5513" y="3560"/>
                    <a:pt x="5671" y="3781"/>
                    <a:pt x="5671" y="4002"/>
                  </a:cubicBezTo>
                  <a:lnTo>
                    <a:pt x="5671" y="5671"/>
                  </a:lnTo>
                  <a:cubicBezTo>
                    <a:pt x="5671" y="5892"/>
                    <a:pt x="5450" y="6112"/>
                    <a:pt x="5261" y="6112"/>
                  </a:cubicBezTo>
                  <a:cubicBezTo>
                    <a:pt x="5072" y="6112"/>
                    <a:pt x="4820" y="5892"/>
                    <a:pt x="4820" y="5671"/>
                  </a:cubicBezTo>
                  <a:lnTo>
                    <a:pt x="4820" y="4002"/>
                  </a:lnTo>
                  <a:cubicBezTo>
                    <a:pt x="4820" y="3781"/>
                    <a:pt x="5041" y="3560"/>
                    <a:pt x="5261" y="3560"/>
                  </a:cubicBezTo>
                  <a:close/>
                  <a:moveTo>
                    <a:pt x="7719" y="3560"/>
                  </a:moveTo>
                  <a:cubicBezTo>
                    <a:pt x="7908" y="3560"/>
                    <a:pt x="8128" y="3781"/>
                    <a:pt x="8128" y="4002"/>
                  </a:cubicBezTo>
                  <a:lnTo>
                    <a:pt x="8128" y="5671"/>
                  </a:lnTo>
                  <a:cubicBezTo>
                    <a:pt x="8128" y="5892"/>
                    <a:pt x="7939" y="6112"/>
                    <a:pt x="7719" y="6112"/>
                  </a:cubicBezTo>
                  <a:cubicBezTo>
                    <a:pt x="7467" y="6112"/>
                    <a:pt x="7309" y="5892"/>
                    <a:pt x="7309" y="5671"/>
                  </a:cubicBezTo>
                  <a:lnTo>
                    <a:pt x="7309" y="4002"/>
                  </a:lnTo>
                  <a:cubicBezTo>
                    <a:pt x="7309" y="3781"/>
                    <a:pt x="7498" y="3560"/>
                    <a:pt x="7719" y="3560"/>
                  </a:cubicBezTo>
                  <a:close/>
                  <a:moveTo>
                    <a:pt x="10239" y="3560"/>
                  </a:moveTo>
                  <a:cubicBezTo>
                    <a:pt x="10460" y="3560"/>
                    <a:pt x="10617" y="3781"/>
                    <a:pt x="10617" y="4002"/>
                  </a:cubicBezTo>
                  <a:lnTo>
                    <a:pt x="10617" y="5671"/>
                  </a:lnTo>
                  <a:cubicBezTo>
                    <a:pt x="10617" y="5892"/>
                    <a:pt x="10428" y="6112"/>
                    <a:pt x="10239" y="6112"/>
                  </a:cubicBezTo>
                  <a:cubicBezTo>
                    <a:pt x="9987" y="6112"/>
                    <a:pt x="9798" y="5892"/>
                    <a:pt x="9798" y="5671"/>
                  </a:cubicBezTo>
                  <a:lnTo>
                    <a:pt x="9798" y="4002"/>
                  </a:lnTo>
                  <a:cubicBezTo>
                    <a:pt x="9798" y="3781"/>
                    <a:pt x="9987" y="3560"/>
                    <a:pt x="10239" y="3560"/>
                  </a:cubicBezTo>
                  <a:close/>
                  <a:moveTo>
                    <a:pt x="5230" y="9357"/>
                  </a:moveTo>
                  <a:cubicBezTo>
                    <a:pt x="5450" y="9357"/>
                    <a:pt x="5608" y="9578"/>
                    <a:pt x="5608" y="9767"/>
                  </a:cubicBezTo>
                  <a:cubicBezTo>
                    <a:pt x="5608" y="9987"/>
                    <a:pt x="5419" y="10208"/>
                    <a:pt x="5230" y="10208"/>
                  </a:cubicBezTo>
                  <a:cubicBezTo>
                    <a:pt x="5041" y="10208"/>
                    <a:pt x="4789" y="9987"/>
                    <a:pt x="4789" y="9767"/>
                  </a:cubicBezTo>
                  <a:cubicBezTo>
                    <a:pt x="4820" y="9578"/>
                    <a:pt x="5041" y="9357"/>
                    <a:pt x="5230" y="9357"/>
                  </a:cubicBezTo>
                  <a:close/>
                  <a:moveTo>
                    <a:pt x="9924" y="9357"/>
                  </a:moveTo>
                  <a:cubicBezTo>
                    <a:pt x="10145" y="9357"/>
                    <a:pt x="10302" y="9578"/>
                    <a:pt x="10302" y="9767"/>
                  </a:cubicBezTo>
                  <a:cubicBezTo>
                    <a:pt x="10302" y="9987"/>
                    <a:pt x="10113" y="10208"/>
                    <a:pt x="9924" y="10208"/>
                  </a:cubicBezTo>
                  <a:cubicBezTo>
                    <a:pt x="9704" y="10208"/>
                    <a:pt x="9515" y="9987"/>
                    <a:pt x="9515" y="9767"/>
                  </a:cubicBezTo>
                  <a:cubicBezTo>
                    <a:pt x="9515" y="9578"/>
                    <a:pt x="9704" y="9357"/>
                    <a:pt x="9924" y="9357"/>
                  </a:cubicBezTo>
                  <a:close/>
                  <a:moveTo>
                    <a:pt x="441" y="0"/>
                  </a:moveTo>
                  <a:cubicBezTo>
                    <a:pt x="189" y="0"/>
                    <a:pt x="0" y="189"/>
                    <a:pt x="0" y="378"/>
                  </a:cubicBezTo>
                  <a:cubicBezTo>
                    <a:pt x="0" y="599"/>
                    <a:pt x="347" y="820"/>
                    <a:pt x="536" y="820"/>
                  </a:cubicBezTo>
                  <a:lnTo>
                    <a:pt x="2111" y="820"/>
                  </a:lnTo>
                  <a:cubicBezTo>
                    <a:pt x="2174" y="1103"/>
                    <a:pt x="3245" y="6711"/>
                    <a:pt x="3308" y="6994"/>
                  </a:cubicBezTo>
                  <a:cubicBezTo>
                    <a:pt x="2867" y="7184"/>
                    <a:pt x="2584" y="7625"/>
                    <a:pt x="2584" y="8097"/>
                  </a:cubicBezTo>
                  <a:cubicBezTo>
                    <a:pt x="2584" y="8759"/>
                    <a:pt x="3151" y="9326"/>
                    <a:pt x="3812" y="9326"/>
                  </a:cubicBezTo>
                  <a:lnTo>
                    <a:pt x="4001" y="9326"/>
                  </a:lnTo>
                  <a:cubicBezTo>
                    <a:pt x="3970" y="9452"/>
                    <a:pt x="3938" y="9609"/>
                    <a:pt x="3938" y="9767"/>
                  </a:cubicBezTo>
                  <a:cubicBezTo>
                    <a:pt x="3938" y="10429"/>
                    <a:pt x="4474" y="11027"/>
                    <a:pt x="5167" y="11027"/>
                  </a:cubicBezTo>
                  <a:cubicBezTo>
                    <a:pt x="5829" y="11027"/>
                    <a:pt x="6364" y="10460"/>
                    <a:pt x="6364" y="9767"/>
                  </a:cubicBezTo>
                  <a:cubicBezTo>
                    <a:pt x="6364" y="9609"/>
                    <a:pt x="6333" y="9483"/>
                    <a:pt x="6301" y="9326"/>
                  </a:cubicBezTo>
                  <a:lnTo>
                    <a:pt x="8664" y="9326"/>
                  </a:lnTo>
                  <a:cubicBezTo>
                    <a:pt x="8632" y="9452"/>
                    <a:pt x="8569" y="9609"/>
                    <a:pt x="8569" y="9767"/>
                  </a:cubicBezTo>
                  <a:cubicBezTo>
                    <a:pt x="8569" y="10429"/>
                    <a:pt x="9137" y="11027"/>
                    <a:pt x="9798" y="11027"/>
                  </a:cubicBezTo>
                  <a:cubicBezTo>
                    <a:pt x="10460" y="11027"/>
                    <a:pt x="11027" y="10460"/>
                    <a:pt x="11027" y="9767"/>
                  </a:cubicBezTo>
                  <a:cubicBezTo>
                    <a:pt x="11027" y="9609"/>
                    <a:pt x="10995" y="9483"/>
                    <a:pt x="10932" y="9357"/>
                  </a:cubicBezTo>
                  <a:lnTo>
                    <a:pt x="11562" y="9357"/>
                  </a:lnTo>
                  <a:cubicBezTo>
                    <a:pt x="11814" y="9357"/>
                    <a:pt x="12003" y="9168"/>
                    <a:pt x="12003" y="8979"/>
                  </a:cubicBezTo>
                  <a:cubicBezTo>
                    <a:pt x="12003" y="8727"/>
                    <a:pt x="11814" y="8538"/>
                    <a:pt x="11562" y="8538"/>
                  </a:cubicBezTo>
                  <a:lnTo>
                    <a:pt x="3749" y="8538"/>
                  </a:lnTo>
                  <a:cubicBezTo>
                    <a:pt x="3497" y="8538"/>
                    <a:pt x="3308" y="8349"/>
                    <a:pt x="3308" y="8160"/>
                  </a:cubicBezTo>
                  <a:cubicBezTo>
                    <a:pt x="3308" y="7940"/>
                    <a:pt x="3497" y="7719"/>
                    <a:pt x="3749" y="7719"/>
                  </a:cubicBezTo>
                  <a:lnTo>
                    <a:pt x="11468" y="7719"/>
                  </a:lnTo>
                  <a:cubicBezTo>
                    <a:pt x="11657" y="7719"/>
                    <a:pt x="11846" y="7562"/>
                    <a:pt x="11846" y="7373"/>
                  </a:cubicBezTo>
                  <a:lnTo>
                    <a:pt x="12665" y="2395"/>
                  </a:lnTo>
                  <a:cubicBezTo>
                    <a:pt x="12728" y="2143"/>
                    <a:pt x="12508" y="1922"/>
                    <a:pt x="12287" y="1922"/>
                  </a:cubicBezTo>
                  <a:lnTo>
                    <a:pt x="3056" y="1922"/>
                  </a:lnTo>
                  <a:lnTo>
                    <a:pt x="2741" y="347"/>
                  </a:lnTo>
                  <a:cubicBezTo>
                    <a:pt x="2710" y="158"/>
                    <a:pt x="2552"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3" name="Google Shape;5563;p84"/>
          <p:cNvGrpSpPr/>
          <p:nvPr/>
        </p:nvGrpSpPr>
        <p:grpSpPr>
          <a:xfrm>
            <a:off x="826594" y="3650815"/>
            <a:ext cx="368186" cy="366364"/>
            <a:chOff x="-62151950" y="4111775"/>
            <a:chExt cx="318225" cy="316650"/>
          </a:xfrm>
        </p:grpSpPr>
        <p:sp>
          <p:nvSpPr>
            <p:cNvPr id="5564" name="Google Shape;5564;p84"/>
            <p:cNvSpPr/>
            <p:nvPr/>
          </p:nvSpPr>
          <p:spPr>
            <a:xfrm>
              <a:off x="-62151950" y="4407925"/>
              <a:ext cx="318225" cy="20500"/>
            </a:xfrm>
            <a:custGeom>
              <a:avLst/>
              <a:gdLst/>
              <a:ahLst/>
              <a:cxnLst/>
              <a:rect l="l" t="t" r="r" b="b"/>
              <a:pathLst>
                <a:path w="12729" h="820" extrusionOk="0">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5" name="Google Shape;5565;p84"/>
            <p:cNvSpPr/>
            <p:nvPr/>
          </p:nvSpPr>
          <p:spPr>
            <a:xfrm>
              <a:off x="-62151950" y="4283475"/>
              <a:ext cx="84300" cy="104000"/>
            </a:xfrm>
            <a:custGeom>
              <a:avLst/>
              <a:gdLst/>
              <a:ahLst/>
              <a:cxnLst/>
              <a:rect l="l" t="t" r="r" b="b"/>
              <a:pathLst>
                <a:path w="3372" h="4160" extrusionOk="0">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84"/>
            <p:cNvSpPr/>
            <p:nvPr/>
          </p:nvSpPr>
          <p:spPr>
            <a:xfrm>
              <a:off x="-62033800" y="4111775"/>
              <a:ext cx="82725" cy="275700"/>
            </a:xfrm>
            <a:custGeom>
              <a:avLst/>
              <a:gdLst/>
              <a:ahLst/>
              <a:cxnLst/>
              <a:rect l="l" t="t" r="r" b="b"/>
              <a:pathLst>
                <a:path w="3309" h="11028" extrusionOk="0">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84"/>
            <p:cNvSpPr/>
            <p:nvPr/>
          </p:nvSpPr>
          <p:spPr>
            <a:xfrm>
              <a:off x="-61916450" y="4200775"/>
              <a:ext cx="82725" cy="186700"/>
            </a:xfrm>
            <a:custGeom>
              <a:avLst/>
              <a:gdLst/>
              <a:ahLst/>
              <a:cxnLst/>
              <a:rect l="l" t="t" r="r" b="b"/>
              <a:pathLst>
                <a:path w="3309" h="7468" extrusionOk="0">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8" name="Google Shape;5568;p84"/>
          <p:cNvGrpSpPr/>
          <p:nvPr/>
        </p:nvGrpSpPr>
        <p:grpSpPr>
          <a:xfrm>
            <a:off x="3045218" y="2741361"/>
            <a:ext cx="368157" cy="367434"/>
            <a:chOff x="-60254550" y="3367325"/>
            <a:chExt cx="318200" cy="317575"/>
          </a:xfrm>
        </p:grpSpPr>
        <p:sp>
          <p:nvSpPr>
            <p:cNvPr id="5569" name="Google Shape;5569;p84"/>
            <p:cNvSpPr/>
            <p:nvPr/>
          </p:nvSpPr>
          <p:spPr>
            <a:xfrm>
              <a:off x="-60219125" y="3367325"/>
              <a:ext cx="51225" cy="103575"/>
            </a:xfrm>
            <a:custGeom>
              <a:avLst/>
              <a:gdLst/>
              <a:ahLst/>
              <a:cxnLst/>
              <a:rect l="l" t="t" r="r" b="b"/>
              <a:pathLst>
                <a:path w="2049" h="4143" extrusionOk="0">
                  <a:moveTo>
                    <a:pt x="1051" y="0"/>
                  </a:moveTo>
                  <a:cubicBezTo>
                    <a:pt x="935" y="0"/>
                    <a:pt x="815" y="57"/>
                    <a:pt x="725" y="164"/>
                  </a:cubicBezTo>
                  <a:cubicBezTo>
                    <a:pt x="568" y="290"/>
                    <a:pt x="568" y="573"/>
                    <a:pt x="757" y="731"/>
                  </a:cubicBezTo>
                  <a:cubicBezTo>
                    <a:pt x="1103" y="1046"/>
                    <a:pt x="1103" y="1456"/>
                    <a:pt x="757" y="1771"/>
                  </a:cubicBezTo>
                  <a:cubicBezTo>
                    <a:pt x="32" y="2401"/>
                    <a:pt x="1" y="3377"/>
                    <a:pt x="757" y="4039"/>
                  </a:cubicBezTo>
                  <a:cubicBezTo>
                    <a:pt x="828" y="4110"/>
                    <a:pt x="924" y="4143"/>
                    <a:pt x="1023" y="4143"/>
                  </a:cubicBezTo>
                  <a:cubicBezTo>
                    <a:pt x="1144" y="4143"/>
                    <a:pt x="1269" y="4094"/>
                    <a:pt x="1356" y="4007"/>
                  </a:cubicBezTo>
                  <a:cubicBezTo>
                    <a:pt x="1513" y="3850"/>
                    <a:pt x="1513" y="3566"/>
                    <a:pt x="1292" y="3409"/>
                  </a:cubicBezTo>
                  <a:cubicBezTo>
                    <a:pt x="946" y="3094"/>
                    <a:pt x="946" y="2716"/>
                    <a:pt x="1292" y="2401"/>
                  </a:cubicBezTo>
                  <a:cubicBezTo>
                    <a:pt x="2017" y="1771"/>
                    <a:pt x="2049" y="762"/>
                    <a:pt x="1292" y="101"/>
                  </a:cubicBezTo>
                  <a:cubicBezTo>
                    <a:pt x="1224" y="33"/>
                    <a:pt x="1139" y="0"/>
                    <a:pt x="10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84"/>
            <p:cNvSpPr/>
            <p:nvPr/>
          </p:nvSpPr>
          <p:spPr>
            <a:xfrm>
              <a:off x="-60156900" y="3367325"/>
              <a:ext cx="51225" cy="103575"/>
            </a:xfrm>
            <a:custGeom>
              <a:avLst/>
              <a:gdLst/>
              <a:ahLst/>
              <a:cxnLst/>
              <a:rect l="l" t="t" r="r" b="b"/>
              <a:pathLst>
                <a:path w="2049" h="4143" extrusionOk="0">
                  <a:moveTo>
                    <a:pt x="1038" y="0"/>
                  </a:moveTo>
                  <a:cubicBezTo>
                    <a:pt x="913" y="0"/>
                    <a:pt x="783" y="57"/>
                    <a:pt x="694" y="164"/>
                  </a:cubicBezTo>
                  <a:cubicBezTo>
                    <a:pt x="536" y="290"/>
                    <a:pt x="536" y="573"/>
                    <a:pt x="757" y="731"/>
                  </a:cubicBezTo>
                  <a:cubicBezTo>
                    <a:pt x="1103" y="1046"/>
                    <a:pt x="1103" y="1456"/>
                    <a:pt x="757" y="1771"/>
                  </a:cubicBezTo>
                  <a:cubicBezTo>
                    <a:pt x="32" y="2401"/>
                    <a:pt x="1" y="3377"/>
                    <a:pt x="757" y="4039"/>
                  </a:cubicBezTo>
                  <a:cubicBezTo>
                    <a:pt x="828" y="4110"/>
                    <a:pt x="918" y="4143"/>
                    <a:pt x="1010" y="4143"/>
                  </a:cubicBezTo>
                  <a:cubicBezTo>
                    <a:pt x="1122" y="4143"/>
                    <a:pt x="1237" y="4094"/>
                    <a:pt x="1324" y="4007"/>
                  </a:cubicBezTo>
                  <a:cubicBezTo>
                    <a:pt x="1481" y="3850"/>
                    <a:pt x="1481" y="3566"/>
                    <a:pt x="1292" y="3409"/>
                  </a:cubicBezTo>
                  <a:cubicBezTo>
                    <a:pt x="946" y="3094"/>
                    <a:pt x="946" y="2716"/>
                    <a:pt x="1292" y="2401"/>
                  </a:cubicBezTo>
                  <a:cubicBezTo>
                    <a:pt x="2017" y="1771"/>
                    <a:pt x="2049" y="762"/>
                    <a:pt x="1292" y="101"/>
                  </a:cubicBezTo>
                  <a:cubicBezTo>
                    <a:pt x="1224" y="33"/>
                    <a:pt x="1133" y="0"/>
                    <a:pt x="10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84"/>
            <p:cNvSpPr/>
            <p:nvPr/>
          </p:nvSpPr>
          <p:spPr>
            <a:xfrm>
              <a:off x="-60094675" y="3367325"/>
              <a:ext cx="51225" cy="103575"/>
            </a:xfrm>
            <a:custGeom>
              <a:avLst/>
              <a:gdLst/>
              <a:ahLst/>
              <a:cxnLst/>
              <a:rect l="l" t="t" r="r" b="b"/>
              <a:pathLst>
                <a:path w="2049" h="4143" extrusionOk="0">
                  <a:moveTo>
                    <a:pt x="1038" y="0"/>
                  </a:moveTo>
                  <a:cubicBezTo>
                    <a:pt x="913" y="0"/>
                    <a:pt x="783" y="57"/>
                    <a:pt x="694" y="164"/>
                  </a:cubicBezTo>
                  <a:cubicBezTo>
                    <a:pt x="536" y="290"/>
                    <a:pt x="536" y="573"/>
                    <a:pt x="725" y="731"/>
                  </a:cubicBezTo>
                  <a:cubicBezTo>
                    <a:pt x="1103" y="1046"/>
                    <a:pt x="1103" y="1456"/>
                    <a:pt x="725" y="1771"/>
                  </a:cubicBezTo>
                  <a:cubicBezTo>
                    <a:pt x="32" y="2401"/>
                    <a:pt x="1" y="3377"/>
                    <a:pt x="725" y="4039"/>
                  </a:cubicBezTo>
                  <a:cubicBezTo>
                    <a:pt x="796" y="4110"/>
                    <a:pt x="893" y="4143"/>
                    <a:pt x="992" y="4143"/>
                  </a:cubicBezTo>
                  <a:cubicBezTo>
                    <a:pt x="1113" y="4143"/>
                    <a:pt x="1237" y="4094"/>
                    <a:pt x="1324" y="4007"/>
                  </a:cubicBezTo>
                  <a:cubicBezTo>
                    <a:pt x="1481" y="3850"/>
                    <a:pt x="1481" y="3566"/>
                    <a:pt x="1292" y="3409"/>
                  </a:cubicBezTo>
                  <a:cubicBezTo>
                    <a:pt x="946" y="3094"/>
                    <a:pt x="946" y="2716"/>
                    <a:pt x="1292" y="2401"/>
                  </a:cubicBezTo>
                  <a:cubicBezTo>
                    <a:pt x="1985" y="1771"/>
                    <a:pt x="2048" y="762"/>
                    <a:pt x="1292" y="101"/>
                  </a:cubicBezTo>
                  <a:cubicBezTo>
                    <a:pt x="1224" y="33"/>
                    <a:pt x="1133" y="0"/>
                    <a:pt x="10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84"/>
            <p:cNvSpPr/>
            <p:nvPr/>
          </p:nvSpPr>
          <p:spPr>
            <a:xfrm>
              <a:off x="-60254550" y="3478525"/>
              <a:ext cx="318200" cy="206375"/>
            </a:xfrm>
            <a:custGeom>
              <a:avLst/>
              <a:gdLst/>
              <a:ahLst/>
              <a:cxnLst/>
              <a:rect l="l" t="t" r="r" b="b"/>
              <a:pathLst>
                <a:path w="12728" h="8255" extrusionOk="0">
                  <a:moveTo>
                    <a:pt x="10428" y="1607"/>
                  </a:moveTo>
                  <a:cubicBezTo>
                    <a:pt x="11184" y="1607"/>
                    <a:pt x="11814" y="2237"/>
                    <a:pt x="11814" y="2994"/>
                  </a:cubicBezTo>
                  <a:cubicBezTo>
                    <a:pt x="11814" y="3718"/>
                    <a:pt x="11184" y="4380"/>
                    <a:pt x="10428" y="4380"/>
                  </a:cubicBezTo>
                  <a:lnTo>
                    <a:pt x="9767" y="4380"/>
                  </a:lnTo>
                  <a:cubicBezTo>
                    <a:pt x="9861" y="4002"/>
                    <a:pt x="9893" y="3655"/>
                    <a:pt x="9893" y="3246"/>
                  </a:cubicBezTo>
                  <a:lnTo>
                    <a:pt x="9893" y="1607"/>
                  </a:lnTo>
                  <a:close/>
                  <a:moveTo>
                    <a:pt x="410" y="1"/>
                  </a:moveTo>
                  <a:cubicBezTo>
                    <a:pt x="158" y="1"/>
                    <a:pt x="0" y="190"/>
                    <a:pt x="0" y="379"/>
                  </a:cubicBezTo>
                  <a:lnTo>
                    <a:pt x="0" y="3309"/>
                  </a:lnTo>
                  <a:cubicBezTo>
                    <a:pt x="0" y="5041"/>
                    <a:pt x="882" y="6522"/>
                    <a:pt x="2237" y="7436"/>
                  </a:cubicBezTo>
                  <a:lnTo>
                    <a:pt x="441" y="7436"/>
                  </a:lnTo>
                  <a:cubicBezTo>
                    <a:pt x="189" y="7436"/>
                    <a:pt x="32" y="7625"/>
                    <a:pt x="32" y="7845"/>
                  </a:cubicBezTo>
                  <a:cubicBezTo>
                    <a:pt x="32" y="8066"/>
                    <a:pt x="252" y="8255"/>
                    <a:pt x="441" y="8255"/>
                  </a:cubicBezTo>
                  <a:lnTo>
                    <a:pt x="9546" y="8255"/>
                  </a:lnTo>
                  <a:cubicBezTo>
                    <a:pt x="9767" y="8255"/>
                    <a:pt x="9924" y="8066"/>
                    <a:pt x="9924" y="7845"/>
                  </a:cubicBezTo>
                  <a:cubicBezTo>
                    <a:pt x="9924" y="7593"/>
                    <a:pt x="9735" y="7436"/>
                    <a:pt x="9546" y="7436"/>
                  </a:cubicBezTo>
                  <a:lnTo>
                    <a:pt x="7719" y="7436"/>
                  </a:lnTo>
                  <a:cubicBezTo>
                    <a:pt x="8538" y="6900"/>
                    <a:pt x="9168" y="6144"/>
                    <a:pt x="9578" y="5230"/>
                  </a:cubicBezTo>
                  <a:lnTo>
                    <a:pt x="10523" y="5230"/>
                  </a:lnTo>
                  <a:cubicBezTo>
                    <a:pt x="11751" y="5230"/>
                    <a:pt x="12728" y="4254"/>
                    <a:pt x="12728" y="3025"/>
                  </a:cubicBezTo>
                  <a:cubicBezTo>
                    <a:pt x="12728" y="1796"/>
                    <a:pt x="11657" y="788"/>
                    <a:pt x="10428" y="788"/>
                  </a:cubicBezTo>
                  <a:lnTo>
                    <a:pt x="9893" y="788"/>
                  </a:lnTo>
                  <a:lnTo>
                    <a:pt x="9893" y="379"/>
                  </a:lnTo>
                  <a:cubicBezTo>
                    <a:pt x="9893" y="158"/>
                    <a:pt x="9704" y="1"/>
                    <a:pt x="94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73" name="Google Shape;5573;p84"/>
          <p:cNvGrpSpPr/>
          <p:nvPr/>
        </p:nvGrpSpPr>
        <p:grpSpPr>
          <a:xfrm>
            <a:off x="3046115" y="3192355"/>
            <a:ext cx="366364" cy="366248"/>
            <a:chOff x="-60255350" y="3733825"/>
            <a:chExt cx="316650" cy="316550"/>
          </a:xfrm>
        </p:grpSpPr>
        <p:sp>
          <p:nvSpPr>
            <p:cNvPr id="5574" name="Google Shape;5574;p84"/>
            <p:cNvSpPr/>
            <p:nvPr/>
          </p:nvSpPr>
          <p:spPr>
            <a:xfrm>
              <a:off x="-60218325" y="3733825"/>
              <a:ext cx="235525" cy="316550"/>
            </a:xfrm>
            <a:custGeom>
              <a:avLst/>
              <a:gdLst/>
              <a:ahLst/>
              <a:cxnLst/>
              <a:rect l="l" t="t" r="r" b="b"/>
              <a:pathLst>
                <a:path w="9421" h="12662" extrusionOk="0">
                  <a:moveTo>
                    <a:pt x="4821" y="1666"/>
                  </a:moveTo>
                  <a:cubicBezTo>
                    <a:pt x="5073" y="1666"/>
                    <a:pt x="5262" y="1886"/>
                    <a:pt x="5262" y="2075"/>
                  </a:cubicBezTo>
                  <a:lnTo>
                    <a:pt x="5262" y="2359"/>
                  </a:lnTo>
                  <a:cubicBezTo>
                    <a:pt x="5734" y="2485"/>
                    <a:pt x="6081" y="2989"/>
                    <a:pt x="6081" y="3525"/>
                  </a:cubicBezTo>
                  <a:cubicBezTo>
                    <a:pt x="6081" y="3777"/>
                    <a:pt x="5892" y="3934"/>
                    <a:pt x="5640" y="3934"/>
                  </a:cubicBezTo>
                  <a:cubicBezTo>
                    <a:pt x="5419" y="3934"/>
                    <a:pt x="5262" y="3714"/>
                    <a:pt x="5262" y="3525"/>
                  </a:cubicBezTo>
                  <a:cubicBezTo>
                    <a:pt x="5262" y="3273"/>
                    <a:pt x="5073" y="3084"/>
                    <a:pt x="4821" y="3084"/>
                  </a:cubicBezTo>
                  <a:cubicBezTo>
                    <a:pt x="4569" y="3084"/>
                    <a:pt x="4411" y="3273"/>
                    <a:pt x="4411" y="3525"/>
                  </a:cubicBezTo>
                  <a:cubicBezTo>
                    <a:pt x="4411" y="3777"/>
                    <a:pt x="4789" y="3997"/>
                    <a:pt x="5104" y="4249"/>
                  </a:cubicBezTo>
                  <a:cubicBezTo>
                    <a:pt x="5514" y="4564"/>
                    <a:pt x="6081" y="4942"/>
                    <a:pt x="6081" y="5604"/>
                  </a:cubicBezTo>
                  <a:cubicBezTo>
                    <a:pt x="6081" y="6171"/>
                    <a:pt x="5734" y="6612"/>
                    <a:pt x="5262" y="6801"/>
                  </a:cubicBezTo>
                  <a:lnTo>
                    <a:pt x="5262" y="7085"/>
                  </a:lnTo>
                  <a:cubicBezTo>
                    <a:pt x="5262" y="7305"/>
                    <a:pt x="5041" y="7463"/>
                    <a:pt x="4821" y="7463"/>
                  </a:cubicBezTo>
                  <a:cubicBezTo>
                    <a:pt x="4569" y="7463"/>
                    <a:pt x="4411" y="7274"/>
                    <a:pt x="4411" y="7085"/>
                  </a:cubicBezTo>
                  <a:lnTo>
                    <a:pt x="4411" y="6801"/>
                  </a:lnTo>
                  <a:cubicBezTo>
                    <a:pt x="3938" y="6644"/>
                    <a:pt x="3592" y="6171"/>
                    <a:pt x="3592" y="5604"/>
                  </a:cubicBezTo>
                  <a:cubicBezTo>
                    <a:pt x="3592" y="5383"/>
                    <a:pt x="3781" y="5194"/>
                    <a:pt x="4033" y="5194"/>
                  </a:cubicBezTo>
                  <a:cubicBezTo>
                    <a:pt x="4253" y="5194"/>
                    <a:pt x="4411" y="5383"/>
                    <a:pt x="4411" y="5604"/>
                  </a:cubicBezTo>
                  <a:cubicBezTo>
                    <a:pt x="4411" y="5856"/>
                    <a:pt x="4632" y="6014"/>
                    <a:pt x="4821" y="6014"/>
                  </a:cubicBezTo>
                  <a:cubicBezTo>
                    <a:pt x="5041" y="6014"/>
                    <a:pt x="5262" y="5824"/>
                    <a:pt x="5262" y="5604"/>
                  </a:cubicBezTo>
                  <a:cubicBezTo>
                    <a:pt x="5262" y="5383"/>
                    <a:pt x="4947" y="5131"/>
                    <a:pt x="4569" y="4911"/>
                  </a:cubicBezTo>
                  <a:cubicBezTo>
                    <a:pt x="4159" y="4596"/>
                    <a:pt x="3592" y="4186"/>
                    <a:pt x="3592" y="3525"/>
                  </a:cubicBezTo>
                  <a:cubicBezTo>
                    <a:pt x="3592" y="2989"/>
                    <a:pt x="3938" y="2548"/>
                    <a:pt x="4411" y="2359"/>
                  </a:cubicBezTo>
                  <a:lnTo>
                    <a:pt x="4411" y="2075"/>
                  </a:lnTo>
                  <a:cubicBezTo>
                    <a:pt x="4411" y="1823"/>
                    <a:pt x="4632" y="1666"/>
                    <a:pt x="4821" y="1666"/>
                  </a:cubicBezTo>
                  <a:close/>
                  <a:moveTo>
                    <a:pt x="6081" y="9385"/>
                  </a:moveTo>
                  <a:lnTo>
                    <a:pt x="6081" y="10235"/>
                  </a:lnTo>
                  <a:lnTo>
                    <a:pt x="3592" y="10235"/>
                  </a:lnTo>
                  <a:lnTo>
                    <a:pt x="3592" y="9385"/>
                  </a:lnTo>
                  <a:close/>
                  <a:moveTo>
                    <a:pt x="4801" y="0"/>
                  </a:moveTo>
                  <a:cubicBezTo>
                    <a:pt x="4498" y="0"/>
                    <a:pt x="4188" y="29"/>
                    <a:pt x="3875" y="91"/>
                  </a:cubicBezTo>
                  <a:cubicBezTo>
                    <a:pt x="2111" y="500"/>
                    <a:pt x="693" y="1949"/>
                    <a:pt x="378" y="3714"/>
                  </a:cubicBezTo>
                  <a:cubicBezTo>
                    <a:pt x="0" y="5698"/>
                    <a:pt x="1008" y="7652"/>
                    <a:pt x="2773" y="8565"/>
                  </a:cubicBezTo>
                  <a:lnTo>
                    <a:pt x="2773" y="10582"/>
                  </a:lnTo>
                  <a:cubicBezTo>
                    <a:pt x="2773" y="11716"/>
                    <a:pt x="3718" y="12661"/>
                    <a:pt x="4852" y="12661"/>
                  </a:cubicBezTo>
                  <a:cubicBezTo>
                    <a:pt x="5986" y="12661"/>
                    <a:pt x="6963" y="11716"/>
                    <a:pt x="6963" y="10582"/>
                  </a:cubicBezTo>
                  <a:lnTo>
                    <a:pt x="6963" y="8565"/>
                  </a:lnTo>
                  <a:cubicBezTo>
                    <a:pt x="8444" y="7778"/>
                    <a:pt x="9420" y="6234"/>
                    <a:pt x="9420" y="4501"/>
                  </a:cubicBezTo>
                  <a:cubicBezTo>
                    <a:pt x="9392" y="2000"/>
                    <a:pt x="7308" y="0"/>
                    <a:pt x="48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84"/>
            <p:cNvSpPr/>
            <p:nvPr/>
          </p:nvSpPr>
          <p:spPr>
            <a:xfrm>
              <a:off x="-60255350" y="3844775"/>
              <a:ext cx="34675" cy="20500"/>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58"/>
                    <a:pt x="1166" y="0"/>
                    <a:pt x="9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84"/>
            <p:cNvSpPr/>
            <p:nvPr/>
          </p:nvSpPr>
          <p:spPr>
            <a:xfrm>
              <a:off x="-59974175" y="3844775"/>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58"/>
                    <a:pt x="1230"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84"/>
            <p:cNvSpPr/>
            <p:nvPr/>
          </p:nvSpPr>
          <p:spPr>
            <a:xfrm>
              <a:off x="-60212825" y="3939475"/>
              <a:ext cx="32325" cy="30350"/>
            </a:xfrm>
            <a:custGeom>
              <a:avLst/>
              <a:gdLst/>
              <a:ahLst/>
              <a:cxnLst/>
              <a:rect l="l" t="t" r="r" b="b"/>
              <a:pathLst>
                <a:path w="1293" h="1214" extrusionOk="0">
                  <a:moveTo>
                    <a:pt x="836" y="1"/>
                  </a:moveTo>
                  <a:cubicBezTo>
                    <a:pt x="725" y="1"/>
                    <a:pt x="615" y="40"/>
                    <a:pt x="536" y="119"/>
                  </a:cubicBezTo>
                  <a:lnTo>
                    <a:pt x="158" y="497"/>
                  </a:lnTo>
                  <a:cubicBezTo>
                    <a:pt x="1" y="654"/>
                    <a:pt x="1" y="938"/>
                    <a:pt x="158" y="1096"/>
                  </a:cubicBezTo>
                  <a:cubicBezTo>
                    <a:pt x="237" y="1174"/>
                    <a:pt x="340" y="1214"/>
                    <a:pt x="442" y="1214"/>
                  </a:cubicBezTo>
                  <a:cubicBezTo>
                    <a:pt x="544" y="1214"/>
                    <a:pt x="647" y="1174"/>
                    <a:pt x="725" y="1096"/>
                  </a:cubicBezTo>
                  <a:lnTo>
                    <a:pt x="1135" y="686"/>
                  </a:lnTo>
                  <a:cubicBezTo>
                    <a:pt x="1293" y="528"/>
                    <a:pt x="1293" y="245"/>
                    <a:pt x="1135" y="119"/>
                  </a:cubicBezTo>
                  <a:cubicBezTo>
                    <a:pt x="1056" y="40"/>
                    <a:pt x="946" y="1"/>
                    <a:pt x="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84"/>
            <p:cNvSpPr/>
            <p:nvPr/>
          </p:nvSpPr>
          <p:spPr>
            <a:xfrm>
              <a:off x="-60012750" y="3739425"/>
              <a:ext cx="32300" cy="30350"/>
            </a:xfrm>
            <a:custGeom>
              <a:avLst/>
              <a:gdLst/>
              <a:ahLst/>
              <a:cxnLst/>
              <a:rect l="l" t="t" r="r" b="b"/>
              <a:pathLst>
                <a:path w="1292" h="1214" extrusionOk="0">
                  <a:moveTo>
                    <a:pt x="835" y="1"/>
                  </a:moveTo>
                  <a:cubicBezTo>
                    <a:pt x="725" y="1"/>
                    <a:pt x="614" y="40"/>
                    <a:pt x="536" y="119"/>
                  </a:cubicBezTo>
                  <a:lnTo>
                    <a:pt x="126" y="497"/>
                  </a:lnTo>
                  <a:cubicBezTo>
                    <a:pt x="0" y="654"/>
                    <a:pt x="0" y="938"/>
                    <a:pt x="126" y="1095"/>
                  </a:cubicBezTo>
                  <a:cubicBezTo>
                    <a:pt x="205" y="1174"/>
                    <a:pt x="315" y="1213"/>
                    <a:pt x="425" y="1213"/>
                  </a:cubicBezTo>
                  <a:cubicBezTo>
                    <a:pt x="536" y="1213"/>
                    <a:pt x="646" y="1174"/>
                    <a:pt x="725" y="1095"/>
                  </a:cubicBezTo>
                  <a:lnTo>
                    <a:pt x="1134" y="686"/>
                  </a:lnTo>
                  <a:cubicBezTo>
                    <a:pt x="1292" y="560"/>
                    <a:pt x="1292" y="276"/>
                    <a:pt x="1134" y="119"/>
                  </a:cubicBezTo>
                  <a:cubicBezTo>
                    <a:pt x="1056" y="40"/>
                    <a:pt x="945" y="1"/>
                    <a:pt x="8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84"/>
            <p:cNvSpPr/>
            <p:nvPr/>
          </p:nvSpPr>
          <p:spPr>
            <a:xfrm>
              <a:off x="-60012750" y="3939475"/>
              <a:ext cx="32300" cy="30350"/>
            </a:xfrm>
            <a:custGeom>
              <a:avLst/>
              <a:gdLst/>
              <a:ahLst/>
              <a:cxnLst/>
              <a:rect l="l" t="t" r="r" b="b"/>
              <a:pathLst>
                <a:path w="1292" h="1214" extrusionOk="0">
                  <a:moveTo>
                    <a:pt x="425" y="1"/>
                  </a:moveTo>
                  <a:cubicBezTo>
                    <a:pt x="315" y="1"/>
                    <a:pt x="205" y="40"/>
                    <a:pt x="126" y="119"/>
                  </a:cubicBezTo>
                  <a:cubicBezTo>
                    <a:pt x="0" y="245"/>
                    <a:pt x="0" y="528"/>
                    <a:pt x="126" y="686"/>
                  </a:cubicBezTo>
                  <a:lnTo>
                    <a:pt x="536" y="1096"/>
                  </a:lnTo>
                  <a:cubicBezTo>
                    <a:pt x="614" y="1174"/>
                    <a:pt x="725" y="1214"/>
                    <a:pt x="835" y="1214"/>
                  </a:cubicBezTo>
                  <a:cubicBezTo>
                    <a:pt x="945" y="1214"/>
                    <a:pt x="1056" y="1174"/>
                    <a:pt x="1134" y="1096"/>
                  </a:cubicBezTo>
                  <a:cubicBezTo>
                    <a:pt x="1292" y="938"/>
                    <a:pt x="1292" y="654"/>
                    <a:pt x="1134" y="497"/>
                  </a:cubicBezTo>
                  <a:lnTo>
                    <a:pt x="725" y="119"/>
                  </a:lnTo>
                  <a:cubicBezTo>
                    <a:pt x="646" y="40"/>
                    <a:pt x="536" y="1"/>
                    <a:pt x="4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84"/>
            <p:cNvSpPr/>
            <p:nvPr/>
          </p:nvSpPr>
          <p:spPr>
            <a:xfrm>
              <a:off x="-60212825" y="3739425"/>
              <a:ext cx="32325" cy="30350"/>
            </a:xfrm>
            <a:custGeom>
              <a:avLst/>
              <a:gdLst/>
              <a:ahLst/>
              <a:cxnLst/>
              <a:rect l="l" t="t" r="r" b="b"/>
              <a:pathLst>
                <a:path w="1293" h="1214" extrusionOk="0">
                  <a:moveTo>
                    <a:pt x="442" y="1"/>
                  </a:moveTo>
                  <a:cubicBezTo>
                    <a:pt x="340" y="1"/>
                    <a:pt x="237" y="40"/>
                    <a:pt x="158" y="119"/>
                  </a:cubicBezTo>
                  <a:cubicBezTo>
                    <a:pt x="1" y="276"/>
                    <a:pt x="1" y="560"/>
                    <a:pt x="158" y="686"/>
                  </a:cubicBezTo>
                  <a:lnTo>
                    <a:pt x="536" y="1095"/>
                  </a:lnTo>
                  <a:cubicBezTo>
                    <a:pt x="615" y="1174"/>
                    <a:pt x="725" y="1213"/>
                    <a:pt x="836" y="1213"/>
                  </a:cubicBezTo>
                  <a:cubicBezTo>
                    <a:pt x="946" y="1213"/>
                    <a:pt x="1056" y="1174"/>
                    <a:pt x="1135" y="1095"/>
                  </a:cubicBezTo>
                  <a:cubicBezTo>
                    <a:pt x="1293" y="938"/>
                    <a:pt x="1293" y="654"/>
                    <a:pt x="1135" y="497"/>
                  </a:cubicBezTo>
                  <a:lnTo>
                    <a:pt x="725" y="119"/>
                  </a:lnTo>
                  <a:cubicBezTo>
                    <a:pt x="647" y="40"/>
                    <a:pt x="544"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81" name="Google Shape;5581;p84"/>
          <p:cNvGrpSpPr/>
          <p:nvPr/>
        </p:nvGrpSpPr>
        <p:grpSpPr>
          <a:xfrm>
            <a:off x="3073912" y="3651263"/>
            <a:ext cx="310770" cy="365467"/>
            <a:chOff x="-60232500" y="4101525"/>
            <a:chExt cx="268600" cy="315875"/>
          </a:xfrm>
        </p:grpSpPr>
        <p:sp>
          <p:nvSpPr>
            <p:cNvPr id="5582" name="Google Shape;5582;p84"/>
            <p:cNvSpPr/>
            <p:nvPr/>
          </p:nvSpPr>
          <p:spPr>
            <a:xfrm>
              <a:off x="-60222275" y="4273225"/>
              <a:ext cx="63025" cy="144175"/>
            </a:xfrm>
            <a:custGeom>
              <a:avLst/>
              <a:gdLst/>
              <a:ahLst/>
              <a:cxnLst/>
              <a:rect l="l" t="t" r="r" b="b"/>
              <a:pathLst>
                <a:path w="2521" h="5767" extrusionOk="0">
                  <a:moveTo>
                    <a:pt x="1261" y="1"/>
                  </a:moveTo>
                  <a:cubicBezTo>
                    <a:pt x="1072" y="1"/>
                    <a:pt x="851" y="190"/>
                    <a:pt x="851" y="379"/>
                  </a:cubicBezTo>
                  <a:lnTo>
                    <a:pt x="851" y="662"/>
                  </a:lnTo>
                  <a:cubicBezTo>
                    <a:pt x="379" y="820"/>
                    <a:pt x="1" y="1293"/>
                    <a:pt x="1" y="1828"/>
                  </a:cubicBezTo>
                  <a:cubicBezTo>
                    <a:pt x="1" y="2521"/>
                    <a:pt x="568" y="2899"/>
                    <a:pt x="1009" y="3214"/>
                  </a:cubicBezTo>
                  <a:cubicBezTo>
                    <a:pt x="1324" y="3466"/>
                    <a:pt x="1671" y="3687"/>
                    <a:pt x="1671" y="3939"/>
                  </a:cubicBezTo>
                  <a:cubicBezTo>
                    <a:pt x="1671" y="4160"/>
                    <a:pt x="1482" y="4349"/>
                    <a:pt x="1261" y="4349"/>
                  </a:cubicBezTo>
                  <a:cubicBezTo>
                    <a:pt x="1072" y="4349"/>
                    <a:pt x="851" y="4160"/>
                    <a:pt x="851" y="3939"/>
                  </a:cubicBezTo>
                  <a:cubicBezTo>
                    <a:pt x="851" y="3687"/>
                    <a:pt x="631" y="3529"/>
                    <a:pt x="442" y="3529"/>
                  </a:cubicBezTo>
                  <a:cubicBezTo>
                    <a:pt x="253" y="3529"/>
                    <a:pt x="64" y="3718"/>
                    <a:pt x="64" y="3939"/>
                  </a:cubicBezTo>
                  <a:cubicBezTo>
                    <a:pt x="64" y="4475"/>
                    <a:pt x="410" y="4916"/>
                    <a:pt x="883" y="5105"/>
                  </a:cubicBezTo>
                  <a:lnTo>
                    <a:pt x="883" y="5388"/>
                  </a:lnTo>
                  <a:cubicBezTo>
                    <a:pt x="883" y="5609"/>
                    <a:pt x="1072" y="5766"/>
                    <a:pt x="1324" y="5766"/>
                  </a:cubicBezTo>
                  <a:cubicBezTo>
                    <a:pt x="1545" y="5766"/>
                    <a:pt x="1702" y="5577"/>
                    <a:pt x="1702" y="5388"/>
                  </a:cubicBezTo>
                  <a:lnTo>
                    <a:pt x="1702" y="5105"/>
                  </a:lnTo>
                  <a:cubicBezTo>
                    <a:pt x="2175" y="4947"/>
                    <a:pt x="2521" y="4475"/>
                    <a:pt x="2521" y="3939"/>
                  </a:cubicBezTo>
                  <a:cubicBezTo>
                    <a:pt x="2521" y="3246"/>
                    <a:pt x="1986" y="2868"/>
                    <a:pt x="1545" y="2553"/>
                  </a:cubicBezTo>
                  <a:cubicBezTo>
                    <a:pt x="1229" y="2301"/>
                    <a:pt x="883" y="2080"/>
                    <a:pt x="883" y="1828"/>
                  </a:cubicBezTo>
                  <a:cubicBezTo>
                    <a:pt x="883" y="1608"/>
                    <a:pt x="1072" y="1450"/>
                    <a:pt x="1261" y="1450"/>
                  </a:cubicBezTo>
                  <a:cubicBezTo>
                    <a:pt x="1513" y="1450"/>
                    <a:pt x="1671" y="1639"/>
                    <a:pt x="1671" y="1828"/>
                  </a:cubicBezTo>
                  <a:cubicBezTo>
                    <a:pt x="1671" y="2080"/>
                    <a:pt x="1860" y="2269"/>
                    <a:pt x="2112" y="2269"/>
                  </a:cubicBezTo>
                  <a:cubicBezTo>
                    <a:pt x="2332" y="2269"/>
                    <a:pt x="2490" y="2080"/>
                    <a:pt x="2490" y="1828"/>
                  </a:cubicBezTo>
                  <a:cubicBezTo>
                    <a:pt x="2490" y="1293"/>
                    <a:pt x="2143" y="852"/>
                    <a:pt x="1671" y="662"/>
                  </a:cubicBezTo>
                  <a:lnTo>
                    <a:pt x="1671" y="379"/>
                  </a:lnTo>
                  <a:cubicBezTo>
                    <a:pt x="1671" y="158"/>
                    <a:pt x="1482"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84"/>
            <p:cNvSpPr/>
            <p:nvPr/>
          </p:nvSpPr>
          <p:spPr>
            <a:xfrm>
              <a:off x="-60232500" y="4101525"/>
              <a:ext cx="268600" cy="315875"/>
            </a:xfrm>
            <a:custGeom>
              <a:avLst/>
              <a:gdLst/>
              <a:ahLst/>
              <a:cxnLst/>
              <a:rect l="l" t="t" r="r" b="b"/>
              <a:pathLst>
                <a:path w="10744" h="12635" extrusionOk="0">
                  <a:moveTo>
                    <a:pt x="5356" y="1"/>
                  </a:moveTo>
                  <a:cubicBezTo>
                    <a:pt x="5104" y="1"/>
                    <a:pt x="4946" y="190"/>
                    <a:pt x="4946" y="410"/>
                  </a:cubicBezTo>
                  <a:lnTo>
                    <a:pt x="4946" y="820"/>
                  </a:lnTo>
                  <a:cubicBezTo>
                    <a:pt x="2206" y="1041"/>
                    <a:pt x="0" y="3340"/>
                    <a:pt x="0" y="6176"/>
                  </a:cubicBezTo>
                  <a:lnTo>
                    <a:pt x="0" y="6585"/>
                  </a:lnTo>
                  <a:lnTo>
                    <a:pt x="32" y="6585"/>
                  </a:lnTo>
                  <a:cubicBezTo>
                    <a:pt x="32" y="6806"/>
                    <a:pt x="221" y="6963"/>
                    <a:pt x="473" y="6963"/>
                  </a:cubicBezTo>
                  <a:cubicBezTo>
                    <a:pt x="693" y="6963"/>
                    <a:pt x="851" y="6774"/>
                    <a:pt x="851" y="6585"/>
                  </a:cubicBezTo>
                  <a:cubicBezTo>
                    <a:pt x="851" y="6113"/>
                    <a:pt x="1197" y="5766"/>
                    <a:pt x="1701" y="5766"/>
                  </a:cubicBezTo>
                  <a:cubicBezTo>
                    <a:pt x="2174" y="5766"/>
                    <a:pt x="2521" y="6113"/>
                    <a:pt x="2521" y="6585"/>
                  </a:cubicBezTo>
                  <a:cubicBezTo>
                    <a:pt x="2521" y="6806"/>
                    <a:pt x="2710" y="6963"/>
                    <a:pt x="2899" y="6963"/>
                  </a:cubicBezTo>
                  <a:cubicBezTo>
                    <a:pt x="3119" y="6963"/>
                    <a:pt x="3308" y="6774"/>
                    <a:pt x="3308" y="6585"/>
                  </a:cubicBezTo>
                  <a:cubicBezTo>
                    <a:pt x="3308" y="6113"/>
                    <a:pt x="3655" y="5766"/>
                    <a:pt x="4127" y="5766"/>
                  </a:cubicBezTo>
                  <a:cubicBezTo>
                    <a:pt x="4600" y="5766"/>
                    <a:pt x="4946" y="6113"/>
                    <a:pt x="4946" y="6585"/>
                  </a:cubicBezTo>
                  <a:lnTo>
                    <a:pt x="4946" y="11437"/>
                  </a:lnTo>
                  <a:cubicBezTo>
                    <a:pt x="4946" y="12099"/>
                    <a:pt x="5514" y="12634"/>
                    <a:pt x="6175" y="12634"/>
                  </a:cubicBezTo>
                  <a:cubicBezTo>
                    <a:pt x="6837" y="12634"/>
                    <a:pt x="7404" y="12099"/>
                    <a:pt x="7404" y="11437"/>
                  </a:cubicBezTo>
                  <a:lnTo>
                    <a:pt x="7404" y="10586"/>
                  </a:lnTo>
                  <a:cubicBezTo>
                    <a:pt x="7404" y="10366"/>
                    <a:pt x="7215" y="10208"/>
                    <a:pt x="6994" y="10208"/>
                  </a:cubicBezTo>
                  <a:cubicBezTo>
                    <a:pt x="6805" y="10208"/>
                    <a:pt x="6616" y="10397"/>
                    <a:pt x="6616" y="10586"/>
                  </a:cubicBezTo>
                  <a:lnTo>
                    <a:pt x="6616" y="11437"/>
                  </a:lnTo>
                  <a:cubicBezTo>
                    <a:pt x="6616" y="11658"/>
                    <a:pt x="6427" y="11815"/>
                    <a:pt x="6175" y="11815"/>
                  </a:cubicBezTo>
                  <a:cubicBezTo>
                    <a:pt x="5955" y="11815"/>
                    <a:pt x="5797" y="11626"/>
                    <a:pt x="5797" y="11437"/>
                  </a:cubicBezTo>
                  <a:lnTo>
                    <a:pt x="5797" y="6585"/>
                  </a:lnTo>
                  <a:cubicBezTo>
                    <a:pt x="5797" y="6113"/>
                    <a:pt x="6144" y="5766"/>
                    <a:pt x="6616" y="5766"/>
                  </a:cubicBezTo>
                  <a:cubicBezTo>
                    <a:pt x="7089" y="5766"/>
                    <a:pt x="7435" y="6113"/>
                    <a:pt x="7435" y="6585"/>
                  </a:cubicBezTo>
                  <a:cubicBezTo>
                    <a:pt x="7435" y="6806"/>
                    <a:pt x="7624" y="6963"/>
                    <a:pt x="7876" y="6963"/>
                  </a:cubicBezTo>
                  <a:cubicBezTo>
                    <a:pt x="8097" y="6963"/>
                    <a:pt x="8255" y="6774"/>
                    <a:pt x="8255" y="6585"/>
                  </a:cubicBezTo>
                  <a:cubicBezTo>
                    <a:pt x="8255" y="6113"/>
                    <a:pt x="8633" y="5766"/>
                    <a:pt x="9105" y="5766"/>
                  </a:cubicBezTo>
                  <a:cubicBezTo>
                    <a:pt x="9578" y="5766"/>
                    <a:pt x="9924" y="6113"/>
                    <a:pt x="9924" y="6585"/>
                  </a:cubicBezTo>
                  <a:cubicBezTo>
                    <a:pt x="9924" y="6806"/>
                    <a:pt x="10113" y="6963"/>
                    <a:pt x="10302" y="6963"/>
                  </a:cubicBezTo>
                  <a:cubicBezTo>
                    <a:pt x="10523" y="6963"/>
                    <a:pt x="10743" y="6774"/>
                    <a:pt x="10743" y="6585"/>
                  </a:cubicBezTo>
                  <a:lnTo>
                    <a:pt x="10743" y="6176"/>
                  </a:lnTo>
                  <a:cubicBezTo>
                    <a:pt x="10743" y="3340"/>
                    <a:pt x="8538" y="1041"/>
                    <a:pt x="5797" y="820"/>
                  </a:cubicBezTo>
                  <a:lnTo>
                    <a:pt x="5797" y="410"/>
                  </a:lnTo>
                  <a:cubicBezTo>
                    <a:pt x="5797" y="158"/>
                    <a:pt x="5577" y="1"/>
                    <a:pt x="5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84" name="Google Shape;5584;p84"/>
          <p:cNvSpPr/>
          <p:nvPr/>
        </p:nvSpPr>
        <p:spPr>
          <a:xfrm>
            <a:off x="2161686" y="4120197"/>
            <a:ext cx="366335" cy="367290"/>
          </a:xfrm>
          <a:custGeom>
            <a:avLst/>
            <a:gdLst/>
            <a:ahLst/>
            <a:cxnLst/>
            <a:rect l="l" t="t" r="r" b="b"/>
            <a:pathLst>
              <a:path w="12665" h="12698" extrusionOk="0">
                <a:moveTo>
                  <a:pt x="9200" y="883"/>
                </a:moveTo>
                <a:lnTo>
                  <a:pt x="9200" y="1702"/>
                </a:lnTo>
                <a:lnTo>
                  <a:pt x="3403" y="1702"/>
                </a:lnTo>
                <a:lnTo>
                  <a:pt x="3403" y="883"/>
                </a:lnTo>
                <a:close/>
                <a:moveTo>
                  <a:pt x="4222" y="3340"/>
                </a:moveTo>
                <a:lnTo>
                  <a:pt x="4222" y="4191"/>
                </a:lnTo>
                <a:lnTo>
                  <a:pt x="3403" y="4191"/>
                </a:lnTo>
                <a:lnTo>
                  <a:pt x="3403" y="3340"/>
                </a:lnTo>
                <a:close/>
                <a:moveTo>
                  <a:pt x="6711" y="3340"/>
                </a:moveTo>
                <a:lnTo>
                  <a:pt x="6711" y="4191"/>
                </a:lnTo>
                <a:lnTo>
                  <a:pt x="5892" y="4191"/>
                </a:lnTo>
                <a:lnTo>
                  <a:pt x="5892" y="3340"/>
                </a:lnTo>
                <a:close/>
                <a:moveTo>
                  <a:pt x="9200" y="3340"/>
                </a:moveTo>
                <a:lnTo>
                  <a:pt x="9200" y="4191"/>
                </a:lnTo>
                <a:lnTo>
                  <a:pt x="8349" y="4191"/>
                </a:lnTo>
                <a:lnTo>
                  <a:pt x="8349" y="3340"/>
                </a:lnTo>
                <a:close/>
                <a:moveTo>
                  <a:pt x="4222" y="5010"/>
                </a:moveTo>
                <a:lnTo>
                  <a:pt x="4222" y="5829"/>
                </a:lnTo>
                <a:lnTo>
                  <a:pt x="3403" y="5829"/>
                </a:lnTo>
                <a:lnTo>
                  <a:pt x="3403" y="5010"/>
                </a:lnTo>
                <a:close/>
                <a:moveTo>
                  <a:pt x="6711" y="5010"/>
                </a:moveTo>
                <a:lnTo>
                  <a:pt x="6711" y="5829"/>
                </a:lnTo>
                <a:lnTo>
                  <a:pt x="5892" y="5829"/>
                </a:lnTo>
                <a:lnTo>
                  <a:pt x="5892" y="5010"/>
                </a:lnTo>
                <a:close/>
                <a:moveTo>
                  <a:pt x="9200" y="5010"/>
                </a:moveTo>
                <a:lnTo>
                  <a:pt x="9200" y="5829"/>
                </a:lnTo>
                <a:lnTo>
                  <a:pt x="8349" y="5829"/>
                </a:lnTo>
                <a:lnTo>
                  <a:pt x="8349" y="5010"/>
                </a:lnTo>
                <a:close/>
                <a:moveTo>
                  <a:pt x="4222" y="6648"/>
                </a:moveTo>
                <a:lnTo>
                  <a:pt x="4222" y="7499"/>
                </a:lnTo>
                <a:lnTo>
                  <a:pt x="3403" y="7499"/>
                </a:lnTo>
                <a:lnTo>
                  <a:pt x="3403" y="6648"/>
                </a:lnTo>
                <a:close/>
                <a:moveTo>
                  <a:pt x="6711" y="6648"/>
                </a:moveTo>
                <a:lnTo>
                  <a:pt x="6711" y="7499"/>
                </a:lnTo>
                <a:lnTo>
                  <a:pt x="5892" y="7499"/>
                </a:lnTo>
                <a:lnTo>
                  <a:pt x="5892" y="6648"/>
                </a:lnTo>
                <a:close/>
                <a:moveTo>
                  <a:pt x="9200" y="6648"/>
                </a:moveTo>
                <a:lnTo>
                  <a:pt x="9200" y="7499"/>
                </a:lnTo>
                <a:lnTo>
                  <a:pt x="8349" y="7499"/>
                </a:lnTo>
                <a:lnTo>
                  <a:pt x="8349" y="6648"/>
                </a:lnTo>
                <a:close/>
                <a:moveTo>
                  <a:pt x="1733" y="9137"/>
                </a:moveTo>
                <a:lnTo>
                  <a:pt x="1733" y="11909"/>
                </a:lnTo>
                <a:lnTo>
                  <a:pt x="819" y="11909"/>
                </a:lnTo>
                <a:lnTo>
                  <a:pt x="819" y="9137"/>
                </a:lnTo>
                <a:close/>
                <a:moveTo>
                  <a:pt x="5892" y="9137"/>
                </a:moveTo>
                <a:lnTo>
                  <a:pt x="5892" y="11909"/>
                </a:lnTo>
                <a:lnTo>
                  <a:pt x="4222" y="11909"/>
                </a:lnTo>
                <a:lnTo>
                  <a:pt x="4222" y="9137"/>
                </a:lnTo>
                <a:close/>
                <a:moveTo>
                  <a:pt x="8349" y="9137"/>
                </a:moveTo>
                <a:lnTo>
                  <a:pt x="8349" y="11909"/>
                </a:lnTo>
                <a:lnTo>
                  <a:pt x="6711" y="11909"/>
                </a:lnTo>
                <a:lnTo>
                  <a:pt x="6711" y="9137"/>
                </a:lnTo>
                <a:close/>
                <a:moveTo>
                  <a:pt x="11783" y="9137"/>
                </a:moveTo>
                <a:lnTo>
                  <a:pt x="11783" y="11909"/>
                </a:lnTo>
                <a:lnTo>
                  <a:pt x="10806" y="11909"/>
                </a:lnTo>
                <a:lnTo>
                  <a:pt x="10806" y="9137"/>
                </a:lnTo>
                <a:close/>
                <a:moveTo>
                  <a:pt x="2993" y="1"/>
                </a:moveTo>
                <a:cubicBezTo>
                  <a:pt x="2773" y="1"/>
                  <a:pt x="2615" y="190"/>
                  <a:pt x="2615" y="410"/>
                </a:cubicBezTo>
                <a:lnTo>
                  <a:pt x="2615" y="1670"/>
                </a:lnTo>
                <a:lnTo>
                  <a:pt x="2206" y="1670"/>
                </a:lnTo>
                <a:cubicBezTo>
                  <a:pt x="1985" y="1670"/>
                  <a:pt x="1796" y="1859"/>
                  <a:pt x="1796" y="2080"/>
                </a:cubicBezTo>
                <a:lnTo>
                  <a:pt x="1796" y="8318"/>
                </a:lnTo>
                <a:lnTo>
                  <a:pt x="410" y="8318"/>
                </a:lnTo>
                <a:cubicBezTo>
                  <a:pt x="158" y="8318"/>
                  <a:pt x="0" y="8507"/>
                  <a:pt x="0" y="8696"/>
                </a:cubicBezTo>
                <a:lnTo>
                  <a:pt x="0" y="12287"/>
                </a:lnTo>
                <a:cubicBezTo>
                  <a:pt x="0" y="12540"/>
                  <a:pt x="221" y="12697"/>
                  <a:pt x="410" y="12697"/>
                </a:cubicBezTo>
                <a:lnTo>
                  <a:pt x="12256" y="12697"/>
                </a:lnTo>
                <a:cubicBezTo>
                  <a:pt x="12508" y="12697"/>
                  <a:pt x="12665" y="12477"/>
                  <a:pt x="12665" y="12287"/>
                </a:cubicBezTo>
                <a:lnTo>
                  <a:pt x="12665" y="8696"/>
                </a:lnTo>
                <a:cubicBezTo>
                  <a:pt x="12602" y="8475"/>
                  <a:pt x="12445" y="8318"/>
                  <a:pt x="12224" y="8318"/>
                </a:cubicBezTo>
                <a:lnTo>
                  <a:pt x="10838" y="8318"/>
                </a:lnTo>
                <a:lnTo>
                  <a:pt x="10838" y="2080"/>
                </a:lnTo>
                <a:cubicBezTo>
                  <a:pt x="10838" y="1859"/>
                  <a:pt x="10649" y="1670"/>
                  <a:pt x="10460" y="1670"/>
                </a:cubicBezTo>
                <a:lnTo>
                  <a:pt x="10019" y="1670"/>
                </a:lnTo>
                <a:lnTo>
                  <a:pt x="10019" y="410"/>
                </a:lnTo>
                <a:cubicBezTo>
                  <a:pt x="10019" y="158"/>
                  <a:pt x="9830" y="1"/>
                  <a:pt x="96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85" name="Google Shape;5585;p84"/>
          <p:cNvGrpSpPr/>
          <p:nvPr/>
        </p:nvGrpSpPr>
        <p:grpSpPr>
          <a:xfrm>
            <a:off x="2606912" y="1377094"/>
            <a:ext cx="368186" cy="366364"/>
            <a:chOff x="-63679950" y="3360375"/>
            <a:chExt cx="318225" cy="316650"/>
          </a:xfrm>
        </p:grpSpPr>
        <p:sp>
          <p:nvSpPr>
            <p:cNvPr id="5586" name="Google Shape;5586;p84"/>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84"/>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84"/>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84"/>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90" name="Google Shape;5590;p84"/>
          <p:cNvSpPr/>
          <p:nvPr/>
        </p:nvSpPr>
        <p:spPr>
          <a:xfrm>
            <a:off x="2605879" y="1819397"/>
            <a:ext cx="370009" cy="367724"/>
          </a:xfrm>
          <a:custGeom>
            <a:avLst/>
            <a:gdLst/>
            <a:ahLst/>
            <a:cxnLst/>
            <a:rect l="l" t="t" r="r" b="b"/>
            <a:pathLst>
              <a:path w="12792" h="12713" extrusionOk="0">
                <a:moveTo>
                  <a:pt x="8633" y="1229"/>
                </a:moveTo>
                <a:cubicBezTo>
                  <a:pt x="8854" y="1229"/>
                  <a:pt x="9011" y="1418"/>
                  <a:pt x="9011" y="1607"/>
                </a:cubicBezTo>
                <a:lnTo>
                  <a:pt x="9011" y="1890"/>
                </a:lnTo>
                <a:cubicBezTo>
                  <a:pt x="9484" y="2048"/>
                  <a:pt x="9831" y="2520"/>
                  <a:pt x="9831" y="3088"/>
                </a:cubicBezTo>
                <a:cubicBezTo>
                  <a:pt x="9831" y="3308"/>
                  <a:pt x="9641" y="3497"/>
                  <a:pt x="9452" y="3497"/>
                </a:cubicBezTo>
                <a:cubicBezTo>
                  <a:pt x="9200" y="3497"/>
                  <a:pt x="9011" y="3308"/>
                  <a:pt x="9011" y="3088"/>
                </a:cubicBezTo>
                <a:cubicBezTo>
                  <a:pt x="9011" y="2835"/>
                  <a:pt x="8822" y="2678"/>
                  <a:pt x="8633" y="2678"/>
                </a:cubicBezTo>
                <a:cubicBezTo>
                  <a:pt x="8413" y="2678"/>
                  <a:pt x="8192" y="2867"/>
                  <a:pt x="8192" y="3088"/>
                </a:cubicBezTo>
                <a:cubicBezTo>
                  <a:pt x="8224" y="3308"/>
                  <a:pt x="8570" y="3529"/>
                  <a:pt x="8885" y="3781"/>
                </a:cubicBezTo>
                <a:cubicBezTo>
                  <a:pt x="9326" y="4096"/>
                  <a:pt x="9894" y="4505"/>
                  <a:pt x="9894" y="5167"/>
                </a:cubicBezTo>
                <a:cubicBezTo>
                  <a:pt x="9894" y="5702"/>
                  <a:pt x="9515" y="6143"/>
                  <a:pt x="9043" y="6333"/>
                </a:cubicBezTo>
                <a:lnTo>
                  <a:pt x="9043" y="6616"/>
                </a:lnTo>
                <a:cubicBezTo>
                  <a:pt x="9043" y="6868"/>
                  <a:pt x="8854" y="7026"/>
                  <a:pt x="8665" y="7026"/>
                </a:cubicBezTo>
                <a:cubicBezTo>
                  <a:pt x="8476" y="7026"/>
                  <a:pt x="8224" y="6805"/>
                  <a:pt x="8224" y="6616"/>
                </a:cubicBezTo>
                <a:lnTo>
                  <a:pt x="8224" y="6333"/>
                </a:lnTo>
                <a:cubicBezTo>
                  <a:pt x="7751" y="6175"/>
                  <a:pt x="7405" y="5702"/>
                  <a:pt x="7405" y="5167"/>
                </a:cubicBezTo>
                <a:cubicBezTo>
                  <a:pt x="7405" y="4915"/>
                  <a:pt x="7594" y="4757"/>
                  <a:pt x="7783" y="4757"/>
                </a:cubicBezTo>
                <a:cubicBezTo>
                  <a:pt x="8003" y="4757"/>
                  <a:pt x="8192" y="4978"/>
                  <a:pt x="8192" y="5167"/>
                </a:cubicBezTo>
                <a:cubicBezTo>
                  <a:pt x="8192" y="5387"/>
                  <a:pt x="8381" y="5608"/>
                  <a:pt x="8633" y="5608"/>
                </a:cubicBezTo>
                <a:cubicBezTo>
                  <a:pt x="8854" y="5608"/>
                  <a:pt x="9011" y="5387"/>
                  <a:pt x="9011" y="5167"/>
                </a:cubicBezTo>
                <a:cubicBezTo>
                  <a:pt x="9011" y="4915"/>
                  <a:pt x="8696" y="4694"/>
                  <a:pt x="8350" y="4442"/>
                </a:cubicBezTo>
                <a:cubicBezTo>
                  <a:pt x="7909" y="4127"/>
                  <a:pt x="7373" y="3749"/>
                  <a:pt x="7373" y="3088"/>
                </a:cubicBezTo>
                <a:cubicBezTo>
                  <a:pt x="7373" y="2520"/>
                  <a:pt x="7720" y="2079"/>
                  <a:pt x="8192" y="1890"/>
                </a:cubicBezTo>
                <a:lnTo>
                  <a:pt x="8192" y="1607"/>
                </a:lnTo>
                <a:cubicBezTo>
                  <a:pt x="8192" y="1386"/>
                  <a:pt x="8381" y="1229"/>
                  <a:pt x="8633" y="1229"/>
                </a:cubicBezTo>
                <a:close/>
                <a:moveTo>
                  <a:pt x="6050" y="6616"/>
                </a:moveTo>
                <a:lnTo>
                  <a:pt x="5073" y="10239"/>
                </a:lnTo>
                <a:lnTo>
                  <a:pt x="4853" y="9388"/>
                </a:lnTo>
                <a:cubicBezTo>
                  <a:pt x="4793" y="9168"/>
                  <a:pt x="4617" y="9049"/>
                  <a:pt x="4433" y="9049"/>
                </a:cubicBezTo>
                <a:cubicBezTo>
                  <a:pt x="4328" y="9049"/>
                  <a:pt x="4220" y="9088"/>
                  <a:pt x="4128" y="9168"/>
                </a:cubicBezTo>
                <a:lnTo>
                  <a:pt x="1450" y="11846"/>
                </a:lnTo>
                <a:lnTo>
                  <a:pt x="852" y="11279"/>
                </a:lnTo>
                <a:lnTo>
                  <a:pt x="3530" y="8601"/>
                </a:lnTo>
                <a:cubicBezTo>
                  <a:pt x="3782" y="8349"/>
                  <a:pt x="3656" y="7939"/>
                  <a:pt x="3341" y="7876"/>
                </a:cubicBezTo>
                <a:lnTo>
                  <a:pt x="2490" y="7624"/>
                </a:lnTo>
                <a:lnTo>
                  <a:pt x="6050" y="6616"/>
                </a:lnTo>
                <a:close/>
                <a:moveTo>
                  <a:pt x="8665" y="0"/>
                </a:moveTo>
                <a:cubicBezTo>
                  <a:pt x="6365" y="0"/>
                  <a:pt x="4538" y="1859"/>
                  <a:pt x="4538" y="4127"/>
                </a:cubicBezTo>
                <a:cubicBezTo>
                  <a:pt x="4538" y="4852"/>
                  <a:pt x="4695" y="5513"/>
                  <a:pt x="5042" y="6112"/>
                </a:cubicBezTo>
                <a:lnTo>
                  <a:pt x="820" y="7341"/>
                </a:lnTo>
                <a:cubicBezTo>
                  <a:pt x="442" y="7435"/>
                  <a:pt x="442" y="8034"/>
                  <a:pt x="820" y="8128"/>
                </a:cubicBezTo>
                <a:lnTo>
                  <a:pt x="2490" y="8538"/>
                </a:lnTo>
                <a:lnTo>
                  <a:pt x="316" y="10712"/>
                </a:lnTo>
                <a:cubicBezTo>
                  <a:pt x="1" y="11027"/>
                  <a:pt x="1" y="11594"/>
                  <a:pt x="316" y="11909"/>
                </a:cubicBezTo>
                <a:lnTo>
                  <a:pt x="915" y="12476"/>
                </a:lnTo>
                <a:cubicBezTo>
                  <a:pt x="1072" y="12633"/>
                  <a:pt x="1285" y="12712"/>
                  <a:pt x="1497" y="12712"/>
                </a:cubicBezTo>
                <a:cubicBezTo>
                  <a:pt x="1710" y="12712"/>
                  <a:pt x="1923" y="12633"/>
                  <a:pt x="2080" y="12476"/>
                </a:cubicBezTo>
                <a:lnTo>
                  <a:pt x="4254" y="10334"/>
                </a:lnTo>
                <a:lnTo>
                  <a:pt x="4695" y="11972"/>
                </a:lnTo>
                <a:cubicBezTo>
                  <a:pt x="4759" y="12180"/>
                  <a:pt x="4930" y="12291"/>
                  <a:pt x="5098" y="12291"/>
                </a:cubicBezTo>
                <a:cubicBezTo>
                  <a:pt x="5261" y="12291"/>
                  <a:pt x="5421" y="12188"/>
                  <a:pt x="5483" y="11972"/>
                </a:cubicBezTo>
                <a:lnTo>
                  <a:pt x="6712" y="7750"/>
                </a:lnTo>
                <a:cubicBezTo>
                  <a:pt x="7279" y="8065"/>
                  <a:pt x="7972" y="8286"/>
                  <a:pt x="8665" y="8286"/>
                </a:cubicBezTo>
                <a:cubicBezTo>
                  <a:pt x="10965" y="8286"/>
                  <a:pt x="12792" y="6427"/>
                  <a:pt x="12792" y="4127"/>
                </a:cubicBezTo>
                <a:cubicBezTo>
                  <a:pt x="12760" y="1859"/>
                  <a:pt x="10902" y="0"/>
                  <a:pt x="8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91" name="Google Shape;5591;p84"/>
          <p:cNvGrpSpPr/>
          <p:nvPr/>
        </p:nvGrpSpPr>
        <p:grpSpPr>
          <a:xfrm>
            <a:off x="2605539" y="2248431"/>
            <a:ext cx="370934" cy="367521"/>
            <a:chOff x="-63679950" y="4093450"/>
            <a:chExt cx="320600" cy="317650"/>
          </a:xfrm>
        </p:grpSpPr>
        <p:sp>
          <p:nvSpPr>
            <p:cNvPr id="5592" name="Google Shape;5592;p84"/>
            <p:cNvSpPr/>
            <p:nvPr/>
          </p:nvSpPr>
          <p:spPr>
            <a:xfrm>
              <a:off x="-63595650" y="4093450"/>
              <a:ext cx="236300" cy="230425"/>
            </a:xfrm>
            <a:custGeom>
              <a:avLst/>
              <a:gdLst/>
              <a:ahLst/>
              <a:cxnLst/>
              <a:rect l="l" t="t" r="r" b="b"/>
              <a:pathLst>
                <a:path w="9452" h="9217" extrusionOk="0">
                  <a:moveTo>
                    <a:pt x="3387" y="836"/>
                  </a:moveTo>
                  <a:cubicBezTo>
                    <a:pt x="3497" y="836"/>
                    <a:pt x="3607" y="875"/>
                    <a:pt x="3686" y="954"/>
                  </a:cubicBezTo>
                  <a:cubicBezTo>
                    <a:pt x="3844" y="1111"/>
                    <a:pt x="3844" y="1395"/>
                    <a:pt x="3686" y="1553"/>
                  </a:cubicBezTo>
                  <a:lnTo>
                    <a:pt x="1638" y="3600"/>
                  </a:lnTo>
                  <a:cubicBezTo>
                    <a:pt x="1560" y="3679"/>
                    <a:pt x="1449" y="3718"/>
                    <a:pt x="1339" y="3718"/>
                  </a:cubicBezTo>
                  <a:cubicBezTo>
                    <a:pt x="1229" y="3718"/>
                    <a:pt x="1118" y="3679"/>
                    <a:pt x="1040" y="3600"/>
                  </a:cubicBezTo>
                  <a:cubicBezTo>
                    <a:pt x="882" y="3443"/>
                    <a:pt x="882" y="3159"/>
                    <a:pt x="1040" y="3002"/>
                  </a:cubicBezTo>
                  <a:lnTo>
                    <a:pt x="3088" y="954"/>
                  </a:lnTo>
                  <a:cubicBezTo>
                    <a:pt x="3166" y="875"/>
                    <a:pt x="3277" y="836"/>
                    <a:pt x="3387" y="836"/>
                  </a:cubicBezTo>
                  <a:close/>
                  <a:moveTo>
                    <a:pt x="8081" y="5530"/>
                  </a:moveTo>
                  <a:cubicBezTo>
                    <a:pt x="8191" y="5530"/>
                    <a:pt x="8302" y="5569"/>
                    <a:pt x="8380" y="5648"/>
                  </a:cubicBezTo>
                  <a:cubicBezTo>
                    <a:pt x="8538" y="5806"/>
                    <a:pt x="8538" y="6089"/>
                    <a:pt x="8380" y="6247"/>
                  </a:cubicBezTo>
                  <a:lnTo>
                    <a:pt x="6333" y="8295"/>
                  </a:lnTo>
                  <a:cubicBezTo>
                    <a:pt x="6254" y="8358"/>
                    <a:pt x="6143" y="8389"/>
                    <a:pt x="6033" y="8389"/>
                  </a:cubicBezTo>
                  <a:cubicBezTo>
                    <a:pt x="5923" y="8389"/>
                    <a:pt x="5813" y="8358"/>
                    <a:pt x="5734" y="8295"/>
                  </a:cubicBezTo>
                  <a:cubicBezTo>
                    <a:pt x="5576" y="8137"/>
                    <a:pt x="5576" y="7853"/>
                    <a:pt x="5734" y="7696"/>
                  </a:cubicBezTo>
                  <a:lnTo>
                    <a:pt x="7782" y="5648"/>
                  </a:lnTo>
                  <a:cubicBezTo>
                    <a:pt x="7861" y="5569"/>
                    <a:pt x="7971" y="5530"/>
                    <a:pt x="8081" y="5530"/>
                  </a:cubicBezTo>
                  <a:close/>
                  <a:moveTo>
                    <a:pt x="3414" y="1"/>
                  </a:moveTo>
                  <a:cubicBezTo>
                    <a:pt x="3095" y="1"/>
                    <a:pt x="2772" y="119"/>
                    <a:pt x="2520" y="355"/>
                  </a:cubicBezTo>
                  <a:lnTo>
                    <a:pt x="473" y="2403"/>
                  </a:lnTo>
                  <a:cubicBezTo>
                    <a:pt x="0" y="2876"/>
                    <a:pt x="0" y="3663"/>
                    <a:pt x="473" y="4199"/>
                  </a:cubicBezTo>
                  <a:cubicBezTo>
                    <a:pt x="700" y="4406"/>
                    <a:pt x="1008" y="4544"/>
                    <a:pt x="1345" y="4544"/>
                  </a:cubicBezTo>
                  <a:cubicBezTo>
                    <a:pt x="1522" y="4544"/>
                    <a:pt x="1706" y="4506"/>
                    <a:pt x="1890" y="4419"/>
                  </a:cubicBezTo>
                  <a:lnTo>
                    <a:pt x="4915" y="7444"/>
                  </a:lnTo>
                  <a:cubicBezTo>
                    <a:pt x="4663" y="7980"/>
                    <a:pt x="4789" y="8515"/>
                    <a:pt x="5135" y="8862"/>
                  </a:cubicBezTo>
                  <a:cubicBezTo>
                    <a:pt x="5372" y="9098"/>
                    <a:pt x="5687" y="9216"/>
                    <a:pt x="6010" y="9216"/>
                  </a:cubicBezTo>
                  <a:cubicBezTo>
                    <a:pt x="6333" y="9216"/>
                    <a:pt x="6663" y="9098"/>
                    <a:pt x="6931" y="8862"/>
                  </a:cubicBezTo>
                  <a:lnTo>
                    <a:pt x="8979" y="6814"/>
                  </a:lnTo>
                  <a:cubicBezTo>
                    <a:pt x="9452" y="6341"/>
                    <a:pt x="9452" y="5554"/>
                    <a:pt x="8979" y="5050"/>
                  </a:cubicBezTo>
                  <a:cubicBezTo>
                    <a:pt x="8757" y="4828"/>
                    <a:pt x="8445" y="4696"/>
                    <a:pt x="8117" y="4696"/>
                  </a:cubicBezTo>
                  <a:cubicBezTo>
                    <a:pt x="7933" y="4696"/>
                    <a:pt x="7743" y="4738"/>
                    <a:pt x="7561" y="4829"/>
                  </a:cubicBezTo>
                  <a:lnTo>
                    <a:pt x="4505" y="1773"/>
                  </a:lnTo>
                  <a:cubicBezTo>
                    <a:pt x="4757" y="1269"/>
                    <a:pt x="4631" y="733"/>
                    <a:pt x="4285" y="355"/>
                  </a:cubicBezTo>
                  <a:cubicBezTo>
                    <a:pt x="4048" y="119"/>
                    <a:pt x="3733" y="1"/>
                    <a:pt x="34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84"/>
            <p:cNvSpPr/>
            <p:nvPr/>
          </p:nvSpPr>
          <p:spPr>
            <a:xfrm>
              <a:off x="-63679950" y="4233850"/>
              <a:ext cx="177250" cy="177250"/>
            </a:xfrm>
            <a:custGeom>
              <a:avLst/>
              <a:gdLst/>
              <a:ahLst/>
              <a:cxnLst/>
              <a:rect l="l" t="t" r="r" b="b"/>
              <a:pathLst>
                <a:path w="7090" h="7090" extrusionOk="0">
                  <a:moveTo>
                    <a:pt x="5325" y="1"/>
                  </a:moveTo>
                  <a:lnTo>
                    <a:pt x="4160" y="1166"/>
                  </a:lnTo>
                  <a:cubicBezTo>
                    <a:pt x="4081" y="1088"/>
                    <a:pt x="3971" y="1048"/>
                    <a:pt x="3860" y="1048"/>
                  </a:cubicBezTo>
                  <a:cubicBezTo>
                    <a:pt x="3750" y="1048"/>
                    <a:pt x="3640" y="1088"/>
                    <a:pt x="3561" y="1166"/>
                  </a:cubicBezTo>
                  <a:lnTo>
                    <a:pt x="474" y="4254"/>
                  </a:lnTo>
                  <a:cubicBezTo>
                    <a:pt x="159" y="4569"/>
                    <a:pt x="1" y="4947"/>
                    <a:pt x="1" y="5419"/>
                  </a:cubicBezTo>
                  <a:cubicBezTo>
                    <a:pt x="1" y="5861"/>
                    <a:pt x="159" y="6302"/>
                    <a:pt x="474" y="6617"/>
                  </a:cubicBezTo>
                  <a:cubicBezTo>
                    <a:pt x="789" y="6932"/>
                    <a:pt x="1214" y="7089"/>
                    <a:pt x="1639" y="7089"/>
                  </a:cubicBezTo>
                  <a:cubicBezTo>
                    <a:pt x="2065" y="7089"/>
                    <a:pt x="2490" y="6932"/>
                    <a:pt x="2805" y="6617"/>
                  </a:cubicBezTo>
                  <a:lnTo>
                    <a:pt x="5892" y="3529"/>
                  </a:lnTo>
                  <a:cubicBezTo>
                    <a:pt x="6081" y="3372"/>
                    <a:pt x="6081" y="3088"/>
                    <a:pt x="5924" y="2931"/>
                  </a:cubicBezTo>
                  <a:lnTo>
                    <a:pt x="7090" y="1765"/>
                  </a:lnTo>
                  <a:lnTo>
                    <a:pt x="53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84"/>
            <p:cNvSpPr/>
            <p:nvPr/>
          </p:nvSpPr>
          <p:spPr>
            <a:xfrm>
              <a:off x="-63548400" y="4348850"/>
              <a:ext cx="185900" cy="62250"/>
            </a:xfrm>
            <a:custGeom>
              <a:avLst/>
              <a:gdLst/>
              <a:ahLst/>
              <a:cxnLst/>
              <a:rect l="l" t="t" r="r" b="b"/>
              <a:pathLst>
                <a:path w="7436" h="2490" extrusionOk="0">
                  <a:moveTo>
                    <a:pt x="2048" y="0"/>
                  </a:moveTo>
                  <a:cubicBezTo>
                    <a:pt x="1355" y="0"/>
                    <a:pt x="819" y="536"/>
                    <a:pt x="819" y="1229"/>
                  </a:cubicBezTo>
                  <a:lnTo>
                    <a:pt x="819" y="1639"/>
                  </a:lnTo>
                  <a:lnTo>
                    <a:pt x="410" y="1639"/>
                  </a:lnTo>
                  <a:cubicBezTo>
                    <a:pt x="189" y="1639"/>
                    <a:pt x="0" y="1859"/>
                    <a:pt x="0" y="2048"/>
                  </a:cubicBezTo>
                  <a:cubicBezTo>
                    <a:pt x="0" y="2269"/>
                    <a:pt x="189" y="2489"/>
                    <a:pt x="410" y="2489"/>
                  </a:cubicBezTo>
                  <a:lnTo>
                    <a:pt x="7026" y="2489"/>
                  </a:lnTo>
                  <a:cubicBezTo>
                    <a:pt x="7278" y="2489"/>
                    <a:pt x="7435" y="2269"/>
                    <a:pt x="7435" y="2048"/>
                  </a:cubicBezTo>
                  <a:cubicBezTo>
                    <a:pt x="7435" y="1859"/>
                    <a:pt x="7246" y="1639"/>
                    <a:pt x="6994" y="1639"/>
                  </a:cubicBezTo>
                  <a:lnTo>
                    <a:pt x="6616" y="1639"/>
                  </a:lnTo>
                  <a:lnTo>
                    <a:pt x="6616" y="1229"/>
                  </a:lnTo>
                  <a:cubicBezTo>
                    <a:pt x="6616" y="536"/>
                    <a:pt x="6049"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5" name="Google Shape;5595;p84"/>
          <p:cNvGrpSpPr/>
          <p:nvPr/>
        </p:nvGrpSpPr>
        <p:grpSpPr>
          <a:xfrm>
            <a:off x="1265656" y="2741433"/>
            <a:ext cx="366364" cy="367290"/>
            <a:chOff x="-61784125" y="3377700"/>
            <a:chExt cx="316650" cy="317450"/>
          </a:xfrm>
        </p:grpSpPr>
        <p:sp>
          <p:nvSpPr>
            <p:cNvPr id="5596" name="Google Shape;5596;p84"/>
            <p:cNvSpPr/>
            <p:nvPr/>
          </p:nvSpPr>
          <p:spPr>
            <a:xfrm>
              <a:off x="-61688025" y="3460400"/>
              <a:ext cx="124450" cy="51225"/>
            </a:xfrm>
            <a:custGeom>
              <a:avLst/>
              <a:gdLst/>
              <a:ahLst/>
              <a:cxnLst/>
              <a:rect l="l" t="t" r="r" b="b"/>
              <a:pathLst>
                <a:path w="4978" h="2049" extrusionOk="0">
                  <a:moveTo>
                    <a:pt x="630" y="1"/>
                  </a:moveTo>
                  <a:cubicBezTo>
                    <a:pt x="252" y="442"/>
                    <a:pt x="0" y="1041"/>
                    <a:pt x="0" y="1671"/>
                  </a:cubicBezTo>
                  <a:cubicBezTo>
                    <a:pt x="0" y="1891"/>
                    <a:pt x="189" y="2049"/>
                    <a:pt x="441" y="2049"/>
                  </a:cubicBezTo>
                  <a:lnTo>
                    <a:pt x="4568" y="2049"/>
                  </a:lnTo>
                  <a:cubicBezTo>
                    <a:pt x="4820" y="2049"/>
                    <a:pt x="4978" y="1860"/>
                    <a:pt x="4978" y="1671"/>
                  </a:cubicBezTo>
                  <a:cubicBezTo>
                    <a:pt x="4978" y="1041"/>
                    <a:pt x="4726" y="442"/>
                    <a:pt x="4348" y="1"/>
                  </a:cubicBezTo>
                  <a:cubicBezTo>
                    <a:pt x="3875" y="568"/>
                    <a:pt x="3182" y="852"/>
                    <a:pt x="2489" y="852"/>
                  </a:cubicBezTo>
                  <a:cubicBezTo>
                    <a:pt x="1827" y="852"/>
                    <a:pt x="1134" y="568"/>
                    <a:pt x="6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84"/>
            <p:cNvSpPr/>
            <p:nvPr/>
          </p:nvSpPr>
          <p:spPr>
            <a:xfrm>
              <a:off x="-61677800" y="3518900"/>
              <a:ext cx="104775" cy="61850"/>
            </a:xfrm>
            <a:custGeom>
              <a:avLst/>
              <a:gdLst/>
              <a:ahLst/>
              <a:cxnLst/>
              <a:rect l="l" t="t" r="r" b="b"/>
              <a:pathLst>
                <a:path w="4191" h="2474" extrusionOk="0">
                  <a:moveTo>
                    <a:pt x="2096" y="0"/>
                  </a:moveTo>
                  <a:cubicBezTo>
                    <a:pt x="1985" y="0"/>
                    <a:pt x="1875" y="40"/>
                    <a:pt x="1796" y="118"/>
                  </a:cubicBezTo>
                  <a:lnTo>
                    <a:pt x="158" y="1757"/>
                  </a:lnTo>
                  <a:cubicBezTo>
                    <a:pt x="1" y="1914"/>
                    <a:pt x="1" y="2198"/>
                    <a:pt x="158" y="2355"/>
                  </a:cubicBezTo>
                  <a:cubicBezTo>
                    <a:pt x="237" y="2434"/>
                    <a:pt x="339" y="2473"/>
                    <a:pt x="442" y="2473"/>
                  </a:cubicBezTo>
                  <a:cubicBezTo>
                    <a:pt x="544" y="2473"/>
                    <a:pt x="646" y="2434"/>
                    <a:pt x="725" y="2355"/>
                  </a:cubicBezTo>
                  <a:lnTo>
                    <a:pt x="2111" y="969"/>
                  </a:lnTo>
                  <a:lnTo>
                    <a:pt x="3498" y="2355"/>
                  </a:lnTo>
                  <a:cubicBezTo>
                    <a:pt x="3576" y="2434"/>
                    <a:pt x="3687" y="2473"/>
                    <a:pt x="3797" y="2473"/>
                  </a:cubicBezTo>
                  <a:cubicBezTo>
                    <a:pt x="3907" y="2473"/>
                    <a:pt x="4017" y="2434"/>
                    <a:pt x="4096" y="2355"/>
                  </a:cubicBezTo>
                  <a:cubicBezTo>
                    <a:pt x="4191" y="2198"/>
                    <a:pt x="4191" y="1914"/>
                    <a:pt x="4033" y="1757"/>
                  </a:cubicBezTo>
                  <a:lnTo>
                    <a:pt x="2395" y="118"/>
                  </a:lnTo>
                  <a:cubicBezTo>
                    <a:pt x="2316" y="40"/>
                    <a:pt x="2206" y="0"/>
                    <a:pt x="2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84"/>
            <p:cNvSpPr/>
            <p:nvPr/>
          </p:nvSpPr>
          <p:spPr>
            <a:xfrm>
              <a:off x="-61667550" y="3377700"/>
              <a:ext cx="82700" cy="82725"/>
            </a:xfrm>
            <a:custGeom>
              <a:avLst/>
              <a:gdLst/>
              <a:ahLst/>
              <a:cxnLst/>
              <a:rect l="l" t="t" r="r" b="b"/>
              <a:pathLst>
                <a:path w="3308" h="3309" extrusionOk="0">
                  <a:moveTo>
                    <a:pt x="1670" y="1"/>
                  </a:moveTo>
                  <a:cubicBezTo>
                    <a:pt x="756" y="1"/>
                    <a:pt x="0" y="757"/>
                    <a:pt x="0" y="1671"/>
                  </a:cubicBezTo>
                  <a:cubicBezTo>
                    <a:pt x="0" y="2584"/>
                    <a:pt x="756" y="3309"/>
                    <a:pt x="1670" y="3309"/>
                  </a:cubicBezTo>
                  <a:cubicBezTo>
                    <a:pt x="2584" y="3309"/>
                    <a:pt x="3308" y="2584"/>
                    <a:pt x="3308" y="1671"/>
                  </a:cubicBezTo>
                  <a:cubicBezTo>
                    <a:pt x="3308" y="757"/>
                    <a:pt x="2584"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84"/>
            <p:cNvSpPr/>
            <p:nvPr/>
          </p:nvSpPr>
          <p:spPr>
            <a:xfrm>
              <a:off x="-61591150" y="3643150"/>
              <a:ext cx="123675" cy="51200"/>
            </a:xfrm>
            <a:custGeom>
              <a:avLst/>
              <a:gdLst/>
              <a:ahLst/>
              <a:cxnLst/>
              <a:rect l="l" t="t" r="r" b="b"/>
              <a:pathLst>
                <a:path w="4947" h="2048" extrusionOk="0">
                  <a:moveTo>
                    <a:pt x="630" y="0"/>
                  </a:moveTo>
                  <a:cubicBezTo>
                    <a:pt x="221" y="410"/>
                    <a:pt x="0" y="1008"/>
                    <a:pt x="0" y="1638"/>
                  </a:cubicBezTo>
                  <a:cubicBezTo>
                    <a:pt x="0" y="1890"/>
                    <a:pt x="189" y="2048"/>
                    <a:pt x="378" y="2048"/>
                  </a:cubicBezTo>
                  <a:lnTo>
                    <a:pt x="4505" y="2048"/>
                  </a:lnTo>
                  <a:cubicBezTo>
                    <a:pt x="4757" y="2048"/>
                    <a:pt x="4946" y="1827"/>
                    <a:pt x="4946" y="1638"/>
                  </a:cubicBezTo>
                  <a:cubicBezTo>
                    <a:pt x="4946" y="1008"/>
                    <a:pt x="4726" y="410"/>
                    <a:pt x="4316" y="0"/>
                  </a:cubicBezTo>
                  <a:cubicBezTo>
                    <a:pt x="3844" y="536"/>
                    <a:pt x="3182" y="819"/>
                    <a:pt x="2458" y="819"/>
                  </a:cubicBezTo>
                  <a:cubicBezTo>
                    <a:pt x="1796" y="819"/>
                    <a:pt x="1134" y="536"/>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84"/>
            <p:cNvSpPr/>
            <p:nvPr/>
          </p:nvSpPr>
          <p:spPr>
            <a:xfrm>
              <a:off x="-61570675" y="3560450"/>
              <a:ext cx="82725" cy="82725"/>
            </a:xfrm>
            <a:custGeom>
              <a:avLst/>
              <a:gdLst/>
              <a:ahLst/>
              <a:cxnLst/>
              <a:rect l="l" t="t" r="r" b="b"/>
              <a:pathLst>
                <a:path w="3309" h="3309" extrusionOk="0">
                  <a:moveTo>
                    <a:pt x="1670" y="0"/>
                  </a:moveTo>
                  <a:cubicBezTo>
                    <a:pt x="756" y="0"/>
                    <a:pt x="0" y="725"/>
                    <a:pt x="0" y="1638"/>
                  </a:cubicBezTo>
                  <a:cubicBezTo>
                    <a:pt x="0" y="2552"/>
                    <a:pt x="756" y="3308"/>
                    <a:pt x="1670" y="3308"/>
                  </a:cubicBezTo>
                  <a:cubicBezTo>
                    <a:pt x="2552" y="3308"/>
                    <a:pt x="3308" y="2552"/>
                    <a:pt x="3308" y="1638"/>
                  </a:cubicBezTo>
                  <a:cubicBezTo>
                    <a:pt x="3308" y="725"/>
                    <a:pt x="2552"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84"/>
            <p:cNvSpPr/>
            <p:nvPr/>
          </p:nvSpPr>
          <p:spPr>
            <a:xfrm>
              <a:off x="-61784125" y="3643925"/>
              <a:ext cx="124450" cy="51225"/>
            </a:xfrm>
            <a:custGeom>
              <a:avLst/>
              <a:gdLst/>
              <a:ahLst/>
              <a:cxnLst/>
              <a:rect l="l" t="t" r="r" b="b"/>
              <a:pathLst>
                <a:path w="4978" h="2049" extrusionOk="0">
                  <a:moveTo>
                    <a:pt x="662" y="1"/>
                  </a:moveTo>
                  <a:cubicBezTo>
                    <a:pt x="252" y="442"/>
                    <a:pt x="32" y="1009"/>
                    <a:pt x="32" y="1639"/>
                  </a:cubicBezTo>
                  <a:cubicBezTo>
                    <a:pt x="0" y="1859"/>
                    <a:pt x="189" y="2048"/>
                    <a:pt x="410" y="2048"/>
                  </a:cubicBezTo>
                  <a:lnTo>
                    <a:pt x="4569" y="2048"/>
                  </a:lnTo>
                  <a:cubicBezTo>
                    <a:pt x="4789" y="2048"/>
                    <a:pt x="4978" y="1859"/>
                    <a:pt x="4978" y="1639"/>
                  </a:cubicBezTo>
                  <a:cubicBezTo>
                    <a:pt x="4978" y="1009"/>
                    <a:pt x="4758" y="442"/>
                    <a:pt x="4348" y="1"/>
                  </a:cubicBezTo>
                  <a:cubicBezTo>
                    <a:pt x="3876" y="536"/>
                    <a:pt x="3214" y="820"/>
                    <a:pt x="2521" y="820"/>
                  </a:cubicBezTo>
                  <a:cubicBezTo>
                    <a:pt x="1828" y="820"/>
                    <a:pt x="1166" y="536"/>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84"/>
            <p:cNvSpPr/>
            <p:nvPr/>
          </p:nvSpPr>
          <p:spPr>
            <a:xfrm>
              <a:off x="-61763650" y="3560450"/>
              <a:ext cx="82725" cy="82725"/>
            </a:xfrm>
            <a:custGeom>
              <a:avLst/>
              <a:gdLst/>
              <a:ahLst/>
              <a:cxnLst/>
              <a:rect l="l" t="t" r="r" b="b"/>
              <a:pathLst>
                <a:path w="3309" h="3309" extrusionOk="0">
                  <a:moveTo>
                    <a:pt x="1670" y="0"/>
                  </a:moveTo>
                  <a:cubicBezTo>
                    <a:pt x="757" y="0"/>
                    <a:pt x="1" y="725"/>
                    <a:pt x="1" y="1638"/>
                  </a:cubicBezTo>
                  <a:cubicBezTo>
                    <a:pt x="1" y="2552"/>
                    <a:pt x="757" y="3308"/>
                    <a:pt x="1670" y="3308"/>
                  </a:cubicBezTo>
                  <a:cubicBezTo>
                    <a:pt x="2552" y="3308"/>
                    <a:pt x="3309" y="2552"/>
                    <a:pt x="3309" y="1638"/>
                  </a:cubicBezTo>
                  <a:cubicBezTo>
                    <a:pt x="3309" y="725"/>
                    <a:pt x="2552"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03" name="Google Shape;5603;p84"/>
          <p:cNvGrpSpPr/>
          <p:nvPr/>
        </p:nvGrpSpPr>
        <p:grpSpPr>
          <a:xfrm>
            <a:off x="1265656" y="3191835"/>
            <a:ext cx="366364" cy="367290"/>
            <a:chOff x="-61783350" y="3743950"/>
            <a:chExt cx="316650" cy="317450"/>
          </a:xfrm>
        </p:grpSpPr>
        <p:sp>
          <p:nvSpPr>
            <p:cNvPr id="5604" name="Google Shape;5604;p84"/>
            <p:cNvSpPr/>
            <p:nvPr/>
          </p:nvSpPr>
          <p:spPr>
            <a:xfrm>
              <a:off x="-61783350" y="3743950"/>
              <a:ext cx="316650" cy="317450"/>
            </a:xfrm>
            <a:custGeom>
              <a:avLst/>
              <a:gdLst/>
              <a:ahLst/>
              <a:cxnLst/>
              <a:rect l="l" t="t" r="r" b="b"/>
              <a:pathLst>
                <a:path w="12666" h="12698" extrusionOk="0">
                  <a:moveTo>
                    <a:pt x="379" y="1"/>
                  </a:moveTo>
                  <a:cubicBezTo>
                    <a:pt x="158" y="1"/>
                    <a:pt x="1" y="190"/>
                    <a:pt x="1" y="410"/>
                  </a:cubicBezTo>
                  <a:lnTo>
                    <a:pt x="1" y="12256"/>
                  </a:lnTo>
                  <a:cubicBezTo>
                    <a:pt x="1" y="12508"/>
                    <a:pt x="190" y="12697"/>
                    <a:pt x="379" y="12697"/>
                  </a:cubicBezTo>
                  <a:lnTo>
                    <a:pt x="12256" y="12697"/>
                  </a:lnTo>
                  <a:cubicBezTo>
                    <a:pt x="12477" y="12697"/>
                    <a:pt x="12666" y="12508"/>
                    <a:pt x="12666" y="12256"/>
                  </a:cubicBezTo>
                  <a:cubicBezTo>
                    <a:pt x="12634" y="12067"/>
                    <a:pt x="12477" y="11878"/>
                    <a:pt x="12256" y="11878"/>
                  </a:cubicBezTo>
                  <a:lnTo>
                    <a:pt x="820" y="11878"/>
                  </a:lnTo>
                  <a:lnTo>
                    <a:pt x="820" y="410"/>
                  </a:lnTo>
                  <a:cubicBezTo>
                    <a:pt x="820" y="158"/>
                    <a:pt x="631"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84"/>
            <p:cNvSpPr/>
            <p:nvPr/>
          </p:nvSpPr>
          <p:spPr>
            <a:xfrm>
              <a:off x="-61739225" y="3833750"/>
              <a:ext cx="272525" cy="149675"/>
            </a:xfrm>
            <a:custGeom>
              <a:avLst/>
              <a:gdLst/>
              <a:ahLst/>
              <a:cxnLst/>
              <a:rect l="l" t="t" r="r" b="b"/>
              <a:pathLst>
                <a:path w="10901" h="5987" extrusionOk="0">
                  <a:moveTo>
                    <a:pt x="9641" y="0"/>
                  </a:moveTo>
                  <a:cubicBezTo>
                    <a:pt x="8979" y="0"/>
                    <a:pt x="8444" y="536"/>
                    <a:pt x="8444" y="1229"/>
                  </a:cubicBezTo>
                  <a:cubicBezTo>
                    <a:pt x="8444" y="1418"/>
                    <a:pt x="8475" y="1575"/>
                    <a:pt x="8538" y="1733"/>
                  </a:cubicBezTo>
                  <a:lnTo>
                    <a:pt x="6900" y="3403"/>
                  </a:lnTo>
                  <a:cubicBezTo>
                    <a:pt x="6742" y="3308"/>
                    <a:pt x="6553" y="3277"/>
                    <a:pt x="6396" y="3277"/>
                  </a:cubicBezTo>
                  <a:cubicBezTo>
                    <a:pt x="6238" y="3277"/>
                    <a:pt x="6018" y="3308"/>
                    <a:pt x="5860" y="3403"/>
                  </a:cubicBezTo>
                  <a:lnTo>
                    <a:pt x="5041" y="2552"/>
                  </a:lnTo>
                  <a:cubicBezTo>
                    <a:pt x="5136" y="2395"/>
                    <a:pt x="5167" y="2206"/>
                    <a:pt x="5167" y="2048"/>
                  </a:cubicBezTo>
                  <a:cubicBezTo>
                    <a:pt x="5167" y="1386"/>
                    <a:pt x="4600" y="819"/>
                    <a:pt x="3938" y="819"/>
                  </a:cubicBezTo>
                  <a:cubicBezTo>
                    <a:pt x="3277" y="819"/>
                    <a:pt x="2710" y="1386"/>
                    <a:pt x="2710" y="2048"/>
                  </a:cubicBezTo>
                  <a:cubicBezTo>
                    <a:pt x="2710" y="2237"/>
                    <a:pt x="2773" y="2395"/>
                    <a:pt x="2836" y="2552"/>
                  </a:cubicBezTo>
                  <a:lnTo>
                    <a:pt x="1733" y="3655"/>
                  </a:lnTo>
                  <a:cubicBezTo>
                    <a:pt x="1575" y="3592"/>
                    <a:pt x="1386" y="3560"/>
                    <a:pt x="1229" y="3560"/>
                  </a:cubicBezTo>
                  <a:cubicBezTo>
                    <a:pt x="567" y="3560"/>
                    <a:pt x="0" y="4096"/>
                    <a:pt x="0" y="4757"/>
                  </a:cubicBezTo>
                  <a:cubicBezTo>
                    <a:pt x="0" y="5451"/>
                    <a:pt x="567" y="5986"/>
                    <a:pt x="1229" y="5986"/>
                  </a:cubicBezTo>
                  <a:cubicBezTo>
                    <a:pt x="1891" y="5986"/>
                    <a:pt x="2458" y="5451"/>
                    <a:pt x="2458" y="4757"/>
                  </a:cubicBezTo>
                  <a:cubicBezTo>
                    <a:pt x="2458" y="4568"/>
                    <a:pt x="2395" y="4411"/>
                    <a:pt x="2332" y="4253"/>
                  </a:cubicBezTo>
                  <a:lnTo>
                    <a:pt x="3434" y="3151"/>
                  </a:lnTo>
                  <a:cubicBezTo>
                    <a:pt x="3592" y="3214"/>
                    <a:pt x="3781" y="3277"/>
                    <a:pt x="3938" y="3277"/>
                  </a:cubicBezTo>
                  <a:cubicBezTo>
                    <a:pt x="4096" y="3277"/>
                    <a:pt x="4285" y="3214"/>
                    <a:pt x="4442" y="3151"/>
                  </a:cubicBezTo>
                  <a:lnTo>
                    <a:pt x="5293" y="3970"/>
                  </a:lnTo>
                  <a:cubicBezTo>
                    <a:pt x="5199" y="4127"/>
                    <a:pt x="5167" y="4348"/>
                    <a:pt x="5167" y="4505"/>
                  </a:cubicBezTo>
                  <a:cubicBezTo>
                    <a:pt x="5167" y="5167"/>
                    <a:pt x="5703" y="5703"/>
                    <a:pt x="6396" y="5703"/>
                  </a:cubicBezTo>
                  <a:cubicBezTo>
                    <a:pt x="7057" y="5703"/>
                    <a:pt x="7593" y="5167"/>
                    <a:pt x="7593" y="4505"/>
                  </a:cubicBezTo>
                  <a:cubicBezTo>
                    <a:pt x="7593" y="4285"/>
                    <a:pt x="7561" y="4127"/>
                    <a:pt x="7498" y="3970"/>
                  </a:cubicBezTo>
                  <a:lnTo>
                    <a:pt x="9137" y="2332"/>
                  </a:lnTo>
                  <a:cubicBezTo>
                    <a:pt x="9294" y="2395"/>
                    <a:pt x="9483" y="2458"/>
                    <a:pt x="9641" y="2458"/>
                  </a:cubicBezTo>
                  <a:cubicBezTo>
                    <a:pt x="10334" y="2458"/>
                    <a:pt x="10901" y="1890"/>
                    <a:pt x="10901" y="1229"/>
                  </a:cubicBezTo>
                  <a:cubicBezTo>
                    <a:pt x="10901" y="536"/>
                    <a:pt x="10334" y="0"/>
                    <a:pt x="96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06" name="Google Shape;5606;p84"/>
          <p:cNvSpPr/>
          <p:nvPr/>
        </p:nvSpPr>
        <p:spPr>
          <a:xfrm>
            <a:off x="1265537" y="3650636"/>
            <a:ext cx="366364" cy="366682"/>
          </a:xfrm>
          <a:custGeom>
            <a:avLst/>
            <a:gdLst/>
            <a:ahLst/>
            <a:cxnLst/>
            <a:rect l="l" t="t" r="r" b="b"/>
            <a:pathLst>
              <a:path w="12666" h="12677" extrusionOk="0">
                <a:moveTo>
                  <a:pt x="8916" y="1639"/>
                </a:moveTo>
                <a:cubicBezTo>
                  <a:pt x="9137" y="1639"/>
                  <a:pt x="9294" y="1828"/>
                  <a:pt x="9294" y="2048"/>
                </a:cubicBezTo>
                <a:cubicBezTo>
                  <a:pt x="9294" y="2269"/>
                  <a:pt x="9105" y="2458"/>
                  <a:pt x="8916" y="2458"/>
                </a:cubicBezTo>
                <a:lnTo>
                  <a:pt x="3655" y="2458"/>
                </a:lnTo>
                <a:cubicBezTo>
                  <a:pt x="3434" y="2458"/>
                  <a:pt x="3245" y="2269"/>
                  <a:pt x="3245" y="2048"/>
                </a:cubicBezTo>
                <a:cubicBezTo>
                  <a:pt x="3245" y="1796"/>
                  <a:pt x="3434" y="1639"/>
                  <a:pt x="3655" y="1639"/>
                </a:cubicBezTo>
                <a:close/>
                <a:moveTo>
                  <a:pt x="10555" y="3245"/>
                </a:moveTo>
                <a:cubicBezTo>
                  <a:pt x="10807" y="3245"/>
                  <a:pt x="10964" y="3434"/>
                  <a:pt x="10964" y="3686"/>
                </a:cubicBezTo>
                <a:cubicBezTo>
                  <a:pt x="10964" y="3939"/>
                  <a:pt x="10807" y="4128"/>
                  <a:pt x="10555" y="4128"/>
                </a:cubicBezTo>
                <a:lnTo>
                  <a:pt x="2017" y="4128"/>
                </a:lnTo>
                <a:cubicBezTo>
                  <a:pt x="1765" y="4128"/>
                  <a:pt x="1607" y="3939"/>
                  <a:pt x="1607" y="3686"/>
                </a:cubicBezTo>
                <a:cubicBezTo>
                  <a:pt x="1607" y="3434"/>
                  <a:pt x="1828" y="3245"/>
                  <a:pt x="2017" y="3245"/>
                </a:cubicBezTo>
                <a:close/>
                <a:moveTo>
                  <a:pt x="6711" y="5766"/>
                </a:moveTo>
                <a:cubicBezTo>
                  <a:pt x="7593" y="5766"/>
                  <a:pt x="8349" y="6522"/>
                  <a:pt x="8349" y="7436"/>
                </a:cubicBezTo>
                <a:cubicBezTo>
                  <a:pt x="8349" y="8349"/>
                  <a:pt x="7593" y="9074"/>
                  <a:pt x="6711" y="9074"/>
                </a:cubicBezTo>
                <a:cubicBezTo>
                  <a:pt x="5797" y="9074"/>
                  <a:pt x="5041" y="8349"/>
                  <a:pt x="5041" y="7436"/>
                </a:cubicBezTo>
                <a:cubicBezTo>
                  <a:pt x="5041" y="6522"/>
                  <a:pt x="5797" y="5766"/>
                  <a:pt x="6711" y="5766"/>
                </a:cubicBezTo>
                <a:close/>
                <a:moveTo>
                  <a:pt x="2048" y="0"/>
                </a:moveTo>
                <a:cubicBezTo>
                  <a:pt x="1828" y="0"/>
                  <a:pt x="1670" y="189"/>
                  <a:pt x="1670" y="378"/>
                </a:cubicBezTo>
                <a:cubicBezTo>
                  <a:pt x="1670" y="1040"/>
                  <a:pt x="1103" y="1639"/>
                  <a:pt x="410" y="1639"/>
                </a:cubicBezTo>
                <a:cubicBezTo>
                  <a:pt x="158" y="1639"/>
                  <a:pt x="0" y="1828"/>
                  <a:pt x="0" y="2048"/>
                </a:cubicBezTo>
                <a:lnTo>
                  <a:pt x="0" y="6994"/>
                </a:lnTo>
                <a:cubicBezTo>
                  <a:pt x="0" y="7247"/>
                  <a:pt x="189" y="7404"/>
                  <a:pt x="410" y="7404"/>
                </a:cubicBezTo>
                <a:cubicBezTo>
                  <a:pt x="1072" y="7404"/>
                  <a:pt x="1670" y="7940"/>
                  <a:pt x="1670" y="8601"/>
                </a:cubicBezTo>
                <a:cubicBezTo>
                  <a:pt x="1670" y="8853"/>
                  <a:pt x="1859" y="9042"/>
                  <a:pt x="2048" y="9042"/>
                </a:cubicBezTo>
                <a:lnTo>
                  <a:pt x="4884" y="9042"/>
                </a:lnTo>
                <a:lnTo>
                  <a:pt x="5073" y="9231"/>
                </a:lnTo>
                <a:lnTo>
                  <a:pt x="5073" y="12224"/>
                </a:lnTo>
                <a:cubicBezTo>
                  <a:pt x="5073" y="12468"/>
                  <a:pt x="5298" y="12654"/>
                  <a:pt x="5517" y="12654"/>
                </a:cubicBezTo>
                <a:cubicBezTo>
                  <a:pt x="5581" y="12654"/>
                  <a:pt x="5645" y="12638"/>
                  <a:pt x="5703" y="12602"/>
                </a:cubicBezTo>
                <a:lnTo>
                  <a:pt x="6743" y="11909"/>
                </a:lnTo>
                <a:lnTo>
                  <a:pt x="7782" y="12602"/>
                </a:lnTo>
                <a:cubicBezTo>
                  <a:pt x="7850" y="12653"/>
                  <a:pt x="7926" y="12676"/>
                  <a:pt x="8002" y="12676"/>
                </a:cubicBezTo>
                <a:cubicBezTo>
                  <a:pt x="8210" y="12676"/>
                  <a:pt x="8412" y="12501"/>
                  <a:pt x="8412" y="12224"/>
                </a:cubicBezTo>
                <a:lnTo>
                  <a:pt x="8412" y="9231"/>
                </a:lnTo>
                <a:lnTo>
                  <a:pt x="8601" y="9042"/>
                </a:lnTo>
                <a:lnTo>
                  <a:pt x="10618" y="9042"/>
                </a:lnTo>
                <a:cubicBezTo>
                  <a:pt x="10838" y="9042"/>
                  <a:pt x="10996" y="8853"/>
                  <a:pt x="10996" y="8601"/>
                </a:cubicBezTo>
                <a:cubicBezTo>
                  <a:pt x="10996" y="7940"/>
                  <a:pt x="11563" y="7404"/>
                  <a:pt x="12224" y="7404"/>
                </a:cubicBezTo>
                <a:cubicBezTo>
                  <a:pt x="12445" y="7404"/>
                  <a:pt x="12665" y="7184"/>
                  <a:pt x="12665" y="6994"/>
                </a:cubicBezTo>
                <a:lnTo>
                  <a:pt x="12665" y="2048"/>
                </a:lnTo>
                <a:cubicBezTo>
                  <a:pt x="12602" y="1796"/>
                  <a:pt x="12445" y="1639"/>
                  <a:pt x="12224" y="1639"/>
                </a:cubicBezTo>
                <a:cubicBezTo>
                  <a:pt x="11531" y="1639"/>
                  <a:pt x="10996" y="1103"/>
                  <a:pt x="10996" y="378"/>
                </a:cubicBezTo>
                <a:cubicBezTo>
                  <a:pt x="10996" y="158"/>
                  <a:pt x="10807" y="0"/>
                  <a:pt x="105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84"/>
          <p:cNvSpPr/>
          <p:nvPr/>
        </p:nvSpPr>
        <p:spPr>
          <a:xfrm>
            <a:off x="3488339" y="2751280"/>
            <a:ext cx="366364" cy="347563"/>
          </a:xfrm>
          <a:custGeom>
            <a:avLst/>
            <a:gdLst/>
            <a:ahLst/>
            <a:cxnLst/>
            <a:rect l="l" t="t" r="r" b="b"/>
            <a:pathLst>
              <a:path w="12666" h="12016" extrusionOk="0">
                <a:moveTo>
                  <a:pt x="3844" y="5105"/>
                </a:moveTo>
                <a:cubicBezTo>
                  <a:pt x="4096" y="5105"/>
                  <a:pt x="4285" y="5325"/>
                  <a:pt x="4285" y="5514"/>
                </a:cubicBezTo>
                <a:lnTo>
                  <a:pt x="4285" y="7153"/>
                </a:lnTo>
                <a:cubicBezTo>
                  <a:pt x="4285" y="7405"/>
                  <a:pt x="4096" y="7562"/>
                  <a:pt x="3844" y="7562"/>
                </a:cubicBezTo>
                <a:lnTo>
                  <a:pt x="2206" y="7562"/>
                </a:lnTo>
                <a:cubicBezTo>
                  <a:pt x="1954" y="7562"/>
                  <a:pt x="1765" y="7342"/>
                  <a:pt x="1765" y="7153"/>
                </a:cubicBezTo>
                <a:lnTo>
                  <a:pt x="1765" y="5514"/>
                </a:lnTo>
                <a:cubicBezTo>
                  <a:pt x="1765" y="5262"/>
                  <a:pt x="1954" y="5105"/>
                  <a:pt x="2206" y="5105"/>
                </a:cubicBezTo>
                <a:close/>
                <a:moveTo>
                  <a:pt x="7215" y="1765"/>
                </a:moveTo>
                <a:cubicBezTo>
                  <a:pt x="7436" y="1765"/>
                  <a:pt x="7593" y="1954"/>
                  <a:pt x="7593" y="2206"/>
                </a:cubicBezTo>
                <a:lnTo>
                  <a:pt x="7593" y="7153"/>
                </a:lnTo>
                <a:cubicBezTo>
                  <a:pt x="7593" y="7405"/>
                  <a:pt x="7404" y="7562"/>
                  <a:pt x="7215" y="7562"/>
                </a:cubicBezTo>
                <a:lnTo>
                  <a:pt x="5545" y="7562"/>
                </a:lnTo>
                <a:cubicBezTo>
                  <a:pt x="5325" y="7562"/>
                  <a:pt x="5167" y="7342"/>
                  <a:pt x="5167" y="7153"/>
                </a:cubicBezTo>
                <a:lnTo>
                  <a:pt x="5167" y="2206"/>
                </a:lnTo>
                <a:cubicBezTo>
                  <a:pt x="5167" y="1954"/>
                  <a:pt x="5356" y="1765"/>
                  <a:pt x="5545" y="1765"/>
                </a:cubicBezTo>
                <a:close/>
                <a:moveTo>
                  <a:pt x="10523" y="4286"/>
                </a:moveTo>
                <a:cubicBezTo>
                  <a:pt x="10744" y="4286"/>
                  <a:pt x="10901" y="4475"/>
                  <a:pt x="10901" y="4664"/>
                </a:cubicBezTo>
                <a:lnTo>
                  <a:pt x="10901" y="7153"/>
                </a:lnTo>
                <a:cubicBezTo>
                  <a:pt x="10901" y="7405"/>
                  <a:pt x="10712" y="7562"/>
                  <a:pt x="10523" y="7562"/>
                </a:cubicBezTo>
                <a:lnTo>
                  <a:pt x="8853" y="7562"/>
                </a:lnTo>
                <a:cubicBezTo>
                  <a:pt x="8633" y="7562"/>
                  <a:pt x="8475" y="7342"/>
                  <a:pt x="8475" y="7153"/>
                </a:cubicBezTo>
                <a:lnTo>
                  <a:pt x="8475" y="4664"/>
                </a:lnTo>
                <a:cubicBezTo>
                  <a:pt x="8475" y="4443"/>
                  <a:pt x="8664" y="4286"/>
                  <a:pt x="8853" y="4286"/>
                </a:cubicBezTo>
                <a:close/>
                <a:moveTo>
                  <a:pt x="6333" y="1"/>
                </a:moveTo>
                <a:cubicBezTo>
                  <a:pt x="2836" y="1"/>
                  <a:pt x="0" y="2490"/>
                  <a:pt x="0" y="5514"/>
                </a:cubicBezTo>
                <a:cubicBezTo>
                  <a:pt x="0" y="6900"/>
                  <a:pt x="599" y="8224"/>
                  <a:pt x="1639" y="9200"/>
                </a:cubicBezTo>
                <a:lnTo>
                  <a:pt x="1639" y="11626"/>
                </a:lnTo>
                <a:cubicBezTo>
                  <a:pt x="1639" y="11856"/>
                  <a:pt x="1832" y="12016"/>
                  <a:pt x="2045" y="12016"/>
                </a:cubicBezTo>
                <a:cubicBezTo>
                  <a:pt x="2153" y="12016"/>
                  <a:pt x="2267" y="11974"/>
                  <a:pt x="2363" y="11878"/>
                </a:cubicBezTo>
                <a:lnTo>
                  <a:pt x="3749" y="10492"/>
                </a:lnTo>
                <a:cubicBezTo>
                  <a:pt x="4569" y="10839"/>
                  <a:pt x="5419" y="10965"/>
                  <a:pt x="6333" y="10965"/>
                </a:cubicBezTo>
                <a:cubicBezTo>
                  <a:pt x="9830" y="10965"/>
                  <a:pt x="12665" y="8507"/>
                  <a:pt x="12665" y="5451"/>
                </a:cubicBezTo>
                <a:cubicBezTo>
                  <a:pt x="12665" y="2427"/>
                  <a:pt x="983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84"/>
          <p:cNvSpPr/>
          <p:nvPr/>
        </p:nvSpPr>
        <p:spPr>
          <a:xfrm>
            <a:off x="3487428" y="3231921"/>
            <a:ext cx="368186" cy="287081"/>
          </a:xfrm>
          <a:custGeom>
            <a:avLst/>
            <a:gdLst/>
            <a:ahLst/>
            <a:cxnLst/>
            <a:rect l="l" t="t" r="r" b="b"/>
            <a:pathLst>
              <a:path w="12729" h="9925" extrusionOk="0">
                <a:moveTo>
                  <a:pt x="925" y="3644"/>
                </a:moveTo>
                <a:cubicBezTo>
                  <a:pt x="944" y="3644"/>
                  <a:pt x="963" y="3648"/>
                  <a:pt x="978" y="3655"/>
                </a:cubicBezTo>
                <a:lnTo>
                  <a:pt x="1608" y="3970"/>
                </a:lnTo>
                <a:lnTo>
                  <a:pt x="1608" y="5924"/>
                </a:lnTo>
                <a:lnTo>
                  <a:pt x="978" y="6239"/>
                </a:lnTo>
                <a:cubicBezTo>
                  <a:pt x="960" y="6256"/>
                  <a:pt x="937" y="6264"/>
                  <a:pt x="914" y="6264"/>
                </a:cubicBezTo>
                <a:cubicBezTo>
                  <a:pt x="854" y="6264"/>
                  <a:pt x="788" y="6212"/>
                  <a:pt x="788" y="6144"/>
                </a:cubicBezTo>
                <a:lnTo>
                  <a:pt x="788" y="3781"/>
                </a:lnTo>
                <a:cubicBezTo>
                  <a:pt x="788" y="3685"/>
                  <a:pt x="862" y="3644"/>
                  <a:pt x="925" y="3644"/>
                </a:cubicBezTo>
                <a:close/>
                <a:moveTo>
                  <a:pt x="4128" y="7184"/>
                </a:moveTo>
                <a:lnTo>
                  <a:pt x="6963" y="8035"/>
                </a:lnTo>
                <a:cubicBezTo>
                  <a:pt x="6648" y="8507"/>
                  <a:pt x="6176" y="8759"/>
                  <a:pt x="5640" y="8759"/>
                </a:cubicBezTo>
                <a:cubicBezTo>
                  <a:pt x="4821" y="8759"/>
                  <a:pt x="4097" y="8066"/>
                  <a:pt x="4128" y="7184"/>
                </a:cubicBezTo>
                <a:close/>
                <a:moveTo>
                  <a:pt x="11374" y="820"/>
                </a:moveTo>
                <a:cubicBezTo>
                  <a:pt x="11626" y="820"/>
                  <a:pt x="11815" y="1009"/>
                  <a:pt x="11815" y="1198"/>
                </a:cubicBezTo>
                <a:lnTo>
                  <a:pt x="11815" y="8665"/>
                </a:lnTo>
                <a:cubicBezTo>
                  <a:pt x="11815" y="8885"/>
                  <a:pt x="11626" y="9043"/>
                  <a:pt x="11374" y="9043"/>
                </a:cubicBezTo>
                <a:cubicBezTo>
                  <a:pt x="11154" y="9043"/>
                  <a:pt x="10996" y="8854"/>
                  <a:pt x="10996" y="8665"/>
                </a:cubicBezTo>
                <a:lnTo>
                  <a:pt x="10996" y="1198"/>
                </a:lnTo>
                <a:cubicBezTo>
                  <a:pt x="10996" y="977"/>
                  <a:pt x="11185" y="820"/>
                  <a:pt x="11374" y="820"/>
                </a:cubicBezTo>
                <a:close/>
                <a:moveTo>
                  <a:pt x="11437" y="1"/>
                </a:moveTo>
                <a:cubicBezTo>
                  <a:pt x="10870"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5"/>
                  <a:pt x="983" y="7095"/>
                </a:cubicBezTo>
                <a:cubicBezTo>
                  <a:pt x="1127" y="7095"/>
                  <a:pt x="1275" y="7063"/>
                  <a:pt x="1419" y="6995"/>
                </a:cubicBezTo>
                <a:lnTo>
                  <a:pt x="2143" y="6648"/>
                </a:lnTo>
                <a:lnTo>
                  <a:pt x="3340" y="6995"/>
                </a:lnTo>
                <a:cubicBezTo>
                  <a:pt x="3151" y="8444"/>
                  <a:pt x="4286" y="9641"/>
                  <a:pt x="5672" y="9641"/>
                </a:cubicBezTo>
                <a:cubicBezTo>
                  <a:pt x="6585" y="9641"/>
                  <a:pt x="7405" y="9074"/>
                  <a:pt x="7814" y="8287"/>
                </a:cubicBezTo>
                <a:lnTo>
                  <a:pt x="10271" y="9011"/>
                </a:lnTo>
                <a:cubicBezTo>
                  <a:pt x="10429" y="9515"/>
                  <a:pt x="10902" y="9925"/>
                  <a:pt x="11469" y="9925"/>
                </a:cubicBezTo>
                <a:cubicBezTo>
                  <a:pt x="12130" y="9925"/>
                  <a:pt x="12729" y="9358"/>
                  <a:pt x="12729" y="8696"/>
                </a:cubicBezTo>
                <a:lnTo>
                  <a:pt x="12729" y="1261"/>
                </a:lnTo>
                <a:cubicBezTo>
                  <a:pt x="12634" y="536"/>
                  <a:pt x="12099" y="1"/>
                  <a:pt x="114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09" name="Google Shape;5609;p84"/>
          <p:cNvGrpSpPr/>
          <p:nvPr/>
        </p:nvGrpSpPr>
        <p:grpSpPr>
          <a:xfrm>
            <a:off x="3487080" y="3651668"/>
            <a:ext cx="369112" cy="364657"/>
            <a:chOff x="-59869425" y="4102225"/>
            <a:chExt cx="319025" cy="315175"/>
          </a:xfrm>
        </p:grpSpPr>
        <p:sp>
          <p:nvSpPr>
            <p:cNvPr id="5610" name="Google Shape;5610;p84"/>
            <p:cNvSpPr/>
            <p:nvPr/>
          </p:nvSpPr>
          <p:spPr>
            <a:xfrm>
              <a:off x="-59869425" y="4102225"/>
              <a:ext cx="149675" cy="256825"/>
            </a:xfrm>
            <a:custGeom>
              <a:avLst/>
              <a:gdLst/>
              <a:ahLst/>
              <a:cxnLst/>
              <a:rect l="l" t="t" r="r" b="b"/>
              <a:pathLst>
                <a:path w="5987" h="10273" extrusionOk="0">
                  <a:moveTo>
                    <a:pt x="5532" y="1"/>
                  </a:moveTo>
                  <a:cubicBezTo>
                    <a:pt x="5515" y="1"/>
                    <a:pt x="5499" y="2"/>
                    <a:pt x="5483" y="4"/>
                  </a:cubicBezTo>
                  <a:cubicBezTo>
                    <a:pt x="2364" y="445"/>
                    <a:pt x="1" y="3123"/>
                    <a:pt x="1" y="6274"/>
                  </a:cubicBezTo>
                  <a:cubicBezTo>
                    <a:pt x="1" y="7692"/>
                    <a:pt x="442" y="8983"/>
                    <a:pt x="1293" y="10086"/>
                  </a:cubicBezTo>
                  <a:cubicBezTo>
                    <a:pt x="1381" y="10209"/>
                    <a:pt x="1507" y="10273"/>
                    <a:pt x="1635" y="10273"/>
                  </a:cubicBezTo>
                  <a:cubicBezTo>
                    <a:pt x="1737" y="10273"/>
                    <a:pt x="1839" y="10233"/>
                    <a:pt x="1923" y="10149"/>
                  </a:cubicBezTo>
                  <a:lnTo>
                    <a:pt x="3719" y="8353"/>
                  </a:lnTo>
                  <a:cubicBezTo>
                    <a:pt x="3813" y="8259"/>
                    <a:pt x="3845" y="8007"/>
                    <a:pt x="3782" y="7849"/>
                  </a:cubicBezTo>
                  <a:cubicBezTo>
                    <a:pt x="3498" y="7376"/>
                    <a:pt x="3341" y="6809"/>
                    <a:pt x="3341" y="6274"/>
                  </a:cubicBezTo>
                  <a:cubicBezTo>
                    <a:pt x="3341" y="4888"/>
                    <a:pt x="4286" y="3659"/>
                    <a:pt x="5672" y="3312"/>
                  </a:cubicBezTo>
                  <a:cubicBezTo>
                    <a:pt x="5861" y="3281"/>
                    <a:pt x="5987" y="3123"/>
                    <a:pt x="5987" y="2934"/>
                  </a:cubicBezTo>
                  <a:lnTo>
                    <a:pt x="5987" y="414"/>
                  </a:lnTo>
                  <a:cubicBezTo>
                    <a:pt x="5958" y="180"/>
                    <a:pt x="5739" y="1"/>
                    <a:pt x="5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84"/>
            <p:cNvSpPr/>
            <p:nvPr/>
          </p:nvSpPr>
          <p:spPr>
            <a:xfrm>
              <a:off x="-59811125" y="4322075"/>
              <a:ext cx="201650" cy="95325"/>
            </a:xfrm>
            <a:custGeom>
              <a:avLst/>
              <a:gdLst/>
              <a:ahLst/>
              <a:cxnLst/>
              <a:rect l="l" t="t" r="r" b="b"/>
              <a:pathLst>
                <a:path w="8066" h="3813" extrusionOk="0">
                  <a:moveTo>
                    <a:pt x="5758" y="0"/>
                  </a:moveTo>
                  <a:cubicBezTo>
                    <a:pt x="5692" y="0"/>
                    <a:pt x="5629" y="11"/>
                    <a:pt x="5577" y="32"/>
                  </a:cubicBezTo>
                  <a:cubicBezTo>
                    <a:pt x="5091" y="339"/>
                    <a:pt x="4530" y="489"/>
                    <a:pt x="3972" y="489"/>
                  </a:cubicBezTo>
                  <a:cubicBezTo>
                    <a:pt x="3444" y="489"/>
                    <a:pt x="2917" y="355"/>
                    <a:pt x="2458" y="95"/>
                  </a:cubicBezTo>
                  <a:cubicBezTo>
                    <a:pt x="2389" y="53"/>
                    <a:pt x="2314" y="30"/>
                    <a:pt x="2239" y="30"/>
                  </a:cubicBezTo>
                  <a:cubicBezTo>
                    <a:pt x="2141" y="30"/>
                    <a:pt x="2042" y="69"/>
                    <a:pt x="1954" y="158"/>
                  </a:cubicBezTo>
                  <a:lnTo>
                    <a:pt x="189" y="1922"/>
                  </a:lnTo>
                  <a:cubicBezTo>
                    <a:pt x="0" y="2143"/>
                    <a:pt x="32" y="2395"/>
                    <a:pt x="221" y="2552"/>
                  </a:cubicBezTo>
                  <a:cubicBezTo>
                    <a:pt x="1324" y="3403"/>
                    <a:pt x="2615" y="3812"/>
                    <a:pt x="4001" y="3812"/>
                  </a:cubicBezTo>
                  <a:cubicBezTo>
                    <a:pt x="5388" y="3812"/>
                    <a:pt x="6711" y="3403"/>
                    <a:pt x="7814" y="2521"/>
                  </a:cubicBezTo>
                  <a:cubicBezTo>
                    <a:pt x="8034" y="2363"/>
                    <a:pt x="8066" y="2080"/>
                    <a:pt x="7877" y="1890"/>
                  </a:cubicBezTo>
                  <a:lnTo>
                    <a:pt x="6112" y="126"/>
                  </a:lnTo>
                  <a:cubicBezTo>
                    <a:pt x="6028" y="42"/>
                    <a:pt x="5888" y="0"/>
                    <a:pt x="57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84"/>
            <p:cNvSpPr/>
            <p:nvPr/>
          </p:nvSpPr>
          <p:spPr>
            <a:xfrm>
              <a:off x="-59700075" y="4102225"/>
              <a:ext cx="149675" cy="256525"/>
            </a:xfrm>
            <a:custGeom>
              <a:avLst/>
              <a:gdLst/>
              <a:ahLst/>
              <a:cxnLst/>
              <a:rect l="l" t="t" r="r" b="b"/>
              <a:pathLst>
                <a:path w="5987" h="10261" extrusionOk="0">
                  <a:moveTo>
                    <a:pt x="418" y="1"/>
                  </a:moveTo>
                  <a:cubicBezTo>
                    <a:pt x="190" y="1"/>
                    <a:pt x="1" y="180"/>
                    <a:pt x="1" y="414"/>
                  </a:cubicBezTo>
                  <a:lnTo>
                    <a:pt x="1" y="2934"/>
                  </a:lnTo>
                  <a:cubicBezTo>
                    <a:pt x="1" y="3123"/>
                    <a:pt x="127" y="3281"/>
                    <a:pt x="316" y="3312"/>
                  </a:cubicBezTo>
                  <a:cubicBezTo>
                    <a:pt x="1639" y="3659"/>
                    <a:pt x="2647" y="4856"/>
                    <a:pt x="2647" y="6274"/>
                  </a:cubicBezTo>
                  <a:cubicBezTo>
                    <a:pt x="2647" y="6809"/>
                    <a:pt x="2489" y="7376"/>
                    <a:pt x="2206" y="7849"/>
                  </a:cubicBezTo>
                  <a:cubicBezTo>
                    <a:pt x="2080" y="8007"/>
                    <a:pt x="2111" y="8196"/>
                    <a:pt x="2269" y="8353"/>
                  </a:cubicBezTo>
                  <a:lnTo>
                    <a:pt x="4065" y="10149"/>
                  </a:lnTo>
                  <a:cubicBezTo>
                    <a:pt x="4137" y="10221"/>
                    <a:pt x="4242" y="10260"/>
                    <a:pt x="4350" y="10260"/>
                  </a:cubicBezTo>
                  <a:cubicBezTo>
                    <a:pt x="4478" y="10260"/>
                    <a:pt x="4609" y="10205"/>
                    <a:pt x="4695" y="10086"/>
                  </a:cubicBezTo>
                  <a:cubicBezTo>
                    <a:pt x="5514" y="8983"/>
                    <a:pt x="5987" y="7660"/>
                    <a:pt x="5987" y="6274"/>
                  </a:cubicBezTo>
                  <a:cubicBezTo>
                    <a:pt x="5892" y="3123"/>
                    <a:pt x="3592" y="445"/>
                    <a:pt x="473" y="4"/>
                  </a:cubicBezTo>
                  <a:cubicBezTo>
                    <a:pt x="455" y="2"/>
                    <a:pt x="436" y="1"/>
                    <a:pt x="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84"/>
            <p:cNvSpPr/>
            <p:nvPr/>
          </p:nvSpPr>
          <p:spPr>
            <a:xfrm>
              <a:off x="-59742600" y="4187375"/>
              <a:ext cx="63025" cy="144950"/>
            </a:xfrm>
            <a:custGeom>
              <a:avLst/>
              <a:gdLst/>
              <a:ahLst/>
              <a:cxnLst/>
              <a:rect l="l" t="t" r="r" b="b"/>
              <a:pathLst>
                <a:path w="2521" h="5798" extrusionOk="0">
                  <a:moveTo>
                    <a:pt x="1260" y="1"/>
                  </a:moveTo>
                  <a:cubicBezTo>
                    <a:pt x="1040" y="1"/>
                    <a:pt x="819" y="190"/>
                    <a:pt x="819" y="379"/>
                  </a:cubicBezTo>
                  <a:lnTo>
                    <a:pt x="819" y="662"/>
                  </a:lnTo>
                  <a:cubicBezTo>
                    <a:pt x="347" y="820"/>
                    <a:pt x="0" y="1293"/>
                    <a:pt x="0" y="1860"/>
                  </a:cubicBezTo>
                  <a:cubicBezTo>
                    <a:pt x="0" y="2521"/>
                    <a:pt x="567" y="2899"/>
                    <a:pt x="977" y="3214"/>
                  </a:cubicBezTo>
                  <a:cubicBezTo>
                    <a:pt x="1292" y="3466"/>
                    <a:pt x="1670" y="3687"/>
                    <a:pt x="1670" y="3939"/>
                  </a:cubicBezTo>
                  <a:cubicBezTo>
                    <a:pt x="1670" y="4160"/>
                    <a:pt x="1450" y="4380"/>
                    <a:pt x="1260" y="4380"/>
                  </a:cubicBezTo>
                  <a:cubicBezTo>
                    <a:pt x="1071" y="4380"/>
                    <a:pt x="819" y="4160"/>
                    <a:pt x="819" y="3939"/>
                  </a:cubicBezTo>
                  <a:cubicBezTo>
                    <a:pt x="819" y="3687"/>
                    <a:pt x="630" y="3529"/>
                    <a:pt x="441" y="3529"/>
                  </a:cubicBezTo>
                  <a:cubicBezTo>
                    <a:pt x="252" y="3529"/>
                    <a:pt x="32" y="3750"/>
                    <a:pt x="32" y="3939"/>
                  </a:cubicBezTo>
                  <a:cubicBezTo>
                    <a:pt x="32" y="4475"/>
                    <a:pt x="410" y="4916"/>
                    <a:pt x="882" y="5105"/>
                  </a:cubicBezTo>
                  <a:lnTo>
                    <a:pt x="882" y="5388"/>
                  </a:lnTo>
                  <a:cubicBezTo>
                    <a:pt x="882" y="5640"/>
                    <a:pt x="1071" y="5798"/>
                    <a:pt x="1292" y="5798"/>
                  </a:cubicBezTo>
                  <a:cubicBezTo>
                    <a:pt x="1544" y="5798"/>
                    <a:pt x="1702" y="5577"/>
                    <a:pt x="1702" y="5388"/>
                  </a:cubicBezTo>
                  <a:lnTo>
                    <a:pt x="1702" y="5073"/>
                  </a:lnTo>
                  <a:cubicBezTo>
                    <a:pt x="2174" y="4916"/>
                    <a:pt x="2521" y="4443"/>
                    <a:pt x="2521" y="3907"/>
                  </a:cubicBezTo>
                  <a:cubicBezTo>
                    <a:pt x="2521" y="3214"/>
                    <a:pt x="1985" y="2836"/>
                    <a:pt x="1544" y="2521"/>
                  </a:cubicBezTo>
                  <a:cubicBezTo>
                    <a:pt x="1229" y="2269"/>
                    <a:pt x="882" y="2049"/>
                    <a:pt x="882" y="1797"/>
                  </a:cubicBezTo>
                  <a:cubicBezTo>
                    <a:pt x="882" y="1576"/>
                    <a:pt x="1071" y="1419"/>
                    <a:pt x="1292" y="1419"/>
                  </a:cubicBezTo>
                  <a:cubicBezTo>
                    <a:pt x="1544" y="1419"/>
                    <a:pt x="1702" y="1608"/>
                    <a:pt x="1702" y="1797"/>
                  </a:cubicBezTo>
                  <a:cubicBezTo>
                    <a:pt x="1702" y="2049"/>
                    <a:pt x="1891" y="2238"/>
                    <a:pt x="2143" y="2238"/>
                  </a:cubicBezTo>
                  <a:cubicBezTo>
                    <a:pt x="2363" y="2238"/>
                    <a:pt x="2521" y="2049"/>
                    <a:pt x="2521" y="1797"/>
                  </a:cubicBezTo>
                  <a:cubicBezTo>
                    <a:pt x="2521" y="1261"/>
                    <a:pt x="2174" y="820"/>
                    <a:pt x="1702" y="631"/>
                  </a:cubicBezTo>
                  <a:lnTo>
                    <a:pt x="1702" y="347"/>
                  </a:lnTo>
                  <a:cubicBezTo>
                    <a:pt x="1702" y="158"/>
                    <a:pt x="1513"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4" name="Google Shape;5614;p84"/>
          <p:cNvGrpSpPr/>
          <p:nvPr/>
        </p:nvGrpSpPr>
        <p:grpSpPr>
          <a:xfrm>
            <a:off x="2605883" y="4120490"/>
            <a:ext cx="366364" cy="365467"/>
            <a:chOff x="-59029025" y="3711650"/>
            <a:chExt cx="316650" cy="315875"/>
          </a:xfrm>
        </p:grpSpPr>
        <p:sp>
          <p:nvSpPr>
            <p:cNvPr id="5615" name="Google Shape;5615;p84"/>
            <p:cNvSpPr/>
            <p:nvPr/>
          </p:nvSpPr>
          <p:spPr>
            <a:xfrm>
              <a:off x="-59029025" y="3712450"/>
              <a:ext cx="70125" cy="70125"/>
            </a:xfrm>
            <a:custGeom>
              <a:avLst/>
              <a:gdLst/>
              <a:ahLst/>
              <a:cxnLst/>
              <a:rect l="l" t="t" r="r" b="b"/>
              <a:pathLst>
                <a:path w="2805" h="2805" extrusionOk="0">
                  <a:moveTo>
                    <a:pt x="1229" y="0"/>
                  </a:moveTo>
                  <a:cubicBezTo>
                    <a:pt x="568" y="0"/>
                    <a:pt x="1" y="568"/>
                    <a:pt x="1" y="1229"/>
                  </a:cubicBezTo>
                  <a:cubicBezTo>
                    <a:pt x="1" y="1891"/>
                    <a:pt x="568" y="2458"/>
                    <a:pt x="1229" y="2458"/>
                  </a:cubicBezTo>
                  <a:cubicBezTo>
                    <a:pt x="1419" y="2458"/>
                    <a:pt x="1576" y="2426"/>
                    <a:pt x="1734" y="2332"/>
                  </a:cubicBezTo>
                  <a:lnTo>
                    <a:pt x="2206" y="2804"/>
                  </a:lnTo>
                  <a:cubicBezTo>
                    <a:pt x="2458" y="2489"/>
                    <a:pt x="2584" y="2426"/>
                    <a:pt x="2805" y="2206"/>
                  </a:cubicBezTo>
                  <a:lnTo>
                    <a:pt x="2332" y="1733"/>
                  </a:lnTo>
                  <a:cubicBezTo>
                    <a:pt x="2427" y="1576"/>
                    <a:pt x="2458" y="1387"/>
                    <a:pt x="2458" y="1229"/>
                  </a:cubicBezTo>
                  <a:cubicBezTo>
                    <a:pt x="2458" y="568"/>
                    <a:pt x="1923" y="0"/>
                    <a:pt x="1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84"/>
            <p:cNvSpPr/>
            <p:nvPr/>
          </p:nvSpPr>
          <p:spPr>
            <a:xfrm>
              <a:off x="-58782500" y="3958175"/>
              <a:ext cx="70125" cy="69350"/>
            </a:xfrm>
            <a:custGeom>
              <a:avLst/>
              <a:gdLst/>
              <a:ahLst/>
              <a:cxnLst/>
              <a:rect l="l" t="t" r="r" b="b"/>
              <a:pathLst>
                <a:path w="2805" h="2774" extrusionOk="0">
                  <a:moveTo>
                    <a:pt x="599" y="1"/>
                  </a:moveTo>
                  <a:cubicBezTo>
                    <a:pt x="379" y="222"/>
                    <a:pt x="316" y="316"/>
                    <a:pt x="1" y="568"/>
                  </a:cubicBezTo>
                  <a:lnTo>
                    <a:pt x="473" y="1041"/>
                  </a:lnTo>
                  <a:cubicBezTo>
                    <a:pt x="379" y="1198"/>
                    <a:pt x="347" y="1387"/>
                    <a:pt x="347" y="1576"/>
                  </a:cubicBezTo>
                  <a:cubicBezTo>
                    <a:pt x="347" y="2238"/>
                    <a:pt x="914" y="2773"/>
                    <a:pt x="1576" y="2773"/>
                  </a:cubicBezTo>
                  <a:cubicBezTo>
                    <a:pt x="2238" y="2773"/>
                    <a:pt x="2805" y="2238"/>
                    <a:pt x="2805" y="1576"/>
                  </a:cubicBezTo>
                  <a:cubicBezTo>
                    <a:pt x="2805" y="883"/>
                    <a:pt x="2238" y="348"/>
                    <a:pt x="1576" y="348"/>
                  </a:cubicBezTo>
                  <a:cubicBezTo>
                    <a:pt x="1387" y="348"/>
                    <a:pt x="1230" y="379"/>
                    <a:pt x="1072" y="474"/>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7" name="Google Shape;5617;p84"/>
            <p:cNvSpPr/>
            <p:nvPr/>
          </p:nvSpPr>
          <p:spPr>
            <a:xfrm>
              <a:off x="-58782500" y="3711650"/>
              <a:ext cx="70125" cy="70125"/>
            </a:xfrm>
            <a:custGeom>
              <a:avLst/>
              <a:gdLst/>
              <a:ahLst/>
              <a:cxnLst/>
              <a:rect l="l" t="t" r="r" b="b"/>
              <a:pathLst>
                <a:path w="2805" h="2805" extrusionOk="0">
                  <a:moveTo>
                    <a:pt x="1576" y="1"/>
                  </a:moveTo>
                  <a:cubicBezTo>
                    <a:pt x="914" y="1"/>
                    <a:pt x="347" y="568"/>
                    <a:pt x="347" y="1230"/>
                  </a:cubicBezTo>
                  <a:cubicBezTo>
                    <a:pt x="347" y="1419"/>
                    <a:pt x="379" y="1576"/>
                    <a:pt x="473" y="1734"/>
                  </a:cubicBezTo>
                  <a:lnTo>
                    <a:pt x="1" y="2206"/>
                  </a:lnTo>
                  <a:cubicBezTo>
                    <a:pt x="284" y="2458"/>
                    <a:pt x="347" y="2521"/>
                    <a:pt x="599" y="2805"/>
                  </a:cubicBezTo>
                  <a:lnTo>
                    <a:pt x="1072" y="2332"/>
                  </a:lnTo>
                  <a:cubicBezTo>
                    <a:pt x="1230" y="2395"/>
                    <a:pt x="1419" y="2458"/>
                    <a:pt x="1576" y="2458"/>
                  </a:cubicBezTo>
                  <a:cubicBezTo>
                    <a:pt x="2238" y="2458"/>
                    <a:pt x="2805" y="1891"/>
                    <a:pt x="2805" y="1230"/>
                  </a:cubicBezTo>
                  <a:cubicBezTo>
                    <a:pt x="2805" y="568"/>
                    <a:pt x="2238" y="1"/>
                    <a:pt x="15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84"/>
            <p:cNvSpPr/>
            <p:nvPr/>
          </p:nvSpPr>
          <p:spPr>
            <a:xfrm>
              <a:off x="-58911650" y="3880200"/>
              <a:ext cx="79550" cy="30750"/>
            </a:xfrm>
            <a:custGeom>
              <a:avLst/>
              <a:gdLst/>
              <a:ahLst/>
              <a:cxnLst/>
              <a:rect l="l" t="t" r="r" b="b"/>
              <a:pathLst>
                <a:path w="3182" h="1230" extrusionOk="0">
                  <a:moveTo>
                    <a:pt x="1607" y="1"/>
                  </a:moveTo>
                  <a:cubicBezTo>
                    <a:pt x="819" y="1"/>
                    <a:pt x="189" y="505"/>
                    <a:pt x="0" y="1230"/>
                  </a:cubicBezTo>
                  <a:lnTo>
                    <a:pt x="3182" y="1230"/>
                  </a:lnTo>
                  <a:cubicBezTo>
                    <a:pt x="3025" y="537"/>
                    <a:pt x="2394" y="1"/>
                    <a:pt x="16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84"/>
            <p:cNvSpPr/>
            <p:nvPr/>
          </p:nvSpPr>
          <p:spPr>
            <a:xfrm>
              <a:off x="-58891975" y="3818000"/>
              <a:ext cx="41775" cy="41750"/>
            </a:xfrm>
            <a:custGeom>
              <a:avLst/>
              <a:gdLst/>
              <a:ahLst/>
              <a:cxnLst/>
              <a:rect l="l" t="t" r="r" b="b"/>
              <a:pathLst>
                <a:path w="1671" h="1670" extrusionOk="0">
                  <a:moveTo>
                    <a:pt x="851" y="0"/>
                  </a:moveTo>
                  <a:cubicBezTo>
                    <a:pt x="379" y="0"/>
                    <a:pt x="1" y="378"/>
                    <a:pt x="1" y="819"/>
                  </a:cubicBezTo>
                  <a:cubicBezTo>
                    <a:pt x="1" y="1292"/>
                    <a:pt x="379" y="1670"/>
                    <a:pt x="851" y="1670"/>
                  </a:cubicBezTo>
                  <a:cubicBezTo>
                    <a:pt x="1292" y="1670"/>
                    <a:pt x="1670" y="1292"/>
                    <a:pt x="1670" y="819"/>
                  </a:cubicBezTo>
                  <a:cubicBezTo>
                    <a:pt x="1670" y="378"/>
                    <a:pt x="1292"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84"/>
            <p:cNvSpPr/>
            <p:nvPr/>
          </p:nvSpPr>
          <p:spPr>
            <a:xfrm>
              <a:off x="-58983325" y="3755775"/>
              <a:ext cx="227625" cy="226850"/>
            </a:xfrm>
            <a:custGeom>
              <a:avLst/>
              <a:gdLst/>
              <a:ahLst/>
              <a:cxnLst/>
              <a:rect l="l" t="t" r="r" b="b"/>
              <a:pathLst>
                <a:path w="9105" h="9074" extrusionOk="0">
                  <a:moveTo>
                    <a:pt x="4537" y="1701"/>
                  </a:moveTo>
                  <a:cubicBezTo>
                    <a:pt x="5419" y="1701"/>
                    <a:pt x="6175" y="2458"/>
                    <a:pt x="6175" y="3371"/>
                  </a:cubicBezTo>
                  <a:cubicBezTo>
                    <a:pt x="6175" y="3781"/>
                    <a:pt x="6018" y="4190"/>
                    <a:pt x="5702" y="4505"/>
                  </a:cubicBezTo>
                  <a:cubicBezTo>
                    <a:pt x="6459" y="4946"/>
                    <a:pt x="6994" y="5734"/>
                    <a:pt x="6994" y="6679"/>
                  </a:cubicBezTo>
                  <a:cubicBezTo>
                    <a:pt x="6963" y="6868"/>
                    <a:pt x="6805" y="7057"/>
                    <a:pt x="6585" y="7057"/>
                  </a:cubicBezTo>
                  <a:lnTo>
                    <a:pt x="2426" y="7057"/>
                  </a:lnTo>
                  <a:cubicBezTo>
                    <a:pt x="2205" y="7057"/>
                    <a:pt x="2048" y="6868"/>
                    <a:pt x="2048" y="6679"/>
                  </a:cubicBezTo>
                  <a:cubicBezTo>
                    <a:pt x="2048" y="5734"/>
                    <a:pt x="2552" y="4946"/>
                    <a:pt x="3340" y="4505"/>
                  </a:cubicBezTo>
                  <a:cubicBezTo>
                    <a:pt x="3056" y="4190"/>
                    <a:pt x="2867" y="3781"/>
                    <a:pt x="2867" y="3371"/>
                  </a:cubicBezTo>
                  <a:cubicBezTo>
                    <a:pt x="2867" y="2458"/>
                    <a:pt x="3623" y="1701"/>
                    <a:pt x="4537" y="1701"/>
                  </a:cubicBezTo>
                  <a:close/>
                  <a:moveTo>
                    <a:pt x="4537" y="0"/>
                  </a:moveTo>
                  <a:cubicBezTo>
                    <a:pt x="2016" y="0"/>
                    <a:pt x="0" y="2048"/>
                    <a:pt x="0" y="4537"/>
                  </a:cubicBezTo>
                  <a:cubicBezTo>
                    <a:pt x="0" y="7057"/>
                    <a:pt x="2048" y="9074"/>
                    <a:pt x="4537" y="9074"/>
                  </a:cubicBezTo>
                  <a:cubicBezTo>
                    <a:pt x="7057" y="9074"/>
                    <a:pt x="9042" y="7026"/>
                    <a:pt x="9042" y="4537"/>
                  </a:cubicBezTo>
                  <a:cubicBezTo>
                    <a:pt x="9105" y="2017"/>
                    <a:pt x="7057"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1" name="Google Shape;5621;p84"/>
            <p:cNvSpPr/>
            <p:nvPr/>
          </p:nvSpPr>
          <p:spPr>
            <a:xfrm>
              <a:off x="-59029025" y="3956600"/>
              <a:ext cx="70900" cy="70925"/>
            </a:xfrm>
            <a:custGeom>
              <a:avLst/>
              <a:gdLst/>
              <a:ahLst/>
              <a:cxnLst/>
              <a:rect l="l" t="t" r="r" b="b"/>
              <a:pathLst>
                <a:path w="2836" h="2837" extrusionOk="0">
                  <a:moveTo>
                    <a:pt x="2269" y="1"/>
                  </a:moveTo>
                  <a:lnTo>
                    <a:pt x="1734" y="537"/>
                  </a:lnTo>
                  <a:cubicBezTo>
                    <a:pt x="1576" y="442"/>
                    <a:pt x="1387" y="411"/>
                    <a:pt x="1229" y="411"/>
                  </a:cubicBezTo>
                  <a:cubicBezTo>
                    <a:pt x="568" y="411"/>
                    <a:pt x="1" y="946"/>
                    <a:pt x="1" y="1639"/>
                  </a:cubicBezTo>
                  <a:cubicBezTo>
                    <a:pt x="1" y="2301"/>
                    <a:pt x="568" y="2836"/>
                    <a:pt x="1229" y="2836"/>
                  </a:cubicBezTo>
                  <a:cubicBezTo>
                    <a:pt x="1891" y="2836"/>
                    <a:pt x="2458" y="2301"/>
                    <a:pt x="2458" y="1639"/>
                  </a:cubicBezTo>
                  <a:cubicBezTo>
                    <a:pt x="2458" y="1419"/>
                    <a:pt x="2427" y="1261"/>
                    <a:pt x="2332" y="1104"/>
                  </a:cubicBezTo>
                  <a:lnTo>
                    <a:pt x="2836" y="600"/>
                  </a:lnTo>
                  <a:cubicBezTo>
                    <a:pt x="2584" y="379"/>
                    <a:pt x="2490" y="285"/>
                    <a:pt x="22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2" name="Google Shape;5622;p84"/>
          <p:cNvGrpSpPr/>
          <p:nvPr/>
        </p:nvGrpSpPr>
        <p:grpSpPr>
          <a:xfrm>
            <a:off x="4841373" y="1398014"/>
            <a:ext cx="351940" cy="348188"/>
            <a:chOff x="581525" y="3254850"/>
            <a:chExt cx="297750" cy="294575"/>
          </a:xfrm>
        </p:grpSpPr>
        <p:sp>
          <p:nvSpPr>
            <p:cNvPr id="5623" name="Google Shape;5623;p84"/>
            <p:cNvSpPr/>
            <p:nvPr/>
          </p:nvSpPr>
          <p:spPr>
            <a:xfrm>
              <a:off x="616950" y="3358025"/>
              <a:ext cx="89025" cy="86650"/>
            </a:xfrm>
            <a:custGeom>
              <a:avLst/>
              <a:gdLst/>
              <a:ahLst/>
              <a:cxnLst/>
              <a:rect l="l" t="t" r="r" b="b"/>
              <a:pathLst>
                <a:path w="3561" h="3466" extrusionOk="0">
                  <a:moveTo>
                    <a:pt x="1797" y="0"/>
                  </a:moveTo>
                  <a:cubicBezTo>
                    <a:pt x="789" y="0"/>
                    <a:pt x="1" y="788"/>
                    <a:pt x="1" y="1733"/>
                  </a:cubicBezTo>
                  <a:cubicBezTo>
                    <a:pt x="1" y="2710"/>
                    <a:pt x="789" y="3466"/>
                    <a:pt x="1797" y="3466"/>
                  </a:cubicBezTo>
                  <a:cubicBezTo>
                    <a:pt x="2773" y="3466"/>
                    <a:pt x="3561" y="2710"/>
                    <a:pt x="3561" y="1733"/>
                  </a:cubicBezTo>
                  <a:cubicBezTo>
                    <a:pt x="3561" y="788"/>
                    <a:pt x="2773" y="0"/>
                    <a:pt x="1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84"/>
            <p:cNvSpPr/>
            <p:nvPr/>
          </p:nvSpPr>
          <p:spPr>
            <a:xfrm>
              <a:off x="721725" y="3254850"/>
              <a:ext cx="157550" cy="155975"/>
            </a:xfrm>
            <a:custGeom>
              <a:avLst/>
              <a:gdLst/>
              <a:ahLst/>
              <a:cxnLst/>
              <a:rect l="l" t="t" r="r" b="b"/>
              <a:pathLst>
                <a:path w="6302" h="6239" extrusionOk="0">
                  <a:moveTo>
                    <a:pt x="3151" y="1355"/>
                  </a:moveTo>
                  <a:cubicBezTo>
                    <a:pt x="3749" y="1355"/>
                    <a:pt x="4159" y="1827"/>
                    <a:pt x="4159" y="2363"/>
                  </a:cubicBezTo>
                  <a:cubicBezTo>
                    <a:pt x="4159" y="2773"/>
                    <a:pt x="3970" y="3119"/>
                    <a:pt x="3623" y="3277"/>
                  </a:cubicBezTo>
                  <a:cubicBezTo>
                    <a:pt x="3529" y="3308"/>
                    <a:pt x="3497" y="3434"/>
                    <a:pt x="3497" y="3560"/>
                  </a:cubicBezTo>
                  <a:cubicBezTo>
                    <a:pt x="3497" y="3749"/>
                    <a:pt x="3340" y="3907"/>
                    <a:pt x="3151" y="3907"/>
                  </a:cubicBezTo>
                  <a:cubicBezTo>
                    <a:pt x="2962" y="3907"/>
                    <a:pt x="2804" y="3749"/>
                    <a:pt x="2804" y="3560"/>
                  </a:cubicBezTo>
                  <a:cubicBezTo>
                    <a:pt x="2804" y="3151"/>
                    <a:pt x="2993" y="2836"/>
                    <a:pt x="3308" y="2647"/>
                  </a:cubicBezTo>
                  <a:cubicBezTo>
                    <a:pt x="3434" y="2552"/>
                    <a:pt x="3497" y="2458"/>
                    <a:pt x="3497" y="2332"/>
                  </a:cubicBezTo>
                  <a:cubicBezTo>
                    <a:pt x="3497" y="2143"/>
                    <a:pt x="3340" y="1953"/>
                    <a:pt x="3151" y="1953"/>
                  </a:cubicBezTo>
                  <a:cubicBezTo>
                    <a:pt x="2962" y="1953"/>
                    <a:pt x="2804" y="2143"/>
                    <a:pt x="2804" y="2332"/>
                  </a:cubicBezTo>
                  <a:cubicBezTo>
                    <a:pt x="2804" y="2521"/>
                    <a:pt x="2646" y="2678"/>
                    <a:pt x="2426" y="2678"/>
                  </a:cubicBezTo>
                  <a:cubicBezTo>
                    <a:pt x="2237" y="2678"/>
                    <a:pt x="2079" y="2521"/>
                    <a:pt x="2079" y="2332"/>
                  </a:cubicBezTo>
                  <a:cubicBezTo>
                    <a:pt x="2079" y="1827"/>
                    <a:pt x="2552" y="1355"/>
                    <a:pt x="3151" y="1355"/>
                  </a:cubicBezTo>
                  <a:close/>
                  <a:moveTo>
                    <a:pt x="3151" y="4096"/>
                  </a:moveTo>
                  <a:cubicBezTo>
                    <a:pt x="3340" y="4096"/>
                    <a:pt x="3497" y="4253"/>
                    <a:pt x="3497" y="4442"/>
                  </a:cubicBezTo>
                  <a:cubicBezTo>
                    <a:pt x="3497" y="4663"/>
                    <a:pt x="3340" y="4820"/>
                    <a:pt x="3151" y="4820"/>
                  </a:cubicBezTo>
                  <a:cubicBezTo>
                    <a:pt x="2962" y="4820"/>
                    <a:pt x="2804" y="4663"/>
                    <a:pt x="2804" y="4442"/>
                  </a:cubicBezTo>
                  <a:cubicBezTo>
                    <a:pt x="2804" y="4253"/>
                    <a:pt x="2962" y="4096"/>
                    <a:pt x="3151" y="4096"/>
                  </a:cubicBezTo>
                  <a:close/>
                  <a:moveTo>
                    <a:pt x="3182" y="0"/>
                  </a:moveTo>
                  <a:cubicBezTo>
                    <a:pt x="1481" y="0"/>
                    <a:pt x="63" y="1418"/>
                    <a:pt x="63" y="3119"/>
                  </a:cubicBezTo>
                  <a:cubicBezTo>
                    <a:pt x="63" y="3655"/>
                    <a:pt x="189" y="4159"/>
                    <a:pt x="473" y="4663"/>
                  </a:cubicBezTo>
                  <a:lnTo>
                    <a:pt x="32" y="5766"/>
                  </a:lnTo>
                  <a:cubicBezTo>
                    <a:pt x="0" y="5860"/>
                    <a:pt x="32" y="5986"/>
                    <a:pt x="126" y="6112"/>
                  </a:cubicBezTo>
                  <a:cubicBezTo>
                    <a:pt x="189" y="6175"/>
                    <a:pt x="347" y="6238"/>
                    <a:pt x="473" y="6238"/>
                  </a:cubicBezTo>
                  <a:lnTo>
                    <a:pt x="1764" y="5892"/>
                  </a:lnTo>
                  <a:cubicBezTo>
                    <a:pt x="2205" y="6144"/>
                    <a:pt x="2678" y="6238"/>
                    <a:pt x="3182" y="6238"/>
                  </a:cubicBezTo>
                  <a:cubicBezTo>
                    <a:pt x="4915" y="6238"/>
                    <a:pt x="6301" y="4789"/>
                    <a:pt x="6301" y="3119"/>
                  </a:cubicBezTo>
                  <a:cubicBezTo>
                    <a:pt x="6301" y="1386"/>
                    <a:pt x="4883" y="0"/>
                    <a:pt x="3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5" name="Google Shape;5625;p84"/>
            <p:cNvSpPr/>
            <p:nvPr/>
          </p:nvSpPr>
          <p:spPr>
            <a:xfrm>
              <a:off x="581525" y="3440725"/>
              <a:ext cx="157550" cy="108700"/>
            </a:xfrm>
            <a:custGeom>
              <a:avLst/>
              <a:gdLst/>
              <a:ahLst/>
              <a:cxnLst/>
              <a:rect l="l" t="t" r="r" b="b"/>
              <a:pathLst>
                <a:path w="6302" h="4348" extrusionOk="0">
                  <a:moveTo>
                    <a:pt x="1355" y="0"/>
                  </a:moveTo>
                  <a:cubicBezTo>
                    <a:pt x="567" y="567"/>
                    <a:pt x="0" y="1513"/>
                    <a:pt x="0" y="2584"/>
                  </a:cubicBezTo>
                  <a:lnTo>
                    <a:pt x="0" y="4001"/>
                  </a:lnTo>
                  <a:cubicBezTo>
                    <a:pt x="63" y="4190"/>
                    <a:pt x="221" y="4348"/>
                    <a:pt x="410" y="4348"/>
                  </a:cubicBezTo>
                  <a:lnTo>
                    <a:pt x="5955" y="4348"/>
                  </a:lnTo>
                  <a:cubicBezTo>
                    <a:pt x="6144" y="4348"/>
                    <a:pt x="6301" y="4190"/>
                    <a:pt x="6301" y="4001"/>
                  </a:cubicBezTo>
                  <a:lnTo>
                    <a:pt x="6301" y="2584"/>
                  </a:lnTo>
                  <a:cubicBezTo>
                    <a:pt x="6301" y="1513"/>
                    <a:pt x="5797" y="599"/>
                    <a:pt x="4978" y="0"/>
                  </a:cubicBezTo>
                  <a:cubicBezTo>
                    <a:pt x="4537" y="536"/>
                    <a:pt x="3875" y="851"/>
                    <a:pt x="3151" y="851"/>
                  </a:cubicBezTo>
                  <a:cubicBezTo>
                    <a:pt x="2458" y="851"/>
                    <a:pt x="1796" y="536"/>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6" name="Google Shape;5626;p84"/>
          <p:cNvGrpSpPr/>
          <p:nvPr/>
        </p:nvGrpSpPr>
        <p:grpSpPr>
          <a:xfrm>
            <a:off x="4840442" y="1836950"/>
            <a:ext cx="353802" cy="351497"/>
            <a:chOff x="580725" y="3617925"/>
            <a:chExt cx="299325" cy="297375"/>
          </a:xfrm>
        </p:grpSpPr>
        <p:sp>
          <p:nvSpPr>
            <p:cNvPr id="5627" name="Google Shape;5627;p84"/>
            <p:cNvSpPr/>
            <p:nvPr/>
          </p:nvSpPr>
          <p:spPr>
            <a:xfrm>
              <a:off x="609075" y="3662050"/>
              <a:ext cx="51225" cy="51200"/>
            </a:xfrm>
            <a:custGeom>
              <a:avLst/>
              <a:gdLst/>
              <a:ahLst/>
              <a:cxnLst/>
              <a:rect l="l" t="t" r="r" b="b"/>
              <a:pathLst>
                <a:path w="2049" h="2048" extrusionOk="0">
                  <a:moveTo>
                    <a:pt x="1041" y="0"/>
                  </a:moveTo>
                  <a:cubicBezTo>
                    <a:pt x="473" y="0"/>
                    <a:pt x="1" y="473"/>
                    <a:pt x="1" y="1040"/>
                  </a:cubicBezTo>
                  <a:cubicBezTo>
                    <a:pt x="1" y="1607"/>
                    <a:pt x="473" y="2048"/>
                    <a:pt x="1041" y="2048"/>
                  </a:cubicBezTo>
                  <a:cubicBezTo>
                    <a:pt x="1608" y="2048"/>
                    <a:pt x="2049" y="1607"/>
                    <a:pt x="2049" y="1040"/>
                  </a:cubicBezTo>
                  <a:cubicBezTo>
                    <a:pt x="2049" y="473"/>
                    <a:pt x="1608" y="0"/>
                    <a:pt x="1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8" name="Google Shape;5628;p84"/>
            <p:cNvSpPr/>
            <p:nvPr/>
          </p:nvSpPr>
          <p:spPr>
            <a:xfrm>
              <a:off x="668950" y="3617925"/>
              <a:ext cx="122875" cy="104475"/>
            </a:xfrm>
            <a:custGeom>
              <a:avLst/>
              <a:gdLst/>
              <a:ahLst/>
              <a:cxnLst/>
              <a:rect l="l" t="t" r="r" b="b"/>
              <a:pathLst>
                <a:path w="4915" h="4179" extrusionOk="0">
                  <a:moveTo>
                    <a:pt x="1040" y="1"/>
                  </a:moveTo>
                  <a:cubicBezTo>
                    <a:pt x="441" y="1"/>
                    <a:pt x="0" y="473"/>
                    <a:pt x="0" y="1072"/>
                  </a:cubicBezTo>
                  <a:lnTo>
                    <a:pt x="0" y="1797"/>
                  </a:lnTo>
                  <a:cubicBezTo>
                    <a:pt x="0" y="2364"/>
                    <a:pt x="473" y="2805"/>
                    <a:pt x="1040" y="2805"/>
                  </a:cubicBezTo>
                  <a:lnTo>
                    <a:pt x="2300" y="2805"/>
                  </a:lnTo>
                  <a:lnTo>
                    <a:pt x="3592" y="4097"/>
                  </a:lnTo>
                  <a:cubicBezTo>
                    <a:pt x="3672" y="4156"/>
                    <a:pt x="3764" y="4178"/>
                    <a:pt x="3853" y="4178"/>
                  </a:cubicBezTo>
                  <a:cubicBezTo>
                    <a:pt x="3905" y="4178"/>
                    <a:pt x="3955" y="4171"/>
                    <a:pt x="4001" y="4160"/>
                  </a:cubicBezTo>
                  <a:cubicBezTo>
                    <a:pt x="4127" y="4097"/>
                    <a:pt x="4190" y="3939"/>
                    <a:pt x="4190" y="3844"/>
                  </a:cubicBezTo>
                  <a:lnTo>
                    <a:pt x="4190" y="2742"/>
                  </a:lnTo>
                  <a:cubicBezTo>
                    <a:pt x="4600" y="2584"/>
                    <a:pt x="4915" y="2206"/>
                    <a:pt x="4915" y="1734"/>
                  </a:cubicBezTo>
                  <a:lnTo>
                    <a:pt x="4915" y="1072"/>
                  </a:lnTo>
                  <a:cubicBezTo>
                    <a:pt x="4915" y="473"/>
                    <a:pt x="4411" y="1"/>
                    <a:pt x="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84"/>
            <p:cNvSpPr/>
            <p:nvPr/>
          </p:nvSpPr>
          <p:spPr>
            <a:xfrm>
              <a:off x="580725" y="3721900"/>
              <a:ext cx="141800" cy="192025"/>
            </a:xfrm>
            <a:custGeom>
              <a:avLst/>
              <a:gdLst/>
              <a:ahLst/>
              <a:cxnLst/>
              <a:rect l="l" t="t" r="r" b="b"/>
              <a:pathLst>
                <a:path w="5672" h="7681" extrusionOk="0">
                  <a:moveTo>
                    <a:pt x="3340" y="4506"/>
                  </a:moveTo>
                  <a:lnTo>
                    <a:pt x="3718" y="5577"/>
                  </a:lnTo>
                  <a:lnTo>
                    <a:pt x="1229" y="5577"/>
                  </a:lnTo>
                  <a:lnTo>
                    <a:pt x="1450" y="4600"/>
                  </a:lnTo>
                  <a:lnTo>
                    <a:pt x="1450" y="4506"/>
                  </a:lnTo>
                  <a:close/>
                  <a:moveTo>
                    <a:pt x="1450" y="1"/>
                  </a:moveTo>
                  <a:cubicBezTo>
                    <a:pt x="1135" y="1"/>
                    <a:pt x="883" y="221"/>
                    <a:pt x="788" y="505"/>
                  </a:cubicBezTo>
                  <a:lnTo>
                    <a:pt x="95" y="3624"/>
                  </a:lnTo>
                  <a:cubicBezTo>
                    <a:pt x="1" y="4096"/>
                    <a:pt x="316" y="4506"/>
                    <a:pt x="757" y="4506"/>
                  </a:cubicBezTo>
                  <a:lnTo>
                    <a:pt x="95" y="7247"/>
                  </a:lnTo>
                  <a:cubicBezTo>
                    <a:pt x="32" y="7436"/>
                    <a:pt x="158" y="7593"/>
                    <a:pt x="316" y="7656"/>
                  </a:cubicBezTo>
                  <a:cubicBezTo>
                    <a:pt x="350" y="7668"/>
                    <a:pt x="383" y="7673"/>
                    <a:pt x="415" y="7673"/>
                  </a:cubicBezTo>
                  <a:cubicBezTo>
                    <a:pt x="559" y="7673"/>
                    <a:pt x="679" y="7565"/>
                    <a:pt x="757" y="7436"/>
                  </a:cubicBezTo>
                  <a:lnTo>
                    <a:pt x="1040" y="6301"/>
                  </a:lnTo>
                  <a:lnTo>
                    <a:pt x="3939" y="6301"/>
                  </a:lnTo>
                  <a:lnTo>
                    <a:pt x="4254" y="7152"/>
                  </a:lnTo>
                  <a:cubicBezTo>
                    <a:pt x="4358" y="7492"/>
                    <a:pt x="4637" y="7680"/>
                    <a:pt x="4908" y="7680"/>
                  </a:cubicBezTo>
                  <a:cubicBezTo>
                    <a:pt x="4964" y="7680"/>
                    <a:pt x="5019" y="7672"/>
                    <a:pt x="5073" y="7656"/>
                  </a:cubicBezTo>
                  <a:cubicBezTo>
                    <a:pt x="5451" y="7593"/>
                    <a:pt x="5672" y="7184"/>
                    <a:pt x="5609" y="6837"/>
                  </a:cubicBezTo>
                  <a:lnTo>
                    <a:pt x="4569" y="3687"/>
                  </a:lnTo>
                  <a:cubicBezTo>
                    <a:pt x="4506" y="3372"/>
                    <a:pt x="4222" y="3183"/>
                    <a:pt x="3907" y="3183"/>
                  </a:cubicBezTo>
                  <a:lnTo>
                    <a:pt x="3183" y="3183"/>
                  </a:lnTo>
                  <a:cubicBezTo>
                    <a:pt x="2994" y="3183"/>
                    <a:pt x="2836" y="3025"/>
                    <a:pt x="2836" y="2836"/>
                  </a:cubicBezTo>
                  <a:cubicBezTo>
                    <a:pt x="2836" y="2615"/>
                    <a:pt x="2994" y="2458"/>
                    <a:pt x="3183" y="2458"/>
                  </a:cubicBezTo>
                  <a:lnTo>
                    <a:pt x="4222" y="2458"/>
                  </a:lnTo>
                  <a:cubicBezTo>
                    <a:pt x="4600" y="2458"/>
                    <a:pt x="4915" y="2143"/>
                    <a:pt x="4915" y="1765"/>
                  </a:cubicBezTo>
                  <a:cubicBezTo>
                    <a:pt x="4915" y="1355"/>
                    <a:pt x="4600" y="1040"/>
                    <a:pt x="4222" y="1040"/>
                  </a:cubicBezTo>
                  <a:lnTo>
                    <a:pt x="2332" y="1040"/>
                  </a:lnTo>
                  <a:lnTo>
                    <a:pt x="2080" y="379"/>
                  </a:lnTo>
                  <a:cubicBezTo>
                    <a:pt x="1985" y="158"/>
                    <a:pt x="1733" y="1"/>
                    <a:pt x="14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84"/>
            <p:cNvSpPr/>
            <p:nvPr/>
          </p:nvSpPr>
          <p:spPr>
            <a:xfrm>
              <a:off x="800475" y="3662050"/>
              <a:ext cx="51225" cy="51200"/>
            </a:xfrm>
            <a:custGeom>
              <a:avLst/>
              <a:gdLst/>
              <a:ahLst/>
              <a:cxnLst/>
              <a:rect l="l" t="t" r="r" b="b"/>
              <a:pathLst>
                <a:path w="2049" h="2048" extrusionOk="0">
                  <a:moveTo>
                    <a:pt x="1009" y="0"/>
                  </a:moveTo>
                  <a:cubicBezTo>
                    <a:pt x="442" y="0"/>
                    <a:pt x="1" y="473"/>
                    <a:pt x="1" y="1040"/>
                  </a:cubicBezTo>
                  <a:cubicBezTo>
                    <a:pt x="1" y="1607"/>
                    <a:pt x="442" y="2048"/>
                    <a:pt x="1009" y="2048"/>
                  </a:cubicBezTo>
                  <a:cubicBezTo>
                    <a:pt x="1576" y="2048"/>
                    <a:pt x="2048" y="1607"/>
                    <a:pt x="2048" y="1040"/>
                  </a:cubicBezTo>
                  <a:cubicBezTo>
                    <a:pt x="2048" y="473"/>
                    <a:pt x="1576"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1" name="Google Shape;5631;p84"/>
            <p:cNvSpPr/>
            <p:nvPr/>
          </p:nvSpPr>
          <p:spPr>
            <a:xfrm>
              <a:off x="738250" y="3722700"/>
              <a:ext cx="141800" cy="192600"/>
            </a:xfrm>
            <a:custGeom>
              <a:avLst/>
              <a:gdLst/>
              <a:ahLst/>
              <a:cxnLst/>
              <a:rect l="l" t="t" r="r" b="b"/>
              <a:pathLst>
                <a:path w="5672" h="7704" extrusionOk="0">
                  <a:moveTo>
                    <a:pt x="4222" y="4474"/>
                  </a:moveTo>
                  <a:lnTo>
                    <a:pt x="4222" y="4568"/>
                  </a:lnTo>
                  <a:lnTo>
                    <a:pt x="4443" y="5545"/>
                  </a:lnTo>
                  <a:lnTo>
                    <a:pt x="1985" y="5545"/>
                  </a:lnTo>
                  <a:lnTo>
                    <a:pt x="2332" y="4474"/>
                  </a:lnTo>
                  <a:close/>
                  <a:moveTo>
                    <a:pt x="4222" y="0"/>
                  </a:moveTo>
                  <a:cubicBezTo>
                    <a:pt x="3939" y="0"/>
                    <a:pt x="3718" y="158"/>
                    <a:pt x="3592" y="378"/>
                  </a:cubicBezTo>
                  <a:lnTo>
                    <a:pt x="3340" y="1071"/>
                  </a:lnTo>
                  <a:lnTo>
                    <a:pt x="1450" y="1071"/>
                  </a:lnTo>
                  <a:cubicBezTo>
                    <a:pt x="1072" y="1071"/>
                    <a:pt x="757" y="1386"/>
                    <a:pt x="757" y="1764"/>
                  </a:cubicBezTo>
                  <a:cubicBezTo>
                    <a:pt x="757" y="2174"/>
                    <a:pt x="1072" y="2489"/>
                    <a:pt x="1450" y="2489"/>
                  </a:cubicBezTo>
                  <a:lnTo>
                    <a:pt x="2490" y="2489"/>
                  </a:lnTo>
                  <a:cubicBezTo>
                    <a:pt x="2679" y="2489"/>
                    <a:pt x="2836" y="2646"/>
                    <a:pt x="2836" y="2835"/>
                  </a:cubicBezTo>
                  <a:cubicBezTo>
                    <a:pt x="2836" y="3024"/>
                    <a:pt x="2679" y="3182"/>
                    <a:pt x="2490" y="3182"/>
                  </a:cubicBezTo>
                  <a:lnTo>
                    <a:pt x="1765" y="3182"/>
                  </a:lnTo>
                  <a:cubicBezTo>
                    <a:pt x="1450" y="3182"/>
                    <a:pt x="1198" y="3371"/>
                    <a:pt x="1103" y="3686"/>
                  </a:cubicBezTo>
                  <a:lnTo>
                    <a:pt x="95" y="6837"/>
                  </a:lnTo>
                  <a:cubicBezTo>
                    <a:pt x="1" y="7215"/>
                    <a:pt x="190" y="7593"/>
                    <a:pt x="599" y="7687"/>
                  </a:cubicBezTo>
                  <a:cubicBezTo>
                    <a:pt x="643" y="7696"/>
                    <a:pt x="690" y="7701"/>
                    <a:pt x="738" y="7701"/>
                  </a:cubicBezTo>
                  <a:cubicBezTo>
                    <a:pt x="1030" y="7701"/>
                    <a:pt x="1364" y="7531"/>
                    <a:pt x="1418" y="7152"/>
                  </a:cubicBezTo>
                  <a:lnTo>
                    <a:pt x="1733" y="6301"/>
                  </a:lnTo>
                  <a:lnTo>
                    <a:pt x="4632" y="6301"/>
                  </a:lnTo>
                  <a:lnTo>
                    <a:pt x="4915" y="7435"/>
                  </a:lnTo>
                  <a:cubicBezTo>
                    <a:pt x="4967" y="7591"/>
                    <a:pt x="5104" y="7704"/>
                    <a:pt x="5257" y="7704"/>
                  </a:cubicBezTo>
                  <a:cubicBezTo>
                    <a:pt x="5290" y="7704"/>
                    <a:pt x="5323" y="7698"/>
                    <a:pt x="5356" y="7687"/>
                  </a:cubicBezTo>
                  <a:cubicBezTo>
                    <a:pt x="5546" y="7624"/>
                    <a:pt x="5672" y="7435"/>
                    <a:pt x="5577" y="7246"/>
                  </a:cubicBezTo>
                  <a:lnTo>
                    <a:pt x="4915" y="4537"/>
                  </a:lnTo>
                  <a:cubicBezTo>
                    <a:pt x="5356" y="4474"/>
                    <a:pt x="5672" y="4064"/>
                    <a:pt x="5609" y="3623"/>
                  </a:cubicBezTo>
                  <a:lnTo>
                    <a:pt x="4884" y="504"/>
                  </a:lnTo>
                  <a:cubicBezTo>
                    <a:pt x="4821" y="189"/>
                    <a:pt x="4537"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2" name="Google Shape;5632;p84"/>
          <p:cNvGrpSpPr/>
          <p:nvPr/>
        </p:nvGrpSpPr>
        <p:grpSpPr>
          <a:xfrm>
            <a:off x="4842304" y="2284140"/>
            <a:ext cx="350079" cy="350079"/>
            <a:chOff x="583100" y="3982600"/>
            <a:chExt cx="296175" cy="296175"/>
          </a:xfrm>
        </p:grpSpPr>
        <p:sp>
          <p:nvSpPr>
            <p:cNvPr id="5633" name="Google Shape;5633;p84"/>
            <p:cNvSpPr/>
            <p:nvPr/>
          </p:nvSpPr>
          <p:spPr>
            <a:xfrm>
              <a:off x="694925" y="3982600"/>
              <a:ext cx="70925" cy="68550"/>
            </a:xfrm>
            <a:custGeom>
              <a:avLst/>
              <a:gdLst/>
              <a:ahLst/>
              <a:cxnLst/>
              <a:rect l="l" t="t" r="r" b="b"/>
              <a:pathLst>
                <a:path w="2837" h="2742" extrusionOk="0">
                  <a:moveTo>
                    <a:pt x="1419" y="1"/>
                  </a:moveTo>
                  <a:cubicBezTo>
                    <a:pt x="631" y="1"/>
                    <a:pt x="1" y="599"/>
                    <a:pt x="1" y="1355"/>
                  </a:cubicBezTo>
                  <a:cubicBezTo>
                    <a:pt x="1" y="2143"/>
                    <a:pt x="631" y="2742"/>
                    <a:pt x="1419" y="2742"/>
                  </a:cubicBezTo>
                  <a:cubicBezTo>
                    <a:pt x="2206" y="2742"/>
                    <a:pt x="2836" y="2143"/>
                    <a:pt x="2836" y="1355"/>
                  </a:cubicBezTo>
                  <a:cubicBezTo>
                    <a:pt x="2836" y="599"/>
                    <a:pt x="2206" y="1"/>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84"/>
            <p:cNvSpPr/>
            <p:nvPr/>
          </p:nvSpPr>
          <p:spPr>
            <a:xfrm>
              <a:off x="609075" y="4139350"/>
              <a:ext cx="69350" cy="68525"/>
            </a:xfrm>
            <a:custGeom>
              <a:avLst/>
              <a:gdLst/>
              <a:ahLst/>
              <a:cxnLst/>
              <a:rect l="l" t="t" r="r" b="b"/>
              <a:pathLst>
                <a:path w="2774" h="2741"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84"/>
            <p:cNvSpPr/>
            <p:nvPr/>
          </p:nvSpPr>
          <p:spPr>
            <a:xfrm>
              <a:off x="783925" y="4140125"/>
              <a:ext cx="68550" cy="68550"/>
            </a:xfrm>
            <a:custGeom>
              <a:avLst/>
              <a:gdLst/>
              <a:ahLst/>
              <a:cxnLst/>
              <a:rect l="l" t="t" r="r" b="b"/>
              <a:pathLst>
                <a:path w="2742" h="2742" extrusionOk="0">
                  <a:moveTo>
                    <a:pt x="1356" y="1"/>
                  </a:moveTo>
                  <a:cubicBezTo>
                    <a:pt x="631" y="1"/>
                    <a:pt x="1" y="631"/>
                    <a:pt x="1" y="1387"/>
                  </a:cubicBezTo>
                  <a:cubicBezTo>
                    <a:pt x="1" y="2111"/>
                    <a:pt x="631" y="2741"/>
                    <a:pt x="1356" y="2741"/>
                  </a:cubicBezTo>
                  <a:cubicBezTo>
                    <a:pt x="2112" y="2741"/>
                    <a:pt x="2742" y="2111"/>
                    <a:pt x="2742" y="1387"/>
                  </a:cubicBezTo>
                  <a:cubicBezTo>
                    <a:pt x="2742" y="631"/>
                    <a:pt x="2112" y="1"/>
                    <a:pt x="1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84"/>
            <p:cNvSpPr/>
            <p:nvPr/>
          </p:nvSpPr>
          <p:spPr>
            <a:xfrm>
              <a:off x="583100" y="4207075"/>
              <a:ext cx="122100" cy="71700"/>
            </a:xfrm>
            <a:custGeom>
              <a:avLst/>
              <a:gdLst/>
              <a:ahLst/>
              <a:cxnLst/>
              <a:rect l="l" t="t" r="r" b="b"/>
              <a:pathLst>
                <a:path w="4884" h="2868" extrusionOk="0">
                  <a:moveTo>
                    <a:pt x="819" y="0"/>
                  </a:moveTo>
                  <a:cubicBezTo>
                    <a:pt x="347" y="442"/>
                    <a:pt x="0" y="1072"/>
                    <a:pt x="0" y="1796"/>
                  </a:cubicBezTo>
                  <a:lnTo>
                    <a:pt x="0" y="2521"/>
                  </a:lnTo>
                  <a:cubicBezTo>
                    <a:pt x="0" y="2710"/>
                    <a:pt x="158" y="2867"/>
                    <a:pt x="347" y="2867"/>
                  </a:cubicBezTo>
                  <a:lnTo>
                    <a:pt x="4505" y="2867"/>
                  </a:lnTo>
                  <a:cubicBezTo>
                    <a:pt x="4726" y="2867"/>
                    <a:pt x="4883" y="2710"/>
                    <a:pt x="4883" y="2521"/>
                  </a:cubicBezTo>
                  <a:lnTo>
                    <a:pt x="4883" y="1796"/>
                  </a:lnTo>
                  <a:cubicBezTo>
                    <a:pt x="4883" y="1103"/>
                    <a:pt x="4568" y="442"/>
                    <a:pt x="4033" y="0"/>
                  </a:cubicBezTo>
                  <a:cubicBezTo>
                    <a:pt x="3655" y="473"/>
                    <a:pt x="3088" y="788"/>
                    <a:pt x="2426" y="788"/>
                  </a:cubicBezTo>
                  <a:cubicBezTo>
                    <a:pt x="1796" y="788"/>
                    <a:pt x="1197" y="473"/>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84"/>
            <p:cNvSpPr/>
            <p:nvPr/>
          </p:nvSpPr>
          <p:spPr>
            <a:xfrm>
              <a:off x="669725" y="4049550"/>
              <a:ext cx="122900" cy="72475"/>
            </a:xfrm>
            <a:custGeom>
              <a:avLst/>
              <a:gdLst/>
              <a:ahLst/>
              <a:cxnLst/>
              <a:rect l="l" t="t" r="r" b="b"/>
              <a:pathLst>
                <a:path w="4916" h="2899" extrusionOk="0">
                  <a:moveTo>
                    <a:pt x="851" y="1"/>
                  </a:moveTo>
                  <a:cubicBezTo>
                    <a:pt x="347" y="442"/>
                    <a:pt x="1" y="1103"/>
                    <a:pt x="1" y="1796"/>
                  </a:cubicBezTo>
                  <a:lnTo>
                    <a:pt x="1" y="2552"/>
                  </a:lnTo>
                  <a:cubicBezTo>
                    <a:pt x="1" y="2741"/>
                    <a:pt x="158" y="2899"/>
                    <a:pt x="347" y="2899"/>
                  </a:cubicBezTo>
                  <a:lnTo>
                    <a:pt x="4537" y="2899"/>
                  </a:lnTo>
                  <a:cubicBezTo>
                    <a:pt x="4758" y="2899"/>
                    <a:pt x="4915" y="2741"/>
                    <a:pt x="4915" y="2552"/>
                  </a:cubicBezTo>
                  <a:lnTo>
                    <a:pt x="4915" y="1796"/>
                  </a:lnTo>
                  <a:cubicBezTo>
                    <a:pt x="4915" y="1103"/>
                    <a:pt x="4600" y="442"/>
                    <a:pt x="4065" y="1"/>
                  </a:cubicBezTo>
                  <a:cubicBezTo>
                    <a:pt x="3687" y="473"/>
                    <a:pt x="3088" y="788"/>
                    <a:pt x="2458" y="788"/>
                  </a:cubicBezTo>
                  <a:cubicBezTo>
                    <a:pt x="1828" y="788"/>
                    <a:pt x="1198" y="473"/>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84"/>
            <p:cNvSpPr/>
            <p:nvPr/>
          </p:nvSpPr>
          <p:spPr>
            <a:xfrm>
              <a:off x="757150" y="4207075"/>
              <a:ext cx="122125" cy="71700"/>
            </a:xfrm>
            <a:custGeom>
              <a:avLst/>
              <a:gdLst/>
              <a:ahLst/>
              <a:cxnLst/>
              <a:rect l="l" t="t" r="r" b="b"/>
              <a:pathLst>
                <a:path w="4885" h="2868" extrusionOk="0">
                  <a:moveTo>
                    <a:pt x="820" y="0"/>
                  </a:moveTo>
                  <a:cubicBezTo>
                    <a:pt x="316" y="442"/>
                    <a:pt x="1" y="1103"/>
                    <a:pt x="1" y="1796"/>
                  </a:cubicBezTo>
                  <a:lnTo>
                    <a:pt x="1" y="2521"/>
                  </a:lnTo>
                  <a:cubicBezTo>
                    <a:pt x="1" y="2710"/>
                    <a:pt x="158" y="2867"/>
                    <a:pt x="347" y="2867"/>
                  </a:cubicBezTo>
                  <a:lnTo>
                    <a:pt x="4506" y="2867"/>
                  </a:lnTo>
                  <a:cubicBezTo>
                    <a:pt x="4727" y="2867"/>
                    <a:pt x="4884" y="2710"/>
                    <a:pt x="4884" y="2521"/>
                  </a:cubicBezTo>
                  <a:lnTo>
                    <a:pt x="4884" y="1796"/>
                  </a:lnTo>
                  <a:cubicBezTo>
                    <a:pt x="4884" y="1103"/>
                    <a:pt x="4569" y="442"/>
                    <a:pt x="4033" y="0"/>
                  </a:cubicBezTo>
                  <a:cubicBezTo>
                    <a:pt x="3655" y="473"/>
                    <a:pt x="3088" y="788"/>
                    <a:pt x="2427" y="788"/>
                  </a:cubicBezTo>
                  <a:cubicBezTo>
                    <a:pt x="1797" y="788"/>
                    <a:pt x="1198" y="47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84"/>
            <p:cNvSpPr/>
            <p:nvPr/>
          </p:nvSpPr>
          <p:spPr>
            <a:xfrm>
              <a:off x="691775" y="4139350"/>
              <a:ext cx="77225" cy="64600"/>
            </a:xfrm>
            <a:custGeom>
              <a:avLst/>
              <a:gdLst/>
              <a:ahLst/>
              <a:cxnLst/>
              <a:rect l="l" t="t" r="r" b="b"/>
              <a:pathLst>
                <a:path w="3089" h="2584" extrusionOk="0">
                  <a:moveTo>
                    <a:pt x="1198" y="0"/>
                  </a:moveTo>
                  <a:lnTo>
                    <a:pt x="1198" y="882"/>
                  </a:lnTo>
                  <a:lnTo>
                    <a:pt x="1" y="2079"/>
                  </a:lnTo>
                  <a:cubicBezTo>
                    <a:pt x="221" y="2237"/>
                    <a:pt x="284" y="2300"/>
                    <a:pt x="473" y="2583"/>
                  </a:cubicBezTo>
                  <a:lnTo>
                    <a:pt x="1545" y="1575"/>
                  </a:lnTo>
                  <a:lnTo>
                    <a:pt x="2616" y="2583"/>
                  </a:lnTo>
                  <a:cubicBezTo>
                    <a:pt x="2773" y="2394"/>
                    <a:pt x="2931" y="2237"/>
                    <a:pt x="3088" y="2111"/>
                  </a:cubicBezTo>
                  <a:lnTo>
                    <a:pt x="1891" y="882"/>
                  </a:lnTo>
                  <a:lnTo>
                    <a:pt x="1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40" name="Google Shape;5640;p84"/>
          <p:cNvGrpSpPr/>
          <p:nvPr/>
        </p:nvGrpSpPr>
        <p:grpSpPr>
          <a:xfrm>
            <a:off x="7074918" y="1397764"/>
            <a:ext cx="307231" cy="348690"/>
            <a:chOff x="2423775" y="3226875"/>
            <a:chExt cx="259925" cy="295000"/>
          </a:xfrm>
        </p:grpSpPr>
        <p:sp>
          <p:nvSpPr>
            <p:cNvPr id="5641" name="Google Shape;5641;p84"/>
            <p:cNvSpPr/>
            <p:nvPr/>
          </p:nvSpPr>
          <p:spPr>
            <a:xfrm>
              <a:off x="2509625" y="3365900"/>
              <a:ext cx="86650" cy="52000"/>
            </a:xfrm>
            <a:custGeom>
              <a:avLst/>
              <a:gdLst/>
              <a:ahLst/>
              <a:cxnLst/>
              <a:rect l="l" t="t" r="r" b="b"/>
              <a:pathLst>
                <a:path w="3466" h="2080" extrusionOk="0">
                  <a:moveTo>
                    <a:pt x="1733" y="0"/>
                  </a:moveTo>
                  <a:cubicBezTo>
                    <a:pt x="788" y="0"/>
                    <a:pt x="0" y="788"/>
                    <a:pt x="0" y="1733"/>
                  </a:cubicBezTo>
                  <a:lnTo>
                    <a:pt x="0" y="2080"/>
                  </a:lnTo>
                  <a:lnTo>
                    <a:pt x="3466" y="2080"/>
                  </a:lnTo>
                  <a:lnTo>
                    <a:pt x="3466" y="1733"/>
                  </a:ln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84"/>
            <p:cNvSpPr/>
            <p:nvPr/>
          </p:nvSpPr>
          <p:spPr>
            <a:xfrm>
              <a:off x="2534825" y="3313925"/>
              <a:ext cx="35475" cy="35450"/>
            </a:xfrm>
            <a:custGeom>
              <a:avLst/>
              <a:gdLst/>
              <a:ahLst/>
              <a:cxnLst/>
              <a:rect l="l" t="t" r="r" b="b"/>
              <a:pathLst>
                <a:path w="1419" h="1418" extrusionOk="0">
                  <a:moveTo>
                    <a:pt x="725" y="0"/>
                  </a:moveTo>
                  <a:cubicBezTo>
                    <a:pt x="316" y="0"/>
                    <a:pt x="0" y="315"/>
                    <a:pt x="0" y="725"/>
                  </a:cubicBezTo>
                  <a:cubicBezTo>
                    <a:pt x="0" y="1103"/>
                    <a:pt x="316"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84"/>
            <p:cNvSpPr/>
            <p:nvPr/>
          </p:nvSpPr>
          <p:spPr>
            <a:xfrm>
              <a:off x="2423775" y="3226875"/>
              <a:ext cx="259925" cy="295000"/>
            </a:xfrm>
            <a:custGeom>
              <a:avLst/>
              <a:gdLst/>
              <a:ahLst/>
              <a:cxnLst/>
              <a:rect l="l" t="t" r="r" b="b"/>
              <a:pathLst>
                <a:path w="10397" h="11800" extrusionOk="0">
                  <a:moveTo>
                    <a:pt x="5167" y="2757"/>
                  </a:moveTo>
                  <a:cubicBezTo>
                    <a:pt x="5923" y="2757"/>
                    <a:pt x="6553" y="3388"/>
                    <a:pt x="6553" y="4144"/>
                  </a:cubicBezTo>
                  <a:cubicBezTo>
                    <a:pt x="6553" y="4490"/>
                    <a:pt x="6396" y="4805"/>
                    <a:pt x="6175" y="5089"/>
                  </a:cubicBezTo>
                  <a:cubicBezTo>
                    <a:pt x="7026" y="5498"/>
                    <a:pt x="7593" y="6317"/>
                    <a:pt x="7593" y="7294"/>
                  </a:cubicBezTo>
                  <a:lnTo>
                    <a:pt x="7593" y="8019"/>
                  </a:lnTo>
                  <a:cubicBezTo>
                    <a:pt x="7593" y="8208"/>
                    <a:pt x="7435" y="8365"/>
                    <a:pt x="7246" y="8365"/>
                  </a:cubicBezTo>
                  <a:lnTo>
                    <a:pt x="3088" y="8365"/>
                  </a:lnTo>
                  <a:cubicBezTo>
                    <a:pt x="2867" y="8365"/>
                    <a:pt x="2710" y="8208"/>
                    <a:pt x="2710" y="8019"/>
                  </a:cubicBezTo>
                  <a:lnTo>
                    <a:pt x="2710" y="7294"/>
                  </a:lnTo>
                  <a:cubicBezTo>
                    <a:pt x="2710" y="6317"/>
                    <a:pt x="3308" y="5498"/>
                    <a:pt x="4127" y="5089"/>
                  </a:cubicBezTo>
                  <a:cubicBezTo>
                    <a:pt x="3907" y="4868"/>
                    <a:pt x="3781" y="4553"/>
                    <a:pt x="3781" y="4144"/>
                  </a:cubicBezTo>
                  <a:cubicBezTo>
                    <a:pt x="3781" y="3388"/>
                    <a:pt x="4411" y="2757"/>
                    <a:pt x="5167" y="2757"/>
                  </a:cubicBezTo>
                  <a:close/>
                  <a:moveTo>
                    <a:pt x="5183" y="1"/>
                  </a:moveTo>
                  <a:cubicBezTo>
                    <a:pt x="5128" y="1"/>
                    <a:pt x="5073" y="17"/>
                    <a:pt x="5010" y="48"/>
                  </a:cubicBezTo>
                  <a:cubicBezTo>
                    <a:pt x="3964" y="646"/>
                    <a:pt x="2946" y="940"/>
                    <a:pt x="1919" y="940"/>
                  </a:cubicBezTo>
                  <a:cubicBezTo>
                    <a:pt x="1430" y="940"/>
                    <a:pt x="939" y="873"/>
                    <a:pt x="441" y="741"/>
                  </a:cubicBezTo>
                  <a:cubicBezTo>
                    <a:pt x="402" y="722"/>
                    <a:pt x="363" y="714"/>
                    <a:pt x="326" y="714"/>
                  </a:cubicBezTo>
                  <a:cubicBezTo>
                    <a:pt x="243" y="714"/>
                    <a:pt x="170" y="751"/>
                    <a:pt x="126" y="773"/>
                  </a:cubicBezTo>
                  <a:cubicBezTo>
                    <a:pt x="32" y="836"/>
                    <a:pt x="0" y="930"/>
                    <a:pt x="0" y="1056"/>
                  </a:cubicBezTo>
                  <a:lnTo>
                    <a:pt x="0" y="5026"/>
                  </a:lnTo>
                  <a:cubicBezTo>
                    <a:pt x="0" y="8145"/>
                    <a:pt x="2080" y="10949"/>
                    <a:pt x="5104" y="11799"/>
                  </a:cubicBezTo>
                  <a:lnTo>
                    <a:pt x="5262" y="11799"/>
                  </a:lnTo>
                  <a:cubicBezTo>
                    <a:pt x="8255" y="10917"/>
                    <a:pt x="10397" y="8145"/>
                    <a:pt x="10397" y="5026"/>
                  </a:cubicBezTo>
                  <a:lnTo>
                    <a:pt x="10397" y="1056"/>
                  </a:lnTo>
                  <a:cubicBezTo>
                    <a:pt x="10397" y="930"/>
                    <a:pt x="10365" y="836"/>
                    <a:pt x="10271" y="773"/>
                  </a:cubicBezTo>
                  <a:cubicBezTo>
                    <a:pt x="10162" y="751"/>
                    <a:pt x="10084" y="714"/>
                    <a:pt x="10014" y="714"/>
                  </a:cubicBezTo>
                  <a:cubicBezTo>
                    <a:pt x="9983" y="714"/>
                    <a:pt x="9954" y="722"/>
                    <a:pt x="9924" y="741"/>
                  </a:cubicBezTo>
                  <a:cubicBezTo>
                    <a:pt x="9414" y="877"/>
                    <a:pt x="8910" y="946"/>
                    <a:pt x="8409" y="946"/>
                  </a:cubicBezTo>
                  <a:cubicBezTo>
                    <a:pt x="7395" y="946"/>
                    <a:pt x="6389" y="660"/>
                    <a:pt x="5356" y="48"/>
                  </a:cubicBezTo>
                  <a:cubicBezTo>
                    <a:pt x="5293" y="17"/>
                    <a:pt x="5238" y="1"/>
                    <a:pt x="5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44" name="Google Shape;5644;p84"/>
          <p:cNvGrpSpPr/>
          <p:nvPr/>
        </p:nvGrpSpPr>
        <p:grpSpPr>
          <a:xfrm>
            <a:off x="7052106" y="1839049"/>
            <a:ext cx="352857" cy="347301"/>
            <a:chOff x="2404875" y="3592725"/>
            <a:chExt cx="298525" cy="293825"/>
          </a:xfrm>
        </p:grpSpPr>
        <p:sp>
          <p:nvSpPr>
            <p:cNvPr id="5645" name="Google Shape;5645;p84"/>
            <p:cNvSpPr/>
            <p:nvPr/>
          </p:nvSpPr>
          <p:spPr>
            <a:xfrm>
              <a:off x="2404875" y="3747900"/>
              <a:ext cx="52775" cy="138650"/>
            </a:xfrm>
            <a:custGeom>
              <a:avLst/>
              <a:gdLst/>
              <a:ahLst/>
              <a:cxnLst/>
              <a:rect l="l" t="t" r="r" b="b"/>
              <a:pathLst>
                <a:path w="2111" h="5546" extrusionOk="0">
                  <a:moveTo>
                    <a:pt x="378" y="0"/>
                  </a:moveTo>
                  <a:cubicBezTo>
                    <a:pt x="158" y="0"/>
                    <a:pt x="0" y="158"/>
                    <a:pt x="0" y="347"/>
                  </a:cubicBezTo>
                  <a:lnTo>
                    <a:pt x="0" y="5198"/>
                  </a:lnTo>
                  <a:cubicBezTo>
                    <a:pt x="0" y="5419"/>
                    <a:pt x="158" y="5545"/>
                    <a:pt x="378" y="5545"/>
                  </a:cubicBezTo>
                  <a:lnTo>
                    <a:pt x="1071" y="5545"/>
                  </a:lnTo>
                  <a:cubicBezTo>
                    <a:pt x="1670" y="5545"/>
                    <a:pt x="2111" y="5072"/>
                    <a:pt x="2111" y="4537"/>
                  </a:cubicBezTo>
                  <a:lnTo>
                    <a:pt x="2111" y="1040"/>
                  </a:lnTo>
                  <a:cubicBezTo>
                    <a:pt x="2111" y="441"/>
                    <a:pt x="1638"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6" name="Google Shape;5646;p84"/>
            <p:cNvSpPr/>
            <p:nvPr/>
          </p:nvSpPr>
          <p:spPr>
            <a:xfrm>
              <a:off x="2458425" y="3592725"/>
              <a:ext cx="190625" cy="160700"/>
            </a:xfrm>
            <a:custGeom>
              <a:avLst/>
              <a:gdLst/>
              <a:ahLst/>
              <a:cxnLst/>
              <a:rect l="l" t="t" r="r" b="b"/>
              <a:pathLst>
                <a:path w="7625" h="6428" extrusionOk="0">
                  <a:moveTo>
                    <a:pt x="3781" y="631"/>
                  </a:moveTo>
                  <a:cubicBezTo>
                    <a:pt x="3970" y="631"/>
                    <a:pt x="4128" y="788"/>
                    <a:pt x="4128" y="977"/>
                  </a:cubicBezTo>
                  <a:lnTo>
                    <a:pt x="4128" y="1418"/>
                  </a:lnTo>
                  <a:cubicBezTo>
                    <a:pt x="4380" y="1481"/>
                    <a:pt x="4569" y="1639"/>
                    <a:pt x="4758" y="1860"/>
                  </a:cubicBezTo>
                  <a:cubicBezTo>
                    <a:pt x="4884" y="2017"/>
                    <a:pt x="4884" y="2206"/>
                    <a:pt x="4726" y="2332"/>
                  </a:cubicBezTo>
                  <a:cubicBezTo>
                    <a:pt x="4657" y="2373"/>
                    <a:pt x="4583" y="2397"/>
                    <a:pt x="4510" y="2397"/>
                  </a:cubicBezTo>
                  <a:cubicBezTo>
                    <a:pt x="4416" y="2397"/>
                    <a:pt x="4325" y="2358"/>
                    <a:pt x="4254" y="2269"/>
                  </a:cubicBezTo>
                  <a:cubicBezTo>
                    <a:pt x="4114" y="2106"/>
                    <a:pt x="3957" y="2012"/>
                    <a:pt x="3821" y="2012"/>
                  </a:cubicBezTo>
                  <a:cubicBezTo>
                    <a:pt x="3773" y="2012"/>
                    <a:pt x="3728" y="2024"/>
                    <a:pt x="3687" y="2049"/>
                  </a:cubicBezTo>
                  <a:cubicBezTo>
                    <a:pt x="3592" y="2080"/>
                    <a:pt x="3466" y="2238"/>
                    <a:pt x="3466" y="2364"/>
                  </a:cubicBezTo>
                  <a:cubicBezTo>
                    <a:pt x="3466" y="2553"/>
                    <a:pt x="3624" y="2710"/>
                    <a:pt x="3813" y="2710"/>
                  </a:cubicBezTo>
                  <a:cubicBezTo>
                    <a:pt x="4411" y="2710"/>
                    <a:pt x="4852" y="3183"/>
                    <a:pt x="4852" y="3750"/>
                  </a:cubicBezTo>
                  <a:cubicBezTo>
                    <a:pt x="4852" y="4159"/>
                    <a:pt x="4600" y="4537"/>
                    <a:pt x="4222" y="4663"/>
                  </a:cubicBezTo>
                  <a:lnTo>
                    <a:pt x="4159" y="4663"/>
                  </a:lnTo>
                  <a:lnTo>
                    <a:pt x="4159" y="5073"/>
                  </a:lnTo>
                  <a:cubicBezTo>
                    <a:pt x="4159" y="5262"/>
                    <a:pt x="4002" y="5420"/>
                    <a:pt x="3813" y="5420"/>
                  </a:cubicBezTo>
                  <a:cubicBezTo>
                    <a:pt x="3624" y="5420"/>
                    <a:pt x="3466" y="5262"/>
                    <a:pt x="3466" y="5073"/>
                  </a:cubicBezTo>
                  <a:lnTo>
                    <a:pt x="3466" y="4663"/>
                  </a:lnTo>
                  <a:cubicBezTo>
                    <a:pt x="3277" y="4600"/>
                    <a:pt x="3119" y="4537"/>
                    <a:pt x="2962" y="4348"/>
                  </a:cubicBezTo>
                  <a:cubicBezTo>
                    <a:pt x="2836" y="4254"/>
                    <a:pt x="2804" y="4002"/>
                    <a:pt x="2962" y="3876"/>
                  </a:cubicBezTo>
                  <a:cubicBezTo>
                    <a:pt x="3013" y="3825"/>
                    <a:pt x="3108" y="3793"/>
                    <a:pt x="3206" y="3793"/>
                  </a:cubicBezTo>
                  <a:cubicBezTo>
                    <a:pt x="3290" y="3793"/>
                    <a:pt x="3376" y="3817"/>
                    <a:pt x="3435" y="3876"/>
                  </a:cubicBezTo>
                  <a:cubicBezTo>
                    <a:pt x="3549" y="3990"/>
                    <a:pt x="3679" y="4071"/>
                    <a:pt x="3803" y="4071"/>
                  </a:cubicBezTo>
                  <a:cubicBezTo>
                    <a:pt x="3850" y="4071"/>
                    <a:pt x="3895" y="4059"/>
                    <a:pt x="3939" y="4033"/>
                  </a:cubicBezTo>
                  <a:cubicBezTo>
                    <a:pt x="4065" y="4002"/>
                    <a:pt x="4128" y="3844"/>
                    <a:pt x="4128" y="3718"/>
                  </a:cubicBezTo>
                  <a:cubicBezTo>
                    <a:pt x="4128" y="3529"/>
                    <a:pt x="3970" y="3372"/>
                    <a:pt x="3781" y="3372"/>
                  </a:cubicBezTo>
                  <a:cubicBezTo>
                    <a:pt x="3182" y="3372"/>
                    <a:pt x="2741" y="2899"/>
                    <a:pt x="2741" y="2364"/>
                  </a:cubicBezTo>
                  <a:cubicBezTo>
                    <a:pt x="2741" y="1954"/>
                    <a:pt x="3025" y="1576"/>
                    <a:pt x="3435" y="1418"/>
                  </a:cubicBezTo>
                  <a:lnTo>
                    <a:pt x="3435" y="977"/>
                  </a:lnTo>
                  <a:cubicBezTo>
                    <a:pt x="3435" y="788"/>
                    <a:pt x="3592" y="631"/>
                    <a:pt x="3781" y="631"/>
                  </a:cubicBezTo>
                  <a:close/>
                  <a:moveTo>
                    <a:pt x="3813" y="1"/>
                  </a:moveTo>
                  <a:cubicBezTo>
                    <a:pt x="1733" y="1"/>
                    <a:pt x="0" y="1734"/>
                    <a:pt x="0" y="3813"/>
                  </a:cubicBezTo>
                  <a:cubicBezTo>
                    <a:pt x="0" y="4537"/>
                    <a:pt x="190" y="5231"/>
                    <a:pt x="536" y="5829"/>
                  </a:cubicBezTo>
                  <a:cubicBezTo>
                    <a:pt x="1009" y="5546"/>
                    <a:pt x="1544" y="5420"/>
                    <a:pt x="2080" y="5420"/>
                  </a:cubicBezTo>
                  <a:cubicBezTo>
                    <a:pt x="2146" y="5414"/>
                    <a:pt x="2213" y="5411"/>
                    <a:pt x="2279" y="5411"/>
                  </a:cubicBezTo>
                  <a:cubicBezTo>
                    <a:pt x="2936" y="5411"/>
                    <a:pt x="3587" y="5692"/>
                    <a:pt x="4159" y="6207"/>
                  </a:cubicBezTo>
                  <a:lnTo>
                    <a:pt x="5892" y="6207"/>
                  </a:lnTo>
                  <a:cubicBezTo>
                    <a:pt x="6144" y="6207"/>
                    <a:pt x="6364" y="6302"/>
                    <a:pt x="6585" y="6428"/>
                  </a:cubicBezTo>
                  <a:cubicBezTo>
                    <a:pt x="7215" y="5735"/>
                    <a:pt x="7625" y="4789"/>
                    <a:pt x="7625" y="3813"/>
                  </a:cubicBezTo>
                  <a:cubicBezTo>
                    <a:pt x="7625" y="1734"/>
                    <a:pt x="5892"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84"/>
            <p:cNvSpPr/>
            <p:nvPr/>
          </p:nvSpPr>
          <p:spPr>
            <a:xfrm>
              <a:off x="2474975" y="3742775"/>
              <a:ext cx="228425" cy="125650"/>
            </a:xfrm>
            <a:custGeom>
              <a:avLst/>
              <a:gdLst/>
              <a:ahLst/>
              <a:cxnLst/>
              <a:rect l="l" t="t" r="r" b="b"/>
              <a:pathLst>
                <a:path w="9137" h="5026" extrusionOk="0">
                  <a:moveTo>
                    <a:pt x="1422" y="0"/>
                  </a:moveTo>
                  <a:cubicBezTo>
                    <a:pt x="918" y="0"/>
                    <a:pt x="416" y="160"/>
                    <a:pt x="0" y="457"/>
                  </a:cubicBezTo>
                  <a:lnTo>
                    <a:pt x="0" y="5025"/>
                  </a:lnTo>
                  <a:lnTo>
                    <a:pt x="5230" y="5025"/>
                  </a:lnTo>
                  <a:cubicBezTo>
                    <a:pt x="5923" y="5025"/>
                    <a:pt x="6490" y="4679"/>
                    <a:pt x="6900" y="4143"/>
                  </a:cubicBezTo>
                  <a:lnTo>
                    <a:pt x="8916" y="1245"/>
                  </a:lnTo>
                  <a:cubicBezTo>
                    <a:pt x="9137" y="930"/>
                    <a:pt x="9074" y="489"/>
                    <a:pt x="8727" y="268"/>
                  </a:cubicBezTo>
                  <a:cubicBezTo>
                    <a:pt x="8633" y="221"/>
                    <a:pt x="8517" y="196"/>
                    <a:pt x="8398" y="196"/>
                  </a:cubicBezTo>
                  <a:cubicBezTo>
                    <a:pt x="8196" y="196"/>
                    <a:pt x="7983" y="268"/>
                    <a:pt x="7845" y="426"/>
                  </a:cubicBezTo>
                  <a:lnTo>
                    <a:pt x="5955" y="2726"/>
                  </a:lnTo>
                  <a:cubicBezTo>
                    <a:pt x="5829" y="2883"/>
                    <a:pt x="5545" y="2978"/>
                    <a:pt x="5419" y="2978"/>
                  </a:cubicBezTo>
                  <a:lnTo>
                    <a:pt x="3119" y="2978"/>
                  </a:lnTo>
                  <a:cubicBezTo>
                    <a:pt x="2899" y="2978"/>
                    <a:pt x="2741" y="2820"/>
                    <a:pt x="2741" y="2631"/>
                  </a:cubicBezTo>
                  <a:cubicBezTo>
                    <a:pt x="2741" y="2411"/>
                    <a:pt x="2899" y="2253"/>
                    <a:pt x="3119" y="2253"/>
                  </a:cubicBezTo>
                  <a:lnTo>
                    <a:pt x="5198" y="2253"/>
                  </a:lnTo>
                  <a:cubicBezTo>
                    <a:pt x="5576" y="2253"/>
                    <a:pt x="5923" y="1938"/>
                    <a:pt x="5923" y="1560"/>
                  </a:cubicBezTo>
                  <a:cubicBezTo>
                    <a:pt x="5923" y="1150"/>
                    <a:pt x="5576" y="835"/>
                    <a:pt x="5198" y="835"/>
                  </a:cubicBezTo>
                  <a:lnTo>
                    <a:pt x="3340" y="835"/>
                  </a:lnTo>
                  <a:cubicBezTo>
                    <a:pt x="3182" y="835"/>
                    <a:pt x="3088" y="741"/>
                    <a:pt x="2962" y="615"/>
                  </a:cubicBezTo>
                  <a:cubicBezTo>
                    <a:pt x="2773" y="426"/>
                    <a:pt x="2520" y="300"/>
                    <a:pt x="2300" y="174"/>
                  </a:cubicBezTo>
                  <a:cubicBezTo>
                    <a:pt x="2019" y="56"/>
                    <a:pt x="1720" y="0"/>
                    <a:pt x="14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48" name="Google Shape;5648;p84"/>
          <p:cNvGrpSpPr/>
          <p:nvPr/>
        </p:nvGrpSpPr>
        <p:grpSpPr>
          <a:xfrm>
            <a:off x="7053036" y="2284614"/>
            <a:ext cx="350995" cy="349133"/>
            <a:chOff x="2404875" y="3955825"/>
            <a:chExt cx="296950" cy="295375"/>
          </a:xfrm>
        </p:grpSpPr>
        <p:sp>
          <p:nvSpPr>
            <p:cNvPr id="5649" name="Google Shape;5649;p84"/>
            <p:cNvSpPr/>
            <p:nvPr/>
          </p:nvSpPr>
          <p:spPr>
            <a:xfrm>
              <a:off x="2404875" y="3955825"/>
              <a:ext cx="219775" cy="224500"/>
            </a:xfrm>
            <a:custGeom>
              <a:avLst/>
              <a:gdLst/>
              <a:ahLst/>
              <a:cxnLst/>
              <a:rect l="l" t="t" r="r" b="b"/>
              <a:pathLst>
                <a:path w="8791" h="8980" extrusionOk="0">
                  <a:moveTo>
                    <a:pt x="4537" y="0"/>
                  </a:moveTo>
                  <a:cubicBezTo>
                    <a:pt x="2048" y="0"/>
                    <a:pt x="0" y="2017"/>
                    <a:pt x="0" y="4506"/>
                  </a:cubicBezTo>
                  <a:cubicBezTo>
                    <a:pt x="0" y="6963"/>
                    <a:pt x="2048" y="8979"/>
                    <a:pt x="4537" y="8979"/>
                  </a:cubicBezTo>
                  <a:cubicBezTo>
                    <a:pt x="6459" y="8979"/>
                    <a:pt x="8160" y="7719"/>
                    <a:pt x="8790" y="5986"/>
                  </a:cubicBezTo>
                  <a:cubicBezTo>
                    <a:pt x="8633" y="5860"/>
                    <a:pt x="8443" y="5640"/>
                    <a:pt x="8286" y="5514"/>
                  </a:cubicBezTo>
                  <a:lnTo>
                    <a:pt x="7498" y="5514"/>
                  </a:lnTo>
                  <a:cubicBezTo>
                    <a:pt x="7057" y="6742"/>
                    <a:pt x="5923" y="7593"/>
                    <a:pt x="4568" y="7593"/>
                  </a:cubicBezTo>
                  <a:cubicBezTo>
                    <a:pt x="2836" y="7593"/>
                    <a:pt x="1481" y="6175"/>
                    <a:pt x="1481" y="4506"/>
                  </a:cubicBezTo>
                  <a:cubicBezTo>
                    <a:pt x="1481" y="2804"/>
                    <a:pt x="2867" y="1387"/>
                    <a:pt x="4568" y="1387"/>
                  </a:cubicBezTo>
                  <a:cubicBezTo>
                    <a:pt x="5923" y="1387"/>
                    <a:pt x="7057" y="2237"/>
                    <a:pt x="7498" y="3466"/>
                  </a:cubicBezTo>
                  <a:lnTo>
                    <a:pt x="8286" y="3466"/>
                  </a:lnTo>
                  <a:cubicBezTo>
                    <a:pt x="8443" y="3308"/>
                    <a:pt x="8633" y="3088"/>
                    <a:pt x="8790" y="2993"/>
                  </a:cubicBezTo>
                  <a:cubicBezTo>
                    <a:pt x="8160" y="1261"/>
                    <a:pt x="6522"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84"/>
            <p:cNvSpPr/>
            <p:nvPr/>
          </p:nvSpPr>
          <p:spPr>
            <a:xfrm>
              <a:off x="2510400" y="4024075"/>
              <a:ext cx="191425" cy="87575"/>
            </a:xfrm>
            <a:custGeom>
              <a:avLst/>
              <a:gdLst/>
              <a:ahLst/>
              <a:cxnLst/>
              <a:rect l="l" t="t" r="r" b="b"/>
              <a:pathLst>
                <a:path w="7657" h="3503" extrusionOk="0">
                  <a:moveTo>
                    <a:pt x="7260" y="0"/>
                  </a:moveTo>
                  <a:cubicBezTo>
                    <a:pt x="7232" y="0"/>
                    <a:pt x="7206" y="4"/>
                    <a:pt x="7184" y="11"/>
                  </a:cubicBezTo>
                  <a:lnTo>
                    <a:pt x="5073" y="736"/>
                  </a:lnTo>
                  <a:cubicBezTo>
                    <a:pt x="5042" y="736"/>
                    <a:pt x="5010" y="767"/>
                    <a:pt x="4947" y="799"/>
                  </a:cubicBezTo>
                  <a:lnTo>
                    <a:pt x="4380" y="1398"/>
                  </a:lnTo>
                  <a:lnTo>
                    <a:pt x="347" y="1398"/>
                  </a:lnTo>
                  <a:cubicBezTo>
                    <a:pt x="158" y="1398"/>
                    <a:pt x="1" y="1555"/>
                    <a:pt x="1" y="1744"/>
                  </a:cubicBezTo>
                  <a:cubicBezTo>
                    <a:pt x="1" y="1965"/>
                    <a:pt x="158" y="2122"/>
                    <a:pt x="347" y="2122"/>
                  </a:cubicBezTo>
                  <a:lnTo>
                    <a:pt x="4380" y="2122"/>
                  </a:lnTo>
                  <a:lnTo>
                    <a:pt x="4947" y="2689"/>
                  </a:lnTo>
                  <a:cubicBezTo>
                    <a:pt x="5010" y="2752"/>
                    <a:pt x="5042" y="2784"/>
                    <a:pt x="5073" y="2784"/>
                  </a:cubicBezTo>
                  <a:lnTo>
                    <a:pt x="7184" y="3477"/>
                  </a:lnTo>
                  <a:cubicBezTo>
                    <a:pt x="7210" y="3494"/>
                    <a:pt x="7242" y="3502"/>
                    <a:pt x="7275" y="3502"/>
                  </a:cubicBezTo>
                  <a:cubicBezTo>
                    <a:pt x="7362" y="3502"/>
                    <a:pt x="7462" y="3451"/>
                    <a:pt x="7531" y="3382"/>
                  </a:cubicBezTo>
                  <a:cubicBezTo>
                    <a:pt x="7594" y="3256"/>
                    <a:pt x="7657" y="3099"/>
                    <a:pt x="7562" y="2973"/>
                  </a:cubicBezTo>
                  <a:lnTo>
                    <a:pt x="6932" y="1744"/>
                  </a:lnTo>
                  <a:lnTo>
                    <a:pt x="7562" y="547"/>
                  </a:lnTo>
                  <a:cubicBezTo>
                    <a:pt x="7657" y="389"/>
                    <a:pt x="7594" y="232"/>
                    <a:pt x="7531" y="137"/>
                  </a:cubicBezTo>
                  <a:cubicBezTo>
                    <a:pt x="7458" y="41"/>
                    <a:pt x="7349" y="0"/>
                    <a:pt x="7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84"/>
            <p:cNvSpPr/>
            <p:nvPr/>
          </p:nvSpPr>
          <p:spPr>
            <a:xfrm>
              <a:off x="2424550" y="4188175"/>
              <a:ext cx="189050" cy="63025"/>
            </a:xfrm>
            <a:custGeom>
              <a:avLst/>
              <a:gdLst/>
              <a:ahLst/>
              <a:cxnLst/>
              <a:rect l="l" t="t" r="r" b="b"/>
              <a:pathLst>
                <a:path w="7562" h="2521" extrusionOk="0">
                  <a:moveTo>
                    <a:pt x="1828" y="0"/>
                  </a:moveTo>
                  <a:lnTo>
                    <a:pt x="1482" y="1135"/>
                  </a:lnTo>
                  <a:lnTo>
                    <a:pt x="1040" y="1135"/>
                  </a:lnTo>
                  <a:cubicBezTo>
                    <a:pt x="442" y="1135"/>
                    <a:pt x="1" y="1607"/>
                    <a:pt x="1" y="2174"/>
                  </a:cubicBezTo>
                  <a:cubicBezTo>
                    <a:pt x="1" y="2363"/>
                    <a:pt x="158" y="2521"/>
                    <a:pt x="379" y="2521"/>
                  </a:cubicBezTo>
                  <a:lnTo>
                    <a:pt x="7310" y="2521"/>
                  </a:lnTo>
                  <a:cubicBezTo>
                    <a:pt x="7404" y="2489"/>
                    <a:pt x="7562" y="2363"/>
                    <a:pt x="7562" y="2174"/>
                  </a:cubicBezTo>
                  <a:cubicBezTo>
                    <a:pt x="7562" y="1576"/>
                    <a:pt x="7089" y="1135"/>
                    <a:pt x="6554" y="1135"/>
                  </a:cubicBezTo>
                  <a:lnTo>
                    <a:pt x="6113" y="1135"/>
                  </a:lnTo>
                  <a:lnTo>
                    <a:pt x="5766" y="0"/>
                  </a:lnTo>
                  <a:cubicBezTo>
                    <a:pt x="5168" y="252"/>
                    <a:pt x="4506" y="410"/>
                    <a:pt x="3781" y="410"/>
                  </a:cubicBezTo>
                  <a:cubicBezTo>
                    <a:pt x="3088" y="410"/>
                    <a:pt x="2427" y="252"/>
                    <a:pt x="18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84"/>
            <p:cNvSpPr/>
            <p:nvPr/>
          </p:nvSpPr>
          <p:spPr>
            <a:xfrm>
              <a:off x="2457625" y="4007025"/>
              <a:ext cx="115025" cy="122100"/>
            </a:xfrm>
            <a:custGeom>
              <a:avLst/>
              <a:gdLst/>
              <a:ahLst/>
              <a:cxnLst/>
              <a:rect l="l" t="t" r="r" b="b"/>
              <a:pathLst>
                <a:path w="4601" h="4884" extrusionOk="0">
                  <a:moveTo>
                    <a:pt x="2427" y="0"/>
                  </a:moveTo>
                  <a:cubicBezTo>
                    <a:pt x="1104" y="0"/>
                    <a:pt x="1" y="1103"/>
                    <a:pt x="1" y="2458"/>
                  </a:cubicBezTo>
                  <a:cubicBezTo>
                    <a:pt x="1" y="3781"/>
                    <a:pt x="1104" y="4884"/>
                    <a:pt x="2427" y="4884"/>
                  </a:cubicBezTo>
                  <a:cubicBezTo>
                    <a:pt x="3404" y="4884"/>
                    <a:pt x="4254" y="4348"/>
                    <a:pt x="4601" y="3497"/>
                  </a:cubicBezTo>
                  <a:lnTo>
                    <a:pt x="2427" y="3497"/>
                  </a:lnTo>
                  <a:cubicBezTo>
                    <a:pt x="1828" y="3497"/>
                    <a:pt x="1419" y="3025"/>
                    <a:pt x="1419" y="2489"/>
                  </a:cubicBezTo>
                  <a:cubicBezTo>
                    <a:pt x="1356" y="1859"/>
                    <a:pt x="1828" y="1386"/>
                    <a:pt x="2427" y="1386"/>
                  </a:cubicBezTo>
                  <a:lnTo>
                    <a:pt x="4601" y="1386"/>
                  </a:lnTo>
                  <a:cubicBezTo>
                    <a:pt x="4191" y="567"/>
                    <a:pt x="3372"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53" name="Google Shape;5653;p84"/>
          <p:cNvGrpSpPr/>
          <p:nvPr/>
        </p:nvGrpSpPr>
        <p:grpSpPr>
          <a:xfrm>
            <a:off x="5747016" y="2748808"/>
            <a:ext cx="349163" cy="350079"/>
            <a:chOff x="4263650" y="3235150"/>
            <a:chExt cx="295400" cy="296175"/>
          </a:xfrm>
        </p:grpSpPr>
        <p:sp>
          <p:nvSpPr>
            <p:cNvPr id="5654" name="Google Shape;5654;p84"/>
            <p:cNvSpPr/>
            <p:nvPr/>
          </p:nvSpPr>
          <p:spPr>
            <a:xfrm>
              <a:off x="4393625" y="3391100"/>
              <a:ext cx="35450" cy="35475"/>
            </a:xfrm>
            <a:custGeom>
              <a:avLst/>
              <a:gdLst/>
              <a:ahLst/>
              <a:cxnLst/>
              <a:rect l="l" t="t" r="r" b="b"/>
              <a:pathLst>
                <a:path w="1418" h="1419" extrusionOk="0">
                  <a:moveTo>
                    <a:pt x="725" y="1"/>
                  </a:moveTo>
                  <a:cubicBezTo>
                    <a:pt x="315" y="1"/>
                    <a:pt x="0" y="316"/>
                    <a:pt x="0" y="694"/>
                  </a:cubicBezTo>
                  <a:cubicBezTo>
                    <a:pt x="63" y="1103"/>
                    <a:pt x="315"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84"/>
            <p:cNvSpPr/>
            <p:nvPr/>
          </p:nvSpPr>
          <p:spPr>
            <a:xfrm>
              <a:off x="4377075" y="3443875"/>
              <a:ext cx="70125" cy="34675"/>
            </a:xfrm>
            <a:custGeom>
              <a:avLst/>
              <a:gdLst/>
              <a:ahLst/>
              <a:cxnLst/>
              <a:rect l="l" t="t" r="r" b="b"/>
              <a:pathLst>
                <a:path w="2805" h="1387" extrusionOk="0">
                  <a:moveTo>
                    <a:pt x="1387" y="0"/>
                  </a:moveTo>
                  <a:cubicBezTo>
                    <a:pt x="631" y="0"/>
                    <a:pt x="1" y="630"/>
                    <a:pt x="1" y="1387"/>
                  </a:cubicBezTo>
                  <a:lnTo>
                    <a:pt x="2805" y="1387"/>
                  </a:lnTo>
                  <a:cubicBezTo>
                    <a:pt x="2805" y="630"/>
                    <a:pt x="2174"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84"/>
            <p:cNvSpPr/>
            <p:nvPr/>
          </p:nvSpPr>
          <p:spPr>
            <a:xfrm>
              <a:off x="4333750" y="3357225"/>
              <a:ext cx="156775" cy="174100"/>
            </a:xfrm>
            <a:custGeom>
              <a:avLst/>
              <a:gdLst/>
              <a:ahLst/>
              <a:cxnLst/>
              <a:rect l="l" t="t" r="r" b="b"/>
              <a:pathLst>
                <a:path w="6271" h="6964" extrusionOk="0">
                  <a:moveTo>
                    <a:pt x="3088" y="725"/>
                  </a:moveTo>
                  <a:cubicBezTo>
                    <a:pt x="3813" y="725"/>
                    <a:pt x="4506" y="1356"/>
                    <a:pt x="4506" y="2080"/>
                  </a:cubicBezTo>
                  <a:cubicBezTo>
                    <a:pt x="4506" y="2458"/>
                    <a:pt x="4348" y="2805"/>
                    <a:pt x="4096" y="3025"/>
                  </a:cubicBezTo>
                  <a:cubicBezTo>
                    <a:pt x="4727" y="3372"/>
                    <a:pt x="5168" y="4065"/>
                    <a:pt x="5168" y="4853"/>
                  </a:cubicBezTo>
                  <a:lnTo>
                    <a:pt x="5168" y="5199"/>
                  </a:lnTo>
                  <a:cubicBezTo>
                    <a:pt x="5168" y="5388"/>
                    <a:pt x="5010" y="5546"/>
                    <a:pt x="4821" y="5546"/>
                  </a:cubicBezTo>
                  <a:lnTo>
                    <a:pt x="1293" y="5546"/>
                  </a:lnTo>
                  <a:cubicBezTo>
                    <a:pt x="1103" y="5546"/>
                    <a:pt x="946" y="5388"/>
                    <a:pt x="946" y="5199"/>
                  </a:cubicBezTo>
                  <a:lnTo>
                    <a:pt x="946" y="4853"/>
                  </a:lnTo>
                  <a:lnTo>
                    <a:pt x="1040" y="4853"/>
                  </a:lnTo>
                  <a:cubicBezTo>
                    <a:pt x="1040" y="4065"/>
                    <a:pt x="1450" y="3403"/>
                    <a:pt x="2080" y="3025"/>
                  </a:cubicBezTo>
                  <a:cubicBezTo>
                    <a:pt x="1860" y="2805"/>
                    <a:pt x="1702" y="2458"/>
                    <a:pt x="1702" y="2080"/>
                  </a:cubicBezTo>
                  <a:cubicBezTo>
                    <a:pt x="1702" y="1356"/>
                    <a:pt x="2332" y="725"/>
                    <a:pt x="3088" y="725"/>
                  </a:cubicBezTo>
                  <a:close/>
                  <a:moveTo>
                    <a:pt x="1" y="1"/>
                  </a:moveTo>
                  <a:lnTo>
                    <a:pt x="1" y="6617"/>
                  </a:lnTo>
                  <a:cubicBezTo>
                    <a:pt x="1" y="6806"/>
                    <a:pt x="158" y="6963"/>
                    <a:pt x="347" y="6963"/>
                  </a:cubicBezTo>
                  <a:lnTo>
                    <a:pt x="5924" y="6963"/>
                  </a:lnTo>
                  <a:cubicBezTo>
                    <a:pt x="6113" y="6963"/>
                    <a:pt x="6270" y="6806"/>
                    <a:pt x="6270" y="6617"/>
                  </a:cubicBezTo>
                  <a:lnTo>
                    <a:pt x="62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84"/>
            <p:cNvSpPr/>
            <p:nvPr/>
          </p:nvSpPr>
          <p:spPr>
            <a:xfrm>
              <a:off x="4316425" y="3235150"/>
              <a:ext cx="191425" cy="35475"/>
            </a:xfrm>
            <a:custGeom>
              <a:avLst/>
              <a:gdLst/>
              <a:ahLst/>
              <a:cxnLst/>
              <a:rect l="l" t="t" r="r" b="b"/>
              <a:pathLst>
                <a:path w="7657" h="1419" extrusionOk="0">
                  <a:moveTo>
                    <a:pt x="347" y="1"/>
                  </a:moveTo>
                  <a:cubicBezTo>
                    <a:pt x="158" y="1"/>
                    <a:pt x="1" y="158"/>
                    <a:pt x="1" y="347"/>
                  </a:cubicBezTo>
                  <a:lnTo>
                    <a:pt x="1" y="1418"/>
                  </a:lnTo>
                  <a:lnTo>
                    <a:pt x="7625" y="1418"/>
                  </a:lnTo>
                  <a:lnTo>
                    <a:pt x="7625" y="347"/>
                  </a:lnTo>
                  <a:lnTo>
                    <a:pt x="7656" y="347"/>
                  </a:lnTo>
                  <a:cubicBezTo>
                    <a:pt x="7656" y="158"/>
                    <a:pt x="7499" y="1"/>
                    <a:pt x="73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84"/>
            <p:cNvSpPr/>
            <p:nvPr/>
          </p:nvSpPr>
          <p:spPr>
            <a:xfrm>
              <a:off x="4263650" y="3288700"/>
              <a:ext cx="295400" cy="137875"/>
            </a:xfrm>
            <a:custGeom>
              <a:avLst/>
              <a:gdLst/>
              <a:ahLst/>
              <a:cxnLst/>
              <a:rect l="l" t="t" r="r" b="b"/>
              <a:pathLst>
                <a:path w="11816" h="5515" extrusionOk="0">
                  <a:moveTo>
                    <a:pt x="10082" y="662"/>
                  </a:moveTo>
                  <a:cubicBezTo>
                    <a:pt x="10303" y="662"/>
                    <a:pt x="10461" y="820"/>
                    <a:pt x="10461" y="1009"/>
                  </a:cubicBezTo>
                  <a:cubicBezTo>
                    <a:pt x="10461" y="1198"/>
                    <a:pt x="10303" y="1356"/>
                    <a:pt x="10082" y="1356"/>
                  </a:cubicBezTo>
                  <a:cubicBezTo>
                    <a:pt x="9893" y="1356"/>
                    <a:pt x="9736" y="1198"/>
                    <a:pt x="9736" y="1009"/>
                  </a:cubicBezTo>
                  <a:cubicBezTo>
                    <a:pt x="9767" y="820"/>
                    <a:pt x="9893" y="662"/>
                    <a:pt x="10082" y="662"/>
                  </a:cubicBezTo>
                  <a:close/>
                  <a:moveTo>
                    <a:pt x="1041" y="1"/>
                  </a:moveTo>
                  <a:cubicBezTo>
                    <a:pt x="442" y="1"/>
                    <a:pt x="1" y="442"/>
                    <a:pt x="1" y="1009"/>
                  </a:cubicBezTo>
                  <a:lnTo>
                    <a:pt x="1" y="4475"/>
                  </a:lnTo>
                  <a:cubicBezTo>
                    <a:pt x="1" y="5073"/>
                    <a:pt x="473" y="5514"/>
                    <a:pt x="1041" y="5514"/>
                  </a:cubicBezTo>
                  <a:lnTo>
                    <a:pt x="2112" y="5514"/>
                  </a:lnTo>
                  <a:lnTo>
                    <a:pt x="2112" y="2395"/>
                  </a:lnTo>
                  <a:cubicBezTo>
                    <a:pt x="2112" y="2206"/>
                    <a:pt x="2269" y="2049"/>
                    <a:pt x="2458" y="2049"/>
                  </a:cubicBezTo>
                  <a:lnTo>
                    <a:pt x="9421" y="2049"/>
                  </a:lnTo>
                  <a:cubicBezTo>
                    <a:pt x="9610" y="2049"/>
                    <a:pt x="9767" y="2206"/>
                    <a:pt x="9767" y="2395"/>
                  </a:cubicBezTo>
                  <a:lnTo>
                    <a:pt x="9767" y="5514"/>
                  </a:lnTo>
                  <a:lnTo>
                    <a:pt x="10807" y="5514"/>
                  </a:lnTo>
                  <a:cubicBezTo>
                    <a:pt x="11406" y="5514"/>
                    <a:pt x="11815" y="5042"/>
                    <a:pt x="11815" y="4475"/>
                  </a:cubicBezTo>
                  <a:lnTo>
                    <a:pt x="11815" y="1009"/>
                  </a:lnTo>
                  <a:cubicBezTo>
                    <a:pt x="11815" y="410"/>
                    <a:pt x="11343" y="1"/>
                    <a:pt x="108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59" name="Google Shape;5659;p84"/>
          <p:cNvGrpSpPr/>
          <p:nvPr/>
        </p:nvGrpSpPr>
        <p:grpSpPr>
          <a:xfrm>
            <a:off x="5744696" y="3207969"/>
            <a:ext cx="353802" cy="327739"/>
            <a:chOff x="4266025" y="3609275"/>
            <a:chExt cx="299325" cy="277275"/>
          </a:xfrm>
        </p:grpSpPr>
        <p:sp>
          <p:nvSpPr>
            <p:cNvPr id="5660" name="Google Shape;5660;p84"/>
            <p:cNvSpPr/>
            <p:nvPr/>
          </p:nvSpPr>
          <p:spPr>
            <a:xfrm>
              <a:off x="4266025" y="3609275"/>
              <a:ext cx="299325" cy="224500"/>
            </a:xfrm>
            <a:custGeom>
              <a:avLst/>
              <a:gdLst/>
              <a:ahLst/>
              <a:cxnLst/>
              <a:rect l="l" t="t" r="r" b="b"/>
              <a:pathLst>
                <a:path w="11973" h="8980" extrusionOk="0">
                  <a:moveTo>
                    <a:pt x="2017" y="3749"/>
                  </a:moveTo>
                  <a:lnTo>
                    <a:pt x="3119" y="5514"/>
                  </a:lnTo>
                  <a:lnTo>
                    <a:pt x="914" y="5514"/>
                  </a:lnTo>
                  <a:lnTo>
                    <a:pt x="2017" y="3749"/>
                  </a:lnTo>
                  <a:close/>
                  <a:moveTo>
                    <a:pt x="9641" y="3749"/>
                  </a:moveTo>
                  <a:lnTo>
                    <a:pt x="10744" y="5514"/>
                  </a:lnTo>
                  <a:lnTo>
                    <a:pt x="8538" y="5514"/>
                  </a:lnTo>
                  <a:lnTo>
                    <a:pt x="9641" y="3749"/>
                  </a:lnTo>
                  <a:close/>
                  <a:moveTo>
                    <a:pt x="5892" y="0"/>
                  </a:moveTo>
                  <a:cubicBezTo>
                    <a:pt x="5325" y="0"/>
                    <a:pt x="4852" y="473"/>
                    <a:pt x="4852" y="1040"/>
                  </a:cubicBezTo>
                  <a:lnTo>
                    <a:pt x="4852" y="1166"/>
                  </a:lnTo>
                  <a:lnTo>
                    <a:pt x="4537" y="1324"/>
                  </a:lnTo>
                  <a:cubicBezTo>
                    <a:pt x="3812" y="1733"/>
                    <a:pt x="3529" y="1891"/>
                    <a:pt x="3025" y="1954"/>
                  </a:cubicBezTo>
                  <a:cubicBezTo>
                    <a:pt x="2867" y="1607"/>
                    <a:pt x="2521" y="1324"/>
                    <a:pt x="2080" y="1324"/>
                  </a:cubicBezTo>
                  <a:cubicBezTo>
                    <a:pt x="1702" y="1324"/>
                    <a:pt x="1324" y="1576"/>
                    <a:pt x="1166" y="1922"/>
                  </a:cubicBezTo>
                  <a:cubicBezTo>
                    <a:pt x="946" y="1891"/>
                    <a:pt x="693" y="1796"/>
                    <a:pt x="504" y="1733"/>
                  </a:cubicBezTo>
                  <a:cubicBezTo>
                    <a:pt x="454" y="1708"/>
                    <a:pt x="403" y="1696"/>
                    <a:pt x="355" y="1696"/>
                  </a:cubicBezTo>
                  <a:cubicBezTo>
                    <a:pt x="223" y="1696"/>
                    <a:pt x="110" y="1784"/>
                    <a:pt x="63" y="1922"/>
                  </a:cubicBezTo>
                  <a:cubicBezTo>
                    <a:pt x="0" y="2111"/>
                    <a:pt x="63" y="2332"/>
                    <a:pt x="252" y="2363"/>
                  </a:cubicBezTo>
                  <a:cubicBezTo>
                    <a:pt x="536" y="2489"/>
                    <a:pt x="820" y="2552"/>
                    <a:pt x="1135" y="2615"/>
                  </a:cubicBezTo>
                  <a:cubicBezTo>
                    <a:pt x="1198" y="2867"/>
                    <a:pt x="1387" y="3119"/>
                    <a:pt x="1607" y="3277"/>
                  </a:cubicBezTo>
                  <a:lnTo>
                    <a:pt x="95" y="5671"/>
                  </a:lnTo>
                  <a:cubicBezTo>
                    <a:pt x="95" y="5703"/>
                    <a:pt x="63" y="5829"/>
                    <a:pt x="63" y="5860"/>
                  </a:cubicBezTo>
                  <a:lnTo>
                    <a:pt x="63" y="6238"/>
                  </a:lnTo>
                  <a:cubicBezTo>
                    <a:pt x="63" y="7372"/>
                    <a:pt x="1009" y="8318"/>
                    <a:pt x="2143" y="8318"/>
                  </a:cubicBezTo>
                  <a:cubicBezTo>
                    <a:pt x="3308" y="8318"/>
                    <a:pt x="4254" y="7372"/>
                    <a:pt x="4254" y="6238"/>
                  </a:cubicBezTo>
                  <a:lnTo>
                    <a:pt x="4254" y="5860"/>
                  </a:lnTo>
                  <a:cubicBezTo>
                    <a:pt x="4254" y="5829"/>
                    <a:pt x="4191" y="5703"/>
                    <a:pt x="4191" y="5671"/>
                  </a:cubicBezTo>
                  <a:lnTo>
                    <a:pt x="2710" y="3277"/>
                  </a:lnTo>
                  <a:cubicBezTo>
                    <a:pt x="2930" y="3151"/>
                    <a:pt x="3088" y="2930"/>
                    <a:pt x="3182" y="2647"/>
                  </a:cubicBezTo>
                  <a:cubicBezTo>
                    <a:pt x="3844" y="2521"/>
                    <a:pt x="4191" y="2363"/>
                    <a:pt x="4947" y="1922"/>
                  </a:cubicBezTo>
                  <a:lnTo>
                    <a:pt x="4947" y="8979"/>
                  </a:lnTo>
                  <a:lnTo>
                    <a:pt x="7089" y="8979"/>
                  </a:lnTo>
                  <a:lnTo>
                    <a:pt x="7089" y="1922"/>
                  </a:lnTo>
                  <a:cubicBezTo>
                    <a:pt x="7814" y="2332"/>
                    <a:pt x="8192" y="2521"/>
                    <a:pt x="8853" y="2647"/>
                  </a:cubicBezTo>
                  <a:cubicBezTo>
                    <a:pt x="8916" y="2899"/>
                    <a:pt x="9074" y="3119"/>
                    <a:pt x="9326" y="3277"/>
                  </a:cubicBezTo>
                  <a:lnTo>
                    <a:pt x="7814" y="5671"/>
                  </a:lnTo>
                  <a:cubicBezTo>
                    <a:pt x="7814" y="5703"/>
                    <a:pt x="7782" y="5829"/>
                    <a:pt x="7782" y="5860"/>
                  </a:cubicBezTo>
                  <a:lnTo>
                    <a:pt x="7782" y="6238"/>
                  </a:lnTo>
                  <a:cubicBezTo>
                    <a:pt x="7782" y="7372"/>
                    <a:pt x="8727" y="8318"/>
                    <a:pt x="9861" y="8318"/>
                  </a:cubicBezTo>
                  <a:cubicBezTo>
                    <a:pt x="11027" y="8318"/>
                    <a:pt x="11972" y="7372"/>
                    <a:pt x="11972" y="6238"/>
                  </a:cubicBezTo>
                  <a:lnTo>
                    <a:pt x="11972" y="5860"/>
                  </a:lnTo>
                  <a:cubicBezTo>
                    <a:pt x="11972" y="5829"/>
                    <a:pt x="11909" y="5703"/>
                    <a:pt x="11909" y="5671"/>
                  </a:cubicBezTo>
                  <a:lnTo>
                    <a:pt x="10429" y="3277"/>
                  </a:lnTo>
                  <a:cubicBezTo>
                    <a:pt x="10429" y="3151"/>
                    <a:pt x="10618" y="2930"/>
                    <a:pt x="10681" y="2615"/>
                  </a:cubicBezTo>
                  <a:cubicBezTo>
                    <a:pt x="10933" y="2521"/>
                    <a:pt x="11248" y="2458"/>
                    <a:pt x="11531" y="2363"/>
                  </a:cubicBezTo>
                  <a:cubicBezTo>
                    <a:pt x="11720" y="2300"/>
                    <a:pt x="11815" y="2080"/>
                    <a:pt x="11720" y="1922"/>
                  </a:cubicBezTo>
                  <a:cubicBezTo>
                    <a:pt x="11674" y="1784"/>
                    <a:pt x="11560" y="1696"/>
                    <a:pt x="11429" y="1696"/>
                  </a:cubicBezTo>
                  <a:cubicBezTo>
                    <a:pt x="11380" y="1696"/>
                    <a:pt x="11330" y="1708"/>
                    <a:pt x="11279" y="1733"/>
                  </a:cubicBezTo>
                  <a:cubicBezTo>
                    <a:pt x="11059" y="1796"/>
                    <a:pt x="10870" y="1891"/>
                    <a:pt x="10618" y="1922"/>
                  </a:cubicBezTo>
                  <a:cubicBezTo>
                    <a:pt x="10460" y="1576"/>
                    <a:pt x="10113" y="1324"/>
                    <a:pt x="9704" y="1324"/>
                  </a:cubicBezTo>
                  <a:cubicBezTo>
                    <a:pt x="9294" y="1324"/>
                    <a:pt x="8916" y="1576"/>
                    <a:pt x="8790" y="1954"/>
                  </a:cubicBezTo>
                  <a:cubicBezTo>
                    <a:pt x="8255" y="1891"/>
                    <a:pt x="8003" y="1733"/>
                    <a:pt x="7278" y="1324"/>
                  </a:cubicBezTo>
                  <a:lnTo>
                    <a:pt x="6963" y="1166"/>
                  </a:lnTo>
                  <a:lnTo>
                    <a:pt x="6963" y="1040"/>
                  </a:lnTo>
                  <a:cubicBezTo>
                    <a:pt x="6963" y="441"/>
                    <a:pt x="6490" y="0"/>
                    <a:pt x="5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84"/>
            <p:cNvSpPr/>
            <p:nvPr/>
          </p:nvSpPr>
          <p:spPr>
            <a:xfrm>
              <a:off x="4332975" y="3851850"/>
              <a:ext cx="157550" cy="34700"/>
            </a:xfrm>
            <a:custGeom>
              <a:avLst/>
              <a:gdLst/>
              <a:ahLst/>
              <a:cxnLst/>
              <a:rect l="l" t="t" r="r" b="b"/>
              <a:pathLst>
                <a:path w="6302" h="1388" extrusionOk="0">
                  <a:moveTo>
                    <a:pt x="693" y="1"/>
                  </a:moveTo>
                  <a:cubicBezTo>
                    <a:pt x="315" y="1"/>
                    <a:pt x="0" y="316"/>
                    <a:pt x="0" y="694"/>
                  </a:cubicBezTo>
                  <a:lnTo>
                    <a:pt x="0" y="1040"/>
                  </a:lnTo>
                  <a:cubicBezTo>
                    <a:pt x="0" y="1261"/>
                    <a:pt x="158" y="1387"/>
                    <a:pt x="347" y="1387"/>
                  </a:cubicBezTo>
                  <a:lnTo>
                    <a:pt x="5955" y="1387"/>
                  </a:lnTo>
                  <a:cubicBezTo>
                    <a:pt x="6144" y="1356"/>
                    <a:pt x="6301" y="1198"/>
                    <a:pt x="6301" y="1040"/>
                  </a:cubicBezTo>
                  <a:lnTo>
                    <a:pt x="6301" y="694"/>
                  </a:lnTo>
                  <a:cubicBezTo>
                    <a:pt x="6301" y="316"/>
                    <a:pt x="598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62" name="Google Shape;5662;p84"/>
          <p:cNvGrpSpPr/>
          <p:nvPr/>
        </p:nvGrpSpPr>
        <p:grpSpPr>
          <a:xfrm>
            <a:off x="5745154" y="3673356"/>
            <a:ext cx="352886" cy="349133"/>
            <a:chOff x="4263650" y="3963700"/>
            <a:chExt cx="298550" cy="295375"/>
          </a:xfrm>
        </p:grpSpPr>
        <p:sp>
          <p:nvSpPr>
            <p:cNvPr id="5663" name="Google Shape;5663;p84"/>
            <p:cNvSpPr/>
            <p:nvPr/>
          </p:nvSpPr>
          <p:spPr>
            <a:xfrm>
              <a:off x="4384950" y="3963700"/>
              <a:ext cx="53575" cy="51225"/>
            </a:xfrm>
            <a:custGeom>
              <a:avLst/>
              <a:gdLst/>
              <a:ahLst/>
              <a:cxnLst/>
              <a:rect l="l" t="t" r="r" b="b"/>
              <a:pathLst>
                <a:path w="2143" h="2049" extrusionOk="0">
                  <a:moveTo>
                    <a:pt x="1072" y="1"/>
                  </a:moveTo>
                  <a:cubicBezTo>
                    <a:pt x="473" y="1"/>
                    <a:pt x="1" y="473"/>
                    <a:pt x="1" y="1040"/>
                  </a:cubicBezTo>
                  <a:cubicBezTo>
                    <a:pt x="1" y="1607"/>
                    <a:pt x="473" y="2048"/>
                    <a:pt x="1072" y="2048"/>
                  </a:cubicBezTo>
                  <a:cubicBezTo>
                    <a:pt x="1670" y="2048"/>
                    <a:pt x="2143" y="1576"/>
                    <a:pt x="2143" y="1040"/>
                  </a:cubicBezTo>
                  <a:cubicBezTo>
                    <a:pt x="2143" y="442"/>
                    <a:pt x="1670"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84"/>
            <p:cNvSpPr/>
            <p:nvPr/>
          </p:nvSpPr>
          <p:spPr>
            <a:xfrm>
              <a:off x="43156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607" y="2048"/>
                    <a:pt x="2048" y="1576"/>
                    <a:pt x="2048" y="1040"/>
                  </a:cubicBezTo>
                  <a:cubicBezTo>
                    <a:pt x="2048" y="473"/>
                    <a:pt x="1607"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84"/>
            <p:cNvSpPr/>
            <p:nvPr/>
          </p:nvSpPr>
          <p:spPr>
            <a:xfrm>
              <a:off x="44558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84"/>
            <p:cNvSpPr/>
            <p:nvPr/>
          </p:nvSpPr>
          <p:spPr>
            <a:xfrm>
              <a:off x="4263650" y="4085000"/>
              <a:ext cx="298550" cy="122100"/>
            </a:xfrm>
            <a:custGeom>
              <a:avLst/>
              <a:gdLst/>
              <a:ahLst/>
              <a:cxnLst/>
              <a:rect l="l" t="t" r="r" b="b"/>
              <a:pathLst>
                <a:path w="11942" h="4884" extrusionOk="0">
                  <a:moveTo>
                    <a:pt x="1545" y="0"/>
                  </a:moveTo>
                  <a:cubicBezTo>
                    <a:pt x="1041" y="0"/>
                    <a:pt x="599" y="347"/>
                    <a:pt x="505" y="851"/>
                  </a:cubicBezTo>
                  <a:lnTo>
                    <a:pt x="64" y="3655"/>
                  </a:lnTo>
                  <a:cubicBezTo>
                    <a:pt x="1" y="3970"/>
                    <a:pt x="95" y="4253"/>
                    <a:pt x="284" y="4474"/>
                  </a:cubicBezTo>
                  <a:cubicBezTo>
                    <a:pt x="410" y="4631"/>
                    <a:pt x="599" y="4757"/>
                    <a:pt x="788" y="4789"/>
                  </a:cubicBezTo>
                  <a:cubicBezTo>
                    <a:pt x="1009" y="4442"/>
                    <a:pt x="1324" y="4127"/>
                    <a:pt x="1639" y="3938"/>
                  </a:cubicBezTo>
                  <a:cubicBezTo>
                    <a:pt x="1513" y="3686"/>
                    <a:pt x="1419" y="3434"/>
                    <a:pt x="1419" y="3151"/>
                  </a:cubicBezTo>
                  <a:cubicBezTo>
                    <a:pt x="1419" y="2206"/>
                    <a:pt x="2206" y="1418"/>
                    <a:pt x="3151" y="1418"/>
                  </a:cubicBezTo>
                  <a:cubicBezTo>
                    <a:pt x="4097" y="1418"/>
                    <a:pt x="4884" y="2206"/>
                    <a:pt x="4884" y="3151"/>
                  </a:cubicBezTo>
                  <a:cubicBezTo>
                    <a:pt x="4884" y="3434"/>
                    <a:pt x="4821" y="3686"/>
                    <a:pt x="4695" y="3938"/>
                  </a:cubicBezTo>
                  <a:cubicBezTo>
                    <a:pt x="5042" y="4159"/>
                    <a:pt x="5325" y="4474"/>
                    <a:pt x="5577" y="4883"/>
                  </a:cubicBezTo>
                  <a:lnTo>
                    <a:pt x="6396" y="4883"/>
                  </a:lnTo>
                  <a:cubicBezTo>
                    <a:pt x="6585" y="4537"/>
                    <a:pt x="6900" y="4159"/>
                    <a:pt x="7247" y="3938"/>
                  </a:cubicBezTo>
                  <a:cubicBezTo>
                    <a:pt x="7152" y="3686"/>
                    <a:pt x="7058" y="3434"/>
                    <a:pt x="7058" y="3151"/>
                  </a:cubicBezTo>
                  <a:cubicBezTo>
                    <a:pt x="7058" y="2206"/>
                    <a:pt x="7846" y="1418"/>
                    <a:pt x="8791" y="1418"/>
                  </a:cubicBezTo>
                  <a:cubicBezTo>
                    <a:pt x="9736" y="1418"/>
                    <a:pt x="10524" y="2206"/>
                    <a:pt x="10524" y="3151"/>
                  </a:cubicBezTo>
                  <a:cubicBezTo>
                    <a:pt x="10524" y="3434"/>
                    <a:pt x="10461" y="3686"/>
                    <a:pt x="10334" y="3938"/>
                  </a:cubicBezTo>
                  <a:cubicBezTo>
                    <a:pt x="10681" y="4159"/>
                    <a:pt x="10965" y="4442"/>
                    <a:pt x="11154" y="4789"/>
                  </a:cubicBezTo>
                  <a:cubicBezTo>
                    <a:pt x="11343" y="4757"/>
                    <a:pt x="11563" y="4631"/>
                    <a:pt x="11658" y="4474"/>
                  </a:cubicBezTo>
                  <a:cubicBezTo>
                    <a:pt x="11878" y="4253"/>
                    <a:pt x="11941" y="3938"/>
                    <a:pt x="11910" y="3655"/>
                  </a:cubicBezTo>
                  <a:lnTo>
                    <a:pt x="11343" y="851"/>
                  </a:lnTo>
                  <a:cubicBezTo>
                    <a:pt x="11280" y="347"/>
                    <a:pt x="10839" y="0"/>
                    <a:pt x="103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84"/>
            <p:cNvSpPr/>
            <p:nvPr/>
          </p:nvSpPr>
          <p:spPr>
            <a:xfrm>
              <a:off x="4431425" y="4196825"/>
              <a:ext cx="104000" cy="62250"/>
            </a:xfrm>
            <a:custGeom>
              <a:avLst/>
              <a:gdLst/>
              <a:ahLst/>
              <a:cxnLst/>
              <a:rect l="l" t="t" r="r" b="b"/>
              <a:pathLst>
                <a:path w="4160" h="2490" extrusionOk="0">
                  <a:moveTo>
                    <a:pt x="977" y="1"/>
                  </a:moveTo>
                  <a:cubicBezTo>
                    <a:pt x="536" y="284"/>
                    <a:pt x="189" y="694"/>
                    <a:pt x="63" y="1198"/>
                  </a:cubicBezTo>
                  <a:cubicBezTo>
                    <a:pt x="32" y="1387"/>
                    <a:pt x="0" y="1576"/>
                    <a:pt x="0" y="1797"/>
                  </a:cubicBezTo>
                  <a:lnTo>
                    <a:pt x="0" y="2143"/>
                  </a:lnTo>
                  <a:cubicBezTo>
                    <a:pt x="0" y="2332"/>
                    <a:pt x="158" y="2490"/>
                    <a:pt x="347" y="2490"/>
                  </a:cubicBezTo>
                  <a:lnTo>
                    <a:pt x="3813" y="2490"/>
                  </a:lnTo>
                  <a:cubicBezTo>
                    <a:pt x="4002" y="2490"/>
                    <a:pt x="4159" y="2332"/>
                    <a:pt x="4159" y="2143"/>
                  </a:cubicBezTo>
                  <a:lnTo>
                    <a:pt x="4159" y="1797"/>
                  </a:lnTo>
                  <a:cubicBezTo>
                    <a:pt x="4096" y="1576"/>
                    <a:pt x="4065" y="1356"/>
                    <a:pt x="4002" y="1198"/>
                  </a:cubicBezTo>
                  <a:cubicBezTo>
                    <a:pt x="3844" y="694"/>
                    <a:pt x="3529" y="284"/>
                    <a:pt x="3119" y="1"/>
                  </a:cubicBezTo>
                  <a:cubicBezTo>
                    <a:pt x="2804" y="253"/>
                    <a:pt x="2426" y="410"/>
                    <a:pt x="2048" y="410"/>
                  </a:cubicBezTo>
                  <a:cubicBezTo>
                    <a:pt x="1639" y="410"/>
                    <a:pt x="1261" y="253"/>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84"/>
            <p:cNvSpPr/>
            <p:nvPr/>
          </p:nvSpPr>
          <p:spPr>
            <a:xfrm>
              <a:off x="4359750" y="4022775"/>
              <a:ext cx="104775" cy="44125"/>
            </a:xfrm>
            <a:custGeom>
              <a:avLst/>
              <a:gdLst/>
              <a:ahLst/>
              <a:cxnLst/>
              <a:rect l="l" t="t" r="r" b="b"/>
              <a:pathLst>
                <a:path w="4191" h="1765" extrusionOk="0">
                  <a:moveTo>
                    <a:pt x="1009" y="0"/>
                  </a:moveTo>
                  <a:cubicBezTo>
                    <a:pt x="379" y="347"/>
                    <a:pt x="0" y="1040"/>
                    <a:pt x="0" y="1765"/>
                  </a:cubicBezTo>
                  <a:lnTo>
                    <a:pt x="4191" y="1765"/>
                  </a:lnTo>
                  <a:cubicBezTo>
                    <a:pt x="4191" y="1040"/>
                    <a:pt x="3813" y="347"/>
                    <a:pt x="3214" y="0"/>
                  </a:cubicBezTo>
                  <a:cubicBezTo>
                    <a:pt x="2899" y="252"/>
                    <a:pt x="2521" y="378"/>
                    <a:pt x="2111" y="378"/>
                  </a:cubicBezTo>
                  <a:cubicBezTo>
                    <a:pt x="1733" y="378"/>
                    <a:pt x="1324" y="252"/>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84"/>
            <p:cNvSpPr/>
            <p:nvPr/>
          </p:nvSpPr>
          <p:spPr>
            <a:xfrm>
              <a:off x="4291225" y="4196825"/>
              <a:ext cx="102425" cy="62250"/>
            </a:xfrm>
            <a:custGeom>
              <a:avLst/>
              <a:gdLst/>
              <a:ahLst/>
              <a:cxnLst/>
              <a:rect l="l" t="t" r="r" b="b"/>
              <a:pathLst>
                <a:path w="4097" h="2490" extrusionOk="0">
                  <a:moveTo>
                    <a:pt x="1009" y="1"/>
                  </a:moveTo>
                  <a:cubicBezTo>
                    <a:pt x="568" y="284"/>
                    <a:pt x="221" y="694"/>
                    <a:pt x="95" y="1198"/>
                  </a:cubicBezTo>
                  <a:cubicBezTo>
                    <a:pt x="64" y="1387"/>
                    <a:pt x="1" y="1576"/>
                    <a:pt x="1" y="1797"/>
                  </a:cubicBezTo>
                  <a:lnTo>
                    <a:pt x="1" y="2143"/>
                  </a:lnTo>
                  <a:cubicBezTo>
                    <a:pt x="1" y="2332"/>
                    <a:pt x="158" y="2490"/>
                    <a:pt x="379" y="2490"/>
                  </a:cubicBezTo>
                  <a:lnTo>
                    <a:pt x="3844" y="2490"/>
                  </a:lnTo>
                  <a:cubicBezTo>
                    <a:pt x="3939" y="2490"/>
                    <a:pt x="4096" y="2332"/>
                    <a:pt x="4096" y="2143"/>
                  </a:cubicBezTo>
                  <a:lnTo>
                    <a:pt x="4096" y="1797"/>
                  </a:lnTo>
                  <a:cubicBezTo>
                    <a:pt x="4096" y="1576"/>
                    <a:pt x="4065" y="1356"/>
                    <a:pt x="4033" y="1198"/>
                  </a:cubicBezTo>
                  <a:cubicBezTo>
                    <a:pt x="3876" y="694"/>
                    <a:pt x="3561" y="284"/>
                    <a:pt x="3120" y="1"/>
                  </a:cubicBezTo>
                  <a:cubicBezTo>
                    <a:pt x="2804" y="253"/>
                    <a:pt x="2458" y="410"/>
                    <a:pt x="2048" y="410"/>
                  </a:cubicBezTo>
                  <a:cubicBezTo>
                    <a:pt x="1670" y="410"/>
                    <a:pt x="1261" y="253"/>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0" name="Google Shape;5670;p84"/>
          <p:cNvGrpSpPr/>
          <p:nvPr/>
        </p:nvGrpSpPr>
        <p:grpSpPr>
          <a:xfrm>
            <a:off x="8023491" y="2748809"/>
            <a:ext cx="226264" cy="350079"/>
            <a:chOff x="6164975" y="3211525"/>
            <a:chExt cx="191425" cy="296175"/>
          </a:xfrm>
        </p:grpSpPr>
        <p:sp>
          <p:nvSpPr>
            <p:cNvPr id="5671" name="Google Shape;5671;p84"/>
            <p:cNvSpPr/>
            <p:nvPr/>
          </p:nvSpPr>
          <p:spPr>
            <a:xfrm>
              <a:off x="6269750" y="3371400"/>
              <a:ext cx="68525" cy="84300"/>
            </a:xfrm>
            <a:custGeom>
              <a:avLst/>
              <a:gdLst/>
              <a:ahLst/>
              <a:cxnLst/>
              <a:rect l="l" t="t" r="r" b="b"/>
              <a:pathLst>
                <a:path w="2741" h="3372" extrusionOk="0">
                  <a:moveTo>
                    <a:pt x="1670" y="1"/>
                  </a:moveTo>
                  <a:cubicBezTo>
                    <a:pt x="1166" y="316"/>
                    <a:pt x="599" y="505"/>
                    <a:pt x="0" y="568"/>
                  </a:cubicBezTo>
                  <a:lnTo>
                    <a:pt x="0" y="1482"/>
                  </a:lnTo>
                  <a:lnTo>
                    <a:pt x="1890" y="3372"/>
                  </a:lnTo>
                  <a:lnTo>
                    <a:pt x="2741" y="3372"/>
                  </a:lnTo>
                  <a:lnTo>
                    <a:pt x="2741" y="3340"/>
                  </a:lnTo>
                  <a:lnTo>
                    <a:pt x="2741" y="2301"/>
                  </a:lnTo>
                  <a:cubicBezTo>
                    <a:pt x="2741" y="1356"/>
                    <a:pt x="2300" y="536"/>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84"/>
            <p:cNvSpPr/>
            <p:nvPr/>
          </p:nvSpPr>
          <p:spPr>
            <a:xfrm>
              <a:off x="6228775" y="3424175"/>
              <a:ext cx="62250" cy="30750"/>
            </a:xfrm>
            <a:custGeom>
              <a:avLst/>
              <a:gdLst/>
              <a:ahLst/>
              <a:cxnLst/>
              <a:rect l="l" t="t" r="r" b="b"/>
              <a:pathLst>
                <a:path w="2490" h="1230" extrusionOk="0">
                  <a:moveTo>
                    <a:pt x="1229" y="1"/>
                  </a:moveTo>
                  <a:lnTo>
                    <a:pt x="1" y="1229"/>
                  </a:lnTo>
                  <a:lnTo>
                    <a:pt x="2490" y="1229"/>
                  </a:ln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84"/>
            <p:cNvSpPr/>
            <p:nvPr/>
          </p:nvSpPr>
          <p:spPr>
            <a:xfrm>
              <a:off x="6182300" y="3369825"/>
              <a:ext cx="69350" cy="85100"/>
            </a:xfrm>
            <a:custGeom>
              <a:avLst/>
              <a:gdLst/>
              <a:ahLst/>
              <a:cxnLst/>
              <a:rect l="l" t="t" r="r" b="b"/>
              <a:pathLst>
                <a:path w="2774" h="3404" extrusionOk="0">
                  <a:moveTo>
                    <a:pt x="1072" y="1"/>
                  </a:moveTo>
                  <a:cubicBezTo>
                    <a:pt x="411" y="599"/>
                    <a:pt x="1" y="1419"/>
                    <a:pt x="1" y="2332"/>
                  </a:cubicBezTo>
                  <a:lnTo>
                    <a:pt x="1" y="3403"/>
                  </a:lnTo>
                  <a:lnTo>
                    <a:pt x="883" y="3403"/>
                  </a:lnTo>
                  <a:lnTo>
                    <a:pt x="2773" y="1513"/>
                  </a:lnTo>
                  <a:lnTo>
                    <a:pt x="2773" y="599"/>
                  </a:lnTo>
                  <a:cubicBezTo>
                    <a:pt x="2143" y="568"/>
                    <a:pt x="1576" y="316"/>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84"/>
            <p:cNvSpPr/>
            <p:nvPr/>
          </p:nvSpPr>
          <p:spPr>
            <a:xfrm>
              <a:off x="6164975" y="3472225"/>
              <a:ext cx="191425" cy="35475"/>
            </a:xfrm>
            <a:custGeom>
              <a:avLst/>
              <a:gdLst/>
              <a:ahLst/>
              <a:cxnLst/>
              <a:rect l="l" t="t" r="r" b="b"/>
              <a:pathLst>
                <a:path w="7657" h="1419" extrusionOk="0">
                  <a:moveTo>
                    <a:pt x="725" y="1"/>
                  </a:moveTo>
                  <a:cubicBezTo>
                    <a:pt x="316" y="1"/>
                    <a:pt x="1" y="316"/>
                    <a:pt x="1" y="725"/>
                  </a:cubicBezTo>
                  <a:cubicBezTo>
                    <a:pt x="1" y="1103"/>
                    <a:pt x="316" y="1418"/>
                    <a:pt x="725" y="1418"/>
                  </a:cubicBezTo>
                  <a:lnTo>
                    <a:pt x="6932" y="1418"/>
                  </a:lnTo>
                  <a:cubicBezTo>
                    <a:pt x="7341" y="1418"/>
                    <a:pt x="7657" y="1103"/>
                    <a:pt x="7657" y="725"/>
                  </a:cubicBezTo>
                  <a:cubicBezTo>
                    <a:pt x="7594" y="316"/>
                    <a:pt x="7278" y="1"/>
                    <a:pt x="69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84"/>
            <p:cNvSpPr/>
            <p:nvPr/>
          </p:nvSpPr>
          <p:spPr>
            <a:xfrm>
              <a:off x="6164975" y="3211525"/>
              <a:ext cx="191425" cy="35475"/>
            </a:xfrm>
            <a:custGeom>
              <a:avLst/>
              <a:gdLst/>
              <a:ahLst/>
              <a:cxnLst/>
              <a:rect l="l" t="t" r="r" b="b"/>
              <a:pathLst>
                <a:path w="7657" h="1419" extrusionOk="0">
                  <a:moveTo>
                    <a:pt x="725" y="0"/>
                  </a:moveTo>
                  <a:cubicBezTo>
                    <a:pt x="316" y="0"/>
                    <a:pt x="1" y="315"/>
                    <a:pt x="1" y="725"/>
                  </a:cubicBezTo>
                  <a:cubicBezTo>
                    <a:pt x="1" y="1103"/>
                    <a:pt x="316" y="1418"/>
                    <a:pt x="725" y="1418"/>
                  </a:cubicBezTo>
                  <a:lnTo>
                    <a:pt x="6932" y="1418"/>
                  </a:lnTo>
                  <a:cubicBezTo>
                    <a:pt x="7341" y="1418"/>
                    <a:pt x="7657" y="1103"/>
                    <a:pt x="7657" y="725"/>
                  </a:cubicBezTo>
                  <a:cubicBezTo>
                    <a:pt x="7594" y="284"/>
                    <a:pt x="7278" y="0"/>
                    <a:pt x="69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84"/>
            <p:cNvSpPr/>
            <p:nvPr/>
          </p:nvSpPr>
          <p:spPr>
            <a:xfrm>
              <a:off x="6183100" y="3262725"/>
              <a:ext cx="155175" cy="35650"/>
            </a:xfrm>
            <a:custGeom>
              <a:avLst/>
              <a:gdLst/>
              <a:ahLst/>
              <a:cxnLst/>
              <a:rect l="l" t="t" r="r" b="b"/>
              <a:pathLst>
                <a:path w="6207" h="1426" extrusionOk="0">
                  <a:moveTo>
                    <a:pt x="0" y="0"/>
                  </a:moveTo>
                  <a:lnTo>
                    <a:pt x="0" y="441"/>
                  </a:lnTo>
                  <a:lnTo>
                    <a:pt x="568" y="788"/>
                  </a:lnTo>
                  <a:cubicBezTo>
                    <a:pt x="1355" y="1213"/>
                    <a:pt x="2237" y="1426"/>
                    <a:pt x="3112" y="1426"/>
                  </a:cubicBezTo>
                  <a:cubicBezTo>
                    <a:pt x="3986" y="1426"/>
                    <a:pt x="4852" y="1213"/>
                    <a:pt x="5608" y="788"/>
                  </a:cubicBezTo>
                  <a:lnTo>
                    <a:pt x="6207" y="441"/>
                  </a:lnTo>
                  <a:lnTo>
                    <a:pt x="62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84"/>
            <p:cNvSpPr/>
            <p:nvPr/>
          </p:nvSpPr>
          <p:spPr>
            <a:xfrm>
              <a:off x="6181525" y="3294225"/>
              <a:ext cx="155975" cy="74050"/>
            </a:xfrm>
            <a:custGeom>
              <a:avLst/>
              <a:gdLst/>
              <a:ahLst/>
              <a:cxnLst/>
              <a:rect l="l" t="t" r="r" b="b"/>
              <a:pathLst>
                <a:path w="6239" h="2962" extrusionOk="0">
                  <a:moveTo>
                    <a:pt x="0" y="0"/>
                  </a:moveTo>
                  <a:cubicBezTo>
                    <a:pt x="126" y="1607"/>
                    <a:pt x="1481" y="2962"/>
                    <a:pt x="3119" y="2962"/>
                  </a:cubicBezTo>
                  <a:cubicBezTo>
                    <a:pt x="4758" y="2962"/>
                    <a:pt x="6112" y="1607"/>
                    <a:pt x="6238" y="0"/>
                  </a:cubicBezTo>
                  <a:lnTo>
                    <a:pt x="6238" y="0"/>
                  </a:lnTo>
                  <a:lnTo>
                    <a:pt x="5986" y="126"/>
                  </a:lnTo>
                  <a:cubicBezTo>
                    <a:pt x="5136" y="631"/>
                    <a:pt x="4096" y="883"/>
                    <a:pt x="3119" y="883"/>
                  </a:cubicBezTo>
                  <a:cubicBezTo>
                    <a:pt x="2143" y="883"/>
                    <a:pt x="1166" y="631"/>
                    <a:pt x="252" y="126"/>
                  </a:cubicBez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8" name="Google Shape;5678;p84"/>
          <p:cNvGrpSpPr/>
          <p:nvPr/>
        </p:nvGrpSpPr>
        <p:grpSpPr>
          <a:xfrm>
            <a:off x="5285528" y="1397084"/>
            <a:ext cx="352886" cy="350049"/>
            <a:chOff x="946175" y="3253275"/>
            <a:chExt cx="298550" cy="296150"/>
          </a:xfrm>
        </p:grpSpPr>
        <p:sp>
          <p:nvSpPr>
            <p:cNvPr id="5679" name="Google Shape;5679;p84"/>
            <p:cNvSpPr/>
            <p:nvPr/>
          </p:nvSpPr>
          <p:spPr>
            <a:xfrm>
              <a:off x="946175" y="3253275"/>
              <a:ext cx="209550" cy="261500"/>
            </a:xfrm>
            <a:custGeom>
              <a:avLst/>
              <a:gdLst/>
              <a:ahLst/>
              <a:cxnLst/>
              <a:rect l="l" t="t" r="r" b="b"/>
              <a:pathLst>
                <a:path w="8382" h="10460" extrusionOk="0">
                  <a:moveTo>
                    <a:pt x="348" y="0"/>
                  </a:moveTo>
                  <a:cubicBezTo>
                    <a:pt x="158" y="0"/>
                    <a:pt x="1" y="158"/>
                    <a:pt x="1" y="347"/>
                  </a:cubicBezTo>
                  <a:lnTo>
                    <a:pt x="1" y="10113"/>
                  </a:lnTo>
                  <a:cubicBezTo>
                    <a:pt x="1" y="10302"/>
                    <a:pt x="158" y="10460"/>
                    <a:pt x="348" y="10460"/>
                  </a:cubicBezTo>
                  <a:lnTo>
                    <a:pt x="694" y="10460"/>
                  </a:lnTo>
                  <a:lnTo>
                    <a:pt x="694" y="3875"/>
                  </a:lnTo>
                  <a:cubicBezTo>
                    <a:pt x="694" y="3623"/>
                    <a:pt x="820" y="3340"/>
                    <a:pt x="1009" y="3151"/>
                  </a:cubicBezTo>
                  <a:lnTo>
                    <a:pt x="3151" y="1008"/>
                  </a:lnTo>
                  <a:cubicBezTo>
                    <a:pt x="3340" y="819"/>
                    <a:pt x="3624" y="693"/>
                    <a:pt x="3908" y="693"/>
                  </a:cubicBezTo>
                  <a:lnTo>
                    <a:pt x="8381" y="693"/>
                  </a:lnTo>
                  <a:lnTo>
                    <a:pt x="8381" y="347"/>
                  </a:lnTo>
                  <a:cubicBezTo>
                    <a:pt x="8381" y="158"/>
                    <a:pt x="8224" y="0"/>
                    <a:pt x="8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0" name="Google Shape;5680;p84"/>
            <p:cNvSpPr/>
            <p:nvPr/>
          </p:nvSpPr>
          <p:spPr>
            <a:xfrm>
              <a:off x="986350" y="3293425"/>
              <a:ext cx="47300" cy="48075"/>
            </a:xfrm>
            <a:custGeom>
              <a:avLst/>
              <a:gdLst/>
              <a:ahLst/>
              <a:cxnLst/>
              <a:rect l="l" t="t" r="r" b="b"/>
              <a:pathLst>
                <a:path w="1892" h="1923" extrusionOk="0">
                  <a:moveTo>
                    <a:pt x="1891" y="1"/>
                  </a:moveTo>
                  <a:lnTo>
                    <a:pt x="1" y="1923"/>
                  </a:lnTo>
                  <a:lnTo>
                    <a:pt x="1891" y="1923"/>
                  </a:lnTo>
                  <a:lnTo>
                    <a:pt x="1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84"/>
            <p:cNvSpPr/>
            <p:nvPr/>
          </p:nvSpPr>
          <p:spPr>
            <a:xfrm>
              <a:off x="1051725" y="3359600"/>
              <a:ext cx="122100" cy="121325"/>
            </a:xfrm>
            <a:custGeom>
              <a:avLst/>
              <a:gdLst/>
              <a:ahLst/>
              <a:cxnLst/>
              <a:rect l="l" t="t" r="r" b="b"/>
              <a:pathLst>
                <a:path w="4884" h="4853" extrusionOk="0">
                  <a:moveTo>
                    <a:pt x="2427" y="0"/>
                  </a:moveTo>
                  <a:cubicBezTo>
                    <a:pt x="1103" y="0"/>
                    <a:pt x="1" y="1103"/>
                    <a:pt x="1" y="2426"/>
                  </a:cubicBezTo>
                  <a:cubicBezTo>
                    <a:pt x="1" y="3749"/>
                    <a:pt x="1103" y="4852"/>
                    <a:pt x="2427" y="4852"/>
                  </a:cubicBezTo>
                  <a:cubicBezTo>
                    <a:pt x="3781" y="4852"/>
                    <a:pt x="4884" y="3749"/>
                    <a:pt x="4884" y="2426"/>
                  </a:cubicBezTo>
                  <a:cubicBezTo>
                    <a:pt x="4884" y="1103"/>
                    <a:pt x="3781"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84"/>
            <p:cNvSpPr/>
            <p:nvPr/>
          </p:nvSpPr>
          <p:spPr>
            <a:xfrm>
              <a:off x="980050" y="3289500"/>
              <a:ext cx="192200" cy="242600"/>
            </a:xfrm>
            <a:custGeom>
              <a:avLst/>
              <a:gdLst/>
              <a:ahLst/>
              <a:cxnLst/>
              <a:rect l="l" t="t" r="r" b="b"/>
              <a:pathLst>
                <a:path w="7688" h="9704" extrusionOk="0">
                  <a:moveTo>
                    <a:pt x="2868" y="0"/>
                  </a:moveTo>
                  <a:lnTo>
                    <a:pt x="2868" y="2426"/>
                  </a:lnTo>
                  <a:cubicBezTo>
                    <a:pt x="2868" y="2647"/>
                    <a:pt x="2679" y="2804"/>
                    <a:pt x="2490" y="2804"/>
                  </a:cubicBezTo>
                  <a:lnTo>
                    <a:pt x="1" y="2804"/>
                  </a:lnTo>
                  <a:lnTo>
                    <a:pt x="1" y="9357"/>
                  </a:lnTo>
                  <a:cubicBezTo>
                    <a:pt x="1" y="9578"/>
                    <a:pt x="190" y="9704"/>
                    <a:pt x="379" y="9704"/>
                  </a:cubicBezTo>
                  <a:lnTo>
                    <a:pt x="7341" y="9704"/>
                  </a:lnTo>
                  <a:cubicBezTo>
                    <a:pt x="7467" y="9704"/>
                    <a:pt x="7593" y="9641"/>
                    <a:pt x="7625" y="9578"/>
                  </a:cubicBezTo>
                  <a:lnTo>
                    <a:pt x="6239" y="8192"/>
                  </a:lnTo>
                  <a:cubicBezTo>
                    <a:pt x="5924" y="8318"/>
                    <a:pt x="5609" y="8349"/>
                    <a:pt x="5262" y="8349"/>
                  </a:cubicBezTo>
                  <a:cubicBezTo>
                    <a:pt x="3529" y="8349"/>
                    <a:pt x="2143" y="6931"/>
                    <a:pt x="2143" y="5230"/>
                  </a:cubicBezTo>
                  <a:cubicBezTo>
                    <a:pt x="2143" y="3529"/>
                    <a:pt x="3561" y="2111"/>
                    <a:pt x="5262" y="2111"/>
                  </a:cubicBezTo>
                  <a:cubicBezTo>
                    <a:pt x="6239" y="2111"/>
                    <a:pt x="7121" y="2584"/>
                    <a:pt x="7688" y="3308"/>
                  </a:cubicBezTo>
                  <a:lnTo>
                    <a:pt x="7688" y="347"/>
                  </a:lnTo>
                  <a:cubicBezTo>
                    <a:pt x="7688" y="158"/>
                    <a:pt x="7530" y="0"/>
                    <a:pt x="73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84"/>
            <p:cNvSpPr/>
            <p:nvPr/>
          </p:nvSpPr>
          <p:spPr>
            <a:xfrm>
              <a:off x="1154125" y="3460400"/>
              <a:ext cx="90600" cy="89025"/>
            </a:xfrm>
            <a:custGeom>
              <a:avLst/>
              <a:gdLst/>
              <a:ahLst/>
              <a:cxnLst/>
              <a:rect l="l" t="t" r="r" b="b"/>
              <a:pathLst>
                <a:path w="3624" h="3561" extrusionOk="0">
                  <a:moveTo>
                    <a:pt x="977" y="1"/>
                  </a:moveTo>
                  <a:cubicBezTo>
                    <a:pt x="693" y="410"/>
                    <a:pt x="378" y="757"/>
                    <a:pt x="0" y="1009"/>
                  </a:cubicBezTo>
                  <a:lnTo>
                    <a:pt x="2363" y="3372"/>
                  </a:lnTo>
                  <a:cubicBezTo>
                    <a:pt x="2489" y="3498"/>
                    <a:pt x="2662" y="3561"/>
                    <a:pt x="2840" y="3561"/>
                  </a:cubicBezTo>
                  <a:cubicBezTo>
                    <a:pt x="3017" y="3561"/>
                    <a:pt x="3198" y="3498"/>
                    <a:pt x="3340" y="3372"/>
                  </a:cubicBezTo>
                  <a:cubicBezTo>
                    <a:pt x="3623" y="3088"/>
                    <a:pt x="3623" y="2647"/>
                    <a:pt x="3340" y="2364"/>
                  </a:cubicBezTo>
                  <a:lnTo>
                    <a:pt x="9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4" name="Google Shape;5684;p84"/>
          <p:cNvGrpSpPr/>
          <p:nvPr/>
        </p:nvGrpSpPr>
        <p:grpSpPr>
          <a:xfrm>
            <a:off x="5286459" y="1839048"/>
            <a:ext cx="351024" cy="347301"/>
            <a:chOff x="946175" y="3619500"/>
            <a:chExt cx="296975" cy="293825"/>
          </a:xfrm>
        </p:grpSpPr>
        <p:sp>
          <p:nvSpPr>
            <p:cNvPr id="5685" name="Google Shape;5685;p84"/>
            <p:cNvSpPr/>
            <p:nvPr/>
          </p:nvSpPr>
          <p:spPr>
            <a:xfrm>
              <a:off x="963525" y="3619500"/>
              <a:ext cx="207950" cy="293825"/>
            </a:xfrm>
            <a:custGeom>
              <a:avLst/>
              <a:gdLst/>
              <a:ahLst/>
              <a:cxnLst/>
              <a:rect l="l" t="t" r="r" b="b"/>
              <a:pathLst>
                <a:path w="8318" h="11753" extrusionOk="0">
                  <a:moveTo>
                    <a:pt x="3828" y="2742"/>
                  </a:moveTo>
                  <a:cubicBezTo>
                    <a:pt x="3915" y="2742"/>
                    <a:pt x="4001" y="2773"/>
                    <a:pt x="4064" y="2836"/>
                  </a:cubicBezTo>
                  <a:cubicBezTo>
                    <a:pt x="4253" y="2994"/>
                    <a:pt x="4253" y="3183"/>
                    <a:pt x="4096" y="3340"/>
                  </a:cubicBezTo>
                  <a:lnTo>
                    <a:pt x="2678" y="4695"/>
                  </a:lnTo>
                  <a:cubicBezTo>
                    <a:pt x="2615" y="4790"/>
                    <a:pt x="2520" y="4821"/>
                    <a:pt x="2457" y="4821"/>
                  </a:cubicBezTo>
                  <a:cubicBezTo>
                    <a:pt x="2363" y="4821"/>
                    <a:pt x="2268" y="4790"/>
                    <a:pt x="2205" y="4695"/>
                  </a:cubicBezTo>
                  <a:lnTo>
                    <a:pt x="1512" y="4002"/>
                  </a:lnTo>
                  <a:cubicBezTo>
                    <a:pt x="1386" y="3876"/>
                    <a:pt x="1386" y="3655"/>
                    <a:pt x="1512" y="3529"/>
                  </a:cubicBezTo>
                  <a:cubicBezTo>
                    <a:pt x="1575" y="3466"/>
                    <a:pt x="1662" y="3435"/>
                    <a:pt x="1749" y="3435"/>
                  </a:cubicBezTo>
                  <a:cubicBezTo>
                    <a:pt x="1835" y="3435"/>
                    <a:pt x="1922" y="3466"/>
                    <a:pt x="1985" y="3529"/>
                  </a:cubicBezTo>
                  <a:lnTo>
                    <a:pt x="2426" y="3971"/>
                  </a:lnTo>
                  <a:lnTo>
                    <a:pt x="3592" y="2836"/>
                  </a:lnTo>
                  <a:cubicBezTo>
                    <a:pt x="3655" y="2773"/>
                    <a:pt x="3741" y="2742"/>
                    <a:pt x="3828" y="2742"/>
                  </a:cubicBezTo>
                  <a:close/>
                  <a:moveTo>
                    <a:pt x="3828" y="4790"/>
                  </a:moveTo>
                  <a:cubicBezTo>
                    <a:pt x="3915" y="4790"/>
                    <a:pt x="4001" y="4821"/>
                    <a:pt x="4064" y="4884"/>
                  </a:cubicBezTo>
                  <a:cubicBezTo>
                    <a:pt x="4253" y="5042"/>
                    <a:pt x="4253" y="5262"/>
                    <a:pt x="4096" y="5388"/>
                  </a:cubicBezTo>
                  <a:lnTo>
                    <a:pt x="2678" y="6774"/>
                  </a:lnTo>
                  <a:cubicBezTo>
                    <a:pt x="2615" y="6837"/>
                    <a:pt x="2520" y="6869"/>
                    <a:pt x="2457" y="6869"/>
                  </a:cubicBezTo>
                  <a:cubicBezTo>
                    <a:pt x="2363" y="6869"/>
                    <a:pt x="2268" y="6837"/>
                    <a:pt x="2205" y="6774"/>
                  </a:cubicBezTo>
                  <a:lnTo>
                    <a:pt x="1512" y="6050"/>
                  </a:lnTo>
                  <a:cubicBezTo>
                    <a:pt x="1386" y="5924"/>
                    <a:pt x="1386" y="5703"/>
                    <a:pt x="1512" y="5577"/>
                  </a:cubicBezTo>
                  <a:cubicBezTo>
                    <a:pt x="1575" y="5514"/>
                    <a:pt x="1662" y="5483"/>
                    <a:pt x="1749" y="5483"/>
                  </a:cubicBezTo>
                  <a:cubicBezTo>
                    <a:pt x="1835" y="5483"/>
                    <a:pt x="1922" y="5514"/>
                    <a:pt x="1985" y="5577"/>
                  </a:cubicBezTo>
                  <a:lnTo>
                    <a:pt x="2426" y="6018"/>
                  </a:lnTo>
                  <a:lnTo>
                    <a:pt x="3592" y="4884"/>
                  </a:lnTo>
                  <a:cubicBezTo>
                    <a:pt x="3655" y="4821"/>
                    <a:pt x="3741" y="4790"/>
                    <a:pt x="3828" y="4790"/>
                  </a:cubicBezTo>
                  <a:close/>
                  <a:moveTo>
                    <a:pt x="3828" y="6869"/>
                  </a:moveTo>
                  <a:cubicBezTo>
                    <a:pt x="3915" y="6869"/>
                    <a:pt x="4001" y="6900"/>
                    <a:pt x="4064" y="6963"/>
                  </a:cubicBezTo>
                  <a:cubicBezTo>
                    <a:pt x="4253" y="7121"/>
                    <a:pt x="4253" y="7342"/>
                    <a:pt x="4096" y="7468"/>
                  </a:cubicBezTo>
                  <a:lnTo>
                    <a:pt x="2678" y="8854"/>
                  </a:lnTo>
                  <a:cubicBezTo>
                    <a:pt x="2615" y="8917"/>
                    <a:pt x="2520" y="8980"/>
                    <a:pt x="2457" y="8980"/>
                  </a:cubicBezTo>
                  <a:cubicBezTo>
                    <a:pt x="2363" y="8980"/>
                    <a:pt x="2268" y="8917"/>
                    <a:pt x="2205" y="8854"/>
                  </a:cubicBezTo>
                  <a:lnTo>
                    <a:pt x="1512" y="8129"/>
                  </a:lnTo>
                  <a:cubicBezTo>
                    <a:pt x="1386" y="8003"/>
                    <a:pt x="1386" y="7783"/>
                    <a:pt x="1512" y="7657"/>
                  </a:cubicBezTo>
                  <a:cubicBezTo>
                    <a:pt x="1575" y="7594"/>
                    <a:pt x="1662" y="7562"/>
                    <a:pt x="1749" y="7562"/>
                  </a:cubicBezTo>
                  <a:cubicBezTo>
                    <a:pt x="1835" y="7562"/>
                    <a:pt x="1922" y="7594"/>
                    <a:pt x="1985" y="7657"/>
                  </a:cubicBezTo>
                  <a:lnTo>
                    <a:pt x="2426" y="8098"/>
                  </a:lnTo>
                  <a:lnTo>
                    <a:pt x="3592" y="6963"/>
                  </a:lnTo>
                  <a:cubicBezTo>
                    <a:pt x="3655" y="6900"/>
                    <a:pt x="3741" y="6869"/>
                    <a:pt x="3828" y="6869"/>
                  </a:cubicBezTo>
                  <a:close/>
                  <a:moveTo>
                    <a:pt x="347" y="1"/>
                  </a:moveTo>
                  <a:cubicBezTo>
                    <a:pt x="158" y="1"/>
                    <a:pt x="0" y="158"/>
                    <a:pt x="0" y="347"/>
                  </a:cubicBezTo>
                  <a:lnTo>
                    <a:pt x="0" y="9673"/>
                  </a:lnTo>
                  <a:lnTo>
                    <a:pt x="6301" y="9673"/>
                  </a:lnTo>
                  <a:lnTo>
                    <a:pt x="6301" y="10397"/>
                  </a:lnTo>
                  <a:lnTo>
                    <a:pt x="6301" y="10744"/>
                  </a:lnTo>
                  <a:lnTo>
                    <a:pt x="6270" y="10744"/>
                  </a:lnTo>
                  <a:cubicBezTo>
                    <a:pt x="6270" y="11343"/>
                    <a:pt x="6742" y="11752"/>
                    <a:pt x="7278" y="11752"/>
                  </a:cubicBezTo>
                  <a:cubicBezTo>
                    <a:pt x="7876" y="11752"/>
                    <a:pt x="8317" y="11280"/>
                    <a:pt x="8317" y="10744"/>
                  </a:cubicBezTo>
                  <a:lnTo>
                    <a:pt x="8317" y="7972"/>
                  </a:lnTo>
                  <a:lnTo>
                    <a:pt x="7498" y="8822"/>
                  </a:lnTo>
                  <a:lnTo>
                    <a:pt x="5608" y="9547"/>
                  </a:lnTo>
                  <a:cubicBezTo>
                    <a:pt x="5497" y="9576"/>
                    <a:pt x="5390" y="9590"/>
                    <a:pt x="5288" y="9590"/>
                  </a:cubicBezTo>
                  <a:cubicBezTo>
                    <a:pt x="4954" y="9590"/>
                    <a:pt x="4674" y="9441"/>
                    <a:pt x="4505" y="9200"/>
                  </a:cubicBezTo>
                  <a:cubicBezTo>
                    <a:pt x="4316" y="8980"/>
                    <a:pt x="4222" y="8665"/>
                    <a:pt x="4316" y="8255"/>
                  </a:cubicBezTo>
                  <a:lnTo>
                    <a:pt x="5041" y="6365"/>
                  </a:lnTo>
                  <a:lnTo>
                    <a:pt x="8317" y="3088"/>
                  </a:lnTo>
                  <a:lnTo>
                    <a:pt x="8317" y="2773"/>
                  </a:lnTo>
                  <a:lnTo>
                    <a:pt x="5891" y="2773"/>
                  </a:lnTo>
                  <a:cubicBezTo>
                    <a:pt x="5671" y="2773"/>
                    <a:pt x="5513" y="2616"/>
                    <a:pt x="5513" y="2427"/>
                  </a:cubicBezTo>
                  <a:lnTo>
                    <a:pt x="5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84"/>
            <p:cNvSpPr/>
            <p:nvPr/>
          </p:nvSpPr>
          <p:spPr>
            <a:xfrm>
              <a:off x="1185625" y="3688025"/>
              <a:ext cx="57525" cy="55950"/>
            </a:xfrm>
            <a:custGeom>
              <a:avLst/>
              <a:gdLst/>
              <a:ahLst/>
              <a:cxnLst/>
              <a:rect l="l" t="t" r="r" b="b"/>
              <a:pathLst>
                <a:path w="2301" h="2238" extrusionOk="0">
                  <a:moveTo>
                    <a:pt x="1072" y="1"/>
                  </a:moveTo>
                  <a:cubicBezTo>
                    <a:pt x="890" y="1"/>
                    <a:pt x="709" y="64"/>
                    <a:pt x="568" y="190"/>
                  </a:cubicBezTo>
                  <a:lnTo>
                    <a:pt x="0" y="788"/>
                  </a:lnTo>
                  <a:lnTo>
                    <a:pt x="1450" y="2238"/>
                  </a:lnTo>
                  <a:lnTo>
                    <a:pt x="2048" y="1639"/>
                  </a:lnTo>
                  <a:cubicBezTo>
                    <a:pt x="2300" y="1387"/>
                    <a:pt x="2300" y="946"/>
                    <a:pt x="2048" y="662"/>
                  </a:cubicBezTo>
                  <a:lnTo>
                    <a:pt x="1576" y="190"/>
                  </a:lnTo>
                  <a:cubicBezTo>
                    <a:pt x="1434" y="64"/>
                    <a:pt x="1253"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84"/>
            <p:cNvSpPr/>
            <p:nvPr/>
          </p:nvSpPr>
          <p:spPr>
            <a:xfrm>
              <a:off x="1088075" y="3795925"/>
              <a:ext cx="46375" cy="45025"/>
            </a:xfrm>
            <a:custGeom>
              <a:avLst/>
              <a:gdLst/>
              <a:ahLst/>
              <a:cxnLst/>
              <a:rect l="l" t="t" r="r" b="b"/>
              <a:pathLst>
                <a:path w="1855" h="1801" extrusionOk="0">
                  <a:moveTo>
                    <a:pt x="594" y="1"/>
                  </a:moveTo>
                  <a:lnTo>
                    <a:pt x="59" y="1387"/>
                  </a:lnTo>
                  <a:cubicBezTo>
                    <a:pt x="0" y="1621"/>
                    <a:pt x="186" y="1800"/>
                    <a:pt x="414" y="1800"/>
                  </a:cubicBezTo>
                  <a:cubicBezTo>
                    <a:pt x="432" y="1800"/>
                    <a:pt x="450" y="1799"/>
                    <a:pt x="468" y="1797"/>
                  </a:cubicBezTo>
                  <a:lnTo>
                    <a:pt x="1855" y="1261"/>
                  </a:lnTo>
                  <a:lnTo>
                    <a:pt x="5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84"/>
            <p:cNvSpPr/>
            <p:nvPr/>
          </p:nvSpPr>
          <p:spPr>
            <a:xfrm>
              <a:off x="1112375" y="3720325"/>
              <a:ext cx="97700" cy="97700"/>
            </a:xfrm>
            <a:custGeom>
              <a:avLst/>
              <a:gdLst/>
              <a:ahLst/>
              <a:cxnLst/>
              <a:rect l="l" t="t" r="r" b="b"/>
              <a:pathLst>
                <a:path w="3908" h="3908" extrusionOk="0">
                  <a:moveTo>
                    <a:pt x="2426" y="1"/>
                  </a:moveTo>
                  <a:lnTo>
                    <a:pt x="1" y="2458"/>
                  </a:lnTo>
                  <a:lnTo>
                    <a:pt x="1450" y="3907"/>
                  </a:lnTo>
                  <a:lnTo>
                    <a:pt x="3907" y="1481"/>
                  </a:lnTo>
                  <a:lnTo>
                    <a:pt x="242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84"/>
            <p:cNvSpPr/>
            <p:nvPr/>
          </p:nvSpPr>
          <p:spPr>
            <a:xfrm>
              <a:off x="1120250" y="3623450"/>
              <a:ext cx="47275" cy="47275"/>
            </a:xfrm>
            <a:custGeom>
              <a:avLst/>
              <a:gdLst/>
              <a:ahLst/>
              <a:cxnLst/>
              <a:rect l="l" t="t" r="r" b="b"/>
              <a:pathLst>
                <a:path w="1891" h="1891" extrusionOk="0">
                  <a:moveTo>
                    <a:pt x="1" y="0"/>
                  </a:moveTo>
                  <a:lnTo>
                    <a:pt x="1" y="1891"/>
                  </a:lnTo>
                  <a:lnTo>
                    <a:pt x="1891" y="189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84"/>
            <p:cNvSpPr/>
            <p:nvPr/>
          </p:nvSpPr>
          <p:spPr>
            <a:xfrm>
              <a:off x="946175" y="3879425"/>
              <a:ext cx="166225" cy="33900"/>
            </a:xfrm>
            <a:custGeom>
              <a:avLst/>
              <a:gdLst/>
              <a:ahLst/>
              <a:cxnLst/>
              <a:rect l="l" t="t" r="r" b="b"/>
              <a:pathLst>
                <a:path w="6649" h="1356" extrusionOk="0">
                  <a:moveTo>
                    <a:pt x="348" y="0"/>
                  </a:moveTo>
                  <a:cubicBezTo>
                    <a:pt x="158" y="0"/>
                    <a:pt x="1" y="190"/>
                    <a:pt x="1" y="347"/>
                  </a:cubicBezTo>
                  <a:lnTo>
                    <a:pt x="1" y="694"/>
                  </a:lnTo>
                  <a:cubicBezTo>
                    <a:pt x="1" y="1040"/>
                    <a:pt x="316" y="1355"/>
                    <a:pt x="694" y="1355"/>
                  </a:cubicBezTo>
                  <a:lnTo>
                    <a:pt x="6649" y="1355"/>
                  </a:lnTo>
                  <a:cubicBezTo>
                    <a:pt x="6428" y="1103"/>
                    <a:pt x="6302" y="725"/>
                    <a:pt x="6302" y="347"/>
                  </a:cubicBezTo>
                  <a:lnTo>
                    <a:pt x="630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1" name="Google Shape;5691;p84"/>
          <p:cNvGrpSpPr/>
          <p:nvPr/>
        </p:nvGrpSpPr>
        <p:grpSpPr>
          <a:xfrm>
            <a:off x="5286001" y="2283682"/>
            <a:ext cx="351940" cy="350995"/>
            <a:chOff x="944600" y="3981825"/>
            <a:chExt cx="297750" cy="296950"/>
          </a:xfrm>
        </p:grpSpPr>
        <p:sp>
          <p:nvSpPr>
            <p:cNvPr id="5692" name="Google Shape;5692;p84"/>
            <p:cNvSpPr/>
            <p:nvPr/>
          </p:nvSpPr>
          <p:spPr>
            <a:xfrm>
              <a:off x="944600" y="3981825"/>
              <a:ext cx="297750" cy="296950"/>
            </a:xfrm>
            <a:custGeom>
              <a:avLst/>
              <a:gdLst/>
              <a:ahLst/>
              <a:cxnLst/>
              <a:rect l="l" t="t" r="r" b="b"/>
              <a:pathLst>
                <a:path w="11910" h="11878" extrusionOk="0">
                  <a:moveTo>
                    <a:pt x="6333" y="1418"/>
                  </a:moveTo>
                  <a:cubicBezTo>
                    <a:pt x="8539" y="1575"/>
                    <a:pt x="10303" y="3340"/>
                    <a:pt x="10461" y="5545"/>
                  </a:cubicBezTo>
                  <a:lnTo>
                    <a:pt x="10146" y="5545"/>
                  </a:lnTo>
                  <a:cubicBezTo>
                    <a:pt x="9957" y="5545"/>
                    <a:pt x="9799" y="5702"/>
                    <a:pt x="9799" y="5892"/>
                  </a:cubicBezTo>
                  <a:cubicBezTo>
                    <a:pt x="9799" y="6081"/>
                    <a:pt x="9957" y="6238"/>
                    <a:pt x="10146" y="6238"/>
                  </a:cubicBezTo>
                  <a:lnTo>
                    <a:pt x="10461" y="6238"/>
                  </a:lnTo>
                  <a:cubicBezTo>
                    <a:pt x="10303" y="8443"/>
                    <a:pt x="8539" y="10239"/>
                    <a:pt x="6333" y="10397"/>
                  </a:cubicBezTo>
                  <a:lnTo>
                    <a:pt x="6333" y="10082"/>
                  </a:lnTo>
                  <a:cubicBezTo>
                    <a:pt x="6333" y="9861"/>
                    <a:pt x="6176" y="9704"/>
                    <a:pt x="5955" y="9704"/>
                  </a:cubicBezTo>
                  <a:cubicBezTo>
                    <a:pt x="5766" y="9704"/>
                    <a:pt x="5609" y="9861"/>
                    <a:pt x="5609" y="10082"/>
                  </a:cubicBezTo>
                  <a:lnTo>
                    <a:pt x="5609" y="10397"/>
                  </a:lnTo>
                  <a:cubicBezTo>
                    <a:pt x="3403" y="10239"/>
                    <a:pt x="1639" y="8443"/>
                    <a:pt x="1482" y="6238"/>
                  </a:cubicBezTo>
                  <a:lnTo>
                    <a:pt x="1797" y="6238"/>
                  </a:lnTo>
                  <a:cubicBezTo>
                    <a:pt x="1986" y="6238"/>
                    <a:pt x="2143" y="6081"/>
                    <a:pt x="2143" y="5892"/>
                  </a:cubicBezTo>
                  <a:cubicBezTo>
                    <a:pt x="2143" y="5702"/>
                    <a:pt x="1986" y="5545"/>
                    <a:pt x="1797" y="5545"/>
                  </a:cubicBezTo>
                  <a:lnTo>
                    <a:pt x="1482" y="5545"/>
                  </a:lnTo>
                  <a:cubicBezTo>
                    <a:pt x="1639" y="3340"/>
                    <a:pt x="3403" y="1575"/>
                    <a:pt x="5609" y="1418"/>
                  </a:cubicBezTo>
                  <a:lnTo>
                    <a:pt x="5609" y="1733"/>
                  </a:lnTo>
                  <a:cubicBezTo>
                    <a:pt x="5609" y="1922"/>
                    <a:pt x="5766" y="2079"/>
                    <a:pt x="5955" y="2079"/>
                  </a:cubicBezTo>
                  <a:cubicBezTo>
                    <a:pt x="6176" y="2079"/>
                    <a:pt x="6333" y="1922"/>
                    <a:pt x="6333" y="1733"/>
                  </a:cubicBezTo>
                  <a:lnTo>
                    <a:pt x="6333" y="1418"/>
                  </a:lnTo>
                  <a:close/>
                  <a:moveTo>
                    <a:pt x="5955" y="0"/>
                  </a:moveTo>
                  <a:cubicBezTo>
                    <a:pt x="5766" y="0"/>
                    <a:pt x="5609" y="126"/>
                    <a:pt x="5609" y="347"/>
                  </a:cubicBezTo>
                  <a:lnTo>
                    <a:pt x="5609" y="725"/>
                  </a:lnTo>
                  <a:cubicBezTo>
                    <a:pt x="2994" y="882"/>
                    <a:pt x="946" y="2962"/>
                    <a:pt x="757" y="5576"/>
                  </a:cubicBezTo>
                  <a:lnTo>
                    <a:pt x="379" y="5576"/>
                  </a:lnTo>
                  <a:cubicBezTo>
                    <a:pt x="158" y="5576"/>
                    <a:pt x="1" y="5734"/>
                    <a:pt x="1" y="5923"/>
                  </a:cubicBezTo>
                  <a:cubicBezTo>
                    <a:pt x="1" y="6112"/>
                    <a:pt x="158" y="6270"/>
                    <a:pt x="379" y="6270"/>
                  </a:cubicBezTo>
                  <a:lnTo>
                    <a:pt x="757" y="6270"/>
                  </a:lnTo>
                  <a:cubicBezTo>
                    <a:pt x="915" y="8884"/>
                    <a:pt x="2994" y="10932"/>
                    <a:pt x="5609" y="11121"/>
                  </a:cubicBezTo>
                  <a:lnTo>
                    <a:pt x="5609" y="11531"/>
                  </a:lnTo>
                  <a:cubicBezTo>
                    <a:pt x="5609" y="11720"/>
                    <a:pt x="5766" y="11877"/>
                    <a:pt x="5955" y="11877"/>
                  </a:cubicBezTo>
                  <a:cubicBezTo>
                    <a:pt x="6176" y="11877"/>
                    <a:pt x="6333" y="11720"/>
                    <a:pt x="6333" y="11531"/>
                  </a:cubicBezTo>
                  <a:lnTo>
                    <a:pt x="6333" y="11121"/>
                  </a:lnTo>
                  <a:cubicBezTo>
                    <a:pt x="8917" y="10964"/>
                    <a:pt x="10965" y="8884"/>
                    <a:pt x="11154" y="6270"/>
                  </a:cubicBezTo>
                  <a:lnTo>
                    <a:pt x="11563" y="6270"/>
                  </a:lnTo>
                  <a:cubicBezTo>
                    <a:pt x="11752" y="6270"/>
                    <a:pt x="11910" y="6112"/>
                    <a:pt x="11910" y="5923"/>
                  </a:cubicBezTo>
                  <a:cubicBezTo>
                    <a:pt x="11910" y="5734"/>
                    <a:pt x="11752" y="5576"/>
                    <a:pt x="11563" y="5576"/>
                  </a:cubicBezTo>
                  <a:lnTo>
                    <a:pt x="11154" y="5576"/>
                  </a:lnTo>
                  <a:cubicBezTo>
                    <a:pt x="10996" y="2962"/>
                    <a:pt x="8917" y="914"/>
                    <a:pt x="6333" y="725"/>
                  </a:cubicBezTo>
                  <a:lnTo>
                    <a:pt x="6333" y="347"/>
                  </a:lnTo>
                  <a:cubicBezTo>
                    <a:pt x="6333" y="126"/>
                    <a:pt x="6176"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84"/>
            <p:cNvSpPr/>
            <p:nvPr/>
          </p:nvSpPr>
          <p:spPr>
            <a:xfrm>
              <a:off x="1058025" y="4155875"/>
              <a:ext cx="72500" cy="52000"/>
            </a:xfrm>
            <a:custGeom>
              <a:avLst/>
              <a:gdLst/>
              <a:ahLst/>
              <a:cxnLst/>
              <a:rect l="l" t="t" r="r" b="b"/>
              <a:pathLst>
                <a:path w="2900" h="2080" extrusionOk="0">
                  <a:moveTo>
                    <a:pt x="1418" y="1"/>
                  </a:moveTo>
                  <a:cubicBezTo>
                    <a:pt x="851" y="1"/>
                    <a:pt x="316" y="347"/>
                    <a:pt x="127" y="914"/>
                  </a:cubicBezTo>
                  <a:cubicBezTo>
                    <a:pt x="1" y="1166"/>
                    <a:pt x="1" y="1450"/>
                    <a:pt x="95" y="1765"/>
                  </a:cubicBezTo>
                  <a:cubicBezTo>
                    <a:pt x="473" y="1954"/>
                    <a:pt x="946" y="2080"/>
                    <a:pt x="1418" y="2080"/>
                  </a:cubicBezTo>
                  <a:cubicBezTo>
                    <a:pt x="1891" y="2080"/>
                    <a:pt x="2332" y="1954"/>
                    <a:pt x="2773" y="1765"/>
                  </a:cubicBezTo>
                  <a:cubicBezTo>
                    <a:pt x="2899" y="1387"/>
                    <a:pt x="2805" y="946"/>
                    <a:pt x="2616" y="599"/>
                  </a:cubicBezTo>
                  <a:cubicBezTo>
                    <a:pt x="2332" y="221"/>
                    <a:pt x="1891"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84"/>
            <p:cNvSpPr/>
            <p:nvPr/>
          </p:nvSpPr>
          <p:spPr>
            <a:xfrm>
              <a:off x="1076150" y="4103900"/>
              <a:ext cx="35475" cy="35475"/>
            </a:xfrm>
            <a:custGeom>
              <a:avLst/>
              <a:gdLst/>
              <a:ahLst/>
              <a:cxnLst/>
              <a:rect l="l" t="t" r="r" b="b"/>
              <a:pathLst>
                <a:path w="1419" h="1419" extrusionOk="0">
                  <a:moveTo>
                    <a:pt x="693" y="0"/>
                  </a:moveTo>
                  <a:cubicBezTo>
                    <a:pt x="315" y="0"/>
                    <a:pt x="0" y="315"/>
                    <a:pt x="0" y="693"/>
                  </a:cubicBezTo>
                  <a:cubicBezTo>
                    <a:pt x="0" y="1103"/>
                    <a:pt x="315" y="1418"/>
                    <a:pt x="693" y="1418"/>
                  </a:cubicBezTo>
                  <a:cubicBezTo>
                    <a:pt x="1103" y="1355"/>
                    <a:pt x="1418" y="1040"/>
                    <a:pt x="1418" y="693"/>
                  </a:cubicBezTo>
                  <a:cubicBezTo>
                    <a:pt x="1418" y="315"/>
                    <a:pt x="1103" y="0"/>
                    <a:pt x="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84"/>
            <p:cNvSpPr/>
            <p:nvPr/>
          </p:nvSpPr>
          <p:spPr>
            <a:xfrm>
              <a:off x="1016275" y="4051125"/>
              <a:ext cx="155975" cy="137075"/>
            </a:xfrm>
            <a:custGeom>
              <a:avLst/>
              <a:gdLst/>
              <a:ahLst/>
              <a:cxnLst/>
              <a:rect l="l" t="t" r="r" b="b"/>
              <a:pathLst>
                <a:path w="6239" h="5483" extrusionOk="0">
                  <a:moveTo>
                    <a:pt x="3088" y="1"/>
                  </a:moveTo>
                  <a:cubicBezTo>
                    <a:pt x="1356" y="1"/>
                    <a:pt x="1" y="1387"/>
                    <a:pt x="1" y="3120"/>
                  </a:cubicBezTo>
                  <a:cubicBezTo>
                    <a:pt x="1" y="4033"/>
                    <a:pt x="379" y="4852"/>
                    <a:pt x="1041" y="5451"/>
                  </a:cubicBezTo>
                  <a:cubicBezTo>
                    <a:pt x="1041" y="5262"/>
                    <a:pt x="1104" y="5041"/>
                    <a:pt x="1167" y="4852"/>
                  </a:cubicBezTo>
                  <a:cubicBezTo>
                    <a:pt x="1324" y="4380"/>
                    <a:pt x="1671" y="4002"/>
                    <a:pt x="2112" y="3750"/>
                  </a:cubicBezTo>
                  <a:cubicBezTo>
                    <a:pt x="1891" y="3498"/>
                    <a:pt x="1734" y="3151"/>
                    <a:pt x="1734" y="2804"/>
                  </a:cubicBezTo>
                  <a:cubicBezTo>
                    <a:pt x="1734" y="2048"/>
                    <a:pt x="2364" y="1418"/>
                    <a:pt x="3088" y="1418"/>
                  </a:cubicBezTo>
                  <a:cubicBezTo>
                    <a:pt x="3845" y="1418"/>
                    <a:pt x="4475" y="2048"/>
                    <a:pt x="4475" y="2804"/>
                  </a:cubicBezTo>
                  <a:cubicBezTo>
                    <a:pt x="4475" y="3151"/>
                    <a:pt x="4317" y="3529"/>
                    <a:pt x="4097" y="3750"/>
                  </a:cubicBezTo>
                  <a:cubicBezTo>
                    <a:pt x="4349" y="3907"/>
                    <a:pt x="4632" y="4128"/>
                    <a:pt x="4790" y="4411"/>
                  </a:cubicBezTo>
                  <a:cubicBezTo>
                    <a:pt x="4979" y="4726"/>
                    <a:pt x="5105" y="5073"/>
                    <a:pt x="5136" y="5482"/>
                  </a:cubicBezTo>
                  <a:cubicBezTo>
                    <a:pt x="5766" y="4884"/>
                    <a:pt x="6207" y="4096"/>
                    <a:pt x="6207" y="3151"/>
                  </a:cubicBezTo>
                  <a:cubicBezTo>
                    <a:pt x="6239" y="1418"/>
                    <a:pt x="4821" y="1"/>
                    <a:pt x="30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6" name="Google Shape;5696;p84"/>
          <p:cNvGrpSpPr/>
          <p:nvPr/>
        </p:nvGrpSpPr>
        <p:grpSpPr>
          <a:xfrm>
            <a:off x="7502937" y="1397542"/>
            <a:ext cx="350079" cy="349133"/>
            <a:chOff x="2768750" y="3227275"/>
            <a:chExt cx="296175" cy="295375"/>
          </a:xfrm>
        </p:grpSpPr>
        <p:sp>
          <p:nvSpPr>
            <p:cNvPr id="5697" name="Google Shape;5697;p84"/>
            <p:cNvSpPr/>
            <p:nvPr/>
          </p:nvSpPr>
          <p:spPr>
            <a:xfrm>
              <a:off x="2882950" y="3227275"/>
              <a:ext cx="68550" cy="69325"/>
            </a:xfrm>
            <a:custGeom>
              <a:avLst/>
              <a:gdLst/>
              <a:ahLst/>
              <a:cxnLst/>
              <a:rect l="l" t="t" r="r" b="b"/>
              <a:pathLst>
                <a:path w="2742" h="2773" extrusionOk="0">
                  <a:moveTo>
                    <a:pt x="1355" y="1"/>
                  </a:moveTo>
                  <a:cubicBezTo>
                    <a:pt x="631" y="1"/>
                    <a:pt x="1" y="631"/>
                    <a:pt x="1" y="1387"/>
                  </a:cubicBezTo>
                  <a:cubicBezTo>
                    <a:pt x="1" y="2143"/>
                    <a:pt x="631" y="2773"/>
                    <a:pt x="1355" y="2773"/>
                  </a:cubicBezTo>
                  <a:cubicBezTo>
                    <a:pt x="2111" y="2773"/>
                    <a:pt x="2742" y="2174"/>
                    <a:pt x="2742" y="1387"/>
                  </a:cubicBezTo>
                  <a:cubicBezTo>
                    <a:pt x="2742"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8" name="Google Shape;5698;p84"/>
            <p:cNvSpPr/>
            <p:nvPr/>
          </p:nvSpPr>
          <p:spPr>
            <a:xfrm>
              <a:off x="2856175" y="3436000"/>
              <a:ext cx="17350" cy="34675"/>
            </a:xfrm>
            <a:custGeom>
              <a:avLst/>
              <a:gdLst/>
              <a:ahLst/>
              <a:cxnLst/>
              <a:rect l="l" t="t" r="r" b="b"/>
              <a:pathLst>
                <a:path w="694" h="1387" extrusionOk="0">
                  <a:moveTo>
                    <a:pt x="0" y="0"/>
                  </a:moveTo>
                  <a:lnTo>
                    <a:pt x="0" y="1386"/>
                  </a:lnTo>
                  <a:lnTo>
                    <a:pt x="694" y="1386"/>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84"/>
            <p:cNvSpPr/>
            <p:nvPr/>
          </p:nvSpPr>
          <p:spPr>
            <a:xfrm>
              <a:off x="2890050" y="3436000"/>
              <a:ext cx="18125" cy="34675"/>
            </a:xfrm>
            <a:custGeom>
              <a:avLst/>
              <a:gdLst/>
              <a:ahLst/>
              <a:cxnLst/>
              <a:rect l="l" t="t" r="r" b="b"/>
              <a:pathLst>
                <a:path w="725" h="1387" extrusionOk="0">
                  <a:moveTo>
                    <a:pt x="0" y="0"/>
                  </a:moveTo>
                  <a:lnTo>
                    <a:pt x="0" y="1386"/>
                  </a:lnTo>
                  <a:lnTo>
                    <a:pt x="725" y="138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0" name="Google Shape;5700;p84"/>
            <p:cNvSpPr/>
            <p:nvPr/>
          </p:nvSpPr>
          <p:spPr>
            <a:xfrm>
              <a:off x="2821525" y="3436000"/>
              <a:ext cx="17350" cy="34675"/>
            </a:xfrm>
            <a:custGeom>
              <a:avLst/>
              <a:gdLst/>
              <a:ahLst/>
              <a:cxnLst/>
              <a:rect l="l" t="t" r="r" b="b"/>
              <a:pathLst>
                <a:path w="694" h="1387" extrusionOk="0">
                  <a:moveTo>
                    <a:pt x="0" y="0"/>
                  </a:moveTo>
                  <a:lnTo>
                    <a:pt x="0" y="1386"/>
                  </a:lnTo>
                  <a:lnTo>
                    <a:pt x="693" y="1386"/>
                  </a:ln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1" name="Google Shape;5701;p84"/>
            <p:cNvSpPr/>
            <p:nvPr/>
          </p:nvSpPr>
          <p:spPr>
            <a:xfrm>
              <a:off x="2924700" y="3436000"/>
              <a:ext cx="34675" cy="34675"/>
            </a:xfrm>
            <a:custGeom>
              <a:avLst/>
              <a:gdLst/>
              <a:ahLst/>
              <a:cxnLst/>
              <a:rect l="l" t="t" r="r" b="b"/>
              <a:pathLst>
                <a:path w="1387" h="1387" extrusionOk="0">
                  <a:moveTo>
                    <a:pt x="0" y="0"/>
                  </a:moveTo>
                  <a:lnTo>
                    <a:pt x="0" y="1386"/>
                  </a:lnTo>
                  <a:lnTo>
                    <a:pt x="1387" y="1386"/>
                  </a:ln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84"/>
            <p:cNvSpPr/>
            <p:nvPr/>
          </p:nvSpPr>
          <p:spPr>
            <a:xfrm>
              <a:off x="2768750" y="3384800"/>
              <a:ext cx="244175" cy="137850"/>
            </a:xfrm>
            <a:custGeom>
              <a:avLst/>
              <a:gdLst/>
              <a:ahLst/>
              <a:cxnLst/>
              <a:rect l="l" t="t" r="r" b="b"/>
              <a:pathLst>
                <a:path w="9767" h="5514" extrusionOk="0">
                  <a:moveTo>
                    <a:pt x="7971" y="1387"/>
                  </a:moveTo>
                  <a:cubicBezTo>
                    <a:pt x="8192" y="1387"/>
                    <a:pt x="8349" y="1544"/>
                    <a:pt x="8349" y="1733"/>
                  </a:cubicBezTo>
                  <a:lnTo>
                    <a:pt x="8349" y="3813"/>
                  </a:lnTo>
                  <a:cubicBezTo>
                    <a:pt x="8349" y="4033"/>
                    <a:pt x="8192" y="4191"/>
                    <a:pt x="7971" y="4191"/>
                  </a:cubicBezTo>
                  <a:lnTo>
                    <a:pt x="1765" y="4191"/>
                  </a:lnTo>
                  <a:cubicBezTo>
                    <a:pt x="1576" y="4191"/>
                    <a:pt x="1418" y="4033"/>
                    <a:pt x="1418" y="3813"/>
                  </a:cubicBezTo>
                  <a:lnTo>
                    <a:pt x="1418" y="1733"/>
                  </a:lnTo>
                  <a:cubicBezTo>
                    <a:pt x="1418" y="1544"/>
                    <a:pt x="1576" y="1387"/>
                    <a:pt x="1765" y="1387"/>
                  </a:cubicBezTo>
                  <a:close/>
                  <a:moveTo>
                    <a:pt x="1040" y="0"/>
                  </a:moveTo>
                  <a:cubicBezTo>
                    <a:pt x="473" y="0"/>
                    <a:pt x="32" y="473"/>
                    <a:pt x="32" y="1040"/>
                  </a:cubicBezTo>
                  <a:lnTo>
                    <a:pt x="32" y="4506"/>
                  </a:lnTo>
                  <a:cubicBezTo>
                    <a:pt x="0" y="5073"/>
                    <a:pt x="473" y="5514"/>
                    <a:pt x="1040" y="5514"/>
                  </a:cubicBezTo>
                  <a:lnTo>
                    <a:pt x="8727" y="5514"/>
                  </a:lnTo>
                  <a:cubicBezTo>
                    <a:pt x="9326" y="5514"/>
                    <a:pt x="9767" y="5041"/>
                    <a:pt x="9767" y="4506"/>
                  </a:cubicBezTo>
                  <a:lnTo>
                    <a:pt x="9767" y="1040"/>
                  </a:lnTo>
                  <a:cubicBezTo>
                    <a:pt x="9767" y="442"/>
                    <a:pt x="9294" y="0"/>
                    <a:pt x="87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3" name="Google Shape;5703;p84"/>
            <p:cNvSpPr/>
            <p:nvPr/>
          </p:nvSpPr>
          <p:spPr>
            <a:xfrm>
              <a:off x="3030250" y="3419450"/>
              <a:ext cx="34675" cy="68550"/>
            </a:xfrm>
            <a:custGeom>
              <a:avLst/>
              <a:gdLst/>
              <a:ahLst/>
              <a:cxnLst/>
              <a:rect l="l" t="t" r="r" b="b"/>
              <a:pathLst>
                <a:path w="1387" h="2742" extrusionOk="0">
                  <a:moveTo>
                    <a:pt x="0" y="1"/>
                  </a:moveTo>
                  <a:lnTo>
                    <a:pt x="0" y="2742"/>
                  </a:lnTo>
                  <a:lnTo>
                    <a:pt x="1040" y="2742"/>
                  </a:lnTo>
                  <a:cubicBezTo>
                    <a:pt x="1229" y="2742"/>
                    <a:pt x="1386" y="2584"/>
                    <a:pt x="1386" y="2395"/>
                  </a:cubicBezTo>
                  <a:lnTo>
                    <a:pt x="1386" y="347"/>
                  </a:lnTo>
                  <a:cubicBezTo>
                    <a:pt x="1386" y="158"/>
                    <a:pt x="122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4" name="Google Shape;5704;p84"/>
            <p:cNvSpPr/>
            <p:nvPr/>
          </p:nvSpPr>
          <p:spPr>
            <a:xfrm>
              <a:off x="2856175" y="3294225"/>
              <a:ext cx="122100" cy="73275"/>
            </a:xfrm>
            <a:custGeom>
              <a:avLst/>
              <a:gdLst/>
              <a:ahLst/>
              <a:cxnLst/>
              <a:rect l="l" t="t" r="r" b="b"/>
              <a:pathLst>
                <a:path w="4884" h="2931" extrusionOk="0">
                  <a:moveTo>
                    <a:pt x="820" y="0"/>
                  </a:moveTo>
                  <a:cubicBezTo>
                    <a:pt x="316" y="473"/>
                    <a:pt x="0" y="1103"/>
                    <a:pt x="0" y="1828"/>
                  </a:cubicBezTo>
                  <a:lnTo>
                    <a:pt x="0" y="2552"/>
                  </a:lnTo>
                  <a:cubicBezTo>
                    <a:pt x="0" y="2773"/>
                    <a:pt x="158" y="2930"/>
                    <a:pt x="347" y="2930"/>
                  </a:cubicBezTo>
                  <a:lnTo>
                    <a:pt x="4506" y="2930"/>
                  </a:lnTo>
                  <a:cubicBezTo>
                    <a:pt x="4726" y="2930"/>
                    <a:pt x="4884" y="2773"/>
                    <a:pt x="4884" y="2552"/>
                  </a:cubicBezTo>
                  <a:lnTo>
                    <a:pt x="4884" y="1828"/>
                  </a:lnTo>
                  <a:cubicBezTo>
                    <a:pt x="4884" y="1103"/>
                    <a:pt x="4569" y="441"/>
                    <a:pt x="4033" y="0"/>
                  </a:cubicBezTo>
                  <a:cubicBezTo>
                    <a:pt x="3655" y="473"/>
                    <a:pt x="3088" y="788"/>
                    <a:pt x="2426" y="788"/>
                  </a:cubicBezTo>
                  <a:cubicBezTo>
                    <a:pt x="1765" y="788"/>
                    <a:pt x="1198" y="47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5" name="Google Shape;5705;p84"/>
          <p:cNvGrpSpPr/>
          <p:nvPr/>
        </p:nvGrpSpPr>
        <p:grpSpPr>
          <a:xfrm>
            <a:off x="7523888" y="1838414"/>
            <a:ext cx="308177" cy="348572"/>
            <a:chOff x="2786075" y="3591800"/>
            <a:chExt cx="260725" cy="294900"/>
          </a:xfrm>
        </p:grpSpPr>
        <p:sp>
          <p:nvSpPr>
            <p:cNvPr id="5706" name="Google Shape;5706;p84"/>
            <p:cNvSpPr/>
            <p:nvPr/>
          </p:nvSpPr>
          <p:spPr>
            <a:xfrm>
              <a:off x="2898700" y="3677000"/>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103" y="1418"/>
                    <a:pt x="1418" y="1103"/>
                    <a:pt x="1418" y="725"/>
                  </a:cubicBezTo>
                  <a:cubicBezTo>
                    <a:pt x="1418" y="316"/>
                    <a:pt x="1103"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7" name="Google Shape;5707;p84"/>
            <p:cNvSpPr/>
            <p:nvPr/>
          </p:nvSpPr>
          <p:spPr>
            <a:xfrm>
              <a:off x="2883750" y="3729775"/>
              <a:ext cx="66975" cy="33900"/>
            </a:xfrm>
            <a:custGeom>
              <a:avLst/>
              <a:gdLst/>
              <a:ahLst/>
              <a:cxnLst/>
              <a:rect l="l" t="t" r="r" b="b"/>
              <a:pathLst>
                <a:path w="2679" h="1356" extrusionOk="0">
                  <a:moveTo>
                    <a:pt x="1323" y="1"/>
                  </a:moveTo>
                  <a:cubicBezTo>
                    <a:pt x="693" y="1"/>
                    <a:pt x="189" y="379"/>
                    <a:pt x="0" y="977"/>
                  </a:cubicBezTo>
                  <a:cubicBezTo>
                    <a:pt x="378" y="1198"/>
                    <a:pt x="819" y="1355"/>
                    <a:pt x="1323" y="1355"/>
                  </a:cubicBezTo>
                  <a:cubicBezTo>
                    <a:pt x="1796" y="1355"/>
                    <a:pt x="2269" y="1198"/>
                    <a:pt x="2678" y="977"/>
                  </a:cubicBezTo>
                  <a:cubicBezTo>
                    <a:pt x="2489" y="410"/>
                    <a:pt x="1922" y="1"/>
                    <a:pt x="13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84"/>
            <p:cNvSpPr/>
            <p:nvPr/>
          </p:nvSpPr>
          <p:spPr>
            <a:xfrm>
              <a:off x="2855375" y="3643150"/>
              <a:ext cx="122125" cy="98475"/>
            </a:xfrm>
            <a:custGeom>
              <a:avLst/>
              <a:gdLst/>
              <a:ahLst/>
              <a:cxnLst/>
              <a:rect l="l" t="t" r="r" b="b"/>
              <a:pathLst>
                <a:path w="4885" h="3939" extrusionOk="0">
                  <a:moveTo>
                    <a:pt x="2458" y="0"/>
                  </a:moveTo>
                  <a:cubicBezTo>
                    <a:pt x="1198" y="0"/>
                    <a:pt x="222" y="977"/>
                    <a:pt x="64" y="2079"/>
                  </a:cubicBezTo>
                  <a:cubicBezTo>
                    <a:pt x="1" y="2741"/>
                    <a:pt x="159" y="3371"/>
                    <a:pt x="600" y="3938"/>
                  </a:cubicBezTo>
                  <a:cubicBezTo>
                    <a:pt x="820" y="3529"/>
                    <a:pt x="1135" y="3214"/>
                    <a:pt x="1482" y="3025"/>
                  </a:cubicBezTo>
                  <a:cubicBezTo>
                    <a:pt x="1230" y="2772"/>
                    <a:pt x="1072" y="2426"/>
                    <a:pt x="1072" y="2079"/>
                  </a:cubicBezTo>
                  <a:cubicBezTo>
                    <a:pt x="1072" y="1323"/>
                    <a:pt x="1734" y="693"/>
                    <a:pt x="2458" y="693"/>
                  </a:cubicBezTo>
                  <a:cubicBezTo>
                    <a:pt x="3214" y="693"/>
                    <a:pt x="3845" y="1323"/>
                    <a:pt x="3845" y="2079"/>
                  </a:cubicBezTo>
                  <a:cubicBezTo>
                    <a:pt x="3845" y="2426"/>
                    <a:pt x="3687" y="2772"/>
                    <a:pt x="3435" y="3025"/>
                  </a:cubicBezTo>
                  <a:cubicBezTo>
                    <a:pt x="3845" y="3214"/>
                    <a:pt x="4128" y="3529"/>
                    <a:pt x="4317" y="3938"/>
                  </a:cubicBezTo>
                  <a:cubicBezTo>
                    <a:pt x="4695" y="3466"/>
                    <a:pt x="4853" y="2930"/>
                    <a:pt x="4853" y="2394"/>
                  </a:cubicBezTo>
                  <a:cubicBezTo>
                    <a:pt x="4884" y="1103"/>
                    <a:pt x="3813"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9" name="Google Shape;5709;p84"/>
            <p:cNvSpPr/>
            <p:nvPr/>
          </p:nvSpPr>
          <p:spPr>
            <a:xfrm>
              <a:off x="2801050" y="3591800"/>
              <a:ext cx="229225" cy="258500"/>
            </a:xfrm>
            <a:custGeom>
              <a:avLst/>
              <a:gdLst/>
              <a:ahLst/>
              <a:cxnLst/>
              <a:rect l="l" t="t" r="r" b="b"/>
              <a:pathLst>
                <a:path w="9169" h="10340" extrusionOk="0">
                  <a:moveTo>
                    <a:pt x="4679" y="1327"/>
                  </a:moveTo>
                  <a:cubicBezTo>
                    <a:pt x="6369" y="1327"/>
                    <a:pt x="7750" y="2741"/>
                    <a:pt x="7750" y="4448"/>
                  </a:cubicBezTo>
                  <a:cubicBezTo>
                    <a:pt x="7750" y="6244"/>
                    <a:pt x="6301" y="7599"/>
                    <a:pt x="4631" y="7599"/>
                  </a:cubicBezTo>
                  <a:cubicBezTo>
                    <a:pt x="2836" y="7599"/>
                    <a:pt x="1292" y="5961"/>
                    <a:pt x="1575" y="4039"/>
                  </a:cubicBezTo>
                  <a:cubicBezTo>
                    <a:pt x="1764" y="2716"/>
                    <a:pt x="2867" y="1550"/>
                    <a:pt x="4222" y="1361"/>
                  </a:cubicBezTo>
                  <a:cubicBezTo>
                    <a:pt x="4376" y="1338"/>
                    <a:pt x="4529" y="1327"/>
                    <a:pt x="4679" y="1327"/>
                  </a:cubicBezTo>
                  <a:close/>
                  <a:moveTo>
                    <a:pt x="4597" y="0"/>
                  </a:moveTo>
                  <a:cubicBezTo>
                    <a:pt x="4401" y="0"/>
                    <a:pt x="4202" y="13"/>
                    <a:pt x="4001" y="38"/>
                  </a:cubicBezTo>
                  <a:cubicBezTo>
                    <a:pt x="1985" y="290"/>
                    <a:pt x="378" y="1928"/>
                    <a:pt x="158" y="3913"/>
                  </a:cubicBezTo>
                  <a:cubicBezTo>
                    <a:pt x="0" y="5110"/>
                    <a:pt x="315" y="6244"/>
                    <a:pt x="1008" y="7189"/>
                  </a:cubicBezTo>
                  <a:cubicBezTo>
                    <a:pt x="1197" y="7473"/>
                    <a:pt x="1449" y="7756"/>
                    <a:pt x="1670" y="7945"/>
                  </a:cubicBezTo>
                  <a:lnTo>
                    <a:pt x="4411" y="10277"/>
                  </a:lnTo>
                  <a:cubicBezTo>
                    <a:pt x="4474" y="10308"/>
                    <a:pt x="4568" y="10340"/>
                    <a:pt x="4631" y="10340"/>
                  </a:cubicBezTo>
                  <a:cubicBezTo>
                    <a:pt x="4726" y="10340"/>
                    <a:pt x="4789" y="10308"/>
                    <a:pt x="4883" y="10277"/>
                  </a:cubicBezTo>
                  <a:lnTo>
                    <a:pt x="7593" y="7945"/>
                  </a:lnTo>
                  <a:cubicBezTo>
                    <a:pt x="7845" y="7756"/>
                    <a:pt x="8065" y="7473"/>
                    <a:pt x="8254" y="7189"/>
                  </a:cubicBezTo>
                  <a:cubicBezTo>
                    <a:pt x="8853" y="6402"/>
                    <a:pt x="9168" y="5457"/>
                    <a:pt x="9168" y="4480"/>
                  </a:cubicBezTo>
                  <a:cubicBezTo>
                    <a:pt x="9139" y="1996"/>
                    <a:pt x="7104" y="0"/>
                    <a:pt x="4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0" name="Google Shape;5710;p84"/>
            <p:cNvSpPr/>
            <p:nvPr/>
          </p:nvSpPr>
          <p:spPr>
            <a:xfrm>
              <a:off x="2786075" y="3800675"/>
              <a:ext cx="260725" cy="86025"/>
            </a:xfrm>
            <a:custGeom>
              <a:avLst/>
              <a:gdLst/>
              <a:ahLst/>
              <a:cxnLst/>
              <a:rect l="l" t="t" r="r" b="b"/>
              <a:pathLst>
                <a:path w="10429" h="3441" extrusionOk="0">
                  <a:moveTo>
                    <a:pt x="1702" y="0"/>
                  </a:moveTo>
                  <a:cubicBezTo>
                    <a:pt x="1576" y="0"/>
                    <a:pt x="1513" y="63"/>
                    <a:pt x="1418" y="189"/>
                  </a:cubicBezTo>
                  <a:lnTo>
                    <a:pt x="32" y="2930"/>
                  </a:lnTo>
                  <a:cubicBezTo>
                    <a:pt x="1" y="3056"/>
                    <a:pt x="1" y="3213"/>
                    <a:pt x="32" y="3308"/>
                  </a:cubicBezTo>
                  <a:cubicBezTo>
                    <a:pt x="95" y="3371"/>
                    <a:pt x="190" y="3434"/>
                    <a:pt x="316" y="3434"/>
                  </a:cubicBezTo>
                  <a:lnTo>
                    <a:pt x="10019" y="3434"/>
                  </a:lnTo>
                  <a:cubicBezTo>
                    <a:pt x="10045" y="3438"/>
                    <a:pt x="10070" y="3440"/>
                    <a:pt x="10093" y="3440"/>
                  </a:cubicBezTo>
                  <a:cubicBezTo>
                    <a:pt x="10241" y="3440"/>
                    <a:pt x="10338" y="3362"/>
                    <a:pt x="10366" y="3308"/>
                  </a:cubicBezTo>
                  <a:cubicBezTo>
                    <a:pt x="10429" y="3182"/>
                    <a:pt x="10429" y="3056"/>
                    <a:pt x="10366" y="2930"/>
                  </a:cubicBezTo>
                  <a:lnTo>
                    <a:pt x="8979" y="189"/>
                  </a:lnTo>
                  <a:cubicBezTo>
                    <a:pt x="8948" y="63"/>
                    <a:pt x="8822" y="32"/>
                    <a:pt x="8696" y="0"/>
                  </a:cubicBezTo>
                  <a:lnTo>
                    <a:pt x="8601" y="95"/>
                  </a:lnTo>
                  <a:lnTo>
                    <a:pt x="5860" y="2426"/>
                  </a:lnTo>
                  <a:cubicBezTo>
                    <a:pt x="5671" y="2583"/>
                    <a:pt x="5451" y="2678"/>
                    <a:pt x="5199" y="2678"/>
                  </a:cubicBezTo>
                  <a:cubicBezTo>
                    <a:pt x="4978" y="2678"/>
                    <a:pt x="4726" y="2583"/>
                    <a:pt x="4537" y="2426"/>
                  </a:cubicBezTo>
                  <a:lnTo>
                    <a:pt x="1828" y="95"/>
                  </a:lnTo>
                  <a:lnTo>
                    <a:pt x="170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1" name="Google Shape;5711;p84"/>
          <p:cNvGrpSpPr/>
          <p:nvPr/>
        </p:nvGrpSpPr>
        <p:grpSpPr>
          <a:xfrm>
            <a:off x="7564387" y="2284141"/>
            <a:ext cx="227180" cy="350079"/>
            <a:chOff x="2819150" y="3955025"/>
            <a:chExt cx="192200" cy="296175"/>
          </a:xfrm>
        </p:grpSpPr>
        <p:sp>
          <p:nvSpPr>
            <p:cNvPr id="5712" name="Google Shape;5712;p84"/>
            <p:cNvSpPr/>
            <p:nvPr/>
          </p:nvSpPr>
          <p:spPr>
            <a:xfrm>
              <a:off x="2856175" y="4007025"/>
              <a:ext cx="122100" cy="70125"/>
            </a:xfrm>
            <a:custGeom>
              <a:avLst/>
              <a:gdLst/>
              <a:ahLst/>
              <a:cxnLst/>
              <a:rect l="l" t="t" r="r" b="b"/>
              <a:pathLst>
                <a:path w="4884" h="2805" extrusionOk="0">
                  <a:moveTo>
                    <a:pt x="1324" y="0"/>
                  </a:moveTo>
                  <a:cubicBezTo>
                    <a:pt x="631" y="0"/>
                    <a:pt x="127" y="725"/>
                    <a:pt x="347" y="1386"/>
                  </a:cubicBezTo>
                  <a:lnTo>
                    <a:pt x="599" y="2080"/>
                  </a:lnTo>
                  <a:lnTo>
                    <a:pt x="379" y="2080"/>
                  </a:lnTo>
                  <a:cubicBezTo>
                    <a:pt x="158" y="2080"/>
                    <a:pt x="0" y="2237"/>
                    <a:pt x="0" y="2458"/>
                  </a:cubicBezTo>
                  <a:cubicBezTo>
                    <a:pt x="0" y="2647"/>
                    <a:pt x="158" y="2804"/>
                    <a:pt x="347" y="2804"/>
                  </a:cubicBezTo>
                  <a:lnTo>
                    <a:pt x="4506" y="2804"/>
                  </a:lnTo>
                  <a:cubicBezTo>
                    <a:pt x="4726" y="2804"/>
                    <a:pt x="4884" y="2647"/>
                    <a:pt x="4884" y="2458"/>
                  </a:cubicBezTo>
                  <a:cubicBezTo>
                    <a:pt x="4884" y="2237"/>
                    <a:pt x="4726" y="2080"/>
                    <a:pt x="4506" y="2080"/>
                  </a:cubicBezTo>
                  <a:lnTo>
                    <a:pt x="4317" y="2080"/>
                  </a:lnTo>
                  <a:lnTo>
                    <a:pt x="4569" y="1386"/>
                  </a:lnTo>
                  <a:cubicBezTo>
                    <a:pt x="4789" y="725"/>
                    <a:pt x="4285" y="0"/>
                    <a:pt x="35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84"/>
            <p:cNvSpPr/>
            <p:nvPr/>
          </p:nvSpPr>
          <p:spPr>
            <a:xfrm>
              <a:off x="2819150" y="4180300"/>
              <a:ext cx="192200" cy="70900"/>
            </a:xfrm>
            <a:custGeom>
              <a:avLst/>
              <a:gdLst/>
              <a:ahLst/>
              <a:cxnLst/>
              <a:rect l="l" t="t" r="r" b="b"/>
              <a:pathLst>
                <a:path w="7688" h="2836" extrusionOk="0">
                  <a:moveTo>
                    <a:pt x="1418" y="0"/>
                  </a:moveTo>
                  <a:cubicBezTo>
                    <a:pt x="1040" y="0"/>
                    <a:pt x="725" y="315"/>
                    <a:pt x="725" y="725"/>
                  </a:cubicBezTo>
                  <a:lnTo>
                    <a:pt x="725" y="1418"/>
                  </a:lnTo>
                  <a:cubicBezTo>
                    <a:pt x="316" y="1418"/>
                    <a:pt x="1" y="1733"/>
                    <a:pt x="1" y="2143"/>
                  </a:cubicBezTo>
                  <a:lnTo>
                    <a:pt x="1" y="2489"/>
                  </a:lnTo>
                  <a:cubicBezTo>
                    <a:pt x="1" y="2678"/>
                    <a:pt x="158" y="2836"/>
                    <a:pt x="379" y="2836"/>
                  </a:cubicBezTo>
                  <a:lnTo>
                    <a:pt x="7310" y="2836"/>
                  </a:lnTo>
                  <a:cubicBezTo>
                    <a:pt x="7530" y="2804"/>
                    <a:pt x="7688" y="2678"/>
                    <a:pt x="7688" y="2489"/>
                  </a:cubicBezTo>
                  <a:lnTo>
                    <a:pt x="7688" y="2143"/>
                  </a:lnTo>
                  <a:cubicBezTo>
                    <a:pt x="7688" y="1733"/>
                    <a:pt x="7373" y="1418"/>
                    <a:pt x="6995" y="1418"/>
                  </a:cubicBezTo>
                  <a:lnTo>
                    <a:pt x="6995" y="725"/>
                  </a:lnTo>
                  <a:cubicBezTo>
                    <a:pt x="6995" y="315"/>
                    <a:pt x="6680" y="0"/>
                    <a:pt x="62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84"/>
            <p:cNvSpPr/>
            <p:nvPr/>
          </p:nvSpPr>
          <p:spPr>
            <a:xfrm>
              <a:off x="2882950" y="3955025"/>
              <a:ext cx="68550" cy="35475"/>
            </a:xfrm>
            <a:custGeom>
              <a:avLst/>
              <a:gdLst/>
              <a:ahLst/>
              <a:cxnLst/>
              <a:rect l="l" t="t" r="r" b="b"/>
              <a:pathLst>
                <a:path w="2742" h="1419" extrusionOk="0">
                  <a:moveTo>
                    <a:pt x="1355" y="1"/>
                  </a:moveTo>
                  <a:cubicBezTo>
                    <a:pt x="1166" y="1"/>
                    <a:pt x="1009" y="158"/>
                    <a:pt x="1009" y="348"/>
                  </a:cubicBezTo>
                  <a:lnTo>
                    <a:pt x="1009" y="726"/>
                  </a:lnTo>
                  <a:cubicBezTo>
                    <a:pt x="568" y="820"/>
                    <a:pt x="221" y="1072"/>
                    <a:pt x="1" y="1419"/>
                  </a:cubicBezTo>
                  <a:lnTo>
                    <a:pt x="2742" y="1419"/>
                  </a:lnTo>
                  <a:cubicBezTo>
                    <a:pt x="2521" y="1104"/>
                    <a:pt x="2111" y="852"/>
                    <a:pt x="1733" y="726"/>
                  </a:cubicBezTo>
                  <a:lnTo>
                    <a:pt x="1733" y="348"/>
                  </a:lnTo>
                  <a:cubicBezTo>
                    <a:pt x="1670" y="158"/>
                    <a:pt x="1513"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5" name="Google Shape;5715;p84"/>
            <p:cNvSpPr/>
            <p:nvPr/>
          </p:nvSpPr>
          <p:spPr>
            <a:xfrm>
              <a:off x="2856975" y="4093650"/>
              <a:ext cx="118950" cy="70125"/>
            </a:xfrm>
            <a:custGeom>
              <a:avLst/>
              <a:gdLst/>
              <a:ahLst/>
              <a:cxnLst/>
              <a:rect l="l" t="t" r="r" b="b"/>
              <a:pathLst>
                <a:path w="4758" h="2805" extrusionOk="0">
                  <a:moveTo>
                    <a:pt x="473" y="1"/>
                  </a:moveTo>
                  <a:lnTo>
                    <a:pt x="0" y="2805"/>
                  </a:lnTo>
                  <a:lnTo>
                    <a:pt x="4757" y="2805"/>
                  </a:lnTo>
                  <a:lnTo>
                    <a:pt x="42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6" name="Google Shape;5716;p84"/>
          <p:cNvGrpSpPr/>
          <p:nvPr/>
        </p:nvGrpSpPr>
        <p:grpSpPr>
          <a:xfrm>
            <a:off x="6188160" y="2749739"/>
            <a:ext cx="349133" cy="348217"/>
            <a:chOff x="4629125" y="3235150"/>
            <a:chExt cx="295375" cy="294600"/>
          </a:xfrm>
        </p:grpSpPr>
        <p:sp>
          <p:nvSpPr>
            <p:cNvPr id="5717" name="Google Shape;5717;p84"/>
            <p:cNvSpPr/>
            <p:nvPr/>
          </p:nvSpPr>
          <p:spPr>
            <a:xfrm>
              <a:off x="4696850" y="3391100"/>
              <a:ext cx="35475" cy="35475"/>
            </a:xfrm>
            <a:custGeom>
              <a:avLst/>
              <a:gdLst/>
              <a:ahLst/>
              <a:cxnLst/>
              <a:rect l="l" t="t" r="r" b="b"/>
              <a:pathLst>
                <a:path w="1419" h="1419" extrusionOk="0">
                  <a:moveTo>
                    <a:pt x="725" y="1"/>
                  </a:moveTo>
                  <a:cubicBezTo>
                    <a:pt x="316" y="1"/>
                    <a:pt x="1" y="316"/>
                    <a:pt x="1" y="694"/>
                  </a:cubicBezTo>
                  <a:cubicBezTo>
                    <a:pt x="64" y="1103"/>
                    <a:pt x="316"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8" name="Google Shape;5718;p84"/>
            <p:cNvSpPr/>
            <p:nvPr/>
          </p:nvSpPr>
          <p:spPr>
            <a:xfrm>
              <a:off x="4680300" y="3443875"/>
              <a:ext cx="69350" cy="34675"/>
            </a:xfrm>
            <a:custGeom>
              <a:avLst/>
              <a:gdLst/>
              <a:ahLst/>
              <a:cxnLst/>
              <a:rect l="l" t="t" r="r" b="b"/>
              <a:pathLst>
                <a:path w="2774" h="1387" extrusionOk="0">
                  <a:moveTo>
                    <a:pt x="1387" y="0"/>
                  </a:moveTo>
                  <a:cubicBezTo>
                    <a:pt x="631" y="0"/>
                    <a:pt x="1" y="630"/>
                    <a:pt x="1" y="1387"/>
                  </a:cubicBezTo>
                  <a:lnTo>
                    <a:pt x="2773" y="1387"/>
                  </a:lnTo>
                  <a:cubicBezTo>
                    <a:pt x="2773" y="630"/>
                    <a:pt x="2175"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84"/>
            <p:cNvSpPr/>
            <p:nvPr/>
          </p:nvSpPr>
          <p:spPr>
            <a:xfrm>
              <a:off x="4629125" y="3339900"/>
              <a:ext cx="295375" cy="189850"/>
            </a:xfrm>
            <a:custGeom>
              <a:avLst/>
              <a:gdLst/>
              <a:ahLst/>
              <a:cxnLst/>
              <a:rect l="l" t="t" r="r" b="b"/>
              <a:pathLst>
                <a:path w="11815" h="7594" extrusionOk="0">
                  <a:moveTo>
                    <a:pt x="10050" y="2080"/>
                  </a:moveTo>
                  <a:cubicBezTo>
                    <a:pt x="10239" y="2080"/>
                    <a:pt x="10397" y="2238"/>
                    <a:pt x="10397" y="2427"/>
                  </a:cubicBezTo>
                  <a:cubicBezTo>
                    <a:pt x="10397" y="2616"/>
                    <a:pt x="10239" y="2773"/>
                    <a:pt x="10050" y="2773"/>
                  </a:cubicBezTo>
                  <a:lnTo>
                    <a:pt x="6553" y="2773"/>
                  </a:lnTo>
                  <a:cubicBezTo>
                    <a:pt x="6333" y="2773"/>
                    <a:pt x="6175" y="2616"/>
                    <a:pt x="6175" y="2427"/>
                  </a:cubicBezTo>
                  <a:cubicBezTo>
                    <a:pt x="6175" y="2238"/>
                    <a:pt x="6333" y="2080"/>
                    <a:pt x="6553" y="2080"/>
                  </a:cubicBezTo>
                  <a:close/>
                  <a:moveTo>
                    <a:pt x="10050" y="3466"/>
                  </a:moveTo>
                  <a:cubicBezTo>
                    <a:pt x="10239" y="3466"/>
                    <a:pt x="10397" y="3624"/>
                    <a:pt x="10397" y="3813"/>
                  </a:cubicBezTo>
                  <a:cubicBezTo>
                    <a:pt x="10397" y="4002"/>
                    <a:pt x="10239" y="4159"/>
                    <a:pt x="10050" y="4159"/>
                  </a:cubicBezTo>
                  <a:lnTo>
                    <a:pt x="6553" y="4159"/>
                  </a:lnTo>
                  <a:cubicBezTo>
                    <a:pt x="6333" y="4159"/>
                    <a:pt x="6175" y="4002"/>
                    <a:pt x="6175" y="3813"/>
                  </a:cubicBezTo>
                  <a:cubicBezTo>
                    <a:pt x="6175" y="3624"/>
                    <a:pt x="6333" y="3466"/>
                    <a:pt x="6553" y="3466"/>
                  </a:cubicBezTo>
                  <a:close/>
                  <a:moveTo>
                    <a:pt x="10050" y="4821"/>
                  </a:moveTo>
                  <a:cubicBezTo>
                    <a:pt x="10239" y="4821"/>
                    <a:pt x="10397" y="4978"/>
                    <a:pt x="10397" y="5199"/>
                  </a:cubicBezTo>
                  <a:cubicBezTo>
                    <a:pt x="10397" y="5388"/>
                    <a:pt x="10239" y="5546"/>
                    <a:pt x="10050" y="5546"/>
                  </a:cubicBezTo>
                  <a:lnTo>
                    <a:pt x="6553" y="5546"/>
                  </a:lnTo>
                  <a:cubicBezTo>
                    <a:pt x="6333" y="5546"/>
                    <a:pt x="6175" y="5388"/>
                    <a:pt x="6175" y="5199"/>
                  </a:cubicBezTo>
                  <a:cubicBezTo>
                    <a:pt x="6175" y="4978"/>
                    <a:pt x="6333" y="4821"/>
                    <a:pt x="6553" y="4821"/>
                  </a:cubicBezTo>
                  <a:close/>
                  <a:moveTo>
                    <a:pt x="3403" y="1418"/>
                  </a:moveTo>
                  <a:cubicBezTo>
                    <a:pt x="4127" y="1418"/>
                    <a:pt x="4757" y="2049"/>
                    <a:pt x="4757" y="2773"/>
                  </a:cubicBezTo>
                  <a:cubicBezTo>
                    <a:pt x="4757" y="3151"/>
                    <a:pt x="4600" y="3498"/>
                    <a:pt x="4379" y="3718"/>
                  </a:cubicBezTo>
                  <a:cubicBezTo>
                    <a:pt x="5009" y="4065"/>
                    <a:pt x="5451" y="4758"/>
                    <a:pt x="5451" y="5546"/>
                  </a:cubicBezTo>
                  <a:lnTo>
                    <a:pt x="5451" y="5892"/>
                  </a:lnTo>
                  <a:lnTo>
                    <a:pt x="5514" y="5892"/>
                  </a:lnTo>
                  <a:cubicBezTo>
                    <a:pt x="5514" y="6081"/>
                    <a:pt x="5356" y="6239"/>
                    <a:pt x="5167" y="6239"/>
                  </a:cubicBezTo>
                  <a:lnTo>
                    <a:pt x="1701" y="6239"/>
                  </a:lnTo>
                  <a:cubicBezTo>
                    <a:pt x="1512" y="6239"/>
                    <a:pt x="1355" y="6081"/>
                    <a:pt x="1355" y="5892"/>
                  </a:cubicBezTo>
                  <a:lnTo>
                    <a:pt x="1355" y="5546"/>
                  </a:lnTo>
                  <a:cubicBezTo>
                    <a:pt x="1355" y="4758"/>
                    <a:pt x="1764" y="4096"/>
                    <a:pt x="2395" y="3718"/>
                  </a:cubicBezTo>
                  <a:cubicBezTo>
                    <a:pt x="2174" y="3498"/>
                    <a:pt x="2016" y="3151"/>
                    <a:pt x="2016" y="2773"/>
                  </a:cubicBezTo>
                  <a:cubicBezTo>
                    <a:pt x="2016" y="2049"/>
                    <a:pt x="2647" y="1418"/>
                    <a:pt x="3403" y="1418"/>
                  </a:cubicBezTo>
                  <a:close/>
                  <a:moveTo>
                    <a:pt x="1040" y="1"/>
                  </a:moveTo>
                  <a:cubicBezTo>
                    <a:pt x="441" y="1"/>
                    <a:pt x="0" y="473"/>
                    <a:pt x="0" y="1009"/>
                  </a:cubicBezTo>
                  <a:lnTo>
                    <a:pt x="0" y="6554"/>
                  </a:lnTo>
                  <a:cubicBezTo>
                    <a:pt x="0" y="7152"/>
                    <a:pt x="473" y="7593"/>
                    <a:pt x="1040" y="7593"/>
                  </a:cubicBezTo>
                  <a:lnTo>
                    <a:pt x="10806" y="7593"/>
                  </a:lnTo>
                  <a:cubicBezTo>
                    <a:pt x="11373" y="7593"/>
                    <a:pt x="11815" y="7121"/>
                    <a:pt x="11815" y="6554"/>
                  </a:cubicBezTo>
                  <a:lnTo>
                    <a:pt x="11815" y="1009"/>
                  </a:lnTo>
                  <a:cubicBezTo>
                    <a:pt x="11783" y="473"/>
                    <a:pt x="11310" y="1"/>
                    <a:pt x="10743" y="1"/>
                  </a:cubicBezTo>
                  <a:lnTo>
                    <a:pt x="7593" y="1"/>
                  </a:lnTo>
                  <a:lnTo>
                    <a:pt x="7593" y="347"/>
                  </a:lnTo>
                  <a:cubicBezTo>
                    <a:pt x="7593" y="946"/>
                    <a:pt x="7120" y="1355"/>
                    <a:pt x="6585" y="1355"/>
                  </a:cubicBezTo>
                  <a:lnTo>
                    <a:pt x="5198" y="1355"/>
                  </a:lnTo>
                  <a:cubicBezTo>
                    <a:pt x="4600" y="1355"/>
                    <a:pt x="4190" y="883"/>
                    <a:pt x="4190" y="347"/>
                  </a:cubicBezTo>
                  <a:lnTo>
                    <a:pt x="419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84"/>
            <p:cNvSpPr/>
            <p:nvPr/>
          </p:nvSpPr>
          <p:spPr>
            <a:xfrm>
              <a:off x="4714975" y="3287125"/>
              <a:ext cx="122100" cy="70125"/>
            </a:xfrm>
            <a:custGeom>
              <a:avLst/>
              <a:gdLst/>
              <a:ahLst/>
              <a:cxnLst/>
              <a:rect l="l" t="t" r="r" b="b"/>
              <a:pathLst>
                <a:path w="4884" h="2805" extrusionOk="0">
                  <a:moveTo>
                    <a:pt x="693" y="1"/>
                  </a:moveTo>
                  <a:cubicBezTo>
                    <a:pt x="315" y="1"/>
                    <a:pt x="0" y="316"/>
                    <a:pt x="0" y="725"/>
                  </a:cubicBezTo>
                  <a:cubicBezTo>
                    <a:pt x="0" y="1104"/>
                    <a:pt x="315" y="1419"/>
                    <a:pt x="693" y="1419"/>
                  </a:cubicBezTo>
                  <a:lnTo>
                    <a:pt x="1418" y="1419"/>
                  </a:lnTo>
                  <a:lnTo>
                    <a:pt x="1418" y="2458"/>
                  </a:lnTo>
                  <a:cubicBezTo>
                    <a:pt x="1386" y="2647"/>
                    <a:pt x="1544" y="2805"/>
                    <a:pt x="1733" y="2805"/>
                  </a:cubicBezTo>
                  <a:lnTo>
                    <a:pt x="3119" y="2805"/>
                  </a:lnTo>
                  <a:cubicBezTo>
                    <a:pt x="3308" y="2805"/>
                    <a:pt x="3466" y="2647"/>
                    <a:pt x="3466" y="2458"/>
                  </a:cubicBezTo>
                  <a:lnTo>
                    <a:pt x="3466" y="1419"/>
                  </a:lnTo>
                  <a:lnTo>
                    <a:pt x="4159" y="1419"/>
                  </a:lnTo>
                  <a:cubicBezTo>
                    <a:pt x="4568" y="1419"/>
                    <a:pt x="4883" y="1104"/>
                    <a:pt x="4883" y="725"/>
                  </a:cubicBezTo>
                  <a:cubicBezTo>
                    <a:pt x="4883" y="316"/>
                    <a:pt x="4568" y="1"/>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1" name="Google Shape;5721;p84"/>
            <p:cNvSpPr/>
            <p:nvPr/>
          </p:nvSpPr>
          <p:spPr>
            <a:xfrm>
              <a:off x="4732300" y="3235150"/>
              <a:ext cx="86650" cy="35475"/>
            </a:xfrm>
            <a:custGeom>
              <a:avLst/>
              <a:gdLst/>
              <a:ahLst/>
              <a:cxnLst/>
              <a:rect l="l" t="t" r="r" b="b"/>
              <a:pathLst>
                <a:path w="3466" h="1419" extrusionOk="0">
                  <a:moveTo>
                    <a:pt x="378" y="1"/>
                  </a:moveTo>
                  <a:cubicBezTo>
                    <a:pt x="158" y="1"/>
                    <a:pt x="0" y="158"/>
                    <a:pt x="0" y="347"/>
                  </a:cubicBezTo>
                  <a:lnTo>
                    <a:pt x="0" y="1418"/>
                  </a:lnTo>
                  <a:lnTo>
                    <a:pt x="3466" y="1418"/>
                  </a:lnTo>
                  <a:lnTo>
                    <a:pt x="3466" y="347"/>
                  </a:lnTo>
                  <a:cubicBezTo>
                    <a:pt x="3466" y="158"/>
                    <a:pt x="3308" y="1"/>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2" name="Google Shape;5722;p84"/>
          <p:cNvGrpSpPr/>
          <p:nvPr/>
        </p:nvGrpSpPr>
        <p:grpSpPr>
          <a:xfrm>
            <a:off x="6188145" y="3197272"/>
            <a:ext cx="349163" cy="349133"/>
            <a:chOff x="4628325" y="3599825"/>
            <a:chExt cx="295400" cy="295375"/>
          </a:xfrm>
        </p:grpSpPr>
        <p:sp>
          <p:nvSpPr>
            <p:cNvPr id="5723" name="Google Shape;5723;p84"/>
            <p:cNvSpPr/>
            <p:nvPr/>
          </p:nvSpPr>
          <p:spPr>
            <a:xfrm>
              <a:off x="4679525" y="3686450"/>
              <a:ext cx="17350" cy="86675"/>
            </a:xfrm>
            <a:custGeom>
              <a:avLst/>
              <a:gdLst/>
              <a:ahLst/>
              <a:cxnLst/>
              <a:rect l="l" t="t" r="r" b="b"/>
              <a:pathLst>
                <a:path w="694" h="3467" extrusionOk="0">
                  <a:moveTo>
                    <a:pt x="0" y="1"/>
                  </a:moveTo>
                  <a:lnTo>
                    <a:pt x="0" y="3466"/>
                  </a:lnTo>
                  <a:lnTo>
                    <a:pt x="694" y="3466"/>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84"/>
            <p:cNvSpPr/>
            <p:nvPr/>
          </p:nvSpPr>
          <p:spPr>
            <a:xfrm>
              <a:off x="4854375" y="3686450"/>
              <a:ext cx="18150" cy="86675"/>
            </a:xfrm>
            <a:custGeom>
              <a:avLst/>
              <a:gdLst/>
              <a:ahLst/>
              <a:cxnLst/>
              <a:rect l="l" t="t" r="r" b="b"/>
              <a:pathLst>
                <a:path w="726" h="3467" extrusionOk="0">
                  <a:moveTo>
                    <a:pt x="1" y="1"/>
                  </a:moveTo>
                  <a:lnTo>
                    <a:pt x="1" y="3466"/>
                  </a:lnTo>
                  <a:lnTo>
                    <a:pt x="725" y="3466"/>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84"/>
            <p:cNvSpPr/>
            <p:nvPr/>
          </p:nvSpPr>
          <p:spPr>
            <a:xfrm>
              <a:off x="4679525" y="3790425"/>
              <a:ext cx="17350" cy="104000"/>
            </a:xfrm>
            <a:custGeom>
              <a:avLst/>
              <a:gdLst/>
              <a:ahLst/>
              <a:cxnLst/>
              <a:rect l="l" t="t" r="r" b="b"/>
              <a:pathLst>
                <a:path w="694" h="4160" extrusionOk="0">
                  <a:moveTo>
                    <a:pt x="0" y="0"/>
                  </a:moveTo>
                  <a:lnTo>
                    <a:pt x="0" y="4159"/>
                  </a:lnTo>
                  <a:lnTo>
                    <a:pt x="694" y="4159"/>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84"/>
            <p:cNvSpPr/>
            <p:nvPr/>
          </p:nvSpPr>
          <p:spPr>
            <a:xfrm>
              <a:off x="4854375" y="3790425"/>
              <a:ext cx="18150" cy="104000"/>
            </a:xfrm>
            <a:custGeom>
              <a:avLst/>
              <a:gdLst/>
              <a:ahLst/>
              <a:cxnLst/>
              <a:rect l="l" t="t" r="r" b="b"/>
              <a:pathLst>
                <a:path w="726" h="4160" extrusionOk="0">
                  <a:moveTo>
                    <a:pt x="1" y="0"/>
                  </a:moveTo>
                  <a:lnTo>
                    <a:pt x="1" y="4159"/>
                  </a:lnTo>
                  <a:lnTo>
                    <a:pt x="725" y="4159"/>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7" name="Google Shape;5727;p84"/>
            <p:cNvSpPr/>
            <p:nvPr/>
          </p:nvSpPr>
          <p:spPr>
            <a:xfrm>
              <a:off x="4628325" y="3686450"/>
              <a:ext cx="34675" cy="86675"/>
            </a:xfrm>
            <a:custGeom>
              <a:avLst/>
              <a:gdLst/>
              <a:ahLst/>
              <a:cxnLst/>
              <a:rect l="l" t="t" r="r" b="b"/>
              <a:pathLst>
                <a:path w="1387" h="3467" extrusionOk="0">
                  <a:moveTo>
                    <a:pt x="1009" y="1"/>
                  </a:moveTo>
                  <a:cubicBezTo>
                    <a:pt x="442" y="1"/>
                    <a:pt x="1" y="442"/>
                    <a:pt x="1" y="1009"/>
                  </a:cubicBezTo>
                  <a:lnTo>
                    <a:pt x="1" y="2049"/>
                  </a:lnTo>
                  <a:cubicBezTo>
                    <a:pt x="1" y="2427"/>
                    <a:pt x="158" y="2773"/>
                    <a:pt x="442" y="3025"/>
                  </a:cubicBezTo>
                  <a:cubicBezTo>
                    <a:pt x="662" y="3340"/>
                    <a:pt x="1009" y="3466"/>
                    <a:pt x="1387" y="3466"/>
                  </a:cubicBez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8" name="Google Shape;5728;p84"/>
            <p:cNvSpPr/>
            <p:nvPr/>
          </p:nvSpPr>
          <p:spPr>
            <a:xfrm>
              <a:off x="4714975" y="3686450"/>
              <a:ext cx="122100" cy="86675"/>
            </a:xfrm>
            <a:custGeom>
              <a:avLst/>
              <a:gdLst/>
              <a:ahLst/>
              <a:cxnLst/>
              <a:rect l="l" t="t" r="r" b="b"/>
              <a:pathLst>
                <a:path w="4884" h="3467" extrusionOk="0">
                  <a:moveTo>
                    <a:pt x="0" y="1"/>
                  </a:moveTo>
                  <a:lnTo>
                    <a:pt x="0" y="3466"/>
                  </a:lnTo>
                  <a:lnTo>
                    <a:pt x="4883" y="3466"/>
                  </a:lnTo>
                  <a:lnTo>
                    <a:pt x="48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84"/>
            <p:cNvSpPr/>
            <p:nvPr/>
          </p:nvSpPr>
          <p:spPr>
            <a:xfrm>
              <a:off x="4889025" y="3777825"/>
              <a:ext cx="34700" cy="117375"/>
            </a:xfrm>
            <a:custGeom>
              <a:avLst/>
              <a:gdLst/>
              <a:ahLst/>
              <a:cxnLst/>
              <a:rect l="l" t="t" r="r" b="b"/>
              <a:pathLst>
                <a:path w="1388" h="4695" extrusionOk="0">
                  <a:moveTo>
                    <a:pt x="1387" y="0"/>
                  </a:moveTo>
                  <a:cubicBezTo>
                    <a:pt x="977" y="315"/>
                    <a:pt x="505" y="504"/>
                    <a:pt x="1" y="504"/>
                  </a:cubicBezTo>
                  <a:lnTo>
                    <a:pt x="1" y="4695"/>
                  </a:lnTo>
                  <a:lnTo>
                    <a:pt x="347" y="4695"/>
                  </a:lnTo>
                  <a:cubicBezTo>
                    <a:pt x="946" y="4695"/>
                    <a:pt x="1387" y="4222"/>
                    <a:pt x="1387" y="3655"/>
                  </a:cubicBez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0" name="Google Shape;5730;p84"/>
            <p:cNvSpPr/>
            <p:nvPr/>
          </p:nvSpPr>
          <p:spPr>
            <a:xfrm>
              <a:off x="4628325" y="3777825"/>
              <a:ext cx="34675" cy="116600"/>
            </a:xfrm>
            <a:custGeom>
              <a:avLst/>
              <a:gdLst/>
              <a:ahLst/>
              <a:cxnLst/>
              <a:rect l="l" t="t" r="r" b="b"/>
              <a:pathLst>
                <a:path w="1387" h="4664" extrusionOk="0">
                  <a:moveTo>
                    <a:pt x="1" y="0"/>
                  </a:moveTo>
                  <a:lnTo>
                    <a:pt x="1" y="3655"/>
                  </a:lnTo>
                  <a:cubicBezTo>
                    <a:pt x="1" y="4222"/>
                    <a:pt x="442" y="4663"/>
                    <a:pt x="1009" y="4663"/>
                  </a:cubicBezTo>
                  <a:lnTo>
                    <a:pt x="1387" y="4663"/>
                  </a:lnTo>
                  <a:lnTo>
                    <a:pt x="1387" y="504"/>
                  </a:lnTo>
                  <a:cubicBezTo>
                    <a:pt x="851" y="504"/>
                    <a:pt x="379" y="31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1" name="Google Shape;5731;p84"/>
            <p:cNvSpPr/>
            <p:nvPr/>
          </p:nvSpPr>
          <p:spPr>
            <a:xfrm>
              <a:off x="4766950" y="3790425"/>
              <a:ext cx="17350" cy="18150"/>
            </a:xfrm>
            <a:custGeom>
              <a:avLst/>
              <a:gdLst/>
              <a:ahLst/>
              <a:cxnLst/>
              <a:rect l="l" t="t" r="r" b="b"/>
              <a:pathLst>
                <a:path w="694" h="726" extrusionOk="0">
                  <a:moveTo>
                    <a:pt x="1" y="0"/>
                  </a:moveTo>
                  <a:lnTo>
                    <a:pt x="1" y="347"/>
                  </a:lnTo>
                  <a:cubicBezTo>
                    <a:pt x="1" y="568"/>
                    <a:pt x="158" y="725"/>
                    <a:pt x="347" y="725"/>
                  </a:cubicBezTo>
                  <a:cubicBezTo>
                    <a:pt x="568" y="725"/>
                    <a:pt x="694" y="568"/>
                    <a:pt x="694" y="347"/>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84"/>
            <p:cNvSpPr/>
            <p:nvPr/>
          </p:nvSpPr>
          <p:spPr>
            <a:xfrm>
              <a:off x="4889025" y="3686450"/>
              <a:ext cx="34700" cy="86675"/>
            </a:xfrm>
            <a:custGeom>
              <a:avLst/>
              <a:gdLst/>
              <a:ahLst/>
              <a:cxnLst/>
              <a:rect l="l" t="t" r="r" b="b"/>
              <a:pathLst>
                <a:path w="1388" h="3467" extrusionOk="0">
                  <a:moveTo>
                    <a:pt x="1" y="1"/>
                  </a:moveTo>
                  <a:lnTo>
                    <a:pt x="1" y="3466"/>
                  </a:lnTo>
                  <a:cubicBezTo>
                    <a:pt x="347" y="3466"/>
                    <a:pt x="662" y="3340"/>
                    <a:pt x="946" y="3088"/>
                  </a:cubicBezTo>
                  <a:cubicBezTo>
                    <a:pt x="1229" y="2836"/>
                    <a:pt x="1387" y="2458"/>
                    <a:pt x="1387" y="2080"/>
                  </a:cubicBezTo>
                  <a:lnTo>
                    <a:pt x="1387" y="1040"/>
                  </a:lnTo>
                  <a:cubicBezTo>
                    <a:pt x="1387" y="442"/>
                    <a:pt x="914"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3" name="Google Shape;5733;p84"/>
            <p:cNvSpPr/>
            <p:nvPr/>
          </p:nvSpPr>
          <p:spPr>
            <a:xfrm>
              <a:off x="4714975" y="3790425"/>
              <a:ext cx="122100" cy="104000"/>
            </a:xfrm>
            <a:custGeom>
              <a:avLst/>
              <a:gdLst/>
              <a:ahLst/>
              <a:cxnLst/>
              <a:rect l="l" t="t" r="r" b="b"/>
              <a:pathLst>
                <a:path w="4884" h="4160" extrusionOk="0">
                  <a:moveTo>
                    <a:pt x="0" y="0"/>
                  </a:moveTo>
                  <a:lnTo>
                    <a:pt x="0" y="4159"/>
                  </a:lnTo>
                  <a:lnTo>
                    <a:pt x="4883" y="4159"/>
                  </a:lnTo>
                  <a:lnTo>
                    <a:pt x="4883" y="0"/>
                  </a:lnTo>
                  <a:lnTo>
                    <a:pt x="3466" y="0"/>
                  </a:lnTo>
                  <a:lnTo>
                    <a:pt x="3466" y="347"/>
                  </a:lnTo>
                  <a:cubicBezTo>
                    <a:pt x="3466" y="946"/>
                    <a:pt x="2993" y="1387"/>
                    <a:pt x="2426" y="1387"/>
                  </a:cubicBezTo>
                  <a:cubicBezTo>
                    <a:pt x="1827" y="1387"/>
                    <a:pt x="1418" y="914"/>
                    <a:pt x="1418" y="347"/>
                  </a:cubicBezTo>
                  <a:lnTo>
                    <a:pt x="14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4" name="Google Shape;5734;p84"/>
            <p:cNvSpPr/>
            <p:nvPr/>
          </p:nvSpPr>
          <p:spPr>
            <a:xfrm>
              <a:off x="4714175" y="3599825"/>
              <a:ext cx="122100" cy="69325"/>
            </a:xfrm>
            <a:custGeom>
              <a:avLst/>
              <a:gdLst/>
              <a:ahLst/>
              <a:cxnLst/>
              <a:rect l="l" t="t" r="r" b="b"/>
              <a:pathLst>
                <a:path w="4884" h="2773" extrusionOk="0">
                  <a:moveTo>
                    <a:pt x="2427" y="0"/>
                  </a:moveTo>
                  <a:cubicBezTo>
                    <a:pt x="1103" y="0"/>
                    <a:pt x="1" y="1103"/>
                    <a:pt x="1" y="2426"/>
                  </a:cubicBezTo>
                  <a:lnTo>
                    <a:pt x="1" y="2773"/>
                  </a:lnTo>
                  <a:lnTo>
                    <a:pt x="1355" y="2773"/>
                  </a:lnTo>
                  <a:lnTo>
                    <a:pt x="1355" y="2426"/>
                  </a:lnTo>
                  <a:cubicBezTo>
                    <a:pt x="1355" y="1828"/>
                    <a:pt x="1828" y="1418"/>
                    <a:pt x="2395" y="1418"/>
                  </a:cubicBezTo>
                  <a:cubicBezTo>
                    <a:pt x="2994" y="1418"/>
                    <a:pt x="3403" y="1891"/>
                    <a:pt x="3403" y="2426"/>
                  </a:cubicBezTo>
                  <a:lnTo>
                    <a:pt x="3403" y="2773"/>
                  </a:lnTo>
                  <a:lnTo>
                    <a:pt x="4884" y="2773"/>
                  </a:lnTo>
                  <a:lnTo>
                    <a:pt x="4884" y="2426"/>
                  </a:lnTo>
                  <a:cubicBezTo>
                    <a:pt x="4884" y="1103"/>
                    <a:pt x="3781"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5" name="Google Shape;5735;p84"/>
          <p:cNvGrpSpPr/>
          <p:nvPr/>
        </p:nvGrpSpPr>
        <p:grpSpPr>
          <a:xfrm>
            <a:off x="6209096" y="3672883"/>
            <a:ext cx="307261" cy="350079"/>
            <a:chOff x="4645650" y="3962900"/>
            <a:chExt cx="259950" cy="296175"/>
          </a:xfrm>
        </p:grpSpPr>
        <p:sp>
          <p:nvSpPr>
            <p:cNvPr id="5736" name="Google Shape;5736;p84"/>
            <p:cNvSpPr/>
            <p:nvPr/>
          </p:nvSpPr>
          <p:spPr>
            <a:xfrm>
              <a:off x="4853600" y="4155100"/>
              <a:ext cx="52000" cy="103975"/>
            </a:xfrm>
            <a:custGeom>
              <a:avLst/>
              <a:gdLst/>
              <a:ahLst/>
              <a:cxnLst/>
              <a:rect l="l" t="t" r="r" b="b"/>
              <a:pathLst>
                <a:path w="2080" h="4159" extrusionOk="0">
                  <a:moveTo>
                    <a:pt x="0" y="0"/>
                  </a:moveTo>
                  <a:lnTo>
                    <a:pt x="0" y="4159"/>
                  </a:lnTo>
                  <a:lnTo>
                    <a:pt x="1733" y="4159"/>
                  </a:lnTo>
                  <a:cubicBezTo>
                    <a:pt x="1922" y="4159"/>
                    <a:pt x="2079" y="4001"/>
                    <a:pt x="2079" y="3812"/>
                  </a:cubicBezTo>
                  <a:lnTo>
                    <a:pt x="2079" y="1733"/>
                  </a:lnTo>
                  <a:cubicBezTo>
                    <a:pt x="2079" y="788"/>
                    <a:pt x="1292"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7" name="Google Shape;5737;p84"/>
            <p:cNvSpPr/>
            <p:nvPr/>
          </p:nvSpPr>
          <p:spPr>
            <a:xfrm>
              <a:off x="4714975" y="4155100"/>
              <a:ext cx="121300" cy="50625"/>
            </a:xfrm>
            <a:custGeom>
              <a:avLst/>
              <a:gdLst/>
              <a:ahLst/>
              <a:cxnLst/>
              <a:rect l="l" t="t" r="r" b="b"/>
              <a:pathLst>
                <a:path w="4852" h="2025" extrusionOk="0">
                  <a:moveTo>
                    <a:pt x="0" y="0"/>
                  </a:moveTo>
                  <a:lnTo>
                    <a:pt x="0" y="1481"/>
                  </a:lnTo>
                  <a:cubicBezTo>
                    <a:pt x="772" y="1843"/>
                    <a:pt x="1599" y="2024"/>
                    <a:pt x="2426" y="2024"/>
                  </a:cubicBezTo>
                  <a:cubicBezTo>
                    <a:pt x="3253" y="2024"/>
                    <a:pt x="4080" y="1843"/>
                    <a:pt x="4852" y="1481"/>
                  </a:cubicBezTo>
                  <a:lnTo>
                    <a:pt x="4852" y="0"/>
                  </a:lnTo>
                  <a:lnTo>
                    <a:pt x="4789" y="0"/>
                  </a:lnTo>
                  <a:cubicBezTo>
                    <a:pt x="4348" y="410"/>
                    <a:pt x="3781" y="693"/>
                    <a:pt x="3119" y="693"/>
                  </a:cubicBezTo>
                  <a:lnTo>
                    <a:pt x="1733" y="693"/>
                  </a:lnTo>
                  <a:cubicBezTo>
                    <a:pt x="1071" y="693"/>
                    <a:pt x="473" y="410"/>
                    <a:pt x="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8" name="Google Shape;5738;p84"/>
            <p:cNvSpPr/>
            <p:nvPr/>
          </p:nvSpPr>
          <p:spPr>
            <a:xfrm>
              <a:off x="4714975" y="4211025"/>
              <a:ext cx="121300" cy="48050"/>
            </a:xfrm>
            <a:custGeom>
              <a:avLst/>
              <a:gdLst/>
              <a:ahLst/>
              <a:cxnLst/>
              <a:rect l="l" t="t" r="r" b="b"/>
              <a:pathLst>
                <a:path w="4852" h="1922" extrusionOk="0">
                  <a:moveTo>
                    <a:pt x="0" y="0"/>
                  </a:moveTo>
                  <a:lnTo>
                    <a:pt x="0" y="1922"/>
                  </a:lnTo>
                  <a:lnTo>
                    <a:pt x="4852" y="1922"/>
                  </a:lnTo>
                  <a:lnTo>
                    <a:pt x="4852" y="0"/>
                  </a:lnTo>
                  <a:cubicBezTo>
                    <a:pt x="4080" y="315"/>
                    <a:pt x="3253" y="473"/>
                    <a:pt x="2426" y="473"/>
                  </a:cubicBezTo>
                  <a:cubicBezTo>
                    <a:pt x="1599" y="473"/>
                    <a:pt x="772" y="315"/>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84"/>
            <p:cNvSpPr/>
            <p:nvPr/>
          </p:nvSpPr>
          <p:spPr>
            <a:xfrm>
              <a:off x="4645650" y="4154300"/>
              <a:ext cx="52025" cy="104775"/>
            </a:xfrm>
            <a:custGeom>
              <a:avLst/>
              <a:gdLst/>
              <a:ahLst/>
              <a:cxnLst/>
              <a:rect l="l" t="t" r="r" b="b"/>
              <a:pathLst>
                <a:path w="2081" h="4191" extrusionOk="0">
                  <a:moveTo>
                    <a:pt x="1734" y="1"/>
                  </a:moveTo>
                  <a:cubicBezTo>
                    <a:pt x="757" y="32"/>
                    <a:pt x="1" y="757"/>
                    <a:pt x="1" y="1765"/>
                  </a:cubicBezTo>
                  <a:lnTo>
                    <a:pt x="1" y="3844"/>
                  </a:lnTo>
                  <a:cubicBezTo>
                    <a:pt x="1" y="4033"/>
                    <a:pt x="158" y="4191"/>
                    <a:pt x="379" y="4191"/>
                  </a:cubicBezTo>
                  <a:lnTo>
                    <a:pt x="2080" y="4191"/>
                  </a:ln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84"/>
            <p:cNvSpPr/>
            <p:nvPr/>
          </p:nvSpPr>
          <p:spPr>
            <a:xfrm>
              <a:off x="4722850" y="4049550"/>
              <a:ext cx="103975" cy="105575"/>
            </a:xfrm>
            <a:custGeom>
              <a:avLst/>
              <a:gdLst/>
              <a:ahLst/>
              <a:cxnLst/>
              <a:rect l="l" t="t" r="r" b="b"/>
              <a:pathLst>
                <a:path w="4159" h="4223" extrusionOk="0">
                  <a:moveTo>
                    <a:pt x="2080" y="1"/>
                  </a:moveTo>
                  <a:cubicBezTo>
                    <a:pt x="1765" y="442"/>
                    <a:pt x="1260" y="694"/>
                    <a:pt x="693" y="694"/>
                  </a:cubicBezTo>
                  <a:lnTo>
                    <a:pt x="0" y="694"/>
                  </a:lnTo>
                  <a:lnTo>
                    <a:pt x="0" y="3498"/>
                  </a:lnTo>
                  <a:cubicBezTo>
                    <a:pt x="347" y="3939"/>
                    <a:pt x="851" y="4222"/>
                    <a:pt x="1418" y="4222"/>
                  </a:cubicBezTo>
                  <a:lnTo>
                    <a:pt x="2804" y="4222"/>
                  </a:lnTo>
                  <a:cubicBezTo>
                    <a:pt x="3340" y="4222"/>
                    <a:pt x="3844" y="3939"/>
                    <a:pt x="4159" y="3498"/>
                  </a:cubicBezTo>
                  <a:lnTo>
                    <a:pt x="4159" y="694"/>
                  </a:lnTo>
                  <a:lnTo>
                    <a:pt x="3466" y="694"/>
                  </a:lnTo>
                  <a:cubicBezTo>
                    <a:pt x="2899" y="694"/>
                    <a:pt x="2395" y="442"/>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84"/>
            <p:cNvSpPr/>
            <p:nvPr/>
          </p:nvSpPr>
          <p:spPr>
            <a:xfrm>
              <a:off x="4678725" y="3962900"/>
              <a:ext cx="190650" cy="174100"/>
            </a:xfrm>
            <a:custGeom>
              <a:avLst/>
              <a:gdLst/>
              <a:ahLst/>
              <a:cxnLst/>
              <a:rect l="l" t="t" r="r" b="b"/>
              <a:pathLst>
                <a:path w="7626" h="6964" extrusionOk="0">
                  <a:moveTo>
                    <a:pt x="3813" y="1"/>
                  </a:moveTo>
                  <a:cubicBezTo>
                    <a:pt x="1734" y="1"/>
                    <a:pt x="1" y="1702"/>
                    <a:pt x="1" y="3813"/>
                  </a:cubicBezTo>
                  <a:lnTo>
                    <a:pt x="1" y="5955"/>
                  </a:lnTo>
                  <a:lnTo>
                    <a:pt x="64" y="5955"/>
                  </a:lnTo>
                  <a:cubicBezTo>
                    <a:pt x="64" y="6522"/>
                    <a:pt x="537" y="6964"/>
                    <a:pt x="1104" y="6964"/>
                  </a:cubicBezTo>
                  <a:lnTo>
                    <a:pt x="1104" y="3813"/>
                  </a:lnTo>
                  <a:cubicBezTo>
                    <a:pt x="1104" y="3624"/>
                    <a:pt x="1261" y="3467"/>
                    <a:pt x="1450" y="3467"/>
                  </a:cubicBezTo>
                  <a:lnTo>
                    <a:pt x="2458" y="3467"/>
                  </a:lnTo>
                  <a:cubicBezTo>
                    <a:pt x="3057" y="3467"/>
                    <a:pt x="3498" y="2994"/>
                    <a:pt x="3498" y="2427"/>
                  </a:cubicBezTo>
                  <a:lnTo>
                    <a:pt x="3498" y="1734"/>
                  </a:lnTo>
                  <a:cubicBezTo>
                    <a:pt x="3498" y="1545"/>
                    <a:pt x="3656" y="1387"/>
                    <a:pt x="3845" y="1387"/>
                  </a:cubicBezTo>
                  <a:cubicBezTo>
                    <a:pt x="4034" y="1387"/>
                    <a:pt x="4191" y="1545"/>
                    <a:pt x="4191" y="1734"/>
                  </a:cubicBezTo>
                  <a:lnTo>
                    <a:pt x="4191" y="2427"/>
                  </a:lnTo>
                  <a:cubicBezTo>
                    <a:pt x="4191" y="3025"/>
                    <a:pt x="4664" y="3467"/>
                    <a:pt x="5231" y="3467"/>
                  </a:cubicBezTo>
                  <a:lnTo>
                    <a:pt x="6239" y="3467"/>
                  </a:lnTo>
                  <a:cubicBezTo>
                    <a:pt x="6459" y="3467"/>
                    <a:pt x="6617" y="3624"/>
                    <a:pt x="6617" y="3813"/>
                  </a:cubicBezTo>
                  <a:lnTo>
                    <a:pt x="6617" y="6964"/>
                  </a:lnTo>
                  <a:cubicBezTo>
                    <a:pt x="7184" y="6964"/>
                    <a:pt x="7625" y="6491"/>
                    <a:pt x="7625" y="5955"/>
                  </a:cubicBezTo>
                  <a:lnTo>
                    <a:pt x="7625" y="3813"/>
                  </a:lnTo>
                  <a:cubicBezTo>
                    <a:pt x="7625" y="1734"/>
                    <a:pt x="5924"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2" name="Google Shape;5742;p84"/>
          <p:cNvGrpSpPr/>
          <p:nvPr/>
        </p:nvGrpSpPr>
        <p:grpSpPr>
          <a:xfrm>
            <a:off x="7962056" y="3197745"/>
            <a:ext cx="349133" cy="348188"/>
            <a:chOff x="6143725" y="3582500"/>
            <a:chExt cx="295375" cy="294575"/>
          </a:xfrm>
        </p:grpSpPr>
        <p:sp>
          <p:nvSpPr>
            <p:cNvPr id="5743" name="Google Shape;5743;p84"/>
            <p:cNvSpPr/>
            <p:nvPr/>
          </p:nvSpPr>
          <p:spPr>
            <a:xfrm>
              <a:off x="6143725" y="3720325"/>
              <a:ext cx="295375" cy="156750"/>
            </a:xfrm>
            <a:custGeom>
              <a:avLst/>
              <a:gdLst/>
              <a:ahLst/>
              <a:cxnLst/>
              <a:rect l="l" t="t" r="r" b="b"/>
              <a:pathLst>
                <a:path w="11815" h="6270" extrusionOk="0">
                  <a:moveTo>
                    <a:pt x="7309" y="1418"/>
                  </a:moveTo>
                  <a:cubicBezTo>
                    <a:pt x="7908" y="1418"/>
                    <a:pt x="8349" y="1891"/>
                    <a:pt x="8349" y="2458"/>
                  </a:cubicBezTo>
                  <a:cubicBezTo>
                    <a:pt x="8349" y="2993"/>
                    <a:pt x="7845" y="3466"/>
                    <a:pt x="7309" y="3466"/>
                  </a:cubicBezTo>
                  <a:lnTo>
                    <a:pt x="4474" y="3466"/>
                  </a:lnTo>
                  <a:cubicBezTo>
                    <a:pt x="3875" y="3466"/>
                    <a:pt x="3434" y="2993"/>
                    <a:pt x="3434" y="2458"/>
                  </a:cubicBezTo>
                  <a:cubicBezTo>
                    <a:pt x="3434" y="1859"/>
                    <a:pt x="3907" y="1418"/>
                    <a:pt x="4474" y="1418"/>
                  </a:cubicBezTo>
                  <a:close/>
                  <a:moveTo>
                    <a:pt x="1008" y="1"/>
                  </a:moveTo>
                  <a:cubicBezTo>
                    <a:pt x="410" y="1"/>
                    <a:pt x="0" y="473"/>
                    <a:pt x="0" y="1040"/>
                  </a:cubicBezTo>
                  <a:lnTo>
                    <a:pt x="0" y="5262"/>
                  </a:lnTo>
                  <a:cubicBezTo>
                    <a:pt x="0" y="5829"/>
                    <a:pt x="473" y="6270"/>
                    <a:pt x="1008" y="6270"/>
                  </a:cubicBezTo>
                  <a:lnTo>
                    <a:pt x="10775" y="6270"/>
                  </a:lnTo>
                  <a:cubicBezTo>
                    <a:pt x="11373" y="6270"/>
                    <a:pt x="11815" y="5797"/>
                    <a:pt x="11815" y="5262"/>
                  </a:cubicBezTo>
                  <a:lnTo>
                    <a:pt x="11815" y="1040"/>
                  </a:lnTo>
                  <a:cubicBezTo>
                    <a:pt x="11783" y="473"/>
                    <a:pt x="11342" y="1"/>
                    <a:pt x="107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84"/>
            <p:cNvSpPr/>
            <p:nvPr/>
          </p:nvSpPr>
          <p:spPr>
            <a:xfrm>
              <a:off x="6246900" y="3773100"/>
              <a:ext cx="88225" cy="17350"/>
            </a:xfrm>
            <a:custGeom>
              <a:avLst/>
              <a:gdLst/>
              <a:ahLst/>
              <a:cxnLst/>
              <a:rect l="l" t="t" r="r" b="b"/>
              <a:pathLst>
                <a:path w="3529" h="694" extrusionOk="0">
                  <a:moveTo>
                    <a:pt x="347" y="0"/>
                  </a:moveTo>
                  <a:cubicBezTo>
                    <a:pt x="158" y="0"/>
                    <a:pt x="0" y="126"/>
                    <a:pt x="0" y="347"/>
                  </a:cubicBezTo>
                  <a:cubicBezTo>
                    <a:pt x="0" y="536"/>
                    <a:pt x="158" y="693"/>
                    <a:pt x="347" y="693"/>
                  </a:cubicBezTo>
                  <a:lnTo>
                    <a:pt x="3182" y="693"/>
                  </a:lnTo>
                  <a:cubicBezTo>
                    <a:pt x="3371" y="693"/>
                    <a:pt x="3529" y="536"/>
                    <a:pt x="3529" y="347"/>
                  </a:cubicBezTo>
                  <a:cubicBezTo>
                    <a:pt x="3529" y="126"/>
                    <a:pt x="3371" y="0"/>
                    <a:pt x="3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5" name="Google Shape;5745;p84"/>
            <p:cNvSpPr/>
            <p:nvPr/>
          </p:nvSpPr>
          <p:spPr>
            <a:xfrm>
              <a:off x="6161050" y="3582500"/>
              <a:ext cx="86650" cy="34675"/>
            </a:xfrm>
            <a:custGeom>
              <a:avLst/>
              <a:gdLst/>
              <a:ahLst/>
              <a:cxnLst/>
              <a:rect l="l" t="t" r="r" b="b"/>
              <a:pathLst>
                <a:path w="3466" h="1387" extrusionOk="0">
                  <a:moveTo>
                    <a:pt x="1008" y="0"/>
                  </a:moveTo>
                  <a:cubicBezTo>
                    <a:pt x="441" y="0"/>
                    <a:pt x="0" y="473"/>
                    <a:pt x="0" y="1040"/>
                  </a:cubicBezTo>
                  <a:lnTo>
                    <a:pt x="0" y="1386"/>
                  </a:lnTo>
                  <a:lnTo>
                    <a:pt x="3466" y="1386"/>
                  </a:lnTo>
                  <a:lnTo>
                    <a:pt x="3466" y="1040"/>
                  </a:lnTo>
                  <a:lnTo>
                    <a:pt x="3434" y="1040"/>
                  </a:lnTo>
                  <a:cubicBezTo>
                    <a:pt x="3434" y="441"/>
                    <a:pt x="2962"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84"/>
            <p:cNvSpPr/>
            <p:nvPr/>
          </p:nvSpPr>
          <p:spPr>
            <a:xfrm>
              <a:off x="6160250" y="3633675"/>
              <a:ext cx="86675" cy="69350"/>
            </a:xfrm>
            <a:custGeom>
              <a:avLst/>
              <a:gdLst/>
              <a:ahLst/>
              <a:cxnLst/>
              <a:rect l="l" t="t" r="r" b="b"/>
              <a:pathLst>
                <a:path w="3467" h="2774" extrusionOk="0">
                  <a:moveTo>
                    <a:pt x="2112" y="726"/>
                  </a:moveTo>
                  <a:cubicBezTo>
                    <a:pt x="2332" y="726"/>
                    <a:pt x="2458" y="883"/>
                    <a:pt x="2458" y="1072"/>
                  </a:cubicBezTo>
                  <a:cubicBezTo>
                    <a:pt x="2458" y="1261"/>
                    <a:pt x="2332" y="1419"/>
                    <a:pt x="2112" y="1419"/>
                  </a:cubicBezTo>
                  <a:lnTo>
                    <a:pt x="1419" y="1419"/>
                  </a:lnTo>
                  <a:cubicBezTo>
                    <a:pt x="1230" y="1419"/>
                    <a:pt x="1072" y="1261"/>
                    <a:pt x="1072" y="1072"/>
                  </a:cubicBezTo>
                  <a:cubicBezTo>
                    <a:pt x="1072" y="883"/>
                    <a:pt x="1230" y="726"/>
                    <a:pt x="1419" y="726"/>
                  </a:cubicBezTo>
                  <a:close/>
                  <a:moveTo>
                    <a:pt x="1" y="1"/>
                  </a:moveTo>
                  <a:lnTo>
                    <a:pt x="1" y="2773"/>
                  </a:lnTo>
                  <a:lnTo>
                    <a:pt x="3466" y="2773"/>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84"/>
            <p:cNvSpPr/>
            <p:nvPr/>
          </p:nvSpPr>
          <p:spPr>
            <a:xfrm>
              <a:off x="6336675" y="3599025"/>
              <a:ext cx="85875" cy="69350"/>
            </a:xfrm>
            <a:custGeom>
              <a:avLst/>
              <a:gdLst/>
              <a:ahLst/>
              <a:cxnLst/>
              <a:rect l="l" t="t" r="r" b="b"/>
              <a:pathLst>
                <a:path w="3435" h="2774" extrusionOk="0">
                  <a:moveTo>
                    <a:pt x="1986" y="1387"/>
                  </a:moveTo>
                  <a:cubicBezTo>
                    <a:pt x="2206" y="1387"/>
                    <a:pt x="2364" y="1545"/>
                    <a:pt x="2364" y="1765"/>
                  </a:cubicBezTo>
                  <a:cubicBezTo>
                    <a:pt x="2364" y="1954"/>
                    <a:pt x="2206" y="2112"/>
                    <a:pt x="1986" y="2112"/>
                  </a:cubicBezTo>
                  <a:lnTo>
                    <a:pt x="1293" y="2112"/>
                  </a:lnTo>
                  <a:cubicBezTo>
                    <a:pt x="1104" y="2112"/>
                    <a:pt x="946" y="1954"/>
                    <a:pt x="946" y="1765"/>
                  </a:cubicBezTo>
                  <a:cubicBezTo>
                    <a:pt x="946" y="1545"/>
                    <a:pt x="1104" y="1387"/>
                    <a:pt x="1293" y="1387"/>
                  </a:cubicBezTo>
                  <a:close/>
                  <a:moveTo>
                    <a:pt x="1009" y="1"/>
                  </a:moveTo>
                  <a:cubicBezTo>
                    <a:pt x="410" y="1"/>
                    <a:pt x="1" y="473"/>
                    <a:pt x="1" y="1040"/>
                  </a:cubicBezTo>
                  <a:lnTo>
                    <a:pt x="1" y="2773"/>
                  </a:lnTo>
                  <a:lnTo>
                    <a:pt x="3435" y="2773"/>
                  </a:lnTo>
                  <a:lnTo>
                    <a:pt x="3435" y="1040"/>
                  </a:lnTo>
                  <a:lnTo>
                    <a:pt x="3403" y="1040"/>
                  </a:lnTo>
                  <a:cubicBezTo>
                    <a:pt x="3403" y="442"/>
                    <a:pt x="2931"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84"/>
            <p:cNvSpPr/>
            <p:nvPr/>
          </p:nvSpPr>
          <p:spPr>
            <a:xfrm>
              <a:off x="6335100" y="3686450"/>
              <a:ext cx="86675" cy="17350"/>
            </a:xfrm>
            <a:custGeom>
              <a:avLst/>
              <a:gdLst/>
              <a:ahLst/>
              <a:cxnLst/>
              <a:rect l="l" t="t" r="r" b="b"/>
              <a:pathLst>
                <a:path w="3467" h="694" extrusionOk="0">
                  <a:moveTo>
                    <a:pt x="1" y="1"/>
                  </a:moveTo>
                  <a:lnTo>
                    <a:pt x="1" y="694"/>
                  </a:lnTo>
                  <a:lnTo>
                    <a:pt x="3466" y="694"/>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9" name="Google Shape;5749;p84"/>
            <p:cNvSpPr/>
            <p:nvPr/>
          </p:nvSpPr>
          <p:spPr>
            <a:xfrm>
              <a:off x="6264225" y="3617150"/>
              <a:ext cx="53575" cy="86650"/>
            </a:xfrm>
            <a:custGeom>
              <a:avLst/>
              <a:gdLst/>
              <a:ahLst/>
              <a:cxnLst/>
              <a:rect l="l" t="t" r="r" b="b"/>
              <a:pathLst>
                <a:path w="2143" h="3466" extrusionOk="0">
                  <a:moveTo>
                    <a:pt x="1072" y="0"/>
                  </a:moveTo>
                  <a:cubicBezTo>
                    <a:pt x="473" y="0"/>
                    <a:pt x="0" y="441"/>
                    <a:pt x="0" y="1040"/>
                  </a:cubicBezTo>
                  <a:lnTo>
                    <a:pt x="0" y="3466"/>
                  </a:lnTo>
                  <a:lnTo>
                    <a:pt x="2143" y="3466"/>
                  </a:lnTo>
                  <a:lnTo>
                    <a:pt x="2143" y="1040"/>
                  </a:lnTo>
                  <a:cubicBezTo>
                    <a:pt x="2143" y="441"/>
                    <a:pt x="1670"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50" name="Google Shape;5750;p84"/>
          <p:cNvGrpSpPr/>
          <p:nvPr/>
        </p:nvGrpSpPr>
        <p:grpSpPr>
          <a:xfrm>
            <a:off x="5730883" y="1397084"/>
            <a:ext cx="350995" cy="350049"/>
            <a:chOff x="1310075" y="3253275"/>
            <a:chExt cx="296950" cy="296150"/>
          </a:xfrm>
        </p:grpSpPr>
        <p:sp>
          <p:nvSpPr>
            <p:cNvPr id="5751" name="Google Shape;5751;p84"/>
            <p:cNvSpPr/>
            <p:nvPr/>
          </p:nvSpPr>
          <p:spPr>
            <a:xfrm>
              <a:off x="1423475" y="3359600"/>
              <a:ext cx="69350" cy="68550"/>
            </a:xfrm>
            <a:custGeom>
              <a:avLst/>
              <a:gdLst/>
              <a:ahLst/>
              <a:cxnLst/>
              <a:rect l="l" t="t" r="r" b="b"/>
              <a:pathLst>
                <a:path w="2774" h="2742"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84"/>
            <p:cNvSpPr/>
            <p:nvPr/>
          </p:nvSpPr>
          <p:spPr>
            <a:xfrm>
              <a:off x="1310075" y="3253275"/>
              <a:ext cx="296950" cy="296150"/>
            </a:xfrm>
            <a:custGeom>
              <a:avLst/>
              <a:gdLst/>
              <a:ahLst/>
              <a:cxnLst/>
              <a:rect l="l" t="t" r="r" b="b"/>
              <a:pathLst>
                <a:path w="11878" h="11846" extrusionOk="0">
                  <a:moveTo>
                    <a:pt x="5923" y="2111"/>
                  </a:moveTo>
                  <a:cubicBezTo>
                    <a:pt x="8003" y="2111"/>
                    <a:pt x="9735" y="3812"/>
                    <a:pt x="9735" y="5923"/>
                  </a:cubicBezTo>
                  <a:cubicBezTo>
                    <a:pt x="9735" y="8034"/>
                    <a:pt x="8034" y="9767"/>
                    <a:pt x="5923" y="9767"/>
                  </a:cubicBezTo>
                  <a:cubicBezTo>
                    <a:pt x="3844" y="9767"/>
                    <a:pt x="2080" y="8065"/>
                    <a:pt x="2080" y="5923"/>
                  </a:cubicBezTo>
                  <a:cubicBezTo>
                    <a:pt x="2111" y="3844"/>
                    <a:pt x="3844" y="2111"/>
                    <a:pt x="5923" y="2111"/>
                  </a:cubicBezTo>
                  <a:close/>
                  <a:moveTo>
                    <a:pt x="5262" y="0"/>
                  </a:moveTo>
                  <a:cubicBezTo>
                    <a:pt x="5104" y="0"/>
                    <a:pt x="4947" y="95"/>
                    <a:pt x="4884" y="252"/>
                  </a:cubicBezTo>
                  <a:lnTo>
                    <a:pt x="4726" y="1166"/>
                  </a:lnTo>
                  <a:cubicBezTo>
                    <a:pt x="4253" y="1292"/>
                    <a:pt x="3844" y="1481"/>
                    <a:pt x="3434" y="1733"/>
                  </a:cubicBezTo>
                  <a:lnTo>
                    <a:pt x="2678" y="1197"/>
                  </a:lnTo>
                  <a:cubicBezTo>
                    <a:pt x="2641" y="1160"/>
                    <a:pt x="2584" y="1142"/>
                    <a:pt x="2523" y="1142"/>
                  </a:cubicBezTo>
                  <a:cubicBezTo>
                    <a:pt x="2429" y="1142"/>
                    <a:pt x="2326" y="1184"/>
                    <a:pt x="2269" y="1260"/>
                  </a:cubicBezTo>
                  <a:lnTo>
                    <a:pt x="1260" y="2237"/>
                  </a:lnTo>
                  <a:cubicBezTo>
                    <a:pt x="1166" y="2363"/>
                    <a:pt x="1166" y="2552"/>
                    <a:pt x="1229" y="2678"/>
                  </a:cubicBezTo>
                  <a:lnTo>
                    <a:pt x="1733" y="3403"/>
                  </a:lnTo>
                  <a:cubicBezTo>
                    <a:pt x="1512" y="3812"/>
                    <a:pt x="1323" y="4253"/>
                    <a:pt x="1197" y="4726"/>
                  </a:cubicBezTo>
                  <a:lnTo>
                    <a:pt x="284" y="4883"/>
                  </a:lnTo>
                  <a:cubicBezTo>
                    <a:pt x="126" y="4915"/>
                    <a:pt x="0" y="5041"/>
                    <a:pt x="0" y="5230"/>
                  </a:cubicBezTo>
                  <a:lnTo>
                    <a:pt x="0" y="6616"/>
                  </a:lnTo>
                  <a:cubicBezTo>
                    <a:pt x="0" y="6805"/>
                    <a:pt x="126" y="6963"/>
                    <a:pt x="284" y="6963"/>
                  </a:cubicBezTo>
                  <a:lnTo>
                    <a:pt x="1197" y="7120"/>
                  </a:lnTo>
                  <a:cubicBezTo>
                    <a:pt x="1292" y="7593"/>
                    <a:pt x="1512" y="8002"/>
                    <a:pt x="1733" y="8412"/>
                  </a:cubicBezTo>
                  <a:lnTo>
                    <a:pt x="1229" y="9168"/>
                  </a:lnTo>
                  <a:cubicBezTo>
                    <a:pt x="1103" y="9263"/>
                    <a:pt x="1166" y="9483"/>
                    <a:pt x="1260" y="9578"/>
                  </a:cubicBezTo>
                  <a:lnTo>
                    <a:pt x="2269" y="10586"/>
                  </a:lnTo>
                  <a:cubicBezTo>
                    <a:pt x="2321" y="10638"/>
                    <a:pt x="2411" y="10661"/>
                    <a:pt x="2497" y="10661"/>
                  </a:cubicBezTo>
                  <a:cubicBezTo>
                    <a:pt x="2568" y="10661"/>
                    <a:pt x="2636" y="10646"/>
                    <a:pt x="2678" y="10617"/>
                  </a:cubicBezTo>
                  <a:lnTo>
                    <a:pt x="3434" y="10113"/>
                  </a:lnTo>
                  <a:cubicBezTo>
                    <a:pt x="3844" y="10334"/>
                    <a:pt x="4253" y="10554"/>
                    <a:pt x="4726" y="10649"/>
                  </a:cubicBezTo>
                  <a:lnTo>
                    <a:pt x="4884" y="11562"/>
                  </a:lnTo>
                  <a:cubicBezTo>
                    <a:pt x="4947" y="11720"/>
                    <a:pt x="5041" y="11846"/>
                    <a:pt x="5262" y="11846"/>
                  </a:cubicBezTo>
                  <a:lnTo>
                    <a:pt x="6616" y="11846"/>
                  </a:lnTo>
                  <a:cubicBezTo>
                    <a:pt x="6774" y="11846"/>
                    <a:pt x="6931" y="11720"/>
                    <a:pt x="6994" y="11562"/>
                  </a:cubicBezTo>
                  <a:lnTo>
                    <a:pt x="7152" y="10649"/>
                  </a:lnTo>
                  <a:cubicBezTo>
                    <a:pt x="7624" y="10523"/>
                    <a:pt x="8034" y="10334"/>
                    <a:pt x="8444" y="10113"/>
                  </a:cubicBezTo>
                  <a:lnTo>
                    <a:pt x="9200" y="10617"/>
                  </a:lnTo>
                  <a:cubicBezTo>
                    <a:pt x="9242" y="10646"/>
                    <a:pt x="9310" y="10661"/>
                    <a:pt x="9381" y="10661"/>
                  </a:cubicBezTo>
                  <a:cubicBezTo>
                    <a:pt x="9467" y="10661"/>
                    <a:pt x="9557" y="10638"/>
                    <a:pt x="9609" y="10586"/>
                  </a:cubicBezTo>
                  <a:lnTo>
                    <a:pt x="10617" y="9578"/>
                  </a:lnTo>
                  <a:cubicBezTo>
                    <a:pt x="10712" y="9483"/>
                    <a:pt x="10712" y="9263"/>
                    <a:pt x="10649" y="9168"/>
                  </a:cubicBezTo>
                  <a:lnTo>
                    <a:pt x="10145" y="8412"/>
                  </a:lnTo>
                  <a:cubicBezTo>
                    <a:pt x="10365" y="8002"/>
                    <a:pt x="10554" y="7593"/>
                    <a:pt x="10680" y="7120"/>
                  </a:cubicBezTo>
                  <a:lnTo>
                    <a:pt x="11594" y="6963"/>
                  </a:lnTo>
                  <a:cubicBezTo>
                    <a:pt x="11752" y="6900"/>
                    <a:pt x="11878" y="6805"/>
                    <a:pt x="11878" y="6616"/>
                  </a:cubicBezTo>
                  <a:lnTo>
                    <a:pt x="11878" y="5230"/>
                  </a:lnTo>
                  <a:cubicBezTo>
                    <a:pt x="11878" y="5072"/>
                    <a:pt x="11752" y="4915"/>
                    <a:pt x="11594" y="4883"/>
                  </a:cubicBezTo>
                  <a:lnTo>
                    <a:pt x="10680" y="4726"/>
                  </a:lnTo>
                  <a:cubicBezTo>
                    <a:pt x="10554" y="4253"/>
                    <a:pt x="10365" y="3812"/>
                    <a:pt x="10145" y="3403"/>
                  </a:cubicBezTo>
                  <a:lnTo>
                    <a:pt x="10649" y="2678"/>
                  </a:lnTo>
                  <a:cubicBezTo>
                    <a:pt x="10775" y="2552"/>
                    <a:pt x="10712" y="2363"/>
                    <a:pt x="10617" y="2237"/>
                  </a:cubicBezTo>
                  <a:lnTo>
                    <a:pt x="9609" y="1260"/>
                  </a:lnTo>
                  <a:cubicBezTo>
                    <a:pt x="9554" y="1187"/>
                    <a:pt x="9455" y="1156"/>
                    <a:pt x="9364" y="1156"/>
                  </a:cubicBezTo>
                  <a:cubicBezTo>
                    <a:pt x="9300" y="1156"/>
                    <a:pt x="9239" y="1171"/>
                    <a:pt x="9200" y="1197"/>
                  </a:cubicBezTo>
                  <a:lnTo>
                    <a:pt x="8444" y="1733"/>
                  </a:lnTo>
                  <a:cubicBezTo>
                    <a:pt x="8034" y="1481"/>
                    <a:pt x="7624" y="1292"/>
                    <a:pt x="7152" y="1166"/>
                  </a:cubicBezTo>
                  <a:lnTo>
                    <a:pt x="6994" y="252"/>
                  </a:lnTo>
                  <a:cubicBezTo>
                    <a:pt x="6931" y="95"/>
                    <a:pt x="6837" y="0"/>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84"/>
            <p:cNvSpPr/>
            <p:nvPr/>
          </p:nvSpPr>
          <p:spPr>
            <a:xfrm>
              <a:off x="1399850" y="3426550"/>
              <a:ext cx="116600" cy="52800"/>
            </a:xfrm>
            <a:custGeom>
              <a:avLst/>
              <a:gdLst/>
              <a:ahLst/>
              <a:cxnLst/>
              <a:rect l="l" t="t" r="r" b="b"/>
              <a:pathLst>
                <a:path w="4664" h="2112" extrusionOk="0">
                  <a:moveTo>
                    <a:pt x="725" y="0"/>
                  </a:moveTo>
                  <a:cubicBezTo>
                    <a:pt x="410" y="252"/>
                    <a:pt x="127" y="662"/>
                    <a:pt x="1" y="1103"/>
                  </a:cubicBezTo>
                  <a:cubicBezTo>
                    <a:pt x="599" y="1733"/>
                    <a:pt x="1387" y="2111"/>
                    <a:pt x="2332" y="2111"/>
                  </a:cubicBezTo>
                  <a:cubicBezTo>
                    <a:pt x="3246" y="2111"/>
                    <a:pt x="4065" y="1733"/>
                    <a:pt x="4664" y="1103"/>
                  </a:cubicBezTo>
                  <a:cubicBezTo>
                    <a:pt x="4538" y="662"/>
                    <a:pt x="4254" y="252"/>
                    <a:pt x="3939" y="0"/>
                  </a:cubicBezTo>
                  <a:cubicBezTo>
                    <a:pt x="3561" y="473"/>
                    <a:pt x="2994" y="788"/>
                    <a:pt x="2332" y="788"/>
                  </a:cubicBezTo>
                  <a:cubicBezTo>
                    <a:pt x="1702" y="788"/>
                    <a:pt x="1103" y="473"/>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54" name="Google Shape;5754;p84"/>
          <p:cNvSpPr/>
          <p:nvPr/>
        </p:nvSpPr>
        <p:spPr>
          <a:xfrm>
            <a:off x="5732303" y="1839172"/>
            <a:ext cx="348217" cy="347272"/>
          </a:xfrm>
          <a:custGeom>
            <a:avLst/>
            <a:gdLst/>
            <a:ahLst/>
            <a:cxnLst/>
            <a:rect l="l" t="t" r="r" b="b"/>
            <a:pathLst>
              <a:path w="11784" h="11752" extrusionOk="0">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55" name="Google Shape;5755;p84"/>
          <p:cNvGrpSpPr/>
          <p:nvPr/>
        </p:nvGrpSpPr>
        <p:grpSpPr>
          <a:xfrm>
            <a:off x="5730410" y="2283343"/>
            <a:ext cx="351941" cy="351675"/>
            <a:chOff x="1310075" y="3980250"/>
            <a:chExt cx="297750" cy="297525"/>
          </a:xfrm>
        </p:grpSpPr>
        <p:sp>
          <p:nvSpPr>
            <p:cNvPr id="5756" name="Google Shape;5756;p84"/>
            <p:cNvSpPr/>
            <p:nvPr/>
          </p:nvSpPr>
          <p:spPr>
            <a:xfrm>
              <a:off x="1310075" y="3980250"/>
              <a:ext cx="297750" cy="297525"/>
            </a:xfrm>
            <a:custGeom>
              <a:avLst/>
              <a:gdLst/>
              <a:ahLst/>
              <a:cxnLst/>
              <a:rect l="l" t="t" r="r" b="b"/>
              <a:pathLst>
                <a:path w="11910" h="11901" extrusionOk="0">
                  <a:moveTo>
                    <a:pt x="3844" y="4946"/>
                  </a:moveTo>
                  <a:cubicBezTo>
                    <a:pt x="4033" y="4946"/>
                    <a:pt x="4190" y="5104"/>
                    <a:pt x="4190" y="5293"/>
                  </a:cubicBezTo>
                  <a:lnTo>
                    <a:pt x="4190" y="6679"/>
                  </a:lnTo>
                  <a:cubicBezTo>
                    <a:pt x="4190" y="6868"/>
                    <a:pt x="4033" y="7026"/>
                    <a:pt x="3844" y="7026"/>
                  </a:cubicBezTo>
                  <a:lnTo>
                    <a:pt x="2458" y="7026"/>
                  </a:lnTo>
                  <a:cubicBezTo>
                    <a:pt x="2269" y="7026"/>
                    <a:pt x="2111" y="6868"/>
                    <a:pt x="2111" y="6679"/>
                  </a:cubicBezTo>
                  <a:lnTo>
                    <a:pt x="2111" y="5293"/>
                  </a:lnTo>
                  <a:cubicBezTo>
                    <a:pt x="2111" y="5104"/>
                    <a:pt x="2269" y="4946"/>
                    <a:pt x="2458" y="4946"/>
                  </a:cubicBezTo>
                  <a:close/>
                  <a:moveTo>
                    <a:pt x="6616" y="3560"/>
                  </a:moveTo>
                  <a:cubicBezTo>
                    <a:pt x="6837" y="3560"/>
                    <a:pt x="6994" y="3718"/>
                    <a:pt x="6994" y="3907"/>
                  </a:cubicBezTo>
                  <a:lnTo>
                    <a:pt x="6994" y="6679"/>
                  </a:lnTo>
                  <a:cubicBezTo>
                    <a:pt x="6994" y="6868"/>
                    <a:pt x="6837" y="7026"/>
                    <a:pt x="6616" y="7026"/>
                  </a:cubicBezTo>
                  <a:lnTo>
                    <a:pt x="5262" y="7026"/>
                  </a:lnTo>
                  <a:cubicBezTo>
                    <a:pt x="5041" y="7026"/>
                    <a:pt x="4884" y="6868"/>
                    <a:pt x="4884" y="6679"/>
                  </a:cubicBezTo>
                  <a:lnTo>
                    <a:pt x="4884" y="3907"/>
                  </a:lnTo>
                  <a:cubicBezTo>
                    <a:pt x="4884" y="3718"/>
                    <a:pt x="5041" y="3560"/>
                    <a:pt x="5262" y="3560"/>
                  </a:cubicBezTo>
                  <a:close/>
                  <a:moveTo>
                    <a:pt x="9389" y="2174"/>
                  </a:moveTo>
                  <a:cubicBezTo>
                    <a:pt x="9578" y="2174"/>
                    <a:pt x="9735" y="2331"/>
                    <a:pt x="9735" y="2520"/>
                  </a:cubicBezTo>
                  <a:lnTo>
                    <a:pt x="9735" y="6679"/>
                  </a:lnTo>
                  <a:cubicBezTo>
                    <a:pt x="9735" y="6868"/>
                    <a:pt x="9578" y="7026"/>
                    <a:pt x="9389" y="7026"/>
                  </a:cubicBezTo>
                  <a:lnTo>
                    <a:pt x="8003" y="7026"/>
                  </a:lnTo>
                  <a:cubicBezTo>
                    <a:pt x="7813" y="7026"/>
                    <a:pt x="7656" y="6868"/>
                    <a:pt x="7656" y="6679"/>
                  </a:cubicBezTo>
                  <a:lnTo>
                    <a:pt x="7656" y="2520"/>
                  </a:lnTo>
                  <a:cubicBezTo>
                    <a:pt x="7656" y="2331"/>
                    <a:pt x="7813" y="2174"/>
                    <a:pt x="8003" y="2174"/>
                  </a:cubicBezTo>
                  <a:close/>
                  <a:moveTo>
                    <a:pt x="5577" y="8412"/>
                  </a:moveTo>
                  <a:lnTo>
                    <a:pt x="5577" y="9105"/>
                  </a:lnTo>
                  <a:lnTo>
                    <a:pt x="5167" y="9105"/>
                  </a:lnTo>
                  <a:lnTo>
                    <a:pt x="5451" y="8412"/>
                  </a:lnTo>
                  <a:close/>
                  <a:moveTo>
                    <a:pt x="6396" y="8412"/>
                  </a:moveTo>
                  <a:lnTo>
                    <a:pt x="6679" y="9105"/>
                  </a:lnTo>
                  <a:lnTo>
                    <a:pt x="6270" y="9105"/>
                  </a:lnTo>
                  <a:lnTo>
                    <a:pt x="6270" y="8412"/>
                  </a:lnTo>
                  <a:close/>
                  <a:moveTo>
                    <a:pt x="5955" y="0"/>
                  </a:moveTo>
                  <a:cubicBezTo>
                    <a:pt x="5766" y="0"/>
                    <a:pt x="5608" y="158"/>
                    <a:pt x="5608" y="378"/>
                  </a:cubicBezTo>
                  <a:lnTo>
                    <a:pt x="5608" y="725"/>
                  </a:lnTo>
                  <a:lnTo>
                    <a:pt x="347" y="725"/>
                  </a:lnTo>
                  <a:cubicBezTo>
                    <a:pt x="158" y="725"/>
                    <a:pt x="0" y="882"/>
                    <a:pt x="0" y="1071"/>
                  </a:cubicBezTo>
                  <a:cubicBezTo>
                    <a:pt x="0" y="1260"/>
                    <a:pt x="158" y="1418"/>
                    <a:pt x="347" y="1418"/>
                  </a:cubicBezTo>
                  <a:lnTo>
                    <a:pt x="725" y="1418"/>
                  </a:lnTo>
                  <a:lnTo>
                    <a:pt x="725" y="7719"/>
                  </a:lnTo>
                  <a:lnTo>
                    <a:pt x="378" y="7719"/>
                  </a:lnTo>
                  <a:cubicBezTo>
                    <a:pt x="158" y="7719"/>
                    <a:pt x="0" y="7876"/>
                    <a:pt x="0" y="8097"/>
                  </a:cubicBezTo>
                  <a:cubicBezTo>
                    <a:pt x="0" y="8286"/>
                    <a:pt x="158" y="8443"/>
                    <a:pt x="378" y="8443"/>
                  </a:cubicBezTo>
                  <a:lnTo>
                    <a:pt x="4726" y="8443"/>
                  </a:lnTo>
                  <a:lnTo>
                    <a:pt x="3560" y="11436"/>
                  </a:lnTo>
                  <a:cubicBezTo>
                    <a:pt x="3466" y="11625"/>
                    <a:pt x="3560" y="11814"/>
                    <a:pt x="3749" y="11877"/>
                  </a:cubicBezTo>
                  <a:cubicBezTo>
                    <a:pt x="3788" y="11893"/>
                    <a:pt x="3831" y="11901"/>
                    <a:pt x="3876" y="11901"/>
                  </a:cubicBezTo>
                  <a:cubicBezTo>
                    <a:pt x="4016" y="11901"/>
                    <a:pt x="4167" y="11824"/>
                    <a:pt x="4190" y="11657"/>
                  </a:cubicBezTo>
                  <a:lnTo>
                    <a:pt x="4947" y="9830"/>
                  </a:lnTo>
                  <a:lnTo>
                    <a:pt x="5608" y="9830"/>
                  </a:lnTo>
                  <a:lnTo>
                    <a:pt x="5608" y="10838"/>
                  </a:lnTo>
                  <a:cubicBezTo>
                    <a:pt x="5608" y="11027"/>
                    <a:pt x="5766" y="11184"/>
                    <a:pt x="5955" y="11184"/>
                  </a:cubicBezTo>
                  <a:cubicBezTo>
                    <a:pt x="6144" y="11184"/>
                    <a:pt x="6301" y="11027"/>
                    <a:pt x="6301" y="10838"/>
                  </a:cubicBezTo>
                  <a:lnTo>
                    <a:pt x="6301" y="9830"/>
                  </a:lnTo>
                  <a:lnTo>
                    <a:pt x="6994" y="9830"/>
                  </a:lnTo>
                  <a:lnTo>
                    <a:pt x="7719" y="11657"/>
                  </a:lnTo>
                  <a:cubicBezTo>
                    <a:pt x="7791" y="11824"/>
                    <a:pt x="7916" y="11901"/>
                    <a:pt x="8042" y="11901"/>
                  </a:cubicBezTo>
                  <a:cubicBezTo>
                    <a:pt x="8082" y="11901"/>
                    <a:pt x="8122" y="11893"/>
                    <a:pt x="8160" y="11877"/>
                  </a:cubicBezTo>
                  <a:cubicBezTo>
                    <a:pt x="8349" y="11783"/>
                    <a:pt x="8444" y="11594"/>
                    <a:pt x="8349" y="11436"/>
                  </a:cubicBezTo>
                  <a:lnTo>
                    <a:pt x="7183" y="8443"/>
                  </a:lnTo>
                  <a:lnTo>
                    <a:pt x="11531" y="8443"/>
                  </a:lnTo>
                  <a:cubicBezTo>
                    <a:pt x="11752" y="8443"/>
                    <a:pt x="11909" y="8286"/>
                    <a:pt x="11909" y="8097"/>
                  </a:cubicBezTo>
                  <a:cubicBezTo>
                    <a:pt x="11909" y="7876"/>
                    <a:pt x="11752" y="7719"/>
                    <a:pt x="11531" y="7719"/>
                  </a:cubicBezTo>
                  <a:lnTo>
                    <a:pt x="11185" y="7719"/>
                  </a:lnTo>
                  <a:lnTo>
                    <a:pt x="11185" y="1418"/>
                  </a:lnTo>
                  <a:lnTo>
                    <a:pt x="11531" y="1418"/>
                  </a:lnTo>
                  <a:cubicBezTo>
                    <a:pt x="11752" y="1418"/>
                    <a:pt x="11909" y="1260"/>
                    <a:pt x="11909" y="1071"/>
                  </a:cubicBezTo>
                  <a:cubicBezTo>
                    <a:pt x="11909" y="882"/>
                    <a:pt x="11752" y="725"/>
                    <a:pt x="11531" y="725"/>
                  </a:cubicBezTo>
                  <a:lnTo>
                    <a:pt x="6301" y="725"/>
                  </a:lnTo>
                  <a:lnTo>
                    <a:pt x="6301" y="378"/>
                  </a:lnTo>
                  <a:cubicBezTo>
                    <a:pt x="6301" y="158"/>
                    <a:pt x="6144"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84"/>
            <p:cNvSpPr/>
            <p:nvPr/>
          </p:nvSpPr>
          <p:spPr>
            <a:xfrm>
              <a:off x="1449475" y="4086575"/>
              <a:ext cx="17350" cy="52000"/>
            </a:xfrm>
            <a:custGeom>
              <a:avLst/>
              <a:gdLst/>
              <a:ahLst/>
              <a:cxnLst/>
              <a:rect l="l" t="t" r="r" b="b"/>
              <a:pathLst>
                <a:path w="694" h="2080" extrusionOk="0">
                  <a:moveTo>
                    <a:pt x="1" y="0"/>
                  </a:moveTo>
                  <a:lnTo>
                    <a:pt x="1" y="2080"/>
                  </a:lnTo>
                  <a:lnTo>
                    <a:pt x="694" y="2080"/>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84"/>
            <p:cNvSpPr/>
            <p:nvPr/>
          </p:nvSpPr>
          <p:spPr>
            <a:xfrm>
              <a:off x="1380175" y="4121225"/>
              <a:ext cx="17350" cy="17350"/>
            </a:xfrm>
            <a:custGeom>
              <a:avLst/>
              <a:gdLst/>
              <a:ahLst/>
              <a:cxnLst/>
              <a:rect l="l" t="t" r="r" b="b"/>
              <a:pathLst>
                <a:path w="694" h="694" extrusionOk="0">
                  <a:moveTo>
                    <a:pt x="0" y="0"/>
                  </a:moveTo>
                  <a:lnTo>
                    <a:pt x="0" y="694"/>
                  </a:lnTo>
                  <a:lnTo>
                    <a:pt x="693" y="694"/>
                  </a:ln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84"/>
            <p:cNvSpPr/>
            <p:nvPr/>
          </p:nvSpPr>
          <p:spPr>
            <a:xfrm>
              <a:off x="1518800" y="4051925"/>
              <a:ext cx="18125" cy="86650"/>
            </a:xfrm>
            <a:custGeom>
              <a:avLst/>
              <a:gdLst/>
              <a:ahLst/>
              <a:cxnLst/>
              <a:rect l="l" t="t" r="r" b="b"/>
              <a:pathLst>
                <a:path w="725" h="3466" extrusionOk="0">
                  <a:moveTo>
                    <a:pt x="0" y="0"/>
                  </a:moveTo>
                  <a:lnTo>
                    <a:pt x="0" y="3466"/>
                  </a:lnTo>
                  <a:lnTo>
                    <a:pt x="725" y="346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60" name="Google Shape;5760;p84"/>
          <p:cNvGrpSpPr/>
          <p:nvPr/>
        </p:nvGrpSpPr>
        <p:grpSpPr>
          <a:xfrm>
            <a:off x="7995198" y="1397542"/>
            <a:ext cx="266305" cy="349133"/>
            <a:chOff x="3167275" y="3227275"/>
            <a:chExt cx="225300" cy="295375"/>
          </a:xfrm>
        </p:grpSpPr>
        <p:sp>
          <p:nvSpPr>
            <p:cNvPr id="5761" name="Google Shape;5761;p84"/>
            <p:cNvSpPr/>
            <p:nvPr/>
          </p:nvSpPr>
          <p:spPr>
            <a:xfrm>
              <a:off x="3167275" y="3227275"/>
              <a:ext cx="225300" cy="207950"/>
            </a:xfrm>
            <a:custGeom>
              <a:avLst/>
              <a:gdLst/>
              <a:ahLst/>
              <a:cxnLst/>
              <a:rect l="l" t="t" r="r" b="b"/>
              <a:pathLst>
                <a:path w="9012" h="8318" extrusionOk="0">
                  <a:moveTo>
                    <a:pt x="4538" y="1"/>
                  </a:moveTo>
                  <a:cubicBezTo>
                    <a:pt x="2112" y="1"/>
                    <a:pt x="1" y="1985"/>
                    <a:pt x="32" y="4537"/>
                  </a:cubicBezTo>
                  <a:cubicBezTo>
                    <a:pt x="32" y="5860"/>
                    <a:pt x="631" y="7184"/>
                    <a:pt x="1797" y="8066"/>
                  </a:cubicBezTo>
                  <a:cubicBezTo>
                    <a:pt x="1923" y="8192"/>
                    <a:pt x="2017" y="8223"/>
                    <a:pt x="2049" y="8318"/>
                  </a:cubicBezTo>
                  <a:lnTo>
                    <a:pt x="4160" y="8318"/>
                  </a:lnTo>
                  <a:lnTo>
                    <a:pt x="4160" y="6900"/>
                  </a:lnTo>
                  <a:lnTo>
                    <a:pt x="2427" y="6900"/>
                  </a:lnTo>
                  <a:cubicBezTo>
                    <a:pt x="2238" y="6900"/>
                    <a:pt x="2080" y="6743"/>
                    <a:pt x="2080" y="6554"/>
                  </a:cubicBezTo>
                  <a:lnTo>
                    <a:pt x="2080" y="5829"/>
                  </a:lnTo>
                  <a:cubicBezTo>
                    <a:pt x="2080" y="4852"/>
                    <a:pt x="2679" y="4033"/>
                    <a:pt x="3498" y="3624"/>
                  </a:cubicBezTo>
                  <a:cubicBezTo>
                    <a:pt x="3277" y="3403"/>
                    <a:pt x="3151" y="3088"/>
                    <a:pt x="3151" y="2678"/>
                  </a:cubicBezTo>
                  <a:cubicBezTo>
                    <a:pt x="3151" y="1922"/>
                    <a:pt x="3782" y="1292"/>
                    <a:pt x="4538" y="1292"/>
                  </a:cubicBezTo>
                  <a:cubicBezTo>
                    <a:pt x="5262" y="1292"/>
                    <a:pt x="5892" y="1922"/>
                    <a:pt x="5892" y="2678"/>
                  </a:cubicBezTo>
                  <a:cubicBezTo>
                    <a:pt x="5892" y="3025"/>
                    <a:pt x="5735" y="3340"/>
                    <a:pt x="5546" y="3624"/>
                  </a:cubicBezTo>
                  <a:cubicBezTo>
                    <a:pt x="6365" y="4033"/>
                    <a:pt x="6964" y="4852"/>
                    <a:pt x="6964" y="5829"/>
                  </a:cubicBezTo>
                  <a:lnTo>
                    <a:pt x="6964" y="6554"/>
                  </a:lnTo>
                  <a:cubicBezTo>
                    <a:pt x="6964" y="6743"/>
                    <a:pt x="6806" y="6900"/>
                    <a:pt x="6617" y="6900"/>
                  </a:cubicBezTo>
                  <a:lnTo>
                    <a:pt x="4884" y="6900"/>
                  </a:lnTo>
                  <a:lnTo>
                    <a:pt x="4884" y="8318"/>
                  </a:lnTo>
                  <a:lnTo>
                    <a:pt x="6995" y="8318"/>
                  </a:lnTo>
                  <a:cubicBezTo>
                    <a:pt x="7027" y="8286"/>
                    <a:pt x="7121" y="8192"/>
                    <a:pt x="7247" y="8129"/>
                  </a:cubicBezTo>
                  <a:cubicBezTo>
                    <a:pt x="8413" y="7184"/>
                    <a:pt x="9011" y="5829"/>
                    <a:pt x="9011" y="4506"/>
                  </a:cubicBezTo>
                  <a:cubicBezTo>
                    <a:pt x="9011" y="2017"/>
                    <a:pt x="6995" y="1"/>
                    <a:pt x="45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84"/>
            <p:cNvSpPr/>
            <p:nvPr/>
          </p:nvSpPr>
          <p:spPr>
            <a:xfrm>
              <a:off x="3262600" y="3278475"/>
              <a:ext cx="35450" cy="35475"/>
            </a:xfrm>
            <a:custGeom>
              <a:avLst/>
              <a:gdLst/>
              <a:ahLst/>
              <a:cxnLst/>
              <a:rect l="l" t="t" r="r" b="b"/>
              <a:pathLst>
                <a:path w="1418" h="1419" extrusionOk="0">
                  <a:moveTo>
                    <a:pt x="725" y="0"/>
                  </a:moveTo>
                  <a:cubicBezTo>
                    <a:pt x="315" y="0"/>
                    <a:pt x="0" y="315"/>
                    <a:pt x="0" y="725"/>
                  </a:cubicBezTo>
                  <a:cubicBezTo>
                    <a:pt x="0" y="1103"/>
                    <a:pt x="315"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84"/>
            <p:cNvSpPr/>
            <p:nvPr/>
          </p:nvSpPr>
          <p:spPr>
            <a:xfrm>
              <a:off x="3220050" y="3452525"/>
              <a:ext cx="121325" cy="35475"/>
            </a:xfrm>
            <a:custGeom>
              <a:avLst/>
              <a:gdLst/>
              <a:ahLst/>
              <a:cxnLst/>
              <a:rect l="l" t="t" r="r" b="b"/>
              <a:pathLst>
                <a:path w="4853" h="1419" extrusionOk="0">
                  <a:moveTo>
                    <a:pt x="1" y="1"/>
                  </a:moveTo>
                  <a:lnTo>
                    <a:pt x="1" y="347"/>
                  </a:lnTo>
                  <a:cubicBezTo>
                    <a:pt x="1" y="946"/>
                    <a:pt x="473" y="1419"/>
                    <a:pt x="1040" y="1419"/>
                  </a:cubicBezTo>
                  <a:lnTo>
                    <a:pt x="3781" y="1419"/>
                  </a:lnTo>
                  <a:cubicBezTo>
                    <a:pt x="4380" y="1419"/>
                    <a:pt x="4853" y="946"/>
                    <a:pt x="4853" y="347"/>
                  </a:cubicBezTo>
                  <a:lnTo>
                    <a:pt x="48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84"/>
            <p:cNvSpPr/>
            <p:nvPr/>
          </p:nvSpPr>
          <p:spPr>
            <a:xfrm>
              <a:off x="3237375" y="3332025"/>
              <a:ext cx="86675" cy="52000"/>
            </a:xfrm>
            <a:custGeom>
              <a:avLst/>
              <a:gdLst/>
              <a:ahLst/>
              <a:cxnLst/>
              <a:rect l="l" t="t" r="r" b="b"/>
              <a:pathLst>
                <a:path w="3467" h="2080" extrusionOk="0">
                  <a:moveTo>
                    <a:pt x="1734" y="1"/>
                  </a:moveTo>
                  <a:cubicBezTo>
                    <a:pt x="789" y="1"/>
                    <a:pt x="1" y="725"/>
                    <a:pt x="1" y="1733"/>
                  </a:cubicBezTo>
                  <a:lnTo>
                    <a:pt x="1" y="2080"/>
                  </a:lnTo>
                  <a:lnTo>
                    <a:pt x="3466" y="2080"/>
                  </a:lnTo>
                  <a:lnTo>
                    <a:pt x="3466" y="1733"/>
                  </a:lnTo>
                  <a:cubicBezTo>
                    <a:pt x="3466" y="788"/>
                    <a:pt x="2679" y="1"/>
                    <a:pt x="17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84"/>
            <p:cNvSpPr/>
            <p:nvPr/>
          </p:nvSpPr>
          <p:spPr>
            <a:xfrm>
              <a:off x="3237375" y="3505300"/>
              <a:ext cx="87450" cy="17350"/>
            </a:xfrm>
            <a:custGeom>
              <a:avLst/>
              <a:gdLst/>
              <a:ahLst/>
              <a:cxnLst/>
              <a:rect l="l" t="t" r="r" b="b"/>
              <a:pathLst>
                <a:path w="3498" h="694" extrusionOk="0">
                  <a:moveTo>
                    <a:pt x="32" y="1"/>
                  </a:moveTo>
                  <a:cubicBezTo>
                    <a:pt x="1" y="379"/>
                    <a:pt x="284" y="694"/>
                    <a:pt x="694" y="694"/>
                  </a:cubicBezTo>
                  <a:lnTo>
                    <a:pt x="2773" y="694"/>
                  </a:lnTo>
                  <a:cubicBezTo>
                    <a:pt x="3183" y="694"/>
                    <a:pt x="3498" y="379"/>
                    <a:pt x="34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66" name="Google Shape;5766;p84"/>
          <p:cNvSpPr/>
          <p:nvPr/>
        </p:nvSpPr>
        <p:spPr>
          <a:xfrm>
            <a:off x="7944537" y="1837428"/>
            <a:ext cx="367779" cy="350758"/>
          </a:xfrm>
          <a:custGeom>
            <a:avLst/>
            <a:gdLst/>
            <a:ahLst/>
            <a:cxnLst/>
            <a:rect l="l" t="t" r="r" b="b"/>
            <a:pathLst>
              <a:path w="12446" h="11870" extrusionOk="0">
                <a:moveTo>
                  <a:pt x="9421" y="1410"/>
                </a:moveTo>
                <a:cubicBezTo>
                  <a:pt x="9775" y="1410"/>
                  <a:pt x="10130" y="1544"/>
                  <a:pt x="10397" y="1812"/>
                </a:cubicBezTo>
                <a:cubicBezTo>
                  <a:pt x="10901" y="2316"/>
                  <a:pt x="10901" y="3198"/>
                  <a:pt x="10366" y="3734"/>
                </a:cubicBezTo>
                <a:lnTo>
                  <a:pt x="9169" y="4931"/>
                </a:lnTo>
                <a:cubicBezTo>
                  <a:pt x="8948" y="5152"/>
                  <a:pt x="8633" y="5278"/>
                  <a:pt x="8318" y="5309"/>
                </a:cubicBezTo>
                <a:lnTo>
                  <a:pt x="8476" y="5152"/>
                </a:lnTo>
                <a:cubicBezTo>
                  <a:pt x="8854" y="4773"/>
                  <a:pt x="8854" y="4112"/>
                  <a:pt x="8476" y="3702"/>
                </a:cubicBezTo>
                <a:cubicBezTo>
                  <a:pt x="8271" y="3513"/>
                  <a:pt x="8003" y="3419"/>
                  <a:pt x="7739" y="3419"/>
                </a:cubicBezTo>
                <a:cubicBezTo>
                  <a:pt x="7475" y="3419"/>
                  <a:pt x="7215" y="3513"/>
                  <a:pt x="7026" y="3702"/>
                </a:cubicBezTo>
                <a:lnTo>
                  <a:pt x="6869" y="3860"/>
                </a:lnTo>
                <a:cubicBezTo>
                  <a:pt x="6900" y="3545"/>
                  <a:pt x="7026" y="3230"/>
                  <a:pt x="7247" y="3009"/>
                </a:cubicBezTo>
                <a:lnTo>
                  <a:pt x="8444" y="1812"/>
                </a:lnTo>
                <a:cubicBezTo>
                  <a:pt x="8712" y="1544"/>
                  <a:pt x="9066" y="1410"/>
                  <a:pt x="9421" y="1410"/>
                </a:cubicBezTo>
                <a:close/>
                <a:moveTo>
                  <a:pt x="4128" y="6475"/>
                </a:moveTo>
                <a:lnTo>
                  <a:pt x="3970" y="6601"/>
                </a:lnTo>
                <a:cubicBezTo>
                  <a:pt x="3592" y="7010"/>
                  <a:pt x="3592" y="7672"/>
                  <a:pt x="3970" y="8081"/>
                </a:cubicBezTo>
                <a:cubicBezTo>
                  <a:pt x="4175" y="8270"/>
                  <a:pt x="4443" y="8365"/>
                  <a:pt x="4711" y="8365"/>
                </a:cubicBezTo>
                <a:cubicBezTo>
                  <a:pt x="4978" y="8365"/>
                  <a:pt x="5246" y="8270"/>
                  <a:pt x="5451" y="8081"/>
                </a:cubicBezTo>
                <a:lnTo>
                  <a:pt x="5577" y="7924"/>
                </a:lnTo>
                <a:lnTo>
                  <a:pt x="5577" y="7924"/>
                </a:lnTo>
                <a:cubicBezTo>
                  <a:pt x="5640" y="8270"/>
                  <a:pt x="5483" y="8586"/>
                  <a:pt x="5231" y="8838"/>
                </a:cubicBezTo>
                <a:lnTo>
                  <a:pt x="4065" y="10003"/>
                </a:lnTo>
                <a:cubicBezTo>
                  <a:pt x="3781" y="10271"/>
                  <a:pt x="3427" y="10405"/>
                  <a:pt x="3072" y="10405"/>
                </a:cubicBezTo>
                <a:cubicBezTo>
                  <a:pt x="2718" y="10405"/>
                  <a:pt x="2364" y="10271"/>
                  <a:pt x="2080" y="10003"/>
                </a:cubicBezTo>
                <a:cubicBezTo>
                  <a:pt x="1544" y="9468"/>
                  <a:pt x="1544" y="8586"/>
                  <a:pt x="2080" y="8050"/>
                </a:cubicBezTo>
                <a:lnTo>
                  <a:pt x="3277" y="6853"/>
                </a:lnTo>
                <a:cubicBezTo>
                  <a:pt x="3498" y="6601"/>
                  <a:pt x="3813" y="6506"/>
                  <a:pt x="4128" y="6475"/>
                </a:cubicBezTo>
                <a:close/>
                <a:moveTo>
                  <a:pt x="9373" y="0"/>
                </a:moveTo>
                <a:cubicBezTo>
                  <a:pt x="8665" y="0"/>
                  <a:pt x="7956" y="268"/>
                  <a:pt x="7404" y="804"/>
                </a:cubicBezTo>
                <a:lnTo>
                  <a:pt x="6239" y="1970"/>
                </a:lnTo>
                <a:cubicBezTo>
                  <a:pt x="5451" y="2757"/>
                  <a:pt x="5199" y="3986"/>
                  <a:pt x="5640" y="4994"/>
                </a:cubicBezTo>
                <a:lnTo>
                  <a:pt x="5325" y="5309"/>
                </a:lnTo>
                <a:cubicBezTo>
                  <a:pt x="4994" y="5170"/>
                  <a:pt x="4634" y="5100"/>
                  <a:pt x="4270" y="5100"/>
                </a:cubicBezTo>
                <a:cubicBezTo>
                  <a:pt x="3562" y="5100"/>
                  <a:pt x="2842" y="5366"/>
                  <a:pt x="2301" y="5908"/>
                </a:cubicBezTo>
                <a:lnTo>
                  <a:pt x="1103" y="7105"/>
                </a:lnTo>
                <a:cubicBezTo>
                  <a:pt x="1" y="8144"/>
                  <a:pt x="1" y="9940"/>
                  <a:pt x="1103" y="11043"/>
                </a:cubicBezTo>
                <a:cubicBezTo>
                  <a:pt x="1655" y="11594"/>
                  <a:pt x="2364" y="11870"/>
                  <a:pt x="3072" y="11870"/>
                </a:cubicBezTo>
                <a:cubicBezTo>
                  <a:pt x="3781" y="11870"/>
                  <a:pt x="4490" y="11594"/>
                  <a:pt x="5041" y="11043"/>
                </a:cubicBezTo>
                <a:lnTo>
                  <a:pt x="6239" y="9846"/>
                </a:lnTo>
                <a:cubicBezTo>
                  <a:pt x="7026" y="9058"/>
                  <a:pt x="7247" y="7829"/>
                  <a:pt x="6806" y="6821"/>
                </a:cubicBezTo>
                <a:lnTo>
                  <a:pt x="7121" y="6506"/>
                </a:lnTo>
                <a:cubicBezTo>
                  <a:pt x="7473" y="6656"/>
                  <a:pt x="7840" y="6729"/>
                  <a:pt x="8204" y="6729"/>
                </a:cubicBezTo>
                <a:cubicBezTo>
                  <a:pt x="8914" y="6729"/>
                  <a:pt x="9614" y="6449"/>
                  <a:pt x="10177" y="5908"/>
                </a:cubicBezTo>
                <a:lnTo>
                  <a:pt x="11342" y="4742"/>
                </a:lnTo>
                <a:cubicBezTo>
                  <a:pt x="12445" y="3639"/>
                  <a:pt x="12445" y="1907"/>
                  <a:pt x="11342" y="804"/>
                </a:cubicBezTo>
                <a:cubicBezTo>
                  <a:pt x="10791" y="268"/>
                  <a:pt x="10082" y="0"/>
                  <a:pt x="93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67" name="Google Shape;5767;p84"/>
          <p:cNvGrpSpPr/>
          <p:nvPr/>
        </p:nvGrpSpPr>
        <p:grpSpPr>
          <a:xfrm>
            <a:off x="7952380" y="2284599"/>
            <a:ext cx="351940" cy="349163"/>
            <a:chOff x="3133425" y="3955025"/>
            <a:chExt cx="297750" cy="295400"/>
          </a:xfrm>
        </p:grpSpPr>
        <p:sp>
          <p:nvSpPr>
            <p:cNvPr id="5768" name="Google Shape;5768;p84"/>
            <p:cNvSpPr/>
            <p:nvPr/>
          </p:nvSpPr>
          <p:spPr>
            <a:xfrm>
              <a:off x="3133425" y="4058225"/>
              <a:ext cx="297750" cy="192200"/>
            </a:xfrm>
            <a:custGeom>
              <a:avLst/>
              <a:gdLst/>
              <a:ahLst/>
              <a:cxnLst/>
              <a:rect l="l" t="t" r="r" b="b"/>
              <a:pathLst>
                <a:path w="11910" h="7688" extrusionOk="0">
                  <a:moveTo>
                    <a:pt x="5923" y="0"/>
                  </a:moveTo>
                  <a:cubicBezTo>
                    <a:pt x="5325" y="0"/>
                    <a:pt x="4821" y="347"/>
                    <a:pt x="4631" y="914"/>
                  </a:cubicBezTo>
                  <a:cubicBezTo>
                    <a:pt x="4505" y="1166"/>
                    <a:pt x="4505" y="1449"/>
                    <a:pt x="4568" y="1764"/>
                  </a:cubicBezTo>
                  <a:cubicBezTo>
                    <a:pt x="4884" y="1922"/>
                    <a:pt x="5199" y="2016"/>
                    <a:pt x="5577" y="2048"/>
                  </a:cubicBezTo>
                  <a:lnTo>
                    <a:pt x="5577" y="2741"/>
                  </a:lnTo>
                  <a:lnTo>
                    <a:pt x="2458" y="2741"/>
                  </a:lnTo>
                  <a:cubicBezTo>
                    <a:pt x="1859" y="2741"/>
                    <a:pt x="1418" y="3214"/>
                    <a:pt x="1418" y="3781"/>
                  </a:cubicBezTo>
                  <a:lnTo>
                    <a:pt x="1418" y="4190"/>
                  </a:lnTo>
                  <a:cubicBezTo>
                    <a:pt x="630" y="4316"/>
                    <a:pt x="0" y="5041"/>
                    <a:pt x="0" y="5891"/>
                  </a:cubicBezTo>
                  <a:cubicBezTo>
                    <a:pt x="0" y="6837"/>
                    <a:pt x="788" y="7687"/>
                    <a:pt x="1765" y="7687"/>
                  </a:cubicBezTo>
                  <a:cubicBezTo>
                    <a:pt x="2710" y="7687"/>
                    <a:pt x="3497" y="6900"/>
                    <a:pt x="3497" y="5891"/>
                  </a:cubicBezTo>
                  <a:cubicBezTo>
                    <a:pt x="3497" y="5072"/>
                    <a:pt x="2930" y="4316"/>
                    <a:pt x="2143" y="4190"/>
                  </a:cubicBezTo>
                  <a:lnTo>
                    <a:pt x="2143" y="3781"/>
                  </a:lnTo>
                  <a:cubicBezTo>
                    <a:pt x="2143" y="3592"/>
                    <a:pt x="2300" y="3434"/>
                    <a:pt x="2489" y="3434"/>
                  </a:cubicBezTo>
                  <a:lnTo>
                    <a:pt x="5608" y="3434"/>
                  </a:lnTo>
                  <a:lnTo>
                    <a:pt x="5608" y="4127"/>
                  </a:lnTo>
                  <a:cubicBezTo>
                    <a:pt x="4821" y="4285"/>
                    <a:pt x="4222" y="5009"/>
                    <a:pt x="4222" y="5860"/>
                  </a:cubicBezTo>
                  <a:cubicBezTo>
                    <a:pt x="4222" y="6805"/>
                    <a:pt x="5010" y="7656"/>
                    <a:pt x="5955" y="7656"/>
                  </a:cubicBezTo>
                  <a:cubicBezTo>
                    <a:pt x="6900" y="7656"/>
                    <a:pt x="7687" y="6868"/>
                    <a:pt x="7687" y="5860"/>
                  </a:cubicBezTo>
                  <a:cubicBezTo>
                    <a:pt x="7687" y="5041"/>
                    <a:pt x="7089" y="4285"/>
                    <a:pt x="6301" y="4127"/>
                  </a:cubicBezTo>
                  <a:lnTo>
                    <a:pt x="6301" y="3434"/>
                  </a:lnTo>
                  <a:lnTo>
                    <a:pt x="9452" y="3434"/>
                  </a:lnTo>
                  <a:cubicBezTo>
                    <a:pt x="9641" y="3434"/>
                    <a:pt x="9798" y="3592"/>
                    <a:pt x="9798" y="3781"/>
                  </a:cubicBezTo>
                  <a:lnTo>
                    <a:pt x="9798" y="4190"/>
                  </a:lnTo>
                  <a:cubicBezTo>
                    <a:pt x="9011" y="4316"/>
                    <a:pt x="8444" y="5041"/>
                    <a:pt x="8444" y="5891"/>
                  </a:cubicBezTo>
                  <a:cubicBezTo>
                    <a:pt x="8444" y="6837"/>
                    <a:pt x="9231" y="7687"/>
                    <a:pt x="10176" y="7687"/>
                  </a:cubicBezTo>
                  <a:cubicBezTo>
                    <a:pt x="11121" y="7687"/>
                    <a:pt x="11909" y="6900"/>
                    <a:pt x="11909" y="5891"/>
                  </a:cubicBezTo>
                  <a:cubicBezTo>
                    <a:pt x="11783" y="5135"/>
                    <a:pt x="11185" y="4379"/>
                    <a:pt x="10397" y="4222"/>
                  </a:cubicBezTo>
                  <a:lnTo>
                    <a:pt x="10397" y="3812"/>
                  </a:lnTo>
                  <a:cubicBezTo>
                    <a:pt x="10397" y="3245"/>
                    <a:pt x="9924" y="2804"/>
                    <a:pt x="9389" y="2804"/>
                  </a:cubicBezTo>
                  <a:lnTo>
                    <a:pt x="6238" y="2804"/>
                  </a:lnTo>
                  <a:lnTo>
                    <a:pt x="6238" y="2079"/>
                  </a:lnTo>
                  <a:cubicBezTo>
                    <a:pt x="6585" y="2048"/>
                    <a:pt x="6900" y="1922"/>
                    <a:pt x="7215" y="1827"/>
                  </a:cubicBezTo>
                  <a:cubicBezTo>
                    <a:pt x="7341" y="1418"/>
                    <a:pt x="7246" y="977"/>
                    <a:pt x="7057" y="630"/>
                  </a:cubicBezTo>
                  <a:cubicBezTo>
                    <a:pt x="6774" y="221"/>
                    <a:pt x="6396" y="0"/>
                    <a:pt x="59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9" name="Google Shape;5769;p84"/>
            <p:cNvSpPr/>
            <p:nvPr/>
          </p:nvSpPr>
          <p:spPr>
            <a:xfrm>
              <a:off x="3263375" y="4007025"/>
              <a:ext cx="35475" cy="35450"/>
            </a:xfrm>
            <a:custGeom>
              <a:avLst/>
              <a:gdLst/>
              <a:ahLst/>
              <a:cxnLst/>
              <a:rect l="l" t="t" r="r" b="b"/>
              <a:pathLst>
                <a:path w="1419" h="1418" extrusionOk="0">
                  <a:moveTo>
                    <a:pt x="725" y="0"/>
                  </a:moveTo>
                  <a:cubicBezTo>
                    <a:pt x="284" y="0"/>
                    <a:pt x="1" y="315"/>
                    <a:pt x="1" y="725"/>
                  </a:cubicBezTo>
                  <a:cubicBezTo>
                    <a:pt x="1" y="1103"/>
                    <a:pt x="316"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84"/>
            <p:cNvSpPr/>
            <p:nvPr/>
          </p:nvSpPr>
          <p:spPr>
            <a:xfrm>
              <a:off x="3203525" y="3955025"/>
              <a:ext cx="155175" cy="135500"/>
            </a:xfrm>
            <a:custGeom>
              <a:avLst/>
              <a:gdLst/>
              <a:ahLst/>
              <a:cxnLst/>
              <a:rect l="l" t="t" r="r" b="b"/>
              <a:pathLst>
                <a:path w="6207" h="5420" extrusionOk="0">
                  <a:moveTo>
                    <a:pt x="3119" y="1"/>
                  </a:moveTo>
                  <a:cubicBezTo>
                    <a:pt x="1386" y="1"/>
                    <a:pt x="0" y="1387"/>
                    <a:pt x="0" y="3120"/>
                  </a:cubicBezTo>
                  <a:cubicBezTo>
                    <a:pt x="0" y="4002"/>
                    <a:pt x="410" y="4853"/>
                    <a:pt x="1071" y="5420"/>
                  </a:cubicBezTo>
                  <a:cubicBezTo>
                    <a:pt x="1071" y="5231"/>
                    <a:pt x="1103" y="5042"/>
                    <a:pt x="1197" y="4853"/>
                  </a:cubicBezTo>
                  <a:cubicBezTo>
                    <a:pt x="1323" y="4380"/>
                    <a:pt x="1701" y="3971"/>
                    <a:pt x="2111" y="3750"/>
                  </a:cubicBezTo>
                  <a:cubicBezTo>
                    <a:pt x="1890" y="3498"/>
                    <a:pt x="1733" y="3151"/>
                    <a:pt x="1733" y="2805"/>
                  </a:cubicBezTo>
                  <a:cubicBezTo>
                    <a:pt x="1733" y="2049"/>
                    <a:pt x="2363" y="1419"/>
                    <a:pt x="3119" y="1419"/>
                  </a:cubicBezTo>
                  <a:cubicBezTo>
                    <a:pt x="3844" y="1419"/>
                    <a:pt x="4474" y="2049"/>
                    <a:pt x="4474" y="2805"/>
                  </a:cubicBezTo>
                  <a:cubicBezTo>
                    <a:pt x="4474" y="3151"/>
                    <a:pt x="4348" y="3498"/>
                    <a:pt x="4096" y="3750"/>
                  </a:cubicBezTo>
                  <a:cubicBezTo>
                    <a:pt x="4379" y="3876"/>
                    <a:pt x="4600" y="4097"/>
                    <a:pt x="4789" y="4380"/>
                  </a:cubicBezTo>
                  <a:cubicBezTo>
                    <a:pt x="5009" y="4695"/>
                    <a:pt x="5135" y="5042"/>
                    <a:pt x="5167" y="5420"/>
                  </a:cubicBezTo>
                  <a:cubicBezTo>
                    <a:pt x="5797" y="4853"/>
                    <a:pt x="6207" y="4065"/>
                    <a:pt x="6207" y="3120"/>
                  </a:cubicBezTo>
                  <a:cubicBezTo>
                    <a:pt x="6207" y="1387"/>
                    <a:pt x="4852" y="1"/>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71" name="Google Shape;5771;p84"/>
          <p:cNvGrpSpPr/>
          <p:nvPr/>
        </p:nvGrpSpPr>
        <p:grpSpPr>
          <a:xfrm>
            <a:off x="6632554" y="2748187"/>
            <a:ext cx="350079" cy="351320"/>
            <a:chOff x="4991425" y="3234750"/>
            <a:chExt cx="296175" cy="297225"/>
          </a:xfrm>
        </p:grpSpPr>
        <p:sp>
          <p:nvSpPr>
            <p:cNvPr id="5772" name="Google Shape;5772;p84"/>
            <p:cNvSpPr/>
            <p:nvPr/>
          </p:nvSpPr>
          <p:spPr>
            <a:xfrm>
              <a:off x="5077275" y="3304450"/>
              <a:ext cx="122100" cy="99275"/>
            </a:xfrm>
            <a:custGeom>
              <a:avLst/>
              <a:gdLst/>
              <a:ahLst/>
              <a:cxnLst/>
              <a:rect l="l" t="t" r="r" b="b"/>
              <a:pathLst>
                <a:path w="4884" h="3971" extrusionOk="0">
                  <a:moveTo>
                    <a:pt x="2426" y="1"/>
                  </a:moveTo>
                  <a:cubicBezTo>
                    <a:pt x="1103" y="1"/>
                    <a:pt x="0" y="1104"/>
                    <a:pt x="0" y="2427"/>
                  </a:cubicBezTo>
                  <a:cubicBezTo>
                    <a:pt x="0" y="3025"/>
                    <a:pt x="190" y="3530"/>
                    <a:pt x="536" y="3971"/>
                  </a:cubicBezTo>
                  <a:cubicBezTo>
                    <a:pt x="820" y="3624"/>
                    <a:pt x="1103" y="3309"/>
                    <a:pt x="1481" y="3057"/>
                  </a:cubicBezTo>
                  <a:cubicBezTo>
                    <a:pt x="1261" y="2805"/>
                    <a:pt x="1103" y="2458"/>
                    <a:pt x="1103" y="2112"/>
                  </a:cubicBezTo>
                  <a:cubicBezTo>
                    <a:pt x="1103" y="1356"/>
                    <a:pt x="1733" y="726"/>
                    <a:pt x="2489" y="726"/>
                  </a:cubicBezTo>
                  <a:cubicBezTo>
                    <a:pt x="3214" y="726"/>
                    <a:pt x="3844" y="1356"/>
                    <a:pt x="3844" y="2112"/>
                  </a:cubicBezTo>
                  <a:cubicBezTo>
                    <a:pt x="3844" y="2458"/>
                    <a:pt x="3687" y="2805"/>
                    <a:pt x="3466" y="3057"/>
                  </a:cubicBezTo>
                  <a:cubicBezTo>
                    <a:pt x="3844" y="3246"/>
                    <a:pt x="4128" y="3561"/>
                    <a:pt x="4317" y="3971"/>
                  </a:cubicBezTo>
                  <a:cubicBezTo>
                    <a:pt x="4695" y="3530"/>
                    <a:pt x="4884" y="3025"/>
                    <a:pt x="4884" y="2427"/>
                  </a:cubicBezTo>
                  <a:cubicBezTo>
                    <a:pt x="4884" y="1104"/>
                    <a:pt x="378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84"/>
            <p:cNvSpPr/>
            <p:nvPr/>
          </p:nvSpPr>
          <p:spPr>
            <a:xfrm>
              <a:off x="5121375" y="3339900"/>
              <a:ext cx="35475" cy="35475"/>
            </a:xfrm>
            <a:custGeom>
              <a:avLst/>
              <a:gdLst/>
              <a:ahLst/>
              <a:cxnLst/>
              <a:rect l="l" t="t" r="r" b="b"/>
              <a:pathLst>
                <a:path w="1419" h="1419" extrusionOk="0">
                  <a:moveTo>
                    <a:pt x="725" y="1"/>
                  </a:moveTo>
                  <a:cubicBezTo>
                    <a:pt x="316" y="1"/>
                    <a:pt x="1" y="316"/>
                    <a:pt x="1" y="694"/>
                  </a:cubicBezTo>
                  <a:cubicBezTo>
                    <a:pt x="1" y="1103"/>
                    <a:pt x="316"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84"/>
            <p:cNvSpPr/>
            <p:nvPr/>
          </p:nvSpPr>
          <p:spPr>
            <a:xfrm>
              <a:off x="5009550" y="3234750"/>
              <a:ext cx="259150" cy="261125"/>
            </a:xfrm>
            <a:custGeom>
              <a:avLst/>
              <a:gdLst/>
              <a:ahLst/>
              <a:cxnLst/>
              <a:rect l="l" t="t" r="r" b="b"/>
              <a:pathLst>
                <a:path w="10366" h="10445" extrusionOk="0">
                  <a:moveTo>
                    <a:pt x="5198" y="2159"/>
                  </a:moveTo>
                  <a:cubicBezTo>
                    <a:pt x="6931" y="2159"/>
                    <a:pt x="8286" y="3514"/>
                    <a:pt x="8286" y="5246"/>
                  </a:cubicBezTo>
                  <a:cubicBezTo>
                    <a:pt x="8286" y="6916"/>
                    <a:pt x="6931" y="8365"/>
                    <a:pt x="5198" y="8365"/>
                  </a:cubicBezTo>
                  <a:cubicBezTo>
                    <a:pt x="3340" y="8365"/>
                    <a:pt x="2079" y="6822"/>
                    <a:pt x="2079" y="5246"/>
                  </a:cubicBezTo>
                  <a:cubicBezTo>
                    <a:pt x="2079" y="3514"/>
                    <a:pt x="3497" y="2159"/>
                    <a:pt x="5198" y="2159"/>
                  </a:cubicBezTo>
                  <a:close/>
                  <a:moveTo>
                    <a:pt x="5167" y="1"/>
                  </a:moveTo>
                  <a:cubicBezTo>
                    <a:pt x="5088" y="1"/>
                    <a:pt x="5009" y="17"/>
                    <a:pt x="4946" y="48"/>
                  </a:cubicBezTo>
                  <a:lnTo>
                    <a:pt x="4001" y="836"/>
                  </a:lnTo>
                  <a:lnTo>
                    <a:pt x="2773" y="678"/>
                  </a:lnTo>
                  <a:cubicBezTo>
                    <a:pt x="2756" y="675"/>
                    <a:pt x="2739" y="673"/>
                    <a:pt x="2723" y="673"/>
                  </a:cubicBezTo>
                  <a:cubicBezTo>
                    <a:pt x="2583" y="673"/>
                    <a:pt x="2454" y="786"/>
                    <a:pt x="2426" y="899"/>
                  </a:cubicBezTo>
                  <a:lnTo>
                    <a:pt x="1953" y="2033"/>
                  </a:lnTo>
                  <a:lnTo>
                    <a:pt x="819" y="2505"/>
                  </a:lnTo>
                  <a:cubicBezTo>
                    <a:pt x="662" y="2568"/>
                    <a:pt x="567" y="2694"/>
                    <a:pt x="630" y="2852"/>
                  </a:cubicBezTo>
                  <a:lnTo>
                    <a:pt x="788" y="4081"/>
                  </a:lnTo>
                  <a:lnTo>
                    <a:pt x="32" y="5026"/>
                  </a:lnTo>
                  <a:cubicBezTo>
                    <a:pt x="0" y="5183"/>
                    <a:pt x="0" y="5341"/>
                    <a:pt x="63" y="5467"/>
                  </a:cubicBezTo>
                  <a:lnTo>
                    <a:pt x="819" y="6381"/>
                  </a:lnTo>
                  <a:lnTo>
                    <a:pt x="662" y="7609"/>
                  </a:lnTo>
                  <a:cubicBezTo>
                    <a:pt x="630" y="7767"/>
                    <a:pt x="725" y="7924"/>
                    <a:pt x="851" y="7956"/>
                  </a:cubicBezTo>
                  <a:lnTo>
                    <a:pt x="1985" y="8428"/>
                  </a:lnTo>
                  <a:lnTo>
                    <a:pt x="2457" y="9594"/>
                  </a:lnTo>
                  <a:cubicBezTo>
                    <a:pt x="2536" y="9725"/>
                    <a:pt x="2637" y="9791"/>
                    <a:pt x="2741" y="9791"/>
                  </a:cubicBezTo>
                  <a:cubicBezTo>
                    <a:pt x="2762" y="9791"/>
                    <a:pt x="2783" y="9788"/>
                    <a:pt x="2804" y="9783"/>
                  </a:cubicBezTo>
                  <a:lnTo>
                    <a:pt x="4033" y="9626"/>
                  </a:lnTo>
                  <a:lnTo>
                    <a:pt x="4978" y="10382"/>
                  </a:lnTo>
                  <a:cubicBezTo>
                    <a:pt x="5072" y="10413"/>
                    <a:pt x="5104" y="10445"/>
                    <a:pt x="5167" y="10445"/>
                  </a:cubicBezTo>
                  <a:cubicBezTo>
                    <a:pt x="5261" y="10445"/>
                    <a:pt x="5324" y="10413"/>
                    <a:pt x="5387" y="10382"/>
                  </a:cubicBezTo>
                  <a:lnTo>
                    <a:pt x="6333" y="9626"/>
                  </a:lnTo>
                  <a:lnTo>
                    <a:pt x="7530" y="9783"/>
                  </a:lnTo>
                  <a:cubicBezTo>
                    <a:pt x="7687" y="9783"/>
                    <a:pt x="7876" y="9689"/>
                    <a:pt x="7908" y="9594"/>
                  </a:cubicBezTo>
                  <a:lnTo>
                    <a:pt x="8380" y="8428"/>
                  </a:lnTo>
                  <a:lnTo>
                    <a:pt x="9515" y="7956"/>
                  </a:lnTo>
                  <a:cubicBezTo>
                    <a:pt x="9672" y="7893"/>
                    <a:pt x="9735" y="7767"/>
                    <a:pt x="9704" y="7609"/>
                  </a:cubicBezTo>
                  <a:lnTo>
                    <a:pt x="9546" y="6381"/>
                  </a:lnTo>
                  <a:lnTo>
                    <a:pt x="10302" y="5467"/>
                  </a:lnTo>
                  <a:cubicBezTo>
                    <a:pt x="10365" y="5341"/>
                    <a:pt x="10365" y="5120"/>
                    <a:pt x="10302" y="5026"/>
                  </a:cubicBezTo>
                  <a:lnTo>
                    <a:pt x="9546" y="4081"/>
                  </a:lnTo>
                  <a:lnTo>
                    <a:pt x="9704" y="2852"/>
                  </a:lnTo>
                  <a:cubicBezTo>
                    <a:pt x="9735" y="2694"/>
                    <a:pt x="9641" y="2537"/>
                    <a:pt x="9515" y="2505"/>
                  </a:cubicBezTo>
                  <a:lnTo>
                    <a:pt x="8380" y="2033"/>
                  </a:lnTo>
                  <a:lnTo>
                    <a:pt x="7908" y="899"/>
                  </a:lnTo>
                  <a:cubicBezTo>
                    <a:pt x="7826" y="762"/>
                    <a:pt x="7719" y="672"/>
                    <a:pt x="7589" y="672"/>
                  </a:cubicBezTo>
                  <a:cubicBezTo>
                    <a:pt x="7570" y="672"/>
                    <a:pt x="7550" y="674"/>
                    <a:pt x="7530" y="678"/>
                  </a:cubicBezTo>
                  <a:lnTo>
                    <a:pt x="6333" y="836"/>
                  </a:lnTo>
                  <a:lnTo>
                    <a:pt x="5387" y="48"/>
                  </a:lnTo>
                  <a:cubicBezTo>
                    <a:pt x="5324" y="17"/>
                    <a:pt x="5246" y="1"/>
                    <a:pt x="5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84"/>
            <p:cNvSpPr/>
            <p:nvPr/>
          </p:nvSpPr>
          <p:spPr>
            <a:xfrm>
              <a:off x="5105625" y="3391900"/>
              <a:ext cx="66975" cy="34675"/>
            </a:xfrm>
            <a:custGeom>
              <a:avLst/>
              <a:gdLst/>
              <a:ahLst/>
              <a:cxnLst/>
              <a:rect l="l" t="t" r="r" b="b"/>
              <a:pathLst>
                <a:path w="2679" h="1387" extrusionOk="0">
                  <a:moveTo>
                    <a:pt x="1355" y="0"/>
                  </a:moveTo>
                  <a:cubicBezTo>
                    <a:pt x="725" y="0"/>
                    <a:pt x="190" y="441"/>
                    <a:pt x="1" y="977"/>
                  </a:cubicBezTo>
                  <a:cubicBezTo>
                    <a:pt x="410" y="1229"/>
                    <a:pt x="820" y="1386"/>
                    <a:pt x="1355" y="1386"/>
                  </a:cubicBezTo>
                  <a:cubicBezTo>
                    <a:pt x="1859" y="1386"/>
                    <a:pt x="2301" y="1229"/>
                    <a:pt x="2679" y="977"/>
                  </a:cubicBezTo>
                  <a:cubicBezTo>
                    <a:pt x="2521" y="410"/>
                    <a:pt x="1985"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84"/>
            <p:cNvSpPr/>
            <p:nvPr/>
          </p:nvSpPr>
          <p:spPr>
            <a:xfrm>
              <a:off x="5192275" y="3443075"/>
              <a:ext cx="95325" cy="86975"/>
            </a:xfrm>
            <a:custGeom>
              <a:avLst/>
              <a:gdLst/>
              <a:ahLst/>
              <a:cxnLst/>
              <a:rect l="l" t="t" r="r" b="b"/>
              <a:pathLst>
                <a:path w="3813" h="3479" extrusionOk="0">
                  <a:moveTo>
                    <a:pt x="2867" y="1"/>
                  </a:moveTo>
                  <a:cubicBezTo>
                    <a:pt x="2741" y="127"/>
                    <a:pt x="2647" y="221"/>
                    <a:pt x="2489" y="284"/>
                  </a:cubicBezTo>
                  <a:lnTo>
                    <a:pt x="1607" y="631"/>
                  </a:lnTo>
                  <a:lnTo>
                    <a:pt x="1260" y="1482"/>
                  </a:lnTo>
                  <a:cubicBezTo>
                    <a:pt x="1103" y="1891"/>
                    <a:pt x="693" y="2112"/>
                    <a:pt x="284" y="2112"/>
                  </a:cubicBezTo>
                  <a:lnTo>
                    <a:pt x="158" y="2112"/>
                  </a:lnTo>
                  <a:lnTo>
                    <a:pt x="0" y="2080"/>
                  </a:lnTo>
                  <a:lnTo>
                    <a:pt x="1166" y="3372"/>
                  </a:lnTo>
                  <a:cubicBezTo>
                    <a:pt x="1237" y="3443"/>
                    <a:pt x="1343" y="3478"/>
                    <a:pt x="1445" y="3478"/>
                  </a:cubicBezTo>
                  <a:cubicBezTo>
                    <a:pt x="1479" y="3478"/>
                    <a:pt x="1512" y="3474"/>
                    <a:pt x="1544" y="3466"/>
                  </a:cubicBezTo>
                  <a:cubicBezTo>
                    <a:pt x="1638" y="3403"/>
                    <a:pt x="1764" y="3340"/>
                    <a:pt x="1764" y="3183"/>
                  </a:cubicBezTo>
                  <a:lnTo>
                    <a:pt x="2080" y="1639"/>
                  </a:lnTo>
                  <a:lnTo>
                    <a:pt x="3497" y="1324"/>
                  </a:lnTo>
                  <a:cubicBezTo>
                    <a:pt x="3532" y="1338"/>
                    <a:pt x="3563" y="1344"/>
                    <a:pt x="3592" y="1344"/>
                  </a:cubicBezTo>
                  <a:cubicBezTo>
                    <a:pt x="3693" y="1344"/>
                    <a:pt x="3756" y="1265"/>
                    <a:pt x="3781" y="1167"/>
                  </a:cubicBezTo>
                  <a:cubicBezTo>
                    <a:pt x="3812" y="1072"/>
                    <a:pt x="3781" y="946"/>
                    <a:pt x="3686" y="820"/>
                  </a:cubicBezTo>
                  <a:lnTo>
                    <a:pt x="28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84"/>
            <p:cNvSpPr/>
            <p:nvPr/>
          </p:nvSpPr>
          <p:spPr>
            <a:xfrm>
              <a:off x="4991425" y="3444650"/>
              <a:ext cx="95325" cy="87325"/>
            </a:xfrm>
            <a:custGeom>
              <a:avLst/>
              <a:gdLst/>
              <a:ahLst/>
              <a:cxnLst/>
              <a:rect l="l" t="t" r="r" b="b"/>
              <a:pathLst>
                <a:path w="3813" h="3493" extrusionOk="0">
                  <a:moveTo>
                    <a:pt x="946" y="1"/>
                  </a:moveTo>
                  <a:lnTo>
                    <a:pt x="126" y="851"/>
                  </a:lnTo>
                  <a:cubicBezTo>
                    <a:pt x="0" y="851"/>
                    <a:pt x="0" y="1009"/>
                    <a:pt x="32" y="1104"/>
                  </a:cubicBezTo>
                  <a:cubicBezTo>
                    <a:pt x="95" y="1230"/>
                    <a:pt x="158" y="1324"/>
                    <a:pt x="315" y="1356"/>
                  </a:cubicBezTo>
                  <a:lnTo>
                    <a:pt x="1733" y="1671"/>
                  </a:lnTo>
                  <a:lnTo>
                    <a:pt x="2048" y="3214"/>
                  </a:lnTo>
                  <a:cubicBezTo>
                    <a:pt x="2080" y="3309"/>
                    <a:pt x="2174" y="3435"/>
                    <a:pt x="2300" y="3466"/>
                  </a:cubicBezTo>
                  <a:cubicBezTo>
                    <a:pt x="2328" y="3485"/>
                    <a:pt x="2361" y="3492"/>
                    <a:pt x="2396" y="3492"/>
                  </a:cubicBezTo>
                  <a:cubicBezTo>
                    <a:pt x="2482" y="3492"/>
                    <a:pt x="2580" y="3448"/>
                    <a:pt x="2647" y="3403"/>
                  </a:cubicBezTo>
                  <a:lnTo>
                    <a:pt x="3813" y="2112"/>
                  </a:lnTo>
                  <a:lnTo>
                    <a:pt x="3813" y="2112"/>
                  </a:lnTo>
                  <a:lnTo>
                    <a:pt x="3624" y="2143"/>
                  </a:lnTo>
                  <a:lnTo>
                    <a:pt x="3561" y="2143"/>
                  </a:lnTo>
                  <a:cubicBezTo>
                    <a:pt x="3119" y="2143"/>
                    <a:pt x="2773" y="1891"/>
                    <a:pt x="2552" y="1513"/>
                  </a:cubicBezTo>
                  <a:lnTo>
                    <a:pt x="2206" y="631"/>
                  </a:lnTo>
                  <a:lnTo>
                    <a:pt x="1355" y="284"/>
                  </a:lnTo>
                  <a:cubicBezTo>
                    <a:pt x="1198" y="221"/>
                    <a:pt x="1072" y="127"/>
                    <a:pt x="9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78" name="Google Shape;5778;p84"/>
          <p:cNvGrpSpPr/>
          <p:nvPr/>
        </p:nvGrpSpPr>
        <p:grpSpPr>
          <a:xfrm>
            <a:off x="6632554" y="3217750"/>
            <a:ext cx="350079" cy="308177"/>
            <a:chOff x="4991425" y="3617150"/>
            <a:chExt cx="296175" cy="260725"/>
          </a:xfrm>
        </p:grpSpPr>
        <p:sp>
          <p:nvSpPr>
            <p:cNvPr id="5779" name="Google Shape;5779;p84"/>
            <p:cNvSpPr/>
            <p:nvPr/>
          </p:nvSpPr>
          <p:spPr>
            <a:xfrm>
              <a:off x="5069400" y="3738450"/>
              <a:ext cx="139425" cy="139425"/>
            </a:xfrm>
            <a:custGeom>
              <a:avLst/>
              <a:gdLst/>
              <a:ahLst/>
              <a:cxnLst/>
              <a:rect l="l" t="t" r="r" b="b"/>
              <a:pathLst>
                <a:path w="5577" h="5577" extrusionOk="0">
                  <a:moveTo>
                    <a:pt x="2804" y="0"/>
                  </a:moveTo>
                  <a:cubicBezTo>
                    <a:pt x="1607" y="0"/>
                    <a:pt x="1450" y="725"/>
                    <a:pt x="1009" y="3308"/>
                  </a:cubicBezTo>
                  <a:cubicBezTo>
                    <a:pt x="946" y="3749"/>
                    <a:pt x="851" y="4285"/>
                    <a:pt x="757" y="4883"/>
                  </a:cubicBezTo>
                  <a:lnTo>
                    <a:pt x="347" y="4883"/>
                  </a:lnTo>
                  <a:cubicBezTo>
                    <a:pt x="158" y="4883"/>
                    <a:pt x="0" y="5041"/>
                    <a:pt x="0" y="5230"/>
                  </a:cubicBezTo>
                  <a:cubicBezTo>
                    <a:pt x="0" y="5419"/>
                    <a:pt x="158" y="5576"/>
                    <a:pt x="347" y="5576"/>
                  </a:cubicBezTo>
                  <a:lnTo>
                    <a:pt x="5230" y="5576"/>
                  </a:lnTo>
                  <a:cubicBezTo>
                    <a:pt x="5419" y="5545"/>
                    <a:pt x="5577" y="5387"/>
                    <a:pt x="5577" y="5198"/>
                  </a:cubicBezTo>
                  <a:cubicBezTo>
                    <a:pt x="5577" y="5009"/>
                    <a:pt x="5419" y="4852"/>
                    <a:pt x="5230" y="4852"/>
                  </a:cubicBezTo>
                  <a:lnTo>
                    <a:pt x="4852" y="4852"/>
                  </a:lnTo>
                  <a:cubicBezTo>
                    <a:pt x="4726" y="4253"/>
                    <a:pt x="4632" y="3749"/>
                    <a:pt x="4569" y="3277"/>
                  </a:cubicBezTo>
                  <a:cubicBezTo>
                    <a:pt x="4128" y="756"/>
                    <a:pt x="3970" y="0"/>
                    <a:pt x="2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84"/>
            <p:cNvSpPr/>
            <p:nvPr/>
          </p:nvSpPr>
          <p:spPr>
            <a:xfrm>
              <a:off x="5200150" y="3617150"/>
              <a:ext cx="69325" cy="69325"/>
            </a:xfrm>
            <a:custGeom>
              <a:avLst/>
              <a:gdLst/>
              <a:ahLst/>
              <a:cxnLst/>
              <a:rect l="l" t="t" r="r" b="b"/>
              <a:pathLst>
                <a:path w="2773" h="2773" extrusionOk="0">
                  <a:moveTo>
                    <a:pt x="1386" y="0"/>
                  </a:moveTo>
                  <a:cubicBezTo>
                    <a:pt x="630" y="0"/>
                    <a:pt x="0" y="630"/>
                    <a:pt x="0" y="1387"/>
                  </a:cubicBezTo>
                  <a:cubicBezTo>
                    <a:pt x="0" y="2111"/>
                    <a:pt x="630" y="2773"/>
                    <a:pt x="1386" y="2773"/>
                  </a:cubicBezTo>
                  <a:cubicBezTo>
                    <a:pt x="2143" y="2773"/>
                    <a:pt x="2773" y="2111"/>
                    <a:pt x="2773" y="1387"/>
                  </a:cubicBezTo>
                  <a:cubicBezTo>
                    <a:pt x="2773" y="630"/>
                    <a:pt x="2143" y="0"/>
                    <a:pt x="13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84"/>
            <p:cNvSpPr/>
            <p:nvPr/>
          </p:nvSpPr>
          <p:spPr>
            <a:xfrm>
              <a:off x="5009550" y="3617150"/>
              <a:ext cx="68525" cy="69325"/>
            </a:xfrm>
            <a:custGeom>
              <a:avLst/>
              <a:gdLst/>
              <a:ahLst/>
              <a:cxnLst/>
              <a:rect l="l" t="t" r="r" b="b"/>
              <a:pathLst>
                <a:path w="2741" h="2773" extrusionOk="0">
                  <a:moveTo>
                    <a:pt x="1355" y="0"/>
                  </a:moveTo>
                  <a:cubicBezTo>
                    <a:pt x="599" y="0"/>
                    <a:pt x="0" y="630"/>
                    <a:pt x="0" y="1387"/>
                  </a:cubicBezTo>
                  <a:cubicBezTo>
                    <a:pt x="0" y="2143"/>
                    <a:pt x="599" y="2773"/>
                    <a:pt x="1355" y="2773"/>
                  </a:cubicBezTo>
                  <a:cubicBezTo>
                    <a:pt x="2111" y="2773"/>
                    <a:pt x="2741" y="2143"/>
                    <a:pt x="2741" y="1387"/>
                  </a:cubicBezTo>
                  <a:cubicBezTo>
                    <a:pt x="2741" y="630"/>
                    <a:pt x="2111"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84"/>
            <p:cNvSpPr/>
            <p:nvPr/>
          </p:nvSpPr>
          <p:spPr>
            <a:xfrm>
              <a:off x="4991425" y="3686450"/>
              <a:ext cx="104775" cy="52025"/>
            </a:xfrm>
            <a:custGeom>
              <a:avLst/>
              <a:gdLst/>
              <a:ahLst/>
              <a:cxnLst/>
              <a:rect l="l" t="t" r="r" b="b"/>
              <a:pathLst>
                <a:path w="4191" h="2081" extrusionOk="0">
                  <a:moveTo>
                    <a:pt x="568" y="1"/>
                  </a:moveTo>
                  <a:cubicBezTo>
                    <a:pt x="252" y="347"/>
                    <a:pt x="0" y="851"/>
                    <a:pt x="0" y="1356"/>
                  </a:cubicBezTo>
                  <a:lnTo>
                    <a:pt x="0" y="1734"/>
                  </a:lnTo>
                  <a:cubicBezTo>
                    <a:pt x="0" y="1923"/>
                    <a:pt x="158" y="2080"/>
                    <a:pt x="347" y="2080"/>
                  </a:cubicBezTo>
                  <a:lnTo>
                    <a:pt x="3813" y="2080"/>
                  </a:lnTo>
                  <a:cubicBezTo>
                    <a:pt x="4033" y="2080"/>
                    <a:pt x="4191" y="1923"/>
                    <a:pt x="4191" y="1734"/>
                  </a:cubicBezTo>
                  <a:lnTo>
                    <a:pt x="4191" y="1356"/>
                  </a:lnTo>
                  <a:cubicBezTo>
                    <a:pt x="4191" y="820"/>
                    <a:pt x="3970" y="347"/>
                    <a:pt x="3624" y="1"/>
                  </a:cubicBezTo>
                  <a:cubicBezTo>
                    <a:pt x="3245" y="410"/>
                    <a:pt x="2678" y="694"/>
                    <a:pt x="2080" y="694"/>
                  </a:cubicBezTo>
                  <a:cubicBezTo>
                    <a:pt x="1513" y="694"/>
                    <a:pt x="946" y="410"/>
                    <a:pt x="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84"/>
            <p:cNvSpPr/>
            <p:nvPr/>
          </p:nvSpPr>
          <p:spPr>
            <a:xfrm>
              <a:off x="5183600" y="3686450"/>
              <a:ext cx="104000" cy="52025"/>
            </a:xfrm>
            <a:custGeom>
              <a:avLst/>
              <a:gdLst/>
              <a:ahLst/>
              <a:cxnLst/>
              <a:rect l="l" t="t" r="r" b="b"/>
              <a:pathLst>
                <a:path w="4160" h="2081" extrusionOk="0">
                  <a:moveTo>
                    <a:pt x="536" y="1"/>
                  </a:moveTo>
                  <a:cubicBezTo>
                    <a:pt x="221" y="347"/>
                    <a:pt x="1" y="851"/>
                    <a:pt x="1" y="1356"/>
                  </a:cubicBezTo>
                  <a:lnTo>
                    <a:pt x="1" y="1702"/>
                  </a:lnTo>
                  <a:cubicBezTo>
                    <a:pt x="1" y="1923"/>
                    <a:pt x="158" y="2080"/>
                    <a:pt x="347" y="2080"/>
                  </a:cubicBezTo>
                  <a:lnTo>
                    <a:pt x="3813" y="2080"/>
                  </a:lnTo>
                  <a:cubicBezTo>
                    <a:pt x="4002" y="2080"/>
                    <a:pt x="4159" y="1923"/>
                    <a:pt x="4159" y="1702"/>
                  </a:cubicBezTo>
                  <a:lnTo>
                    <a:pt x="4159" y="1356"/>
                  </a:lnTo>
                  <a:cubicBezTo>
                    <a:pt x="4159" y="820"/>
                    <a:pt x="3970" y="347"/>
                    <a:pt x="3624" y="1"/>
                  </a:cubicBezTo>
                  <a:cubicBezTo>
                    <a:pt x="3214" y="410"/>
                    <a:pt x="2679" y="694"/>
                    <a:pt x="2080" y="694"/>
                  </a:cubicBezTo>
                  <a:cubicBezTo>
                    <a:pt x="1450" y="694"/>
                    <a:pt x="946" y="410"/>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4" name="Google Shape;5784;p84"/>
            <p:cNvSpPr/>
            <p:nvPr/>
          </p:nvSpPr>
          <p:spPr>
            <a:xfrm>
              <a:off x="5187550" y="3755775"/>
              <a:ext cx="100050" cy="52800"/>
            </a:xfrm>
            <a:custGeom>
              <a:avLst/>
              <a:gdLst/>
              <a:ahLst/>
              <a:cxnLst/>
              <a:rect l="l" t="t" r="r" b="b"/>
              <a:pathLst>
                <a:path w="4002" h="2112" extrusionOk="0">
                  <a:moveTo>
                    <a:pt x="0" y="0"/>
                  </a:moveTo>
                  <a:cubicBezTo>
                    <a:pt x="189" y="567"/>
                    <a:pt x="315" y="1229"/>
                    <a:pt x="473" y="2111"/>
                  </a:cubicBezTo>
                  <a:lnTo>
                    <a:pt x="3655" y="2111"/>
                  </a:lnTo>
                  <a:cubicBezTo>
                    <a:pt x="3844" y="2111"/>
                    <a:pt x="4001" y="1954"/>
                    <a:pt x="4001" y="1733"/>
                  </a:cubicBezTo>
                  <a:lnTo>
                    <a:pt x="4001" y="378"/>
                  </a:lnTo>
                  <a:cubicBezTo>
                    <a:pt x="3970" y="158"/>
                    <a:pt x="3844" y="0"/>
                    <a:pt x="36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84"/>
            <p:cNvSpPr/>
            <p:nvPr/>
          </p:nvSpPr>
          <p:spPr>
            <a:xfrm>
              <a:off x="4991425" y="3755775"/>
              <a:ext cx="100850" cy="52000"/>
            </a:xfrm>
            <a:custGeom>
              <a:avLst/>
              <a:gdLst/>
              <a:ahLst/>
              <a:cxnLst/>
              <a:rect l="l" t="t" r="r" b="b"/>
              <a:pathLst>
                <a:path w="4034" h="2080" extrusionOk="0">
                  <a:moveTo>
                    <a:pt x="347" y="0"/>
                  </a:moveTo>
                  <a:cubicBezTo>
                    <a:pt x="158" y="0"/>
                    <a:pt x="0" y="158"/>
                    <a:pt x="0" y="347"/>
                  </a:cubicBezTo>
                  <a:lnTo>
                    <a:pt x="0" y="1733"/>
                  </a:lnTo>
                  <a:cubicBezTo>
                    <a:pt x="0" y="1954"/>
                    <a:pt x="158" y="2080"/>
                    <a:pt x="347" y="2080"/>
                  </a:cubicBezTo>
                  <a:lnTo>
                    <a:pt x="3561" y="2080"/>
                  </a:lnTo>
                  <a:cubicBezTo>
                    <a:pt x="3718" y="1229"/>
                    <a:pt x="3813" y="567"/>
                    <a:pt x="4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6" name="Google Shape;5786;p84"/>
          <p:cNvGrpSpPr/>
          <p:nvPr/>
        </p:nvGrpSpPr>
        <p:grpSpPr>
          <a:xfrm>
            <a:off x="6709827" y="3673341"/>
            <a:ext cx="195532" cy="349163"/>
            <a:chOff x="5056800" y="3962900"/>
            <a:chExt cx="165425" cy="295400"/>
          </a:xfrm>
        </p:grpSpPr>
        <p:sp>
          <p:nvSpPr>
            <p:cNvPr id="5787" name="Google Shape;5787;p84"/>
            <p:cNvSpPr/>
            <p:nvPr/>
          </p:nvSpPr>
          <p:spPr>
            <a:xfrm>
              <a:off x="5155250" y="4042450"/>
              <a:ext cx="66975" cy="104800"/>
            </a:xfrm>
            <a:custGeom>
              <a:avLst/>
              <a:gdLst/>
              <a:ahLst/>
              <a:cxnLst/>
              <a:rect l="l" t="t" r="r" b="b"/>
              <a:pathLst>
                <a:path w="2679" h="4192" extrusionOk="0">
                  <a:moveTo>
                    <a:pt x="0" y="1"/>
                  </a:moveTo>
                  <a:lnTo>
                    <a:pt x="505" y="3467"/>
                  </a:lnTo>
                  <a:lnTo>
                    <a:pt x="1103" y="4065"/>
                  </a:lnTo>
                  <a:cubicBezTo>
                    <a:pt x="1166" y="4128"/>
                    <a:pt x="1261" y="4191"/>
                    <a:pt x="1324" y="4191"/>
                  </a:cubicBezTo>
                  <a:lnTo>
                    <a:pt x="2300" y="4191"/>
                  </a:lnTo>
                  <a:cubicBezTo>
                    <a:pt x="2521" y="4191"/>
                    <a:pt x="2678" y="4034"/>
                    <a:pt x="2678" y="3813"/>
                  </a:cubicBezTo>
                  <a:lnTo>
                    <a:pt x="2678" y="2805"/>
                  </a:lnTo>
                  <a:cubicBezTo>
                    <a:pt x="2678" y="2710"/>
                    <a:pt x="2615" y="2616"/>
                    <a:pt x="2552" y="2553"/>
                  </a:cubicBez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84"/>
            <p:cNvSpPr/>
            <p:nvPr/>
          </p:nvSpPr>
          <p:spPr>
            <a:xfrm>
              <a:off x="5065450" y="3962900"/>
              <a:ext cx="88250" cy="52025"/>
            </a:xfrm>
            <a:custGeom>
              <a:avLst/>
              <a:gdLst/>
              <a:ahLst/>
              <a:cxnLst/>
              <a:rect l="l" t="t" r="r" b="b"/>
              <a:pathLst>
                <a:path w="3530" h="2081" extrusionOk="0">
                  <a:moveTo>
                    <a:pt x="347" y="1"/>
                  </a:moveTo>
                  <a:cubicBezTo>
                    <a:pt x="221" y="1"/>
                    <a:pt x="158" y="33"/>
                    <a:pt x="64" y="159"/>
                  </a:cubicBezTo>
                  <a:cubicBezTo>
                    <a:pt x="1" y="222"/>
                    <a:pt x="1" y="348"/>
                    <a:pt x="32" y="474"/>
                  </a:cubicBezTo>
                  <a:lnTo>
                    <a:pt x="568" y="2080"/>
                  </a:lnTo>
                  <a:lnTo>
                    <a:pt x="2931" y="2080"/>
                  </a:lnTo>
                  <a:lnTo>
                    <a:pt x="3498" y="474"/>
                  </a:lnTo>
                  <a:cubicBezTo>
                    <a:pt x="3529" y="348"/>
                    <a:pt x="3498" y="222"/>
                    <a:pt x="3466" y="159"/>
                  </a:cubicBezTo>
                  <a:cubicBezTo>
                    <a:pt x="3340" y="64"/>
                    <a:pt x="3214" y="1"/>
                    <a:pt x="3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84"/>
            <p:cNvSpPr/>
            <p:nvPr/>
          </p:nvSpPr>
          <p:spPr>
            <a:xfrm>
              <a:off x="5056800" y="4032225"/>
              <a:ext cx="104000" cy="226075"/>
            </a:xfrm>
            <a:custGeom>
              <a:avLst/>
              <a:gdLst/>
              <a:ahLst/>
              <a:cxnLst/>
              <a:rect l="l" t="t" r="r" b="b"/>
              <a:pathLst>
                <a:path w="4160" h="9043" extrusionOk="0">
                  <a:moveTo>
                    <a:pt x="977" y="0"/>
                  </a:moveTo>
                  <a:lnTo>
                    <a:pt x="0" y="6553"/>
                  </a:lnTo>
                  <a:cubicBezTo>
                    <a:pt x="0" y="6648"/>
                    <a:pt x="0" y="6742"/>
                    <a:pt x="63" y="6837"/>
                  </a:cubicBezTo>
                  <a:lnTo>
                    <a:pt x="1796" y="8916"/>
                  </a:lnTo>
                  <a:cubicBezTo>
                    <a:pt x="1859" y="9011"/>
                    <a:pt x="1954" y="9042"/>
                    <a:pt x="2080" y="9042"/>
                  </a:cubicBezTo>
                  <a:cubicBezTo>
                    <a:pt x="2174" y="9042"/>
                    <a:pt x="2269" y="9011"/>
                    <a:pt x="2332" y="8916"/>
                  </a:cubicBezTo>
                  <a:lnTo>
                    <a:pt x="4065" y="6837"/>
                  </a:lnTo>
                  <a:cubicBezTo>
                    <a:pt x="4159" y="6742"/>
                    <a:pt x="4159" y="6679"/>
                    <a:pt x="4159" y="6553"/>
                  </a:cubicBezTo>
                  <a:lnTo>
                    <a:pt x="31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0" name="Google Shape;5790;p84"/>
          <p:cNvGrpSpPr/>
          <p:nvPr/>
        </p:nvGrpSpPr>
        <p:grpSpPr>
          <a:xfrm>
            <a:off x="7961125" y="3673357"/>
            <a:ext cx="350995" cy="349133"/>
            <a:chOff x="6168925" y="3936925"/>
            <a:chExt cx="296950" cy="295375"/>
          </a:xfrm>
        </p:grpSpPr>
        <p:sp>
          <p:nvSpPr>
            <p:cNvPr id="5791" name="Google Shape;5791;p84"/>
            <p:cNvSpPr/>
            <p:nvPr/>
          </p:nvSpPr>
          <p:spPr>
            <a:xfrm>
              <a:off x="6220900" y="416455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84"/>
            <p:cNvSpPr/>
            <p:nvPr/>
          </p:nvSpPr>
          <p:spPr>
            <a:xfrm>
              <a:off x="6168925" y="3972375"/>
              <a:ext cx="227650" cy="259925"/>
            </a:xfrm>
            <a:custGeom>
              <a:avLst/>
              <a:gdLst/>
              <a:ahLst/>
              <a:cxnLst/>
              <a:rect l="l" t="t" r="r" b="b"/>
              <a:pathLst>
                <a:path w="9106" h="10397" extrusionOk="0">
                  <a:moveTo>
                    <a:pt x="3115" y="2135"/>
                  </a:moveTo>
                  <a:cubicBezTo>
                    <a:pt x="3206" y="2135"/>
                    <a:pt x="3293" y="2158"/>
                    <a:pt x="3340" y="2205"/>
                  </a:cubicBezTo>
                  <a:cubicBezTo>
                    <a:pt x="3466" y="2331"/>
                    <a:pt x="3466" y="2583"/>
                    <a:pt x="3340" y="2678"/>
                  </a:cubicBezTo>
                  <a:lnTo>
                    <a:pt x="2930" y="3119"/>
                  </a:lnTo>
                  <a:lnTo>
                    <a:pt x="3340" y="3560"/>
                  </a:lnTo>
                  <a:cubicBezTo>
                    <a:pt x="3466" y="3686"/>
                    <a:pt x="3466" y="3907"/>
                    <a:pt x="3340" y="4033"/>
                  </a:cubicBezTo>
                  <a:cubicBezTo>
                    <a:pt x="3293" y="4096"/>
                    <a:pt x="3206" y="4127"/>
                    <a:pt x="3115" y="4127"/>
                  </a:cubicBezTo>
                  <a:cubicBezTo>
                    <a:pt x="3025" y="4127"/>
                    <a:pt x="2930" y="4096"/>
                    <a:pt x="2867" y="4033"/>
                  </a:cubicBezTo>
                  <a:lnTo>
                    <a:pt x="2458" y="3592"/>
                  </a:lnTo>
                  <a:lnTo>
                    <a:pt x="2017" y="4033"/>
                  </a:lnTo>
                  <a:cubicBezTo>
                    <a:pt x="1954" y="4096"/>
                    <a:pt x="1867" y="4127"/>
                    <a:pt x="1780" y="4127"/>
                  </a:cubicBezTo>
                  <a:cubicBezTo>
                    <a:pt x="1694" y="4127"/>
                    <a:pt x="1607" y="4096"/>
                    <a:pt x="1544" y="4033"/>
                  </a:cubicBezTo>
                  <a:cubicBezTo>
                    <a:pt x="1418" y="3907"/>
                    <a:pt x="1418" y="3686"/>
                    <a:pt x="1544" y="3560"/>
                  </a:cubicBezTo>
                  <a:lnTo>
                    <a:pt x="1985" y="3119"/>
                  </a:lnTo>
                  <a:lnTo>
                    <a:pt x="1544" y="2678"/>
                  </a:lnTo>
                  <a:cubicBezTo>
                    <a:pt x="1418" y="2583"/>
                    <a:pt x="1418" y="2331"/>
                    <a:pt x="1544" y="2205"/>
                  </a:cubicBezTo>
                  <a:cubicBezTo>
                    <a:pt x="1591" y="2158"/>
                    <a:pt x="1678" y="2135"/>
                    <a:pt x="1769" y="2135"/>
                  </a:cubicBezTo>
                  <a:cubicBezTo>
                    <a:pt x="1859" y="2135"/>
                    <a:pt x="1954" y="2158"/>
                    <a:pt x="2017" y="2205"/>
                  </a:cubicBezTo>
                  <a:lnTo>
                    <a:pt x="2458" y="2646"/>
                  </a:lnTo>
                  <a:lnTo>
                    <a:pt x="2867" y="2205"/>
                  </a:lnTo>
                  <a:cubicBezTo>
                    <a:pt x="2930" y="2158"/>
                    <a:pt x="3025" y="2135"/>
                    <a:pt x="3115" y="2135"/>
                  </a:cubicBezTo>
                  <a:close/>
                  <a:moveTo>
                    <a:pt x="6727" y="2079"/>
                  </a:moveTo>
                  <a:cubicBezTo>
                    <a:pt x="6813" y="2079"/>
                    <a:pt x="6900" y="2111"/>
                    <a:pt x="6963" y="2174"/>
                  </a:cubicBezTo>
                  <a:lnTo>
                    <a:pt x="7688" y="2898"/>
                  </a:lnTo>
                  <a:cubicBezTo>
                    <a:pt x="7719" y="2993"/>
                    <a:pt x="7719" y="3245"/>
                    <a:pt x="7593" y="3371"/>
                  </a:cubicBezTo>
                  <a:cubicBezTo>
                    <a:pt x="7546" y="3418"/>
                    <a:pt x="7459" y="3442"/>
                    <a:pt x="7369" y="3442"/>
                  </a:cubicBezTo>
                  <a:cubicBezTo>
                    <a:pt x="7278" y="3442"/>
                    <a:pt x="7183" y="3418"/>
                    <a:pt x="7120" y="3371"/>
                  </a:cubicBezTo>
                  <a:lnTo>
                    <a:pt x="7026" y="3245"/>
                  </a:lnTo>
                  <a:lnTo>
                    <a:pt x="7026" y="4505"/>
                  </a:lnTo>
                  <a:cubicBezTo>
                    <a:pt x="7026" y="5104"/>
                    <a:pt x="6553" y="5513"/>
                    <a:pt x="5986" y="5513"/>
                  </a:cubicBezTo>
                  <a:lnTo>
                    <a:pt x="3151" y="5513"/>
                  </a:lnTo>
                  <a:cubicBezTo>
                    <a:pt x="2962" y="5513"/>
                    <a:pt x="2804" y="5671"/>
                    <a:pt x="2804" y="5891"/>
                  </a:cubicBezTo>
                  <a:lnTo>
                    <a:pt x="2804" y="7026"/>
                  </a:lnTo>
                  <a:cubicBezTo>
                    <a:pt x="3182" y="7183"/>
                    <a:pt x="3497" y="7530"/>
                    <a:pt x="3497" y="8002"/>
                  </a:cubicBezTo>
                  <a:cubicBezTo>
                    <a:pt x="3497" y="8601"/>
                    <a:pt x="3025" y="9042"/>
                    <a:pt x="2489" y="9042"/>
                  </a:cubicBezTo>
                  <a:cubicBezTo>
                    <a:pt x="1922" y="9042"/>
                    <a:pt x="1450" y="8569"/>
                    <a:pt x="1450" y="8002"/>
                  </a:cubicBezTo>
                  <a:cubicBezTo>
                    <a:pt x="1450" y="7561"/>
                    <a:pt x="1733" y="7183"/>
                    <a:pt x="2174" y="7026"/>
                  </a:cubicBezTo>
                  <a:lnTo>
                    <a:pt x="2174" y="5891"/>
                  </a:lnTo>
                  <a:cubicBezTo>
                    <a:pt x="2174" y="5293"/>
                    <a:pt x="2647" y="4852"/>
                    <a:pt x="3182" y="4852"/>
                  </a:cubicBezTo>
                  <a:lnTo>
                    <a:pt x="6018" y="4852"/>
                  </a:lnTo>
                  <a:cubicBezTo>
                    <a:pt x="6207" y="4852"/>
                    <a:pt x="6364" y="4694"/>
                    <a:pt x="6364" y="4505"/>
                  </a:cubicBezTo>
                  <a:lnTo>
                    <a:pt x="6364" y="3245"/>
                  </a:lnTo>
                  <a:lnTo>
                    <a:pt x="6270" y="3371"/>
                  </a:lnTo>
                  <a:cubicBezTo>
                    <a:pt x="6207" y="3418"/>
                    <a:pt x="6120" y="3442"/>
                    <a:pt x="6034" y="3442"/>
                  </a:cubicBezTo>
                  <a:cubicBezTo>
                    <a:pt x="5947" y="3442"/>
                    <a:pt x="5860" y="3418"/>
                    <a:pt x="5797" y="3371"/>
                  </a:cubicBezTo>
                  <a:cubicBezTo>
                    <a:pt x="5671" y="3245"/>
                    <a:pt x="5671" y="2993"/>
                    <a:pt x="5797" y="2898"/>
                  </a:cubicBezTo>
                  <a:lnTo>
                    <a:pt x="6490" y="2174"/>
                  </a:lnTo>
                  <a:cubicBezTo>
                    <a:pt x="6553" y="2111"/>
                    <a:pt x="6640" y="2079"/>
                    <a:pt x="6727" y="2079"/>
                  </a:cubicBezTo>
                  <a:close/>
                  <a:moveTo>
                    <a:pt x="7369" y="7057"/>
                  </a:moveTo>
                  <a:cubicBezTo>
                    <a:pt x="7459" y="7057"/>
                    <a:pt x="7546" y="7089"/>
                    <a:pt x="7593" y="7152"/>
                  </a:cubicBezTo>
                  <a:cubicBezTo>
                    <a:pt x="7719" y="7246"/>
                    <a:pt x="7719" y="7498"/>
                    <a:pt x="7593" y="7624"/>
                  </a:cubicBezTo>
                  <a:lnTo>
                    <a:pt x="7183" y="8034"/>
                  </a:lnTo>
                  <a:lnTo>
                    <a:pt x="7593" y="8475"/>
                  </a:lnTo>
                  <a:cubicBezTo>
                    <a:pt x="7719" y="8601"/>
                    <a:pt x="7719" y="8821"/>
                    <a:pt x="7593" y="8947"/>
                  </a:cubicBezTo>
                  <a:cubicBezTo>
                    <a:pt x="7546" y="9010"/>
                    <a:pt x="7459" y="9042"/>
                    <a:pt x="7369" y="9042"/>
                  </a:cubicBezTo>
                  <a:cubicBezTo>
                    <a:pt x="7278" y="9042"/>
                    <a:pt x="7183" y="9010"/>
                    <a:pt x="7120" y="8947"/>
                  </a:cubicBezTo>
                  <a:lnTo>
                    <a:pt x="6711" y="8506"/>
                  </a:lnTo>
                  <a:lnTo>
                    <a:pt x="6270" y="8947"/>
                  </a:lnTo>
                  <a:cubicBezTo>
                    <a:pt x="6207" y="9010"/>
                    <a:pt x="6120" y="9042"/>
                    <a:pt x="6034" y="9042"/>
                  </a:cubicBezTo>
                  <a:cubicBezTo>
                    <a:pt x="5947" y="9042"/>
                    <a:pt x="5860" y="9010"/>
                    <a:pt x="5797" y="8947"/>
                  </a:cubicBezTo>
                  <a:cubicBezTo>
                    <a:pt x="5671" y="8821"/>
                    <a:pt x="5671" y="8601"/>
                    <a:pt x="5797" y="8475"/>
                  </a:cubicBezTo>
                  <a:lnTo>
                    <a:pt x="6207" y="8034"/>
                  </a:lnTo>
                  <a:lnTo>
                    <a:pt x="5797" y="7624"/>
                  </a:lnTo>
                  <a:cubicBezTo>
                    <a:pt x="5671" y="7498"/>
                    <a:pt x="5671" y="7246"/>
                    <a:pt x="5797" y="7152"/>
                  </a:cubicBezTo>
                  <a:cubicBezTo>
                    <a:pt x="5845" y="7089"/>
                    <a:pt x="5931" y="7057"/>
                    <a:pt x="6022" y="7057"/>
                  </a:cubicBezTo>
                  <a:cubicBezTo>
                    <a:pt x="6112" y="7057"/>
                    <a:pt x="6207" y="7089"/>
                    <a:pt x="6270" y="7152"/>
                  </a:cubicBezTo>
                  <a:lnTo>
                    <a:pt x="6711" y="7561"/>
                  </a:lnTo>
                  <a:lnTo>
                    <a:pt x="7120" y="7152"/>
                  </a:lnTo>
                  <a:cubicBezTo>
                    <a:pt x="7183" y="7089"/>
                    <a:pt x="7278" y="7057"/>
                    <a:pt x="7369" y="7057"/>
                  </a:cubicBezTo>
                  <a:close/>
                  <a:moveTo>
                    <a:pt x="1040" y="0"/>
                  </a:moveTo>
                  <a:cubicBezTo>
                    <a:pt x="441" y="0"/>
                    <a:pt x="0" y="473"/>
                    <a:pt x="0" y="1040"/>
                  </a:cubicBezTo>
                  <a:lnTo>
                    <a:pt x="0" y="9388"/>
                  </a:lnTo>
                  <a:cubicBezTo>
                    <a:pt x="0" y="9987"/>
                    <a:pt x="473" y="10397"/>
                    <a:pt x="1040" y="10397"/>
                  </a:cubicBezTo>
                  <a:lnTo>
                    <a:pt x="8003" y="10397"/>
                  </a:lnTo>
                  <a:cubicBezTo>
                    <a:pt x="8601" y="10397"/>
                    <a:pt x="9011" y="9924"/>
                    <a:pt x="9011" y="9388"/>
                  </a:cubicBezTo>
                  <a:lnTo>
                    <a:pt x="9011" y="1040"/>
                  </a:lnTo>
                  <a:cubicBezTo>
                    <a:pt x="9105" y="473"/>
                    <a:pt x="8633" y="0"/>
                    <a:pt x="8034" y="0"/>
                  </a:cubicBezTo>
                  <a:lnTo>
                    <a:pt x="7341" y="0"/>
                  </a:lnTo>
                  <a:cubicBezTo>
                    <a:pt x="7341" y="756"/>
                    <a:pt x="6711" y="1386"/>
                    <a:pt x="5955" y="1386"/>
                  </a:cubicBezTo>
                  <a:lnTo>
                    <a:pt x="3119" y="1386"/>
                  </a:lnTo>
                  <a:cubicBezTo>
                    <a:pt x="2363" y="1386"/>
                    <a:pt x="1733" y="756"/>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3" name="Google Shape;5793;p84"/>
            <p:cNvSpPr/>
            <p:nvPr/>
          </p:nvSpPr>
          <p:spPr>
            <a:xfrm>
              <a:off x="6228775" y="3936925"/>
              <a:ext cx="106350" cy="53575"/>
            </a:xfrm>
            <a:custGeom>
              <a:avLst/>
              <a:gdLst/>
              <a:ahLst/>
              <a:cxnLst/>
              <a:rect l="l" t="t" r="r" b="b"/>
              <a:pathLst>
                <a:path w="4254" h="2143" extrusionOk="0">
                  <a:moveTo>
                    <a:pt x="2143" y="0"/>
                  </a:moveTo>
                  <a:cubicBezTo>
                    <a:pt x="1860" y="0"/>
                    <a:pt x="1576" y="221"/>
                    <a:pt x="1450" y="473"/>
                  </a:cubicBezTo>
                  <a:lnTo>
                    <a:pt x="1387" y="725"/>
                  </a:lnTo>
                  <a:lnTo>
                    <a:pt x="725" y="725"/>
                  </a:lnTo>
                  <a:cubicBezTo>
                    <a:pt x="316" y="725"/>
                    <a:pt x="1" y="1040"/>
                    <a:pt x="1" y="1418"/>
                  </a:cubicBezTo>
                  <a:cubicBezTo>
                    <a:pt x="1" y="1828"/>
                    <a:pt x="316" y="2143"/>
                    <a:pt x="725" y="2143"/>
                  </a:cubicBezTo>
                  <a:lnTo>
                    <a:pt x="3561" y="2143"/>
                  </a:lnTo>
                  <a:cubicBezTo>
                    <a:pt x="3939" y="2143"/>
                    <a:pt x="4254" y="1828"/>
                    <a:pt x="4254" y="1418"/>
                  </a:cubicBezTo>
                  <a:cubicBezTo>
                    <a:pt x="4254" y="1040"/>
                    <a:pt x="3939" y="725"/>
                    <a:pt x="3561" y="725"/>
                  </a:cubicBezTo>
                  <a:lnTo>
                    <a:pt x="2868" y="725"/>
                  </a:lnTo>
                  <a:lnTo>
                    <a:pt x="2805" y="473"/>
                  </a:lnTo>
                  <a:cubicBezTo>
                    <a:pt x="2710" y="221"/>
                    <a:pt x="2458" y="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84"/>
            <p:cNvSpPr/>
            <p:nvPr/>
          </p:nvSpPr>
          <p:spPr>
            <a:xfrm>
              <a:off x="6412300" y="4059000"/>
              <a:ext cx="52000" cy="105575"/>
            </a:xfrm>
            <a:custGeom>
              <a:avLst/>
              <a:gdLst/>
              <a:ahLst/>
              <a:cxnLst/>
              <a:rect l="l" t="t" r="r" b="b"/>
              <a:pathLst>
                <a:path w="2080" h="4223" extrusionOk="0">
                  <a:moveTo>
                    <a:pt x="0" y="1"/>
                  </a:moveTo>
                  <a:lnTo>
                    <a:pt x="0" y="4222"/>
                  </a:lnTo>
                  <a:lnTo>
                    <a:pt x="32" y="4222"/>
                  </a:lnTo>
                  <a:cubicBezTo>
                    <a:pt x="315" y="4002"/>
                    <a:pt x="662" y="3876"/>
                    <a:pt x="1072" y="3876"/>
                  </a:cubicBezTo>
                  <a:cubicBezTo>
                    <a:pt x="1450" y="3876"/>
                    <a:pt x="1796" y="4002"/>
                    <a:pt x="2080" y="4222"/>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84"/>
            <p:cNvSpPr/>
            <p:nvPr/>
          </p:nvSpPr>
          <p:spPr>
            <a:xfrm>
              <a:off x="6413875" y="4007025"/>
              <a:ext cx="52000" cy="34675"/>
            </a:xfrm>
            <a:custGeom>
              <a:avLst/>
              <a:gdLst/>
              <a:ahLst/>
              <a:cxnLst/>
              <a:rect l="l" t="t" r="r" b="b"/>
              <a:pathLst>
                <a:path w="2080" h="1387" extrusionOk="0">
                  <a:moveTo>
                    <a:pt x="1040" y="0"/>
                  </a:moveTo>
                  <a:cubicBezTo>
                    <a:pt x="441" y="0"/>
                    <a:pt x="0" y="473"/>
                    <a:pt x="0" y="1040"/>
                  </a:cubicBezTo>
                  <a:lnTo>
                    <a:pt x="0" y="1386"/>
                  </a:lnTo>
                  <a:lnTo>
                    <a:pt x="2080" y="1386"/>
                  </a:lnTo>
                  <a:lnTo>
                    <a:pt x="2080" y="1040"/>
                  </a:lnTo>
                  <a:cubicBezTo>
                    <a:pt x="2048" y="473"/>
                    <a:pt x="1576"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84"/>
            <p:cNvSpPr/>
            <p:nvPr/>
          </p:nvSpPr>
          <p:spPr>
            <a:xfrm>
              <a:off x="6417800" y="4173200"/>
              <a:ext cx="43350" cy="43350"/>
            </a:xfrm>
            <a:custGeom>
              <a:avLst/>
              <a:gdLst/>
              <a:ahLst/>
              <a:cxnLst/>
              <a:rect l="l" t="t" r="r" b="b"/>
              <a:pathLst>
                <a:path w="1734" h="1734" extrusionOk="0">
                  <a:moveTo>
                    <a:pt x="883" y="1"/>
                  </a:moveTo>
                  <a:cubicBezTo>
                    <a:pt x="537" y="1"/>
                    <a:pt x="190" y="221"/>
                    <a:pt x="1" y="442"/>
                  </a:cubicBezTo>
                  <a:lnTo>
                    <a:pt x="568" y="1545"/>
                  </a:lnTo>
                  <a:cubicBezTo>
                    <a:pt x="600" y="1671"/>
                    <a:pt x="757" y="1734"/>
                    <a:pt x="883" y="1734"/>
                  </a:cubicBezTo>
                  <a:cubicBezTo>
                    <a:pt x="978" y="1734"/>
                    <a:pt x="1104" y="1671"/>
                    <a:pt x="1198" y="1545"/>
                  </a:cubicBezTo>
                  <a:lnTo>
                    <a:pt x="1734" y="442"/>
                  </a:lnTo>
                  <a:cubicBezTo>
                    <a:pt x="1545" y="158"/>
                    <a:pt x="1230" y="1"/>
                    <a:pt x="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7" name="Google Shape;5797;p84"/>
          <p:cNvGrpSpPr/>
          <p:nvPr/>
        </p:nvGrpSpPr>
        <p:grpSpPr>
          <a:xfrm>
            <a:off x="6174844" y="1390429"/>
            <a:ext cx="348188" cy="349133"/>
            <a:chOff x="1674750" y="3254050"/>
            <a:chExt cx="294575" cy="295375"/>
          </a:xfrm>
        </p:grpSpPr>
        <p:sp>
          <p:nvSpPr>
            <p:cNvPr id="5798" name="Google Shape;5798;p84"/>
            <p:cNvSpPr/>
            <p:nvPr/>
          </p:nvSpPr>
          <p:spPr>
            <a:xfrm>
              <a:off x="1691275" y="3351700"/>
              <a:ext cx="278050" cy="197725"/>
            </a:xfrm>
            <a:custGeom>
              <a:avLst/>
              <a:gdLst/>
              <a:ahLst/>
              <a:cxnLst/>
              <a:rect l="l" t="t" r="r" b="b"/>
              <a:pathLst>
                <a:path w="11122" h="7909" extrusionOk="0">
                  <a:moveTo>
                    <a:pt x="10535" y="0"/>
                  </a:moveTo>
                  <a:cubicBezTo>
                    <a:pt x="10489" y="0"/>
                    <a:pt x="10442" y="10"/>
                    <a:pt x="10397" y="33"/>
                  </a:cubicBezTo>
                  <a:cubicBezTo>
                    <a:pt x="10208" y="64"/>
                    <a:pt x="10114" y="253"/>
                    <a:pt x="10177" y="474"/>
                  </a:cubicBezTo>
                  <a:cubicBezTo>
                    <a:pt x="10334" y="978"/>
                    <a:pt x="10429" y="1482"/>
                    <a:pt x="10429" y="1986"/>
                  </a:cubicBezTo>
                  <a:cubicBezTo>
                    <a:pt x="10429" y="4885"/>
                    <a:pt x="8066" y="7247"/>
                    <a:pt x="5199" y="7247"/>
                  </a:cubicBezTo>
                  <a:cubicBezTo>
                    <a:pt x="3561" y="7247"/>
                    <a:pt x="2017" y="6397"/>
                    <a:pt x="1072" y="5137"/>
                  </a:cubicBezTo>
                  <a:lnTo>
                    <a:pt x="1733" y="5137"/>
                  </a:lnTo>
                  <a:cubicBezTo>
                    <a:pt x="1922" y="5137"/>
                    <a:pt x="2080" y="4979"/>
                    <a:pt x="2080" y="4790"/>
                  </a:cubicBezTo>
                  <a:cubicBezTo>
                    <a:pt x="2080" y="4601"/>
                    <a:pt x="1922" y="4443"/>
                    <a:pt x="1733" y="4443"/>
                  </a:cubicBezTo>
                  <a:lnTo>
                    <a:pt x="347" y="4443"/>
                  </a:lnTo>
                  <a:cubicBezTo>
                    <a:pt x="158" y="4443"/>
                    <a:pt x="1" y="4601"/>
                    <a:pt x="1" y="4790"/>
                  </a:cubicBezTo>
                  <a:lnTo>
                    <a:pt x="1" y="6176"/>
                  </a:lnTo>
                  <a:cubicBezTo>
                    <a:pt x="1" y="6365"/>
                    <a:pt x="158" y="6523"/>
                    <a:pt x="347" y="6523"/>
                  </a:cubicBezTo>
                  <a:cubicBezTo>
                    <a:pt x="536" y="6523"/>
                    <a:pt x="694" y="6365"/>
                    <a:pt x="694" y="6176"/>
                  </a:cubicBezTo>
                  <a:lnTo>
                    <a:pt x="694" y="5767"/>
                  </a:lnTo>
                  <a:cubicBezTo>
                    <a:pt x="1796" y="7090"/>
                    <a:pt x="3466" y="7909"/>
                    <a:pt x="5199" y="7909"/>
                  </a:cubicBezTo>
                  <a:cubicBezTo>
                    <a:pt x="8412" y="7909"/>
                    <a:pt x="11122" y="5231"/>
                    <a:pt x="11122" y="1986"/>
                  </a:cubicBezTo>
                  <a:cubicBezTo>
                    <a:pt x="11122" y="1419"/>
                    <a:pt x="10996" y="820"/>
                    <a:pt x="10838" y="222"/>
                  </a:cubicBezTo>
                  <a:cubicBezTo>
                    <a:pt x="10814" y="102"/>
                    <a:pt x="10681" y="0"/>
                    <a:pt x="105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84"/>
            <p:cNvSpPr/>
            <p:nvPr/>
          </p:nvSpPr>
          <p:spPr>
            <a:xfrm>
              <a:off x="1674750" y="3254050"/>
              <a:ext cx="277250" cy="197900"/>
            </a:xfrm>
            <a:custGeom>
              <a:avLst/>
              <a:gdLst/>
              <a:ahLst/>
              <a:cxnLst/>
              <a:rect l="l" t="t" r="r" b="b"/>
              <a:pathLst>
                <a:path w="11090" h="7916" extrusionOk="0">
                  <a:moveTo>
                    <a:pt x="5891" y="1"/>
                  </a:moveTo>
                  <a:cubicBezTo>
                    <a:pt x="2678" y="1"/>
                    <a:pt x="0" y="2679"/>
                    <a:pt x="0" y="5892"/>
                  </a:cubicBezTo>
                  <a:cubicBezTo>
                    <a:pt x="0" y="6491"/>
                    <a:pt x="126" y="7089"/>
                    <a:pt x="284" y="7656"/>
                  </a:cubicBezTo>
                  <a:cubicBezTo>
                    <a:pt x="310" y="7842"/>
                    <a:pt x="448" y="7916"/>
                    <a:pt x="604" y="7916"/>
                  </a:cubicBezTo>
                  <a:cubicBezTo>
                    <a:pt x="633" y="7916"/>
                    <a:pt x="663" y="7913"/>
                    <a:pt x="693" y="7908"/>
                  </a:cubicBezTo>
                  <a:cubicBezTo>
                    <a:pt x="882" y="7877"/>
                    <a:pt x="977" y="7656"/>
                    <a:pt x="945" y="7467"/>
                  </a:cubicBezTo>
                  <a:cubicBezTo>
                    <a:pt x="788" y="6963"/>
                    <a:pt x="662" y="6459"/>
                    <a:pt x="662" y="5892"/>
                  </a:cubicBezTo>
                  <a:cubicBezTo>
                    <a:pt x="662" y="3025"/>
                    <a:pt x="3025" y="662"/>
                    <a:pt x="5891" y="662"/>
                  </a:cubicBezTo>
                  <a:cubicBezTo>
                    <a:pt x="7561" y="662"/>
                    <a:pt x="9105" y="1481"/>
                    <a:pt x="10050" y="2742"/>
                  </a:cubicBezTo>
                  <a:lnTo>
                    <a:pt x="9357" y="2742"/>
                  </a:lnTo>
                  <a:cubicBezTo>
                    <a:pt x="9168" y="2742"/>
                    <a:pt x="9010" y="2899"/>
                    <a:pt x="9010" y="3088"/>
                  </a:cubicBezTo>
                  <a:cubicBezTo>
                    <a:pt x="9010" y="3309"/>
                    <a:pt x="9168" y="3466"/>
                    <a:pt x="9357" y="3466"/>
                  </a:cubicBezTo>
                  <a:lnTo>
                    <a:pt x="10743" y="3466"/>
                  </a:lnTo>
                  <a:cubicBezTo>
                    <a:pt x="10932" y="3466"/>
                    <a:pt x="11090" y="3309"/>
                    <a:pt x="11090" y="3088"/>
                  </a:cubicBezTo>
                  <a:lnTo>
                    <a:pt x="11090" y="1733"/>
                  </a:lnTo>
                  <a:cubicBezTo>
                    <a:pt x="11090" y="1513"/>
                    <a:pt x="10932" y="1355"/>
                    <a:pt x="10743" y="1355"/>
                  </a:cubicBezTo>
                  <a:cubicBezTo>
                    <a:pt x="10554" y="1355"/>
                    <a:pt x="10397" y="1513"/>
                    <a:pt x="10397" y="1733"/>
                  </a:cubicBezTo>
                  <a:lnTo>
                    <a:pt x="10397" y="2111"/>
                  </a:lnTo>
                  <a:cubicBezTo>
                    <a:pt x="9294" y="820"/>
                    <a:pt x="7624" y="1"/>
                    <a:pt x="58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84"/>
            <p:cNvSpPr/>
            <p:nvPr/>
          </p:nvSpPr>
          <p:spPr>
            <a:xfrm>
              <a:off x="1727500" y="3306825"/>
              <a:ext cx="189075" cy="189050"/>
            </a:xfrm>
            <a:custGeom>
              <a:avLst/>
              <a:gdLst/>
              <a:ahLst/>
              <a:cxnLst/>
              <a:rect l="l" t="t" r="r" b="b"/>
              <a:pathLst>
                <a:path w="7563" h="7562" extrusionOk="0">
                  <a:moveTo>
                    <a:pt x="3750" y="2048"/>
                  </a:moveTo>
                  <a:cubicBezTo>
                    <a:pt x="3939" y="2048"/>
                    <a:pt x="4097" y="2206"/>
                    <a:pt x="4097" y="2426"/>
                  </a:cubicBezTo>
                  <a:lnTo>
                    <a:pt x="4097" y="3435"/>
                  </a:lnTo>
                  <a:lnTo>
                    <a:pt x="4475" y="3435"/>
                  </a:lnTo>
                  <a:cubicBezTo>
                    <a:pt x="4664" y="3435"/>
                    <a:pt x="4821" y="3592"/>
                    <a:pt x="4821" y="3781"/>
                  </a:cubicBezTo>
                  <a:cubicBezTo>
                    <a:pt x="4821" y="4002"/>
                    <a:pt x="4664" y="4159"/>
                    <a:pt x="4475" y="4159"/>
                  </a:cubicBezTo>
                  <a:lnTo>
                    <a:pt x="3750" y="4159"/>
                  </a:lnTo>
                  <a:cubicBezTo>
                    <a:pt x="3561" y="4159"/>
                    <a:pt x="3403" y="4002"/>
                    <a:pt x="3403" y="3781"/>
                  </a:cubicBezTo>
                  <a:lnTo>
                    <a:pt x="3403" y="2426"/>
                  </a:lnTo>
                  <a:cubicBezTo>
                    <a:pt x="3403" y="2206"/>
                    <a:pt x="3561" y="2048"/>
                    <a:pt x="3750" y="2048"/>
                  </a:cubicBezTo>
                  <a:close/>
                  <a:moveTo>
                    <a:pt x="3435" y="0"/>
                  </a:moveTo>
                  <a:cubicBezTo>
                    <a:pt x="2647" y="95"/>
                    <a:pt x="1923" y="410"/>
                    <a:pt x="1356" y="883"/>
                  </a:cubicBezTo>
                  <a:lnTo>
                    <a:pt x="2049" y="1576"/>
                  </a:lnTo>
                  <a:cubicBezTo>
                    <a:pt x="2175" y="1702"/>
                    <a:pt x="2175" y="1954"/>
                    <a:pt x="2049" y="2048"/>
                  </a:cubicBezTo>
                  <a:cubicBezTo>
                    <a:pt x="1986" y="2111"/>
                    <a:pt x="1899" y="2143"/>
                    <a:pt x="1812" y="2143"/>
                  </a:cubicBezTo>
                  <a:cubicBezTo>
                    <a:pt x="1726" y="2143"/>
                    <a:pt x="1639" y="2111"/>
                    <a:pt x="1576" y="2048"/>
                  </a:cubicBezTo>
                  <a:lnTo>
                    <a:pt x="883" y="1355"/>
                  </a:lnTo>
                  <a:cubicBezTo>
                    <a:pt x="410" y="1922"/>
                    <a:pt x="95" y="2647"/>
                    <a:pt x="1" y="3435"/>
                  </a:cubicBezTo>
                  <a:lnTo>
                    <a:pt x="1041" y="3435"/>
                  </a:lnTo>
                  <a:cubicBezTo>
                    <a:pt x="1230" y="3435"/>
                    <a:pt x="1387" y="3592"/>
                    <a:pt x="1387" y="3781"/>
                  </a:cubicBezTo>
                  <a:cubicBezTo>
                    <a:pt x="1387" y="3970"/>
                    <a:pt x="1230" y="4128"/>
                    <a:pt x="1041" y="4128"/>
                  </a:cubicBezTo>
                  <a:lnTo>
                    <a:pt x="1" y="4128"/>
                  </a:lnTo>
                  <a:cubicBezTo>
                    <a:pt x="95" y="4915"/>
                    <a:pt x="410" y="5640"/>
                    <a:pt x="883" y="6238"/>
                  </a:cubicBezTo>
                  <a:lnTo>
                    <a:pt x="1576" y="5514"/>
                  </a:lnTo>
                  <a:cubicBezTo>
                    <a:pt x="1639" y="5451"/>
                    <a:pt x="1734" y="5419"/>
                    <a:pt x="1824" y="5419"/>
                  </a:cubicBezTo>
                  <a:cubicBezTo>
                    <a:pt x="1915" y="5419"/>
                    <a:pt x="2001" y="5451"/>
                    <a:pt x="2049" y="5514"/>
                  </a:cubicBezTo>
                  <a:cubicBezTo>
                    <a:pt x="2175" y="5640"/>
                    <a:pt x="2175" y="5860"/>
                    <a:pt x="2049" y="5986"/>
                  </a:cubicBezTo>
                  <a:lnTo>
                    <a:pt x="1356" y="6711"/>
                  </a:lnTo>
                  <a:cubicBezTo>
                    <a:pt x="1923" y="7184"/>
                    <a:pt x="2647" y="7499"/>
                    <a:pt x="3435" y="7562"/>
                  </a:cubicBezTo>
                  <a:lnTo>
                    <a:pt x="3435" y="6553"/>
                  </a:lnTo>
                  <a:cubicBezTo>
                    <a:pt x="3435" y="6333"/>
                    <a:pt x="3592" y="6175"/>
                    <a:pt x="3781" y="6175"/>
                  </a:cubicBezTo>
                  <a:cubicBezTo>
                    <a:pt x="4002" y="6175"/>
                    <a:pt x="4160" y="6333"/>
                    <a:pt x="4160" y="6553"/>
                  </a:cubicBezTo>
                  <a:lnTo>
                    <a:pt x="4160" y="7562"/>
                  </a:lnTo>
                  <a:cubicBezTo>
                    <a:pt x="4947" y="7499"/>
                    <a:pt x="5640" y="7184"/>
                    <a:pt x="6239" y="6711"/>
                  </a:cubicBezTo>
                  <a:lnTo>
                    <a:pt x="5514" y="5986"/>
                  </a:lnTo>
                  <a:cubicBezTo>
                    <a:pt x="5420" y="5860"/>
                    <a:pt x="5420" y="5640"/>
                    <a:pt x="5514" y="5514"/>
                  </a:cubicBezTo>
                  <a:cubicBezTo>
                    <a:pt x="5577" y="5451"/>
                    <a:pt x="5672" y="5419"/>
                    <a:pt x="5762" y="5419"/>
                  </a:cubicBezTo>
                  <a:cubicBezTo>
                    <a:pt x="5853" y="5419"/>
                    <a:pt x="5940" y="5451"/>
                    <a:pt x="5987" y="5514"/>
                  </a:cubicBezTo>
                  <a:lnTo>
                    <a:pt x="6711" y="6238"/>
                  </a:lnTo>
                  <a:cubicBezTo>
                    <a:pt x="7184" y="5640"/>
                    <a:pt x="7499" y="4915"/>
                    <a:pt x="7562" y="4128"/>
                  </a:cubicBezTo>
                  <a:lnTo>
                    <a:pt x="6554" y="4128"/>
                  </a:lnTo>
                  <a:cubicBezTo>
                    <a:pt x="6365" y="4128"/>
                    <a:pt x="6207" y="3970"/>
                    <a:pt x="6207" y="3781"/>
                  </a:cubicBezTo>
                  <a:cubicBezTo>
                    <a:pt x="6207" y="3592"/>
                    <a:pt x="6365" y="3435"/>
                    <a:pt x="6554" y="3435"/>
                  </a:cubicBezTo>
                  <a:lnTo>
                    <a:pt x="7562" y="3435"/>
                  </a:lnTo>
                  <a:cubicBezTo>
                    <a:pt x="7499" y="2647"/>
                    <a:pt x="7184" y="1922"/>
                    <a:pt x="6711" y="1355"/>
                  </a:cubicBezTo>
                  <a:lnTo>
                    <a:pt x="5987" y="2048"/>
                  </a:lnTo>
                  <a:cubicBezTo>
                    <a:pt x="5940" y="2111"/>
                    <a:pt x="5853" y="2143"/>
                    <a:pt x="5762" y="2143"/>
                  </a:cubicBezTo>
                  <a:cubicBezTo>
                    <a:pt x="5672" y="2143"/>
                    <a:pt x="5577" y="2111"/>
                    <a:pt x="5514" y="2048"/>
                  </a:cubicBezTo>
                  <a:cubicBezTo>
                    <a:pt x="5420" y="1922"/>
                    <a:pt x="5420" y="1702"/>
                    <a:pt x="5514" y="1576"/>
                  </a:cubicBezTo>
                  <a:lnTo>
                    <a:pt x="6239" y="883"/>
                  </a:lnTo>
                  <a:cubicBezTo>
                    <a:pt x="5640" y="410"/>
                    <a:pt x="4947" y="95"/>
                    <a:pt x="4160" y="0"/>
                  </a:cubicBezTo>
                  <a:lnTo>
                    <a:pt x="4160" y="1040"/>
                  </a:lnTo>
                  <a:cubicBezTo>
                    <a:pt x="4160" y="1229"/>
                    <a:pt x="4002" y="1387"/>
                    <a:pt x="3781" y="1387"/>
                  </a:cubicBezTo>
                  <a:cubicBezTo>
                    <a:pt x="3592" y="1387"/>
                    <a:pt x="3435" y="1229"/>
                    <a:pt x="3435" y="1040"/>
                  </a:cubicBezTo>
                  <a:lnTo>
                    <a:pt x="34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1" name="Google Shape;5801;p84"/>
          <p:cNvGrpSpPr/>
          <p:nvPr/>
        </p:nvGrpSpPr>
        <p:grpSpPr>
          <a:xfrm>
            <a:off x="6189239" y="1838132"/>
            <a:ext cx="319347" cy="349133"/>
            <a:chOff x="1687350" y="3618725"/>
            <a:chExt cx="270175" cy="295375"/>
          </a:xfrm>
        </p:grpSpPr>
        <p:sp>
          <p:nvSpPr>
            <p:cNvPr id="5802" name="Google Shape;5802;p84"/>
            <p:cNvSpPr/>
            <p:nvPr/>
          </p:nvSpPr>
          <p:spPr>
            <a:xfrm>
              <a:off x="1829900" y="3808550"/>
              <a:ext cx="18150" cy="35450"/>
            </a:xfrm>
            <a:custGeom>
              <a:avLst/>
              <a:gdLst/>
              <a:ahLst/>
              <a:cxnLst/>
              <a:rect l="l" t="t" r="r" b="b"/>
              <a:pathLst>
                <a:path w="726" h="1418" extrusionOk="0">
                  <a:moveTo>
                    <a:pt x="1" y="0"/>
                  </a:moveTo>
                  <a:lnTo>
                    <a:pt x="1" y="1418"/>
                  </a:lnTo>
                  <a:lnTo>
                    <a:pt x="379" y="1418"/>
                  </a:lnTo>
                  <a:cubicBezTo>
                    <a:pt x="568" y="1418"/>
                    <a:pt x="725" y="1260"/>
                    <a:pt x="725" y="1040"/>
                  </a:cubicBezTo>
                  <a:lnTo>
                    <a:pt x="725" y="347"/>
                  </a:ln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84"/>
            <p:cNvSpPr/>
            <p:nvPr/>
          </p:nvSpPr>
          <p:spPr>
            <a:xfrm>
              <a:off x="1795250" y="3755775"/>
              <a:ext cx="18125" cy="35450"/>
            </a:xfrm>
            <a:custGeom>
              <a:avLst/>
              <a:gdLst/>
              <a:ahLst/>
              <a:cxnLst/>
              <a:rect l="l" t="t" r="r" b="b"/>
              <a:pathLst>
                <a:path w="725" h="1418" extrusionOk="0">
                  <a:moveTo>
                    <a:pt x="378" y="0"/>
                  </a:moveTo>
                  <a:cubicBezTo>
                    <a:pt x="189" y="0"/>
                    <a:pt x="0" y="158"/>
                    <a:pt x="0" y="378"/>
                  </a:cubicBezTo>
                  <a:lnTo>
                    <a:pt x="0" y="1071"/>
                  </a:lnTo>
                  <a:cubicBezTo>
                    <a:pt x="0" y="1260"/>
                    <a:pt x="189" y="1418"/>
                    <a:pt x="378" y="1418"/>
                  </a:cubicBezTo>
                  <a:lnTo>
                    <a:pt x="725" y="1418"/>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84"/>
            <p:cNvSpPr/>
            <p:nvPr/>
          </p:nvSpPr>
          <p:spPr>
            <a:xfrm>
              <a:off x="1687350" y="3618725"/>
              <a:ext cx="270175" cy="295375"/>
            </a:xfrm>
            <a:custGeom>
              <a:avLst/>
              <a:gdLst/>
              <a:ahLst/>
              <a:cxnLst/>
              <a:rect l="l" t="t" r="r" b="b"/>
              <a:pathLst>
                <a:path w="10807" h="11815" extrusionOk="0">
                  <a:moveTo>
                    <a:pt x="6459" y="662"/>
                  </a:moveTo>
                  <a:cubicBezTo>
                    <a:pt x="6868" y="662"/>
                    <a:pt x="7183" y="977"/>
                    <a:pt x="7183" y="1355"/>
                  </a:cubicBezTo>
                  <a:cubicBezTo>
                    <a:pt x="7183" y="1765"/>
                    <a:pt x="6868" y="2080"/>
                    <a:pt x="6459" y="2080"/>
                  </a:cubicBezTo>
                  <a:lnTo>
                    <a:pt x="6459" y="1702"/>
                  </a:lnTo>
                  <a:cubicBezTo>
                    <a:pt x="6459" y="1513"/>
                    <a:pt x="6301" y="1355"/>
                    <a:pt x="6112" y="1355"/>
                  </a:cubicBezTo>
                  <a:lnTo>
                    <a:pt x="4726" y="1355"/>
                  </a:lnTo>
                  <a:cubicBezTo>
                    <a:pt x="4537" y="1355"/>
                    <a:pt x="4379" y="1513"/>
                    <a:pt x="4379" y="1702"/>
                  </a:cubicBezTo>
                  <a:lnTo>
                    <a:pt x="4379" y="2080"/>
                  </a:lnTo>
                  <a:cubicBezTo>
                    <a:pt x="3970" y="2017"/>
                    <a:pt x="3655" y="1702"/>
                    <a:pt x="3655" y="1355"/>
                  </a:cubicBezTo>
                  <a:cubicBezTo>
                    <a:pt x="3655" y="977"/>
                    <a:pt x="3970" y="662"/>
                    <a:pt x="4379" y="662"/>
                  </a:cubicBezTo>
                  <a:close/>
                  <a:moveTo>
                    <a:pt x="5387" y="4128"/>
                  </a:moveTo>
                  <a:cubicBezTo>
                    <a:pt x="5608" y="4128"/>
                    <a:pt x="5766" y="4285"/>
                    <a:pt x="5766" y="4474"/>
                  </a:cubicBezTo>
                  <a:lnTo>
                    <a:pt x="5766" y="4821"/>
                  </a:lnTo>
                  <a:lnTo>
                    <a:pt x="6112" y="4821"/>
                  </a:lnTo>
                  <a:cubicBezTo>
                    <a:pt x="6711" y="4821"/>
                    <a:pt x="7120" y="5293"/>
                    <a:pt x="7120" y="5860"/>
                  </a:cubicBezTo>
                  <a:cubicBezTo>
                    <a:pt x="7120" y="6049"/>
                    <a:pt x="6963" y="6207"/>
                    <a:pt x="6774" y="6207"/>
                  </a:cubicBezTo>
                  <a:cubicBezTo>
                    <a:pt x="6585" y="6207"/>
                    <a:pt x="6427" y="6049"/>
                    <a:pt x="6427" y="5860"/>
                  </a:cubicBezTo>
                  <a:cubicBezTo>
                    <a:pt x="6427" y="5640"/>
                    <a:pt x="6270" y="5482"/>
                    <a:pt x="6081" y="5482"/>
                  </a:cubicBezTo>
                  <a:lnTo>
                    <a:pt x="5703" y="5482"/>
                  </a:lnTo>
                  <a:lnTo>
                    <a:pt x="5703" y="6868"/>
                  </a:lnTo>
                  <a:lnTo>
                    <a:pt x="6081" y="6868"/>
                  </a:lnTo>
                  <a:cubicBezTo>
                    <a:pt x="6648" y="6868"/>
                    <a:pt x="7089" y="7341"/>
                    <a:pt x="7089" y="7908"/>
                  </a:cubicBezTo>
                  <a:lnTo>
                    <a:pt x="7089" y="8601"/>
                  </a:lnTo>
                  <a:cubicBezTo>
                    <a:pt x="7089" y="9200"/>
                    <a:pt x="6616" y="9641"/>
                    <a:pt x="6081" y="9641"/>
                  </a:cubicBezTo>
                  <a:lnTo>
                    <a:pt x="5703" y="9641"/>
                  </a:lnTo>
                  <a:lnTo>
                    <a:pt x="5703" y="9987"/>
                  </a:lnTo>
                  <a:cubicBezTo>
                    <a:pt x="5703" y="10176"/>
                    <a:pt x="5545" y="10334"/>
                    <a:pt x="5356" y="10334"/>
                  </a:cubicBezTo>
                  <a:cubicBezTo>
                    <a:pt x="5167" y="10334"/>
                    <a:pt x="5009" y="10176"/>
                    <a:pt x="5009" y="9987"/>
                  </a:cubicBezTo>
                  <a:lnTo>
                    <a:pt x="5009" y="9704"/>
                  </a:lnTo>
                  <a:lnTo>
                    <a:pt x="4631" y="9704"/>
                  </a:lnTo>
                  <a:cubicBezTo>
                    <a:pt x="4064" y="9704"/>
                    <a:pt x="3623" y="9231"/>
                    <a:pt x="3623" y="8664"/>
                  </a:cubicBezTo>
                  <a:cubicBezTo>
                    <a:pt x="3623" y="8475"/>
                    <a:pt x="3781" y="8318"/>
                    <a:pt x="3970" y="8318"/>
                  </a:cubicBezTo>
                  <a:cubicBezTo>
                    <a:pt x="4159" y="8318"/>
                    <a:pt x="4316" y="8475"/>
                    <a:pt x="4316" y="8664"/>
                  </a:cubicBezTo>
                  <a:cubicBezTo>
                    <a:pt x="4316" y="8885"/>
                    <a:pt x="4505" y="9042"/>
                    <a:pt x="4694" y="9042"/>
                  </a:cubicBezTo>
                  <a:lnTo>
                    <a:pt x="5041" y="9042"/>
                  </a:lnTo>
                  <a:lnTo>
                    <a:pt x="5041" y="7625"/>
                  </a:lnTo>
                  <a:lnTo>
                    <a:pt x="4694" y="7625"/>
                  </a:lnTo>
                  <a:lnTo>
                    <a:pt x="4694" y="7593"/>
                  </a:lnTo>
                  <a:cubicBezTo>
                    <a:pt x="4096" y="7593"/>
                    <a:pt x="3655" y="7120"/>
                    <a:pt x="3655" y="6553"/>
                  </a:cubicBezTo>
                  <a:lnTo>
                    <a:pt x="3655" y="5860"/>
                  </a:lnTo>
                  <a:cubicBezTo>
                    <a:pt x="3655" y="5262"/>
                    <a:pt x="4127" y="4821"/>
                    <a:pt x="4694" y="4821"/>
                  </a:cubicBezTo>
                  <a:lnTo>
                    <a:pt x="5041" y="4821"/>
                  </a:lnTo>
                  <a:lnTo>
                    <a:pt x="5041" y="4474"/>
                  </a:lnTo>
                  <a:cubicBezTo>
                    <a:pt x="5041" y="4285"/>
                    <a:pt x="5198" y="4128"/>
                    <a:pt x="5387" y="4128"/>
                  </a:cubicBezTo>
                  <a:close/>
                  <a:moveTo>
                    <a:pt x="4379" y="0"/>
                  </a:moveTo>
                  <a:cubicBezTo>
                    <a:pt x="3623" y="0"/>
                    <a:pt x="2993" y="662"/>
                    <a:pt x="2993" y="1387"/>
                  </a:cubicBezTo>
                  <a:cubicBezTo>
                    <a:pt x="2993" y="2143"/>
                    <a:pt x="3623" y="2773"/>
                    <a:pt x="4379" y="2773"/>
                  </a:cubicBezTo>
                  <a:lnTo>
                    <a:pt x="4379" y="2899"/>
                  </a:lnTo>
                  <a:cubicBezTo>
                    <a:pt x="3781" y="3025"/>
                    <a:pt x="3277" y="3277"/>
                    <a:pt x="2804" y="3592"/>
                  </a:cubicBezTo>
                  <a:lnTo>
                    <a:pt x="2332" y="3056"/>
                  </a:lnTo>
                  <a:lnTo>
                    <a:pt x="2584" y="2804"/>
                  </a:lnTo>
                  <a:cubicBezTo>
                    <a:pt x="2710" y="2710"/>
                    <a:pt x="2710" y="2458"/>
                    <a:pt x="2615" y="2332"/>
                  </a:cubicBezTo>
                  <a:lnTo>
                    <a:pt x="1701" y="1292"/>
                  </a:lnTo>
                  <a:cubicBezTo>
                    <a:pt x="1630" y="1203"/>
                    <a:pt x="1529" y="1165"/>
                    <a:pt x="1432" y="1165"/>
                  </a:cubicBezTo>
                  <a:cubicBezTo>
                    <a:pt x="1357" y="1165"/>
                    <a:pt x="1284" y="1188"/>
                    <a:pt x="1229" y="1229"/>
                  </a:cubicBezTo>
                  <a:lnTo>
                    <a:pt x="158" y="2143"/>
                  </a:lnTo>
                  <a:cubicBezTo>
                    <a:pt x="0" y="2269"/>
                    <a:pt x="0" y="2489"/>
                    <a:pt x="126" y="2615"/>
                  </a:cubicBezTo>
                  <a:lnTo>
                    <a:pt x="1040" y="3686"/>
                  </a:lnTo>
                  <a:cubicBezTo>
                    <a:pt x="1090" y="3770"/>
                    <a:pt x="1183" y="3809"/>
                    <a:pt x="1279" y="3809"/>
                  </a:cubicBezTo>
                  <a:cubicBezTo>
                    <a:pt x="1365" y="3809"/>
                    <a:pt x="1453" y="3777"/>
                    <a:pt x="1512" y="3718"/>
                  </a:cubicBezTo>
                  <a:lnTo>
                    <a:pt x="1764" y="3497"/>
                  </a:lnTo>
                  <a:lnTo>
                    <a:pt x="2237" y="4033"/>
                  </a:lnTo>
                  <a:cubicBezTo>
                    <a:pt x="1418" y="4852"/>
                    <a:pt x="914" y="5986"/>
                    <a:pt x="914" y="7247"/>
                  </a:cubicBezTo>
                  <a:cubicBezTo>
                    <a:pt x="914" y="9735"/>
                    <a:pt x="2930" y="11815"/>
                    <a:pt x="5387" y="11815"/>
                  </a:cubicBezTo>
                  <a:cubicBezTo>
                    <a:pt x="7876" y="11815"/>
                    <a:pt x="9893" y="9798"/>
                    <a:pt x="9893" y="7247"/>
                  </a:cubicBezTo>
                  <a:cubicBezTo>
                    <a:pt x="9893" y="5986"/>
                    <a:pt x="9389" y="4852"/>
                    <a:pt x="8538" y="4033"/>
                  </a:cubicBezTo>
                  <a:lnTo>
                    <a:pt x="9011" y="3497"/>
                  </a:lnTo>
                  <a:lnTo>
                    <a:pt x="9294" y="3718"/>
                  </a:lnTo>
                  <a:cubicBezTo>
                    <a:pt x="9368" y="3777"/>
                    <a:pt x="9450" y="3809"/>
                    <a:pt x="9528" y="3809"/>
                  </a:cubicBezTo>
                  <a:cubicBezTo>
                    <a:pt x="9616" y="3809"/>
                    <a:pt x="9700" y="3770"/>
                    <a:pt x="9767" y="3686"/>
                  </a:cubicBezTo>
                  <a:lnTo>
                    <a:pt x="10680" y="2615"/>
                  </a:lnTo>
                  <a:cubicBezTo>
                    <a:pt x="10806" y="2458"/>
                    <a:pt x="10806" y="2269"/>
                    <a:pt x="10649" y="2143"/>
                  </a:cubicBezTo>
                  <a:lnTo>
                    <a:pt x="9578" y="1229"/>
                  </a:lnTo>
                  <a:cubicBezTo>
                    <a:pt x="9509" y="1188"/>
                    <a:pt x="9434" y="1165"/>
                    <a:pt x="9361" y="1165"/>
                  </a:cubicBezTo>
                  <a:cubicBezTo>
                    <a:pt x="9267" y="1165"/>
                    <a:pt x="9176" y="1203"/>
                    <a:pt x="9105" y="1292"/>
                  </a:cubicBezTo>
                  <a:lnTo>
                    <a:pt x="8191" y="2332"/>
                  </a:lnTo>
                  <a:cubicBezTo>
                    <a:pt x="8065" y="2489"/>
                    <a:pt x="8065" y="2710"/>
                    <a:pt x="8223" y="2804"/>
                  </a:cubicBezTo>
                  <a:lnTo>
                    <a:pt x="8506" y="3056"/>
                  </a:lnTo>
                  <a:lnTo>
                    <a:pt x="8034" y="3592"/>
                  </a:lnTo>
                  <a:cubicBezTo>
                    <a:pt x="7561" y="3245"/>
                    <a:pt x="7057" y="3025"/>
                    <a:pt x="6459" y="2899"/>
                  </a:cubicBezTo>
                  <a:lnTo>
                    <a:pt x="6459" y="2773"/>
                  </a:lnTo>
                  <a:cubicBezTo>
                    <a:pt x="7215" y="2773"/>
                    <a:pt x="7845" y="2143"/>
                    <a:pt x="7845" y="1387"/>
                  </a:cubicBezTo>
                  <a:cubicBezTo>
                    <a:pt x="7845" y="662"/>
                    <a:pt x="7215" y="0"/>
                    <a:pt x="64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5" name="Google Shape;5805;p84"/>
          <p:cNvGrpSpPr/>
          <p:nvPr/>
        </p:nvGrpSpPr>
        <p:grpSpPr>
          <a:xfrm>
            <a:off x="6172942" y="2284613"/>
            <a:ext cx="351940" cy="349133"/>
            <a:chOff x="1672375" y="3982600"/>
            <a:chExt cx="297750" cy="295375"/>
          </a:xfrm>
        </p:grpSpPr>
        <p:sp>
          <p:nvSpPr>
            <p:cNvPr id="5806" name="Google Shape;5806;p84"/>
            <p:cNvSpPr/>
            <p:nvPr/>
          </p:nvSpPr>
          <p:spPr>
            <a:xfrm>
              <a:off x="1796825" y="3982600"/>
              <a:ext cx="51225" cy="51225"/>
            </a:xfrm>
            <a:custGeom>
              <a:avLst/>
              <a:gdLst/>
              <a:ahLst/>
              <a:cxnLst/>
              <a:rect l="l" t="t" r="r" b="b"/>
              <a:pathLst>
                <a:path w="2049" h="2049" extrusionOk="0">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84"/>
            <p:cNvSpPr/>
            <p:nvPr/>
          </p:nvSpPr>
          <p:spPr>
            <a:xfrm>
              <a:off x="1672375" y="4092075"/>
              <a:ext cx="297750" cy="185900"/>
            </a:xfrm>
            <a:custGeom>
              <a:avLst/>
              <a:gdLst/>
              <a:ahLst/>
              <a:cxnLst/>
              <a:rect l="l" t="t" r="r" b="b"/>
              <a:pathLst>
                <a:path w="11910" h="7436" extrusionOk="0">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84"/>
            <p:cNvSpPr/>
            <p:nvPr/>
          </p:nvSpPr>
          <p:spPr>
            <a:xfrm>
              <a:off x="1778700" y="4051125"/>
              <a:ext cx="86675" cy="69325"/>
            </a:xfrm>
            <a:custGeom>
              <a:avLst/>
              <a:gdLst/>
              <a:ahLst/>
              <a:cxnLst/>
              <a:rect l="l" t="t" r="r" b="b"/>
              <a:pathLst>
                <a:path w="3467" h="2773" extrusionOk="0">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9" name="Google Shape;5809;p84"/>
          <p:cNvGrpSpPr/>
          <p:nvPr/>
        </p:nvGrpSpPr>
        <p:grpSpPr>
          <a:xfrm>
            <a:off x="4864934" y="2748808"/>
            <a:ext cx="350079" cy="350079"/>
            <a:chOff x="3497300" y="3227275"/>
            <a:chExt cx="296175" cy="296175"/>
          </a:xfrm>
        </p:grpSpPr>
        <p:sp>
          <p:nvSpPr>
            <p:cNvPr id="5810" name="Google Shape;5810;p84"/>
            <p:cNvSpPr/>
            <p:nvPr/>
          </p:nvSpPr>
          <p:spPr>
            <a:xfrm>
              <a:off x="3609925" y="3339900"/>
              <a:ext cx="69350" cy="68550"/>
            </a:xfrm>
            <a:custGeom>
              <a:avLst/>
              <a:gdLst/>
              <a:ahLst/>
              <a:cxnLst/>
              <a:rect l="l" t="t" r="r" b="b"/>
              <a:pathLst>
                <a:path w="2774" h="2742" extrusionOk="0">
                  <a:moveTo>
                    <a:pt x="1387" y="1"/>
                  </a:moveTo>
                  <a:cubicBezTo>
                    <a:pt x="631" y="1"/>
                    <a:pt x="1" y="631"/>
                    <a:pt x="1" y="1355"/>
                  </a:cubicBezTo>
                  <a:cubicBezTo>
                    <a:pt x="1" y="2112"/>
                    <a:pt x="631" y="2742"/>
                    <a:pt x="1387" y="2742"/>
                  </a:cubicBezTo>
                  <a:cubicBezTo>
                    <a:pt x="2143" y="2742"/>
                    <a:pt x="2773" y="2112"/>
                    <a:pt x="2773" y="1355"/>
                  </a:cubicBezTo>
                  <a:cubicBezTo>
                    <a:pt x="2773"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84"/>
            <p:cNvSpPr/>
            <p:nvPr/>
          </p:nvSpPr>
          <p:spPr>
            <a:xfrm>
              <a:off x="3531175" y="3227275"/>
              <a:ext cx="86650" cy="86675"/>
            </a:xfrm>
            <a:custGeom>
              <a:avLst/>
              <a:gdLst/>
              <a:ahLst/>
              <a:cxnLst/>
              <a:rect l="l" t="t" r="r" b="b"/>
              <a:pathLst>
                <a:path w="3466" h="3467" extrusionOk="0">
                  <a:moveTo>
                    <a:pt x="1733" y="1"/>
                  </a:moveTo>
                  <a:cubicBezTo>
                    <a:pt x="788" y="1"/>
                    <a:pt x="0" y="788"/>
                    <a:pt x="0" y="1733"/>
                  </a:cubicBezTo>
                  <a:cubicBezTo>
                    <a:pt x="0" y="2678"/>
                    <a:pt x="788" y="3466"/>
                    <a:pt x="1733" y="3466"/>
                  </a:cubicBezTo>
                  <a:cubicBezTo>
                    <a:pt x="2741" y="3466"/>
                    <a:pt x="3466" y="2678"/>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2" name="Google Shape;5812;p84"/>
            <p:cNvSpPr/>
            <p:nvPr/>
          </p:nvSpPr>
          <p:spPr>
            <a:xfrm>
              <a:off x="3670575" y="3227275"/>
              <a:ext cx="86675" cy="86675"/>
            </a:xfrm>
            <a:custGeom>
              <a:avLst/>
              <a:gdLst/>
              <a:ahLst/>
              <a:cxnLst/>
              <a:rect l="l" t="t" r="r" b="b"/>
              <a:pathLst>
                <a:path w="3467" h="3467" extrusionOk="0">
                  <a:moveTo>
                    <a:pt x="1733" y="1"/>
                  </a:moveTo>
                  <a:cubicBezTo>
                    <a:pt x="788" y="1"/>
                    <a:pt x="1" y="788"/>
                    <a:pt x="1" y="1733"/>
                  </a:cubicBezTo>
                  <a:cubicBezTo>
                    <a:pt x="1" y="2678"/>
                    <a:pt x="788" y="3466"/>
                    <a:pt x="1733" y="3466"/>
                  </a:cubicBezTo>
                  <a:cubicBezTo>
                    <a:pt x="2679" y="3466"/>
                    <a:pt x="3466" y="2678"/>
                    <a:pt x="3466" y="1733"/>
                  </a:cubicBezTo>
                  <a:cubicBezTo>
                    <a:pt x="3466" y="788"/>
                    <a:pt x="2679"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84"/>
            <p:cNvSpPr/>
            <p:nvPr/>
          </p:nvSpPr>
          <p:spPr>
            <a:xfrm>
              <a:off x="3622525" y="3421825"/>
              <a:ext cx="41775" cy="25225"/>
            </a:xfrm>
            <a:custGeom>
              <a:avLst/>
              <a:gdLst/>
              <a:ahLst/>
              <a:cxnLst/>
              <a:rect l="l" t="t" r="r" b="b"/>
              <a:pathLst>
                <a:path w="1671" h="1009" extrusionOk="0">
                  <a:moveTo>
                    <a:pt x="1" y="0"/>
                  </a:moveTo>
                  <a:lnTo>
                    <a:pt x="851" y="1008"/>
                  </a:lnTo>
                  <a:lnTo>
                    <a:pt x="1671" y="0"/>
                  </a:lnTo>
                  <a:lnTo>
                    <a:pt x="1671" y="0"/>
                  </a:lnTo>
                  <a:cubicBezTo>
                    <a:pt x="1450" y="126"/>
                    <a:pt x="1167" y="158"/>
                    <a:pt x="851" y="158"/>
                  </a:cubicBezTo>
                  <a:cubicBezTo>
                    <a:pt x="568" y="158"/>
                    <a:pt x="284" y="9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4" name="Google Shape;5814;p84"/>
            <p:cNvSpPr/>
            <p:nvPr/>
          </p:nvSpPr>
          <p:spPr>
            <a:xfrm>
              <a:off x="3566600" y="3416300"/>
              <a:ext cx="70125" cy="106350"/>
            </a:xfrm>
            <a:custGeom>
              <a:avLst/>
              <a:gdLst/>
              <a:ahLst/>
              <a:cxnLst/>
              <a:rect l="l" t="t" r="r" b="b"/>
              <a:pathLst>
                <a:path w="2805" h="4254" extrusionOk="0">
                  <a:moveTo>
                    <a:pt x="1261" y="1"/>
                  </a:moveTo>
                  <a:cubicBezTo>
                    <a:pt x="474" y="599"/>
                    <a:pt x="1" y="1513"/>
                    <a:pt x="1" y="2490"/>
                  </a:cubicBezTo>
                  <a:lnTo>
                    <a:pt x="1" y="3907"/>
                  </a:lnTo>
                  <a:cubicBezTo>
                    <a:pt x="1" y="4096"/>
                    <a:pt x="158" y="4254"/>
                    <a:pt x="379" y="4254"/>
                  </a:cubicBezTo>
                  <a:lnTo>
                    <a:pt x="2805" y="4254"/>
                  </a:lnTo>
                  <a:lnTo>
                    <a:pt x="2805" y="1891"/>
                  </a:lnTo>
                  <a:lnTo>
                    <a:pt x="126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84"/>
            <p:cNvSpPr/>
            <p:nvPr/>
          </p:nvSpPr>
          <p:spPr>
            <a:xfrm>
              <a:off x="3653250" y="3417100"/>
              <a:ext cx="70125" cy="106350"/>
            </a:xfrm>
            <a:custGeom>
              <a:avLst/>
              <a:gdLst/>
              <a:ahLst/>
              <a:cxnLst/>
              <a:rect l="l" t="t" r="r" b="b"/>
              <a:pathLst>
                <a:path w="2805" h="4254" extrusionOk="0">
                  <a:moveTo>
                    <a:pt x="1544" y="0"/>
                  </a:moveTo>
                  <a:lnTo>
                    <a:pt x="1" y="1890"/>
                  </a:lnTo>
                  <a:lnTo>
                    <a:pt x="1" y="4253"/>
                  </a:lnTo>
                  <a:lnTo>
                    <a:pt x="2458" y="4253"/>
                  </a:lnTo>
                  <a:cubicBezTo>
                    <a:pt x="2647" y="4253"/>
                    <a:pt x="2804" y="4096"/>
                    <a:pt x="2804" y="3907"/>
                  </a:cubicBezTo>
                  <a:lnTo>
                    <a:pt x="2804" y="2489"/>
                  </a:lnTo>
                  <a:cubicBezTo>
                    <a:pt x="2773" y="1481"/>
                    <a:pt x="2300" y="567"/>
                    <a:pt x="15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84"/>
            <p:cNvSpPr/>
            <p:nvPr/>
          </p:nvSpPr>
          <p:spPr>
            <a:xfrm>
              <a:off x="3655625" y="3310775"/>
              <a:ext cx="137850" cy="108700"/>
            </a:xfrm>
            <a:custGeom>
              <a:avLst/>
              <a:gdLst/>
              <a:ahLst/>
              <a:cxnLst/>
              <a:rect l="l" t="t" r="r" b="b"/>
              <a:pathLst>
                <a:path w="5514" h="4348" extrusionOk="0">
                  <a:moveTo>
                    <a:pt x="3686" y="1512"/>
                  </a:moveTo>
                  <a:cubicBezTo>
                    <a:pt x="3907" y="1512"/>
                    <a:pt x="4064" y="1670"/>
                    <a:pt x="4064" y="1859"/>
                  </a:cubicBezTo>
                  <a:cubicBezTo>
                    <a:pt x="4064" y="2048"/>
                    <a:pt x="3907" y="2205"/>
                    <a:pt x="3686" y="2205"/>
                  </a:cubicBezTo>
                  <a:lnTo>
                    <a:pt x="2993" y="2205"/>
                  </a:lnTo>
                  <a:cubicBezTo>
                    <a:pt x="2804" y="2205"/>
                    <a:pt x="2646" y="2048"/>
                    <a:pt x="2646" y="1859"/>
                  </a:cubicBezTo>
                  <a:cubicBezTo>
                    <a:pt x="2646" y="1670"/>
                    <a:pt x="2804" y="1512"/>
                    <a:pt x="2993" y="1512"/>
                  </a:cubicBezTo>
                  <a:close/>
                  <a:moveTo>
                    <a:pt x="4127" y="0"/>
                  </a:moveTo>
                  <a:cubicBezTo>
                    <a:pt x="3686" y="536"/>
                    <a:pt x="3056" y="851"/>
                    <a:pt x="2331" y="851"/>
                  </a:cubicBezTo>
                  <a:cubicBezTo>
                    <a:pt x="1607" y="851"/>
                    <a:pt x="977" y="504"/>
                    <a:pt x="536" y="63"/>
                  </a:cubicBezTo>
                  <a:cubicBezTo>
                    <a:pt x="347" y="221"/>
                    <a:pt x="158" y="378"/>
                    <a:pt x="0" y="567"/>
                  </a:cubicBezTo>
                  <a:cubicBezTo>
                    <a:pt x="945" y="756"/>
                    <a:pt x="1638" y="1575"/>
                    <a:pt x="1638" y="2615"/>
                  </a:cubicBezTo>
                  <a:cubicBezTo>
                    <a:pt x="1638" y="2930"/>
                    <a:pt x="1575" y="3214"/>
                    <a:pt x="1449" y="3466"/>
                  </a:cubicBezTo>
                  <a:cubicBezTo>
                    <a:pt x="1859" y="3718"/>
                    <a:pt x="2205" y="4001"/>
                    <a:pt x="2520" y="4348"/>
                  </a:cubicBezTo>
                  <a:lnTo>
                    <a:pt x="5167" y="4348"/>
                  </a:lnTo>
                  <a:cubicBezTo>
                    <a:pt x="5356" y="4348"/>
                    <a:pt x="5513" y="4190"/>
                    <a:pt x="5513" y="4001"/>
                  </a:cubicBezTo>
                  <a:lnTo>
                    <a:pt x="5513" y="2615"/>
                  </a:lnTo>
                  <a:cubicBezTo>
                    <a:pt x="5482" y="1512"/>
                    <a:pt x="4915" y="567"/>
                    <a:pt x="41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84"/>
            <p:cNvSpPr/>
            <p:nvPr/>
          </p:nvSpPr>
          <p:spPr>
            <a:xfrm>
              <a:off x="3497300" y="3309975"/>
              <a:ext cx="136275" cy="108725"/>
            </a:xfrm>
            <a:custGeom>
              <a:avLst/>
              <a:gdLst/>
              <a:ahLst/>
              <a:cxnLst/>
              <a:rect l="l" t="t" r="r" b="b"/>
              <a:pathLst>
                <a:path w="5451" h="4349" extrusionOk="0">
                  <a:moveTo>
                    <a:pt x="2426" y="1544"/>
                  </a:moveTo>
                  <a:cubicBezTo>
                    <a:pt x="2615" y="1544"/>
                    <a:pt x="2773" y="1702"/>
                    <a:pt x="2773" y="1891"/>
                  </a:cubicBezTo>
                  <a:cubicBezTo>
                    <a:pt x="2773" y="2080"/>
                    <a:pt x="2615" y="2237"/>
                    <a:pt x="2426" y="2237"/>
                  </a:cubicBezTo>
                  <a:lnTo>
                    <a:pt x="1733" y="2237"/>
                  </a:lnTo>
                  <a:cubicBezTo>
                    <a:pt x="1513" y="2237"/>
                    <a:pt x="1355" y="2080"/>
                    <a:pt x="1355" y="1891"/>
                  </a:cubicBezTo>
                  <a:cubicBezTo>
                    <a:pt x="1355" y="1702"/>
                    <a:pt x="1513" y="1544"/>
                    <a:pt x="1733" y="1544"/>
                  </a:cubicBezTo>
                  <a:close/>
                  <a:moveTo>
                    <a:pt x="1324" y="1"/>
                  </a:moveTo>
                  <a:cubicBezTo>
                    <a:pt x="536" y="568"/>
                    <a:pt x="1" y="1513"/>
                    <a:pt x="1" y="2552"/>
                  </a:cubicBezTo>
                  <a:lnTo>
                    <a:pt x="1" y="3939"/>
                  </a:lnTo>
                  <a:cubicBezTo>
                    <a:pt x="1" y="4191"/>
                    <a:pt x="95" y="4348"/>
                    <a:pt x="316" y="4348"/>
                  </a:cubicBezTo>
                  <a:lnTo>
                    <a:pt x="2930" y="4348"/>
                  </a:lnTo>
                  <a:cubicBezTo>
                    <a:pt x="3214" y="3970"/>
                    <a:pt x="3561" y="3655"/>
                    <a:pt x="4002" y="3466"/>
                  </a:cubicBezTo>
                  <a:cubicBezTo>
                    <a:pt x="3876" y="3183"/>
                    <a:pt x="3813" y="2930"/>
                    <a:pt x="3813" y="2615"/>
                  </a:cubicBezTo>
                  <a:cubicBezTo>
                    <a:pt x="3813" y="1607"/>
                    <a:pt x="4506" y="757"/>
                    <a:pt x="5451" y="568"/>
                  </a:cubicBezTo>
                  <a:cubicBezTo>
                    <a:pt x="5293" y="347"/>
                    <a:pt x="5104" y="190"/>
                    <a:pt x="4915" y="32"/>
                  </a:cubicBezTo>
                  <a:cubicBezTo>
                    <a:pt x="4474" y="505"/>
                    <a:pt x="3844" y="820"/>
                    <a:pt x="3151" y="820"/>
                  </a:cubicBezTo>
                  <a:cubicBezTo>
                    <a:pt x="2426" y="820"/>
                    <a:pt x="1796" y="505"/>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18" name="Google Shape;5818;p84"/>
          <p:cNvGrpSpPr/>
          <p:nvPr/>
        </p:nvGrpSpPr>
        <p:grpSpPr>
          <a:xfrm>
            <a:off x="4865407" y="3198203"/>
            <a:ext cx="349133" cy="347272"/>
            <a:chOff x="3497300" y="3591950"/>
            <a:chExt cx="295375" cy="293800"/>
          </a:xfrm>
        </p:grpSpPr>
        <p:sp>
          <p:nvSpPr>
            <p:cNvPr id="5819" name="Google Shape;5819;p84"/>
            <p:cNvSpPr/>
            <p:nvPr/>
          </p:nvSpPr>
          <p:spPr>
            <a:xfrm>
              <a:off x="3628825" y="3724275"/>
              <a:ext cx="18150" cy="16550"/>
            </a:xfrm>
            <a:custGeom>
              <a:avLst/>
              <a:gdLst/>
              <a:ahLst/>
              <a:cxnLst/>
              <a:rect l="l" t="t" r="r" b="b"/>
              <a:pathLst>
                <a:path w="726" h="662" extrusionOk="0">
                  <a:moveTo>
                    <a:pt x="375" y="0"/>
                  </a:moveTo>
                  <a:cubicBezTo>
                    <a:pt x="292" y="0"/>
                    <a:pt x="206" y="32"/>
                    <a:pt x="127" y="95"/>
                  </a:cubicBezTo>
                  <a:cubicBezTo>
                    <a:pt x="1" y="221"/>
                    <a:pt x="1" y="441"/>
                    <a:pt x="127" y="567"/>
                  </a:cubicBezTo>
                  <a:cubicBezTo>
                    <a:pt x="190" y="630"/>
                    <a:pt x="277" y="662"/>
                    <a:pt x="363" y="662"/>
                  </a:cubicBezTo>
                  <a:cubicBezTo>
                    <a:pt x="450" y="662"/>
                    <a:pt x="536" y="630"/>
                    <a:pt x="599" y="567"/>
                  </a:cubicBezTo>
                  <a:cubicBezTo>
                    <a:pt x="725" y="441"/>
                    <a:pt x="725" y="221"/>
                    <a:pt x="599" y="95"/>
                  </a:cubicBezTo>
                  <a:cubicBezTo>
                    <a:pt x="536" y="32"/>
                    <a:pt x="458" y="0"/>
                    <a:pt x="3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84"/>
            <p:cNvSpPr/>
            <p:nvPr/>
          </p:nvSpPr>
          <p:spPr>
            <a:xfrm>
              <a:off x="3590250" y="3689400"/>
              <a:ext cx="94525" cy="86675"/>
            </a:xfrm>
            <a:custGeom>
              <a:avLst/>
              <a:gdLst/>
              <a:ahLst/>
              <a:cxnLst/>
              <a:rect l="l" t="t" r="r" b="b"/>
              <a:pathLst>
                <a:path w="3781" h="3467" extrusionOk="0">
                  <a:moveTo>
                    <a:pt x="1922" y="710"/>
                  </a:moveTo>
                  <a:cubicBezTo>
                    <a:pt x="2190" y="710"/>
                    <a:pt x="2458" y="812"/>
                    <a:pt x="2647" y="1017"/>
                  </a:cubicBezTo>
                  <a:cubicBezTo>
                    <a:pt x="3088" y="1395"/>
                    <a:pt x="3088" y="2088"/>
                    <a:pt x="2647" y="2466"/>
                  </a:cubicBezTo>
                  <a:cubicBezTo>
                    <a:pt x="2458" y="2671"/>
                    <a:pt x="2190" y="2773"/>
                    <a:pt x="1922" y="2773"/>
                  </a:cubicBezTo>
                  <a:cubicBezTo>
                    <a:pt x="1654" y="2773"/>
                    <a:pt x="1386" y="2671"/>
                    <a:pt x="1197" y="2466"/>
                  </a:cubicBezTo>
                  <a:cubicBezTo>
                    <a:pt x="788" y="2088"/>
                    <a:pt x="788" y="1395"/>
                    <a:pt x="1197" y="1017"/>
                  </a:cubicBezTo>
                  <a:cubicBezTo>
                    <a:pt x="1386" y="812"/>
                    <a:pt x="1654" y="710"/>
                    <a:pt x="1922" y="710"/>
                  </a:cubicBezTo>
                  <a:close/>
                  <a:moveTo>
                    <a:pt x="1930" y="1"/>
                  </a:moveTo>
                  <a:cubicBezTo>
                    <a:pt x="1489" y="1"/>
                    <a:pt x="1040" y="182"/>
                    <a:pt x="693" y="544"/>
                  </a:cubicBezTo>
                  <a:cubicBezTo>
                    <a:pt x="0" y="1206"/>
                    <a:pt x="0" y="2309"/>
                    <a:pt x="693" y="2970"/>
                  </a:cubicBezTo>
                  <a:cubicBezTo>
                    <a:pt x="1024" y="3301"/>
                    <a:pt x="1473" y="3466"/>
                    <a:pt x="1918" y="3466"/>
                  </a:cubicBezTo>
                  <a:cubicBezTo>
                    <a:pt x="2363" y="3466"/>
                    <a:pt x="2804" y="3301"/>
                    <a:pt x="3119" y="2970"/>
                  </a:cubicBezTo>
                  <a:cubicBezTo>
                    <a:pt x="3781" y="2309"/>
                    <a:pt x="3781" y="1206"/>
                    <a:pt x="3119" y="544"/>
                  </a:cubicBezTo>
                  <a:cubicBezTo>
                    <a:pt x="2804" y="182"/>
                    <a:pt x="2371" y="1"/>
                    <a:pt x="19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84"/>
            <p:cNvSpPr/>
            <p:nvPr/>
          </p:nvSpPr>
          <p:spPr>
            <a:xfrm>
              <a:off x="3674525" y="3601400"/>
              <a:ext cx="118150" cy="118950"/>
            </a:xfrm>
            <a:custGeom>
              <a:avLst/>
              <a:gdLst/>
              <a:ahLst/>
              <a:cxnLst/>
              <a:rect l="l" t="t" r="r" b="b"/>
              <a:pathLst>
                <a:path w="4726" h="4758" extrusionOk="0">
                  <a:moveTo>
                    <a:pt x="3533" y="0"/>
                  </a:moveTo>
                  <a:cubicBezTo>
                    <a:pt x="3442" y="0"/>
                    <a:pt x="3355" y="32"/>
                    <a:pt x="3308" y="95"/>
                  </a:cubicBezTo>
                  <a:lnTo>
                    <a:pt x="0" y="3308"/>
                  </a:lnTo>
                  <a:cubicBezTo>
                    <a:pt x="410" y="3623"/>
                    <a:pt x="788" y="4127"/>
                    <a:pt x="1953" y="4758"/>
                  </a:cubicBezTo>
                  <a:lnTo>
                    <a:pt x="4600" y="2678"/>
                  </a:lnTo>
                  <a:cubicBezTo>
                    <a:pt x="4663" y="2615"/>
                    <a:pt x="4726" y="2521"/>
                    <a:pt x="4726" y="2395"/>
                  </a:cubicBezTo>
                  <a:cubicBezTo>
                    <a:pt x="4726" y="1544"/>
                    <a:pt x="4348" y="693"/>
                    <a:pt x="3781" y="95"/>
                  </a:cubicBezTo>
                  <a:cubicBezTo>
                    <a:pt x="3718" y="32"/>
                    <a:pt x="3623" y="0"/>
                    <a:pt x="35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84"/>
            <p:cNvSpPr/>
            <p:nvPr/>
          </p:nvSpPr>
          <p:spPr>
            <a:xfrm>
              <a:off x="3631200" y="3774675"/>
              <a:ext cx="103200" cy="102400"/>
            </a:xfrm>
            <a:custGeom>
              <a:avLst/>
              <a:gdLst/>
              <a:ahLst/>
              <a:cxnLst/>
              <a:rect l="l" t="t" r="r" b="b"/>
              <a:pathLst>
                <a:path w="4128" h="4096" extrusionOk="0">
                  <a:moveTo>
                    <a:pt x="2048" y="0"/>
                  </a:moveTo>
                  <a:cubicBezTo>
                    <a:pt x="1985" y="32"/>
                    <a:pt x="1985" y="63"/>
                    <a:pt x="1954" y="126"/>
                  </a:cubicBezTo>
                  <a:cubicBezTo>
                    <a:pt x="1506" y="546"/>
                    <a:pt x="859" y="767"/>
                    <a:pt x="235" y="767"/>
                  </a:cubicBezTo>
                  <a:cubicBezTo>
                    <a:pt x="156" y="767"/>
                    <a:pt x="78" y="764"/>
                    <a:pt x="0" y="756"/>
                  </a:cubicBezTo>
                  <a:lnTo>
                    <a:pt x="0" y="756"/>
                  </a:lnTo>
                  <a:cubicBezTo>
                    <a:pt x="567" y="1670"/>
                    <a:pt x="1355" y="3749"/>
                    <a:pt x="1418" y="3875"/>
                  </a:cubicBezTo>
                  <a:cubicBezTo>
                    <a:pt x="1450" y="4001"/>
                    <a:pt x="1607" y="4096"/>
                    <a:pt x="1733" y="4096"/>
                  </a:cubicBezTo>
                  <a:cubicBezTo>
                    <a:pt x="1891" y="4096"/>
                    <a:pt x="1985" y="4033"/>
                    <a:pt x="2048" y="3875"/>
                  </a:cubicBezTo>
                  <a:lnTo>
                    <a:pt x="2426" y="2647"/>
                  </a:lnTo>
                  <a:lnTo>
                    <a:pt x="3182" y="2647"/>
                  </a:lnTo>
                  <a:cubicBezTo>
                    <a:pt x="4128" y="2647"/>
                    <a:pt x="2710" y="630"/>
                    <a:pt x="20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84"/>
            <p:cNvSpPr/>
            <p:nvPr/>
          </p:nvSpPr>
          <p:spPr>
            <a:xfrm>
              <a:off x="3691850" y="3726625"/>
              <a:ext cx="89800" cy="89050"/>
            </a:xfrm>
            <a:custGeom>
              <a:avLst/>
              <a:gdLst/>
              <a:ahLst/>
              <a:cxnLst/>
              <a:rect l="l" t="t" r="r" b="b"/>
              <a:pathLst>
                <a:path w="3592" h="3562" extrusionOk="0">
                  <a:moveTo>
                    <a:pt x="252" y="1"/>
                  </a:moveTo>
                  <a:cubicBezTo>
                    <a:pt x="284" y="410"/>
                    <a:pt x="189" y="883"/>
                    <a:pt x="0" y="1292"/>
                  </a:cubicBezTo>
                  <a:cubicBezTo>
                    <a:pt x="630" y="1922"/>
                    <a:pt x="1134" y="2615"/>
                    <a:pt x="1544" y="3466"/>
                  </a:cubicBezTo>
                  <a:cubicBezTo>
                    <a:pt x="1565" y="3530"/>
                    <a:pt x="1634" y="3562"/>
                    <a:pt x="1715" y="3562"/>
                  </a:cubicBezTo>
                  <a:cubicBezTo>
                    <a:pt x="1874" y="3562"/>
                    <a:pt x="2080" y="3443"/>
                    <a:pt x="2080" y="3214"/>
                  </a:cubicBezTo>
                  <a:lnTo>
                    <a:pt x="2080" y="2458"/>
                  </a:lnTo>
                  <a:lnTo>
                    <a:pt x="3308" y="2080"/>
                  </a:lnTo>
                  <a:cubicBezTo>
                    <a:pt x="3497" y="1985"/>
                    <a:pt x="3592" y="1891"/>
                    <a:pt x="3592" y="1733"/>
                  </a:cubicBezTo>
                  <a:cubicBezTo>
                    <a:pt x="3592" y="1576"/>
                    <a:pt x="3497" y="1450"/>
                    <a:pt x="3340" y="1418"/>
                  </a:cubicBezTo>
                  <a:cubicBezTo>
                    <a:pt x="3182" y="1355"/>
                    <a:pt x="1134" y="568"/>
                    <a:pt x="2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84"/>
            <p:cNvSpPr/>
            <p:nvPr/>
          </p:nvSpPr>
          <p:spPr>
            <a:xfrm>
              <a:off x="3505175" y="3767575"/>
              <a:ext cx="120525" cy="118175"/>
            </a:xfrm>
            <a:custGeom>
              <a:avLst/>
              <a:gdLst/>
              <a:ahLst/>
              <a:cxnLst/>
              <a:rect l="l" t="t" r="r" b="b"/>
              <a:pathLst>
                <a:path w="4821" h="4727" extrusionOk="0">
                  <a:moveTo>
                    <a:pt x="3372" y="1"/>
                  </a:moveTo>
                  <a:lnTo>
                    <a:pt x="95" y="3277"/>
                  </a:lnTo>
                  <a:cubicBezTo>
                    <a:pt x="1" y="3435"/>
                    <a:pt x="1" y="3687"/>
                    <a:pt x="158" y="3781"/>
                  </a:cubicBezTo>
                  <a:cubicBezTo>
                    <a:pt x="788" y="4411"/>
                    <a:pt x="1607" y="4727"/>
                    <a:pt x="2458" y="4727"/>
                  </a:cubicBezTo>
                  <a:cubicBezTo>
                    <a:pt x="2584" y="4727"/>
                    <a:pt x="2679" y="4695"/>
                    <a:pt x="2742" y="4632"/>
                  </a:cubicBezTo>
                  <a:lnTo>
                    <a:pt x="4821" y="1986"/>
                  </a:lnTo>
                  <a:cubicBezTo>
                    <a:pt x="4254" y="851"/>
                    <a:pt x="3718" y="442"/>
                    <a:pt x="3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84"/>
            <p:cNvSpPr/>
            <p:nvPr/>
          </p:nvSpPr>
          <p:spPr>
            <a:xfrm>
              <a:off x="3631200" y="3591950"/>
              <a:ext cx="104000" cy="84300"/>
            </a:xfrm>
            <a:custGeom>
              <a:avLst/>
              <a:gdLst/>
              <a:ahLst/>
              <a:cxnLst/>
              <a:rect l="l" t="t" r="r" b="b"/>
              <a:pathLst>
                <a:path w="4160" h="3372" extrusionOk="0">
                  <a:moveTo>
                    <a:pt x="2836" y="0"/>
                  </a:moveTo>
                  <a:cubicBezTo>
                    <a:pt x="2678" y="0"/>
                    <a:pt x="2584" y="32"/>
                    <a:pt x="2521" y="95"/>
                  </a:cubicBezTo>
                  <a:lnTo>
                    <a:pt x="0" y="3245"/>
                  </a:lnTo>
                  <a:cubicBezTo>
                    <a:pt x="90" y="3238"/>
                    <a:pt x="181" y="3234"/>
                    <a:pt x="272" y="3234"/>
                  </a:cubicBezTo>
                  <a:cubicBezTo>
                    <a:pt x="568" y="3234"/>
                    <a:pt x="870" y="3275"/>
                    <a:pt x="1135" y="3371"/>
                  </a:cubicBezTo>
                  <a:cubicBezTo>
                    <a:pt x="1324" y="3119"/>
                    <a:pt x="3939" y="567"/>
                    <a:pt x="4159" y="347"/>
                  </a:cubicBezTo>
                  <a:cubicBezTo>
                    <a:pt x="3718" y="158"/>
                    <a:pt x="3308"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6" name="Google Shape;5826;p84"/>
            <p:cNvSpPr/>
            <p:nvPr/>
          </p:nvSpPr>
          <p:spPr>
            <a:xfrm>
              <a:off x="3497300" y="3721900"/>
              <a:ext cx="84300" cy="107150"/>
            </a:xfrm>
            <a:custGeom>
              <a:avLst/>
              <a:gdLst/>
              <a:ahLst/>
              <a:cxnLst/>
              <a:rect l="l" t="t" r="r" b="b"/>
              <a:pathLst>
                <a:path w="3372" h="4286" extrusionOk="0">
                  <a:moveTo>
                    <a:pt x="3246" y="1"/>
                  </a:moveTo>
                  <a:lnTo>
                    <a:pt x="95" y="2552"/>
                  </a:lnTo>
                  <a:cubicBezTo>
                    <a:pt x="32" y="2615"/>
                    <a:pt x="1" y="2710"/>
                    <a:pt x="1" y="2836"/>
                  </a:cubicBezTo>
                  <a:cubicBezTo>
                    <a:pt x="1" y="3340"/>
                    <a:pt x="95" y="3844"/>
                    <a:pt x="347" y="4285"/>
                  </a:cubicBezTo>
                  <a:lnTo>
                    <a:pt x="3372" y="1261"/>
                  </a:lnTo>
                  <a:cubicBezTo>
                    <a:pt x="3214" y="851"/>
                    <a:pt x="3183" y="410"/>
                    <a:pt x="32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7" name="Google Shape;5827;p84"/>
          <p:cNvGrpSpPr/>
          <p:nvPr/>
        </p:nvGrpSpPr>
        <p:grpSpPr>
          <a:xfrm>
            <a:off x="4865407" y="3673341"/>
            <a:ext cx="349133" cy="349163"/>
            <a:chOff x="3497300" y="3955025"/>
            <a:chExt cx="295375" cy="295400"/>
          </a:xfrm>
        </p:grpSpPr>
        <p:sp>
          <p:nvSpPr>
            <p:cNvPr id="5828" name="Google Shape;5828;p84"/>
            <p:cNvSpPr/>
            <p:nvPr/>
          </p:nvSpPr>
          <p:spPr>
            <a:xfrm>
              <a:off x="3660350" y="4035375"/>
              <a:ext cx="132325" cy="155175"/>
            </a:xfrm>
            <a:custGeom>
              <a:avLst/>
              <a:gdLst/>
              <a:ahLst/>
              <a:cxnLst/>
              <a:rect l="l" t="t" r="r" b="b"/>
              <a:pathLst>
                <a:path w="5293" h="6207" extrusionOk="0">
                  <a:moveTo>
                    <a:pt x="4663" y="0"/>
                  </a:moveTo>
                  <a:lnTo>
                    <a:pt x="0" y="2773"/>
                  </a:lnTo>
                  <a:lnTo>
                    <a:pt x="4127" y="6207"/>
                  </a:lnTo>
                  <a:cubicBezTo>
                    <a:pt x="4852" y="5199"/>
                    <a:pt x="5293" y="4033"/>
                    <a:pt x="5293" y="2678"/>
                  </a:cubicBezTo>
                  <a:cubicBezTo>
                    <a:pt x="5293" y="1733"/>
                    <a:pt x="5041" y="851"/>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9" name="Google Shape;5829;p84"/>
            <p:cNvSpPr/>
            <p:nvPr/>
          </p:nvSpPr>
          <p:spPr>
            <a:xfrm>
              <a:off x="3653250" y="3955025"/>
              <a:ext cx="114225" cy="133150"/>
            </a:xfrm>
            <a:custGeom>
              <a:avLst/>
              <a:gdLst/>
              <a:ahLst/>
              <a:cxnLst/>
              <a:rect l="l" t="t" r="r" b="b"/>
              <a:pathLst>
                <a:path w="4569" h="5326" extrusionOk="0">
                  <a:moveTo>
                    <a:pt x="1" y="1"/>
                  </a:moveTo>
                  <a:lnTo>
                    <a:pt x="1" y="5325"/>
                  </a:lnTo>
                  <a:lnTo>
                    <a:pt x="4569" y="2679"/>
                  </a:lnTo>
                  <a:cubicBezTo>
                    <a:pt x="3561" y="1167"/>
                    <a:pt x="1891"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84"/>
            <p:cNvSpPr/>
            <p:nvPr/>
          </p:nvSpPr>
          <p:spPr>
            <a:xfrm>
              <a:off x="3497300" y="3955025"/>
              <a:ext cx="256000" cy="295400"/>
            </a:xfrm>
            <a:custGeom>
              <a:avLst/>
              <a:gdLst/>
              <a:ahLst/>
              <a:cxnLst/>
              <a:rect l="l" t="t" r="r" b="b"/>
              <a:pathLst>
                <a:path w="10240" h="11816" extrusionOk="0">
                  <a:moveTo>
                    <a:pt x="5577" y="1"/>
                  </a:moveTo>
                  <a:cubicBezTo>
                    <a:pt x="2521" y="190"/>
                    <a:pt x="1" y="2805"/>
                    <a:pt x="1" y="5892"/>
                  </a:cubicBezTo>
                  <a:cubicBezTo>
                    <a:pt x="1" y="9137"/>
                    <a:pt x="2678" y="11815"/>
                    <a:pt x="5923" y="11815"/>
                  </a:cubicBezTo>
                  <a:cubicBezTo>
                    <a:pt x="7625" y="11815"/>
                    <a:pt x="9168" y="11059"/>
                    <a:pt x="10240" y="9925"/>
                  </a:cubicBezTo>
                  <a:lnTo>
                    <a:pt x="5703" y="6176"/>
                  </a:lnTo>
                  <a:cubicBezTo>
                    <a:pt x="5608" y="6144"/>
                    <a:pt x="5577" y="5987"/>
                    <a:pt x="5577" y="5892"/>
                  </a:cubicBezTo>
                  <a:lnTo>
                    <a:pt x="55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1" name="Google Shape;5831;p84"/>
          <p:cNvGrpSpPr/>
          <p:nvPr/>
        </p:nvGrpSpPr>
        <p:grpSpPr>
          <a:xfrm>
            <a:off x="7089979" y="2749532"/>
            <a:ext cx="327739" cy="348631"/>
            <a:chOff x="5364750" y="3235150"/>
            <a:chExt cx="277275" cy="294950"/>
          </a:xfrm>
        </p:grpSpPr>
        <p:sp>
          <p:nvSpPr>
            <p:cNvPr id="5832" name="Google Shape;5832;p84"/>
            <p:cNvSpPr/>
            <p:nvPr/>
          </p:nvSpPr>
          <p:spPr>
            <a:xfrm>
              <a:off x="5502600" y="32351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84"/>
            <p:cNvSpPr/>
            <p:nvPr/>
          </p:nvSpPr>
          <p:spPr>
            <a:xfrm>
              <a:off x="5555375" y="3253850"/>
              <a:ext cx="35450" cy="34100"/>
            </a:xfrm>
            <a:custGeom>
              <a:avLst/>
              <a:gdLst/>
              <a:ahLst/>
              <a:cxnLst/>
              <a:rect l="l" t="t" r="r" b="b"/>
              <a:pathLst>
                <a:path w="1418" h="1364" extrusionOk="0">
                  <a:moveTo>
                    <a:pt x="1071" y="1"/>
                  </a:moveTo>
                  <a:cubicBezTo>
                    <a:pt x="977" y="1"/>
                    <a:pt x="882" y="24"/>
                    <a:pt x="819" y="72"/>
                  </a:cubicBezTo>
                  <a:lnTo>
                    <a:pt x="126" y="796"/>
                  </a:lnTo>
                  <a:cubicBezTo>
                    <a:pt x="0" y="922"/>
                    <a:pt x="0" y="1143"/>
                    <a:pt x="126" y="1269"/>
                  </a:cubicBezTo>
                  <a:cubicBezTo>
                    <a:pt x="189" y="1332"/>
                    <a:pt x="268" y="1363"/>
                    <a:pt x="350" y="1363"/>
                  </a:cubicBezTo>
                  <a:cubicBezTo>
                    <a:pt x="433" y="1363"/>
                    <a:pt x="520" y="1332"/>
                    <a:pt x="599" y="1269"/>
                  </a:cubicBezTo>
                  <a:lnTo>
                    <a:pt x="1323" y="544"/>
                  </a:lnTo>
                  <a:cubicBezTo>
                    <a:pt x="1418" y="418"/>
                    <a:pt x="1418" y="198"/>
                    <a:pt x="1323" y="72"/>
                  </a:cubicBezTo>
                  <a:cubicBezTo>
                    <a:pt x="1260" y="24"/>
                    <a:pt x="1166"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84"/>
            <p:cNvSpPr/>
            <p:nvPr/>
          </p:nvSpPr>
          <p:spPr>
            <a:xfrm>
              <a:off x="5606550" y="3357225"/>
              <a:ext cx="35475" cy="18150"/>
            </a:xfrm>
            <a:custGeom>
              <a:avLst/>
              <a:gdLst/>
              <a:ahLst/>
              <a:cxnLst/>
              <a:rect l="l" t="t" r="r" b="b"/>
              <a:pathLst>
                <a:path w="1419" h="726" extrusionOk="0">
                  <a:moveTo>
                    <a:pt x="379" y="1"/>
                  </a:moveTo>
                  <a:cubicBezTo>
                    <a:pt x="158" y="1"/>
                    <a:pt x="1" y="158"/>
                    <a:pt x="1" y="347"/>
                  </a:cubicBezTo>
                  <a:cubicBezTo>
                    <a:pt x="1" y="568"/>
                    <a:pt x="158" y="725"/>
                    <a:pt x="379" y="725"/>
                  </a:cubicBezTo>
                  <a:lnTo>
                    <a:pt x="1072" y="725"/>
                  </a:lnTo>
                  <a:cubicBezTo>
                    <a:pt x="1261" y="725"/>
                    <a:pt x="1419" y="568"/>
                    <a:pt x="1419" y="347"/>
                  </a:cubicBezTo>
                  <a:cubicBezTo>
                    <a:pt x="1419"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5" name="Google Shape;5835;p84"/>
            <p:cNvSpPr/>
            <p:nvPr/>
          </p:nvSpPr>
          <p:spPr>
            <a:xfrm>
              <a:off x="5364750" y="3357225"/>
              <a:ext cx="35475" cy="17350"/>
            </a:xfrm>
            <a:custGeom>
              <a:avLst/>
              <a:gdLst/>
              <a:ahLst/>
              <a:cxnLst/>
              <a:rect l="l" t="t" r="r" b="b"/>
              <a:pathLst>
                <a:path w="1419" h="694" extrusionOk="0">
                  <a:moveTo>
                    <a:pt x="347" y="1"/>
                  </a:moveTo>
                  <a:cubicBezTo>
                    <a:pt x="158" y="1"/>
                    <a:pt x="1" y="158"/>
                    <a:pt x="1" y="347"/>
                  </a:cubicBezTo>
                  <a:cubicBezTo>
                    <a:pt x="1" y="568"/>
                    <a:pt x="158" y="694"/>
                    <a:pt x="347" y="694"/>
                  </a:cubicBezTo>
                  <a:lnTo>
                    <a:pt x="1072" y="694"/>
                  </a:lnTo>
                  <a:cubicBezTo>
                    <a:pt x="1261" y="694"/>
                    <a:pt x="1419" y="568"/>
                    <a:pt x="1419" y="347"/>
                  </a:cubicBezTo>
                  <a:cubicBezTo>
                    <a:pt x="1419"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84"/>
            <p:cNvSpPr/>
            <p:nvPr/>
          </p:nvSpPr>
          <p:spPr>
            <a:xfrm>
              <a:off x="5433275" y="3253850"/>
              <a:ext cx="35475" cy="34100"/>
            </a:xfrm>
            <a:custGeom>
              <a:avLst/>
              <a:gdLst/>
              <a:ahLst/>
              <a:cxnLst/>
              <a:rect l="l" t="t" r="r" b="b"/>
              <a:pathLst>
                <a:path w="1419" h="1364" extrusionOk="0">
                  <a:moveTo>
                    <a:pt x="363" y="1"/>
                  </a:moveTo>
                  <a:cubicBezTo>
                    <a:pt x="276" y="1"/>
                    <a:pt x="190" y="24"/>
                    <a:pt x="127" y="72"/>
                  </a:cubicBezTo>
                  <a:cubicBezTo>
                    <a:pt x="1" y="198"/>
                    <a:pt x="1" y="450"/>
                    <a:pt x="127" y="544"/>
                  </a:cubicBezTo>
                  <a:lnTo>
                    <a:pt x="820" y="1269"/>
                  </a:lnTo>
                  <a:cubicBezTo>
                    <a:pt x="883" y="1332"/>
                    <a:pt x="977" y="1363"/>
                    <a:pt x="1072" y="1363"/>
                  </a:cubicBezTo>
                  <a:cubicBezTo>
                    <a:pt x="1166" y="1363"/>
                    <a:pt x="1261" y="1332"/>
                    <a:pt x="1324" y="1269"/>
                  </a:cubicBezTo>
                  <a:cubicBezTo>
                    <a:pt x="1418" y="1143"/>
                    <a:pt x="1418" y="922"/>
                    <a:pt x="1324" y="796"/>
                  </a:cubicBezTo>
                  <a:lnTo>
                    <a:pt x="599" y="72"/>
                  </a:lnTo>
                  <a:cubicBezTo>
                    <a:pt x="536" y="24"/>
                    <a:pt x="450" y="1"/>
                    <a:pt x="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84"/>
            <p:cNvSpPr/>
            <p:nvPr/>
          </p:nvSpPr>
          <p:spPr>
            <a:xfrm>
              <a:off x="5380500" y="3287775"/>
              <a:ext cx="37050" cy="25975"/>
            </a:xfrm>
            <a:custGeom>
              <a:avLst/>
              <a:gdLst/>
              <a:ahLst/>
              <a:cxnLst/>
              <a:rect l="l" t="t" r="r" b="b"/>
              <a:pathLst>
                <a:path w="1482" h="1039" extrusionOk="0">
                  <a:moveTo>
                    <a:pt x="396" y="0"/>
                  </a:moveTo>
                  <a:cubicBezTo>
                    <a:pt x="267" y="0"/>
                    <a:pt x="132" y="81"/>
                    <a:pt x="64" y="195"/>
                  </a:cubicBezTo>
                  <a:cubicBezTo>
                    <a:pt x="1" y="353"/>
                    <a:pt x="64" y="573"/>
                    <a:pt x="221" y="668"/>
                  </a:cubicBezTo>
                  <a:lnTo>
                    <a:pt x="946" y="1015"/>
                  </a:lnTo>
                  <a:cubicBezTo>
                    <a:pt x="987" y="1031"/>
                    <a:pt x="1032" y="1039"/>
                    <a:pt x="1077" y="1039"/>
                  </a:cubicBezTo>
                  <a:cubicBezTo>
                    <a:pt x="1209" y="1039"/>
                    <a:pt x="1349" y="974"/>
                    <a:pt x="1419" y="857"/>
                  </a:cubicBezTo>
                  <a:cubicBezTo>
                    <a:pt x="1482" y="699"/>
                    <a:pt x="1419" y="447"/>
                    <a:pt x="1261" y="384"/>
                  </a:cubicBezTo>
                  <a:lnTo>
                    <a:pt x="536" y="38"/>
                  </a:lnTo>
                  <a:cubicBezTo>
                    <a:pt x="493" y="12"/>
                    <a:pt x="445" y="0"/>
                    <a:pt x="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8" name="Google Shape;5838;p84"/>
            <p:cNvSpPr/>
            <p:nvPr/>
          </p:nvSpPr>
          <p:spPr>
            <a:xfrm>
              <a:off x="5588450" y="3288075"/>
              <a:ext cx="37025" cy="26800"/>
            </a:xfrm>
            <a:custGeom>
              <a:avLst/>
              <a:gdLst/>
              <a:ahLst/>
              <a:cxnLst/>
              <a:rect l="l" t="t" r="r" b="b"/>
              <a:pathLst>
                <a:path w="1481" h="1072" extrusionOk="0">
                  <a:moveTo>
                    <a:pt x="1110" y="0"/>
                  </a:moveTo>
                  <a:cubicBezTo>
                    <a:pt x="1049" y="0"/>
                    <a:pt x="983" y="18"/>
                    <a:pt x="914" y="57"/>
                  </a:cubicBezTo>
                  <a:lnTo>
                    <a:pt x="221" y="404"/>
                  </a:lnTo>
                  <a:cubicBezTo>
                    <a:pt x="63" y="498"/>
                    <a:pt x="0" y="687"/>
                    <a:pt x="63" y="877"/>
                  </a:cubicBezTo>
                  <a:cubicBezTo>
                    <a:pt x="132" y="991"/>
                    <a:pt x="250" y="1072"/>
                    <a:pt x="382" y="1072"/>
                  </a:cubicBezTo>
                  <a:cubicBezTo>
                    <a:pt x="432" y="1072"/>
                    <a:pt x="484" y="1060"/>
                    <a:pt x="536" y="1034"/>
                  </a:cubicBezTo>
                  <a:lnTo>
                    <a:pt x="1260" y="687"/>
                  </a:lnTo>
                  <a:cubicBezTo>
                    <a:pt x="1418" y="593"/>
                    <a:pt x="1481" y="404"/>
                    <a:pt x="1418" y="215"/>
                  </a:cubicBezTo>
                  <a:cubicBezTo>
                    <a:pt x="1353" y="85"/>
                    <a:pt x="1244" y="0"/>
                    <a:pt x="11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84"/>
            <p:cNvSpPr/>
            <p:nvPr/>
          </p:nvSpPr>
          <p:spPr>
            <a:xfrm>
              <a:off x="5412025" y="3286350"/>
              <a:ext cx="177225" cy="243750"/>
            </a:xfrm>
            <a:custGeom>
              <a:avLst/>
              <a:gdLst/>
              <a:ahLst/>
              <a:cxnLst/>
              <a:rect l="l" t="t" r="r" b="b"/>
              <a:pathLst>
                <a:path w="7089" h="9750" extrusionOk="0">
                  <a:moveTo>
                    <a:pt x="3529" y="0"/>
                  </a:moveTo>
                  <a:cubicBezTo>
                    <a:pt x="3151" y="0"/>
                    <a:pt x="2836" y="315"/>
                    <a:pt x="2836" y="725"/>
                  </a:cubicBezTo>
                  <a:lnTo>
                    <a:pt x="2836" y="1418"/>
                  </a:lnTo>
                  <a:cubicBezTo>
                    <a:pt x="2836" y="1040"/>
                    <a:pt x="2520" y="725"/>
                    <a:pt x="2111" y="725"/>
                  </a:cubicBezTo>
                  <a:cubicBezTo>
                    <a:pt x="1733" y="725"/>
                    <a:pt x="1418" y="1040"/>
                    <a:pt x="1418" y="1418"/>
                  </a:cubicBezTo>
                  <a:lnTo>
                    <a:pt x="1418" y="2143"/>
                  </a:lnTo>
                  <a:cubicBezTo>
                    <a:pt x="1544" y="2143"/>
                    <a:pt x="1638" y="2080"/>
                    <a:pt x="1764" y="2080"/>
                  </a:cubicBezTo>
                  <a:lnTo>
                    <a:pt x="3497" y="2080"/>
                  </a:lnTo>
                  <a:cubicBezTo>
                    <a:pt x="4253" y="2080"/>
                    <a:pt x="4883" y="2710"/>
                    <a:pt x="4883" y="3466"/>
                  </a:cubicBezTo>
                  <a:cubicBezTo>
                    <a:pt x="4883" y="4096"/>
                    <a:pt x="4474" y="4600"/>
                    <a:pt x="3907" y="4758"/>
                  </a:cubicBezTo>
                  <a:cubicBezTo>
                    <a:pt x="4064" y="5073"/>
                    <a:pt x="4159" y="5482"/>
                    <a:pt x="4159" y="5860"/>
                  </a:cubicBezTo>
                  <a:cubicBezTo>
                    <a:pt x="4159" y="6081"/>
                    <a:pt x="4001" y="6238"/>
                    <a:pt x="3812" y="6238"/>
                  </a:cubicBezTo>
                  <a:cubicBezTo>
                    <a:pt x="3623" y="6238"/>
                    <a:pt x="3466" y="6081"/>
                    <a:pt x="3466" y="5860"/>
                  </a:cubicBezTo>
                  <a:cubicBezTo>
                    <a:pt x="3466" y="4915"/>
                    <a:pt x="2678" y="4128"/>
                    <a:pt x="1733" y="4128"/>
                  </a:cubicBezTo>
                  <a:lnTo>
                    <a:pt x="3466" y="4128"/>
                  </a:lnTo>
                  <a:cubicBezTo>
                    <a:pt x="3844" y="4128"/>
                    <a:pt x="4159" y="3812"/>
                    <a:pt x="4159" y="3434"/>
                  </a:cubicBezTo>
                  <a:cubicBezTo>
                    <a:pt x="4159" y="3025"/>
                    <a:pt x="3844" y="2710"/>
                    <a:pt x="3466" y="2710"/>
                  </a:cubicBezTo>
                  <a:lnTo>
                    <a:pt x="1733" y="2710"/>
                  </a:lnTo>
                  <a:cubicBezTo>
                    <a:pt x="788" y="2710"/>
                    <a:pt x="0" y="3497"/>
                    <a:pt x="0" y="4443"/>
                  </a:cubicBezTo>
                  <a:lnTo>
                    <a:pt x="0" y="5167"/>
                  </a:lnTo>
                  <a:cubicBezTo>
                    <a:pt x="0" y="6112"/>
                    <a:pt x="536" y="6963"/>
                    <a:pt x="1386" y="7372"/>
                  </a:cubicBezTo>
                  <a:lnTo>
                    <a:pt x="1386" y="8318"/>
                  </a:lnTo>
                  <a:cubicBezTo>
                    <a:pt x="977" y="8318"/>
                    <a:pt x="662" y="8633"/>
                    <a:pt x="662" y="9011"/>
                  </a:cubicBezTo>
                  <a:lnTo>
                    <a:pt x="662" y="9389"/>
                  </a:lnTo>
                  <a:cubicBezTo>
                    <a:pt x="662" y="9578"/>
                    <a:pt x="819" y="9735"/>
                    <a:pt x="1008" y="9735"/>
                  </a:cubicBezTo>
                  <a:lnTo>
                    <a:pt x="5860" y="9735"/>
                  </a:lnTo>
                  <a:cubicBezTo>
                    <a:pt x="5923" y="9745"/>
                    <a:pt x="5979" y="9749"/>
                    <a:pt x="6029" y="9749"/>
                  </a:cubicBezTo>
                  <a:cubicBezTo>
                    <a:pt x="6305" y="9749"/>
                    <a:pt x="6396" y="9612"/>
                    <a:pt x="6396" y="9452"/>
                  </a:cubicBezTo>
                  <a:lnTo>
                    <a:pt x="6396" y="9105"/>
                  </a:lnTo>
                  <a:cubicBezTo>
                    <a:pt x="6396" y="8696"/>
                    <a:pt x="6112" y="8381"/>
                    <a:pt x="5702" y="8381"/>
                  </a:cubicBezTo>
                  <a:lnTo>
                    <a:pt x="5702" y="7436"/>
                  </a:lnTo>
                  <a:cubicBezTo>
                    <a:pt x="6522" y="7057"/>
                    <a:pt x="7089" y="6175"/>
                    <a:pt x="7089" y="5230"/>
                  </a:cubicBezTo>
                  <a:lnTo>
                    <a:pt x="7089" y="2143"/>
                  </a:lnTo>
                  <a:cubicBezTo>
                    <a:pt x="7089" y="1733"/>
                    <a:pt x="6774" y="1418"/>
                    <a:pt x="6364" y="1418"/>
                  </a:cubicBezTo>
                  <a:cubicBezTo>
                    <a:pt x="5986" y="1418"/>
                    <a:pt x="5671" y="1733"/>
                    <a:pt x="5671" y="2143"/>
                  </a:cubicBezTo>
                  <a:lnTo>
                    <a:pt x="5671" y="1418"/>
                  </a:lnTo>
                  <a:cubicBezTo>
                    <a:pt x="5671" y="1040"/>
                    <a:pt x="5356" y="725"/>
                    <a:pt x="4946" y="725"/>
                  </a:cubicBezTo>
                  <a:cubicBezTo>
                    <a:pt x="4568" y="725"/>
                    <a:pt x="4253" y="1040"/>
                    <a:pt x="4253" y="1418"/>
                  </a:cubicBezTo>
                  <a:lnTo>
                    <a:pt x="4253" y="725"/>
                  </a:lnTo>
                  <a:cubicBezTo>
                    <a:pt x="4253" y="315"/>
                    <a:pt x="3938" y="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0" name="Google Shape;5840;p84"/>
          <p:cNvGrpSpPr/>
          <p:nvPr/>
        </p:nvGrpSpPr>
        <p:grpSpPr>
          <a:xfrm>
            <a:off x="7078337" y="3195868"/>
            <a:ext cx="351024" cy="351941"/>
            <a:chOff x="5355300" y="3598250"/>
            <a:chExt cx="296975" cy="297750"/>
          </a:xfrm>
        </p:grpSpPr>
        <p:sp>
          <p:nvSpPr>
            <p:cNvPr id="5841" name="Google Shape;5841;p84"/>
            <p:cNvSpPr/>
            <p:nvPr/>
          </p:nvSpPr>
          <p:spPr>
            <a:xfrm>
              <a:off x="5355300" y="3703000"/>
              <a:ext cx="35475" cy="191425"/>
            </a:xfrm>
            <a:custGeom>
              <a:avLst/>
              <a:gdLst/>
              <a:ahLst/>
              <a:cxnLst/>
              <a:rect l="l" t="t" r="r" b="b"/>
              <a:pathLst>
                <a:path w="1419" h="7657" extrusionOk="0">
                  <a:moveTo>
                    <a:pt x="410" y="0"/>
                  </a:moveTo>
                  <a:cubicBezTo>
                    <a:pt x="221" y="0"/>
                    <a:pt x="64" y="158"/>
                    <a:pt x="64" y="347"/>
                  </a:cubicBezTo>
                  <a:cubicBezTo>
                    <a:pt x="1" y="2867"/>
                    <a:pt x="1" y="4789"/>
                    <a:pt x="1" y="7310"/>
                  </a:cubicBezTo>
                  <a:cubicBezTo>
                    <a:pt x="1" y="7530"/>
                    <a:pt x="158" y="7656"/>
                    <a:pt x="379" y="7656"/>
                  </a:cubicBezTo>
                  <a:cubicBezTo>
                    <a:pt x="568" y="7656"/>
                    <a:pt x="725" y="7530"/>
                    <a:pt x="725" y="7310"/>
                  </a:cubicBezTo>
                  <a:lnTo>
                    <a:pt x="725" y="1355"/>
                  </a:lnTo>
                  <a:lnTo>
                    <a:pt x="1418" y="1355"/>
                  </a:lnTo>
                  <a:lnTo>
                    <a:pt x="14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84"/>
            <p:cNvSpPr/>
            <p:nvPr/>
          </p:nvSpPr>
          <p:spPr>
            <a:xfrm>
              <a:off x="5389175" y="3773100"/>
              <a:ext cx="122900" cy="122900"/>
            </a:xfrm>
            <a:custGeom>
              <a:avLst/>
              <a:gdLst/>
              <a:ahLst/>
              <a:cxnLst/>
              <a:rect l="l" t="t" r="r" b="b"/>
              <a:pathLst>
                <a:path w="4916" h="4916" extrusionOk="0">
                  <a:moveTo>
                    <a:pt x="2080" y="0"/>
                  </a:moveTo>
                  <a:lnTo>
                    <a:pt x="2080" y="693"/>
                  </a:lnTo>
                  <a:lnTo>
                    <a:pt x="1733" y="693"/>
                  </a:lnTo>
                  <a:cubicBezTo>
                    <a:pt x="788" y="693"/>
                    <a:pt x="0" y="1481"/>
                    <a:pt x="0" y="2458"/>
                  </a:cubicBezTo>
                  <a:cubicBezTo>
                    <a:pt x="0" y="2678"/>
                    <a:pt x="158" y="2836"/>
                    <a:pt x="347" y="2836"/>
                  </a:cubicBezTo>
                  <a:lnTo>
                    <a:pt x="2080" y="2836"/>
                  </a:lnTo>
                  <a:lnTo>
                    <a:pt x="2080" y="3529"/>
                  </a:lnTo>
                  <a:lnTo>
                    <a:pt x="1072" y="3529"/>
                  </a:lnTo>
                  <a:cubicBezTo>
                    <a:pt x="473" y="3529"/>
                    <a:pt x="32" y="4001"/>
                    <a:pt x="32" y="4569"/>
                  </a:cubicBezTo>
                  <a:cubicBezTo>
                    <a:pt x="32" y="4758"/>
                    <a:pt x="189" y="4915"/>
                    <a:pt x="410" y="4915"/>
                  </a:cubicBezTo>
                  <a:cubicBezTo>
                    <a:pt x="599" y="4915"/>
                    <a:pt x="757" y="4758"/>
                    <a:pt x="757" y="4569"/>
                  </a:cubicBezTo>
                  <a:cubicBezTo>
                    <a:pt x="757" y="4348"/>
                    <a:pt x="914" y="4190"/>
                    <a:pt x="1103" y="4190"/>
                  </a:cubicBezTo>
                  <a:lnTo>
                    <a:pt x="2143" y="4190"/>
                  </a:lnTo>
                  <a:lnTo>
                    <a:pt x="2143" y="4569"/>
                  </a:lnTo>
                  <a:cubicBezTo>
                    <a:pt x="2143" y="4758"/>
                    <a:pt x="2300" y="4915"/>
                    <a:pt x="2489" y="4915"/>
                  </a:cubicBezTo>
                  <a:cubicBezTo>
                    <a:pt x="2678" y="4915"/>
                    <a:pt x="2836" y="4758"/>
                    <a:pt x="2836" y="4569"/>
                  </a:cubicBezTo>
                  <a:lnTo>
                    <a:pt x="2836" y="4190"/>
                  </a:lnTo>
                  <a:lnTo>
                    <a:pt x="3876" y="4190"/>
                  </a:lnTo>
                  <a:cubicBezTo>
                    <a:pt x="4065" y="4190"/>
                    <a:pt x="4222" y="4348"/>
                    <a:pt x="4222" y="4569"/>
                  </a:cubicBezTo>
                  <a:cubicBezTo>
                    <a:pt x="4222" y="4758"/>
                    <a:pt x="4380" y="4915"/>
                    <a:pt x="4569" y="4915"/>
                  </a:cubicBezTo>
                  <a:cubicBezTo>
                    <a:pt x="4758" y="4915"/>
                    <a:pt x="4915" y="4758"/>
                    <a:pt x="4915" y="4569"/>
                  </a:cubicBezTo>
                  <a:cubicBezTo>
                    <a:pt x="4915" y="3970"/>
                    <a:pt x="4443" y="3529"/>
                    <a:pt x="3907" y="3529"/>
                  </a:cubicBezTo>
                  <a:lnTo>
                    <a:pt x="2867" y="3529"/>
                  </a:lnTo>
                  <a:lnTo>
                    <a:pt x="2867" y="2836"/>
                  </a:lnTo>
                  <a:lnTo>
                    <a:pt x="4537" y="2836"/>
                  </a:lnTo>
                  <a:lnTo>
                    <a:pt x="4537" y="2773"/>
                  </a:lnTo>
                  <a:cubicBezTo>
                    <a:pt x="4726" y="2773"/>
                    <a:pt x="4884" y="2615"/>
                    <a:pt x="4884" y="2426"/>
                  </a:cubicBezTo>
                  <a:cubicBezTo>
                    <a:pt x="4884" y="1481"/>
                    <a:pt x="4096" y="662"/>
                    <a:pt x="3151" y="662"/>
                  </a:cubicBezTo>
                  <a:lnTo>
                    <a:pt x="2804" y="662"/>
                  </a:ln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84"/>
            <p:cNvSpPr/>
            <p:nvPr/>
          </p:nvSpPr>
          <p:spPr>
            <a:xfrm>
              <a:off x="5527800" y="3598250"/>
              <a:ext cx="105550" cy="35450"/>
            </a:xfrm>
            <a:custGeom>
              <a:avLst/>
              <a:gdLst/>
              <a:ahLst/>
              <a:cxnLst/>
              <a:rect l="l" t="t" r="r" b="b"/>
              <a:pathLst>
                <a:path w="4222" h="1418" extrusionOk="0">
                  <a:moveTo>
                    <a:pt x="725" y="0"/>
                  </a:moveTo>
                  <a:cubicBezTo>
                    <a:pt x="315" y="0"/>
                    <a:pt x="0" y="315"/>
                    <a:pt x="0" y="725"/>
                  </a:cubicBezTo>
                  <a:cubicBezTo>
                    <a:pt x="63" y="1103"/>
                    <a:pt x="378" y="1418"/>
                    <a:pt x="725" y="1418"/>
                  </a:cubicBezTo>
                  <a:lnTo>
                    <a:pt x="3875" y="1418"/>
                  </a:lnTo>
                  <a:cubicBezTo>
                    <a:pt x="4064" y="1418"/>
                    <a:pt x="4222" y="1260"/>
                    <a:pt x="4222" y="1071"/>
                  </a:cubicBezTo>
                  <a:lnTo>
                    <a:pt x="4222" y="378"/>
                  </a:lnTo>
                  <a:cubicBezTo>
                    <a:pt x="4222" y="158"/>
                    <a:pt x="4064" y="0"/>
                    <a:pt x="38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84"/>
            <p:cNvSpPr/>
            <p:nvPr/>
          </p:nvSpPr>
          <p:spPr>
            <a:xfrm>
              <a:off x="5545900" y="3651800"/>
              <a:ext cx="104800" cy="35475"/>
            </a:xfrm>
            <a:custGeom>
              <a:avLst/>
              <a:gdLst/>
              <a:ahLst/>
              <a:cxnLst/>
              <a:rect l="l" t="t" r="r" b="b"/>
              <a:pathLst>
                <a:path w="4192" h="1419" extrusionOk="0">
                  <a:moveTo>
                    <a:pt x="694" y="1"/>
                  </a:moveTo>
                  <a:cubicBezTo>
                    <a:pt x="316" y="1"/>
                    <a:pt x="1" y="316"/>
                    <a:pt x="1" y="694"/>
                  </a:cubicBezTo>
                  <a:cubicBezTo>
                    <a:pt x="1" y="1103"/>
                    <a:pt x="316" y="1418"/>
                    <a:pt x="694" y="1418"/>
                  </a:cubicBezTo>
                  <a:lnTo>
                    <a:pt x="3845" y="1418"/>
                  </a:lnTo>
                  <a:cubicBezTo>
                    <a:pt x="4065" y="1418"/>
                    <a:pt x="4191" y="1261"/>
                    <a:pt x="4191" y="1072"/>
                  </a:cubicBezTo>
                  <a:lnTo>
                    <a:pt x="4191" y="347"/>
                  </a:lnTo>
                  <a:cubicBezTo>
                    <a:pt x="4191" y="158"/>
                    <a:pt x="4065" y="1"/>
                    <a:pt x="38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84"/>
            <p:cNvSpPr/>
            <p:nvPr/>
          </p:nvSpPr>
          <p:spPr>
            <a:xfrm>
              <a:off x="5529375" y="3754975"/>
              <a:ext cx="122100" cy="35475"/>
            </a:xfrm>
            <a:custGeom>
              <a:avLst/>
              <a:gdLst/>
              <a:ahLst/>
              <a:cxnLst/>
              <a:rect l="l" t="t" r="r" b="b"/>
              <a:pathLst>
                <a:path w="4884" h="1419" extrusionOk="0">
                  <a:moveTo>
                    <a:pt x="0" y="1"/>
                  </a:moveTo>
                  <a:lnTo>
                    <a:pt x="0" y="1418"/>
                  </a:lnTo>
                  <a:lnTo>
                    <a:pt x="4884" y="1418"/>
                  </a:lnTo>
                  <a:lnTo>
                    <a:pt x="4884" y="1"/>
                  </a:lnTo>
                  <a:lnTo>
                    <a:pt x="2773" y="1"/>
                  </a:lnTo>
                  <a:lnTo>
                    <a:pt x="2773" y="347"/>
                  </a:lnTo>
                  <a:cubicBezTo>
                    <a:pt x="2773" y="568"/>
                    <a:pt x="2615" y="725"/>
                    <a:pt x="2426" y="725"/>
                  </a:cubicBezTo>
                  <a:cubicBezTo>
                    <a:pt x="2237" y="725"/>
                    <a:pt x="2080" y="568"/>
                    <a:pt x="2080" y="347"/>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84"/>
            <p:cNvSpPr/>
            <p:nvPr/>
          </p:nvSpPr>
          <p:spPr>
            <a:xfrm>
              <a:off x="5511250" y="3703000"/>
              <a:ext cx="140225" cy="33900"/>
            </a:xfrm>
            <a:custGeom>
              <a:avLst/>
              <a:gdLst/>
              <a:ahLst/>
              <a:cxnLst/>
              <a:rect l="l" t="t" r="r" b="b"/>
              <a:pathLst>
                <a:path w="5609" h="1356" extrusionOk="0">
                  <a:moveTo>
                    <a:pt x="1" y="0"/>
                  </a:moveTo>
                  <a:lnTo>
                    <a:pt x="1" y="1355"/>
                  </a:lnTo>
                  <a:lnTo>
                    <a:pt x="5609" y="1355"/>
                  </a:lnTo>
                  <a:lnTo>
                    <a:pt x="5609" y="347"/>
                  </a:lnTo>
                  <a:cubicBezTo>
                    <a:pt x="5577" y="158"/>
                    <a:pt x="5451" y="0"/>
                    <a:pt x="52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7" name="Google Shape;5847;p84"/>
            <p:cNvSpPr/>
            <p:nvPr/>
          </p:nvSpPr>
          <p:spPr>
            <a:xfrm>
              <a:off x="5529375" y="3808550"/>
              <a:ext cx="122900" cy="87450"/>
            </a:xfrm>
            <a:custGeom>
              <a:avLst/>
              <a:gdLst/>
              <a:ahLst/>
              <a:cxnLst/>
              <a:rect l="l" t="t" r="r" b="b"/>
              <a:pathLst>
                <a:path w="4916" h="3498" extrusionOk="0">
                  <a:moveTo>
                    <a:pt x="0" y="0"/>
                  </a:moveTo>
                  <a:lnTo>
                    <a:pt x="0" y="3151"/>
                  </a:lnTo>
                  <a:cubicBezTo>
                    <a:pt x="0" y="3340"/>
                    <a:pt x="158" y="3497"/>
                    <a:pt x="347" y="3497"/>
                  </a:cubicBezTo>
                  <a:cubicBezTo>
                    <a:pt x="536" y="3497"/>
                    <a:pt x="693" y="3340"/>
                    <a:pt x="693" y="3151"/>
                  </a:cubicBezTo>
                  <a:lnTo>
                    <a:pt x="693" y="1418"/>
                  </a:lnTo>
                  <a:lnTo>
                    <a:pt x="4190" y="1418"/>
                  </a:lnTo>
                  <a:lnTo>
                    <a:pt x="4190" y="3151"/>
                  </a:lnTo>
                  <a:cubicBezTo>
                    <a:pt x="4190" y="3340"/>
                    <a:pt x="4348" y="3497"/>
                    <a:pt x="4569" y="3497"/>
                  </a:cubicBezTo>
                  <a:cubicBezTo>
                    <a:pt x="4758" y="3497"/>
                    <a:pt x="4915" y="3340"/>
                    <a:pt x="4915" y="3151"/>
                  </a:cubicBezTo>
                  <a:lnTo>
                    <a:pt x="4915" y="0"/>
                  </a:lnTo>
                  <a:lnTo>
                    <a:pt x="2773" y="0"/>
                  </a:lnTo>
                  <a:lnTo>
                    <a:pt x="2773" y="347"/>
                  </a:lnTo>
                  <a:cubicBezTo>
                    <a:pt x="2773" y="536"/>
                    <a:pt x="2615" y="693"/>
                    <a:pt x="2426" y="693"/>
                  </a:cubicBezTo>
                  <a:cubicBezTo>
                    <a:pt x="2237" y="693"/>
                    <a:pt x="2080" y="536"/>
                    <a:pt x="2080" y="347"/>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84"/>
            <p:cNvSpPr/>
            <p:nvPr/>
          </p:nvSpPr>
          <p:spPr>
            <a:xfrm>
              <a:off x="5408075" y="3651025"/>
              <a:ext cx="86675" cy="103975"/>
            </a:xfrm>
            <a:custGeom>
              <a:avLst/>
              <a:gdLst/>
              <a:ahLst/>
              <a:cxnLst/>
              <a:rect l="l" t="t" r="r" b="b"/>
              <a:pathLst>
                <a:path w="3467" h="4159" extrusionOk="0">
                  <a:moveTo>
                    <a:pt x="1733" y="0"/>
                  </a:moveTo>
                  <a:cubicBezTo>
                    <a:pt x="788" y="0"/>
                    <a:pt x="1" y="788"/>
                    <a:pt x="1" y="1733"/>
                  </a:cubicBezTo>
                  <a:lnTo>
                    <a:pt x="1" y="3812"/>
                  </a:lnTo>
                  <a:cubicBezTo>
                    <a:pt x="1" y="4001"/>
                    <a:pt x="158" y="4159"/>
                    <a:pt x="347" y="4159"/>
                  </a:cubicBezTo>
                  <a:lnTo>
                    <a:pt x="3120" y="4159"/>
                  </a:lnTo>
                  <a:cubicBezTo>
                    <a:pt x="3309" y="4159"/>
                    <a:pt x="3466" y="4001"/>
                    <a:pt x="3466" y="3812"/>
                  </a:cubicBezTo>
                  <a:lnTo>
                    <a:pt x="3466" y="1733"/>
                  </a:ln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9" name="Google Shape;5849;p84"/>
          <p:cNvGrpSpPr/>
          <p:nvPr/>
        </p:nvGrpSpPr>
        <p:grpSpPr>
          <a:xfrm>
            <a:off x="7082533" y="3734790"/>
            <a:ext cx="342632" cy="226264"/>
            <a:chOff x="5358450" y="4015675"/>
            <a:chExt cx="289875" cy="191425"/>
          </a:xfrm>
        </p:grpSpPr>
        <p:sp>
          <p:nvSpPr>
            <p:cNvPr id="5850" name="Google Shape;5850;p84"/>
            <p:cNvSpPr/>
            <p:nvPr/>
          </p:nvSpPr>
          <p:spPr>
            <a:xfrm>
              <a:off x="5358450" y="4015675"/>
              <a:ext cx="289875" cy="89025"/>
            </a:xfrm>
            <a:custGeom>
              <a:avLst/>
              <a:gdLst/>
              <a:ahLst/>
              <a:cxnLst/>
              <a:rect l="l" t="t" r="r" b="b"/>
              <a:pathLst>
                <a:path w="11595" h="3561" extrusionOk="0">
                  <a:moveTo>
                    <a:pt x="5798" y="1"/>
                  </a:moveTo>
                  <a:cubicBezTo>
                    <a:pt x="2773" y="1"/>
                    <a:pt x="316" y="3120"/>
                    <a:pt x="1" y="3561"/>
                  </a:cubicBezTo>
                  <a:cubicBezTo>
                    <a:pt x="1229" y="2679"/>
                    <a:pt x="3561" y="1734"/>
                    <a:pt x="5798" y="1734"/>
                  </a:cubicBezTo>
                  <a:cubicBezTo>
                    <a:pt x="7751" y="1734"/>
                    <a:pt x="10051" y="2490"/>
                    <a:pt x="11595" y="3561"/>
                  </a:cubicBezTo>
                  <a:cubicBezTo>
                    <a:pt x="11280" y="3120"/>
                    <a:pt x="8822" y="1"/>
                    <a:pt x="57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84"/>
            <p:cNvSpPr/>
            <p:nvPr/>
          </p:nvSpPr>
          <p:spPr>
            <a:xfrm>
              <a:off x="5494725" y="4101525"/>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2" name="Google Shape;5852;p84"/>
            <p:cNvSpPr/>
            <p:nvPr/>
          </p:nvSpPr>
          <p:spPr>
            <a:xfrm>
              <a:off x="5460050" y="4077125"/>
              <a:ext cx="86675" cy="78000"/>
            </a:xfrm>
            <a:custGeom>
              <a:avLst/>
              <a:gdLst/>
              <a:ahLst/>
              <a:cxnLst/>
              <a:rect l="l" t="t" r="r" b="b"/>
              <a:pathLst>
                <a:path w="3467" h="3120" extrusionOk="0">
                  <a:moveTo>
                    <a:pt x="1734" y="315"/>
                  </a:moveTo>
                  <a:cubicBezTo>
                    <a:pt x="2332" y="315"/>
                    <a:pt x="2773" y="788"/>
                    <a:pt x="2773" y="1323"/>
                  </a:cubicBezTo>
                  <a:cubicBezTo>
                    <a:pt x="2773" y="1922"/>
                    <a:pt x="2269" y="2363"/>
                    <a:pt x="1734" y="2363"/>
                  </a:cubicBezTo>
                  <a:cubicBezTo>
                    <a:pt x="1135" y="2363"/>
                    <a:pt x="694" y="1890"/>
                    <a:pt x="694" y="1323"/>
                  </a:cubicBezTo>
                  <a:cubicBezTo>
                    <a:pt x="663" y="788"/>
                    <a:pt x="1135" y="315"/>
                    <a:pt x="1734" y="315"/>
                  </a:cubicBezTo>
                  <a:close/>
                  <a:moveTo>
                    <a:pt x="1734" y="0"/>
                  </a:moveTo>
                  <a:cubicBezTo>
                    <a:pt x="1324" y="0"/>
                    <a:pt x="978" y="32"/>
                    <a:pt x="599" y="63"/>
                  </a:cubicBezTo>
                  <a:cubicBezTo>
                    <a:pt x="190" y="378"/>
                    <a:pt x="1" y="851"/>
                    <a:pt x="1" y="1386"/>
                  </a:cubicBezTo>
                  <a:cubicBezTo>
                    <a:pt x="1" y="2332"/>
                    <a:pt x="789" y="3119"/>
                    <a:pt x="1734" y="3119"/>
                  </a:cubicBezTo>
                  <a:cubicBezTo>
                    <a:pt x="2679" y="3119"/>
                    <a:pt x="3466" y="2332"/>
                    <a:pt x="3466" y="1386"/>
                  </a:cubicBezTo>
                  <a:cubicBezTo>
                    <a:pt x="3466" y="851"/>
                    <a:pt x="3214" y="378"/>
                    <a:pt x="2868" y="63"/>
                  </a:cubicBezTo>
                  <a:cubicBezTo>
                    <a:pt x="2521" y="32"/>
                    <a:pt x="2112"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3" name="Google Shape;5853;p84"/>
            <p:cNvSpPr/>
            <p:nvPr/>
          </p:nvSpPr>
          <p:spPr>
            <a:xfrm>
              <a:off x="5362400" y="4084200"/>
              <a:ext cx="282000" cy="122900"/>
            </a:xfrm>
            <a:custGeom>
              <a:avLst/>
              <a:gdLst/>
              <a:ahLst/>
              <a:cxnLst/>
              <a:rect l="l" t="t" r="r" b="b"/>
              <a:pathLst>
                <a:path w="11280" h="4916" extrusionOk="0">
                  <a:moveTo>
                    <a:pt x="3466" y="1"/>
                  </a:moveTo>
                  <a:lnTo>
                    <a:pt x="3466" y="1"/>
                  </a:lnTo>
                  <a:cubicBezTo>
                    <a:pt x="2332" y="253"/>
                    <a:pt x="1103" y="820"/>
                    <a:pt x="0" y="1576"/>
                  </a:cubicBezTo>
                  <a:cubicBezTo>
                    <a:pt x="693" y="2395"/>
                    <a:pt x="2899" y="4915"/>
                    <a:pt x="5640" y="4915"/>
                  </a:cubicBezTo>
                  <a:cubicBezTo>
                    <a:pt x="8349" y="4884"/>
                    <a:pt x="10617" y="2395"/>
                    <a:pt x="11279" y="1576"/>
                  </a:cubicBezTo>
                  <a:cubicBezTo>
                    <a:pt x="10176" y="820"/>
                    <a:pt x="8948" y="253"/>
                    <a:pt x="7814" y="1"/>
                  </a:cubicBezTo>
                  <a:lnTo>
                    <a:pt x="7814" y="1"/>
                  </a:lnTo>
                  <a:cubicBezTo>
                    <a:pt x="7971" y="347"/>
                    <a:pt x="8097" y="694"/>
                    <a:pt x="8097" y="1103"/>
                  </a:cubicBezTo>
                  <a:cubicBezTo>
                    <a:pt x="8097" y="2427"/>
                    <a:pt x="6994" y="3529"/>
                    <a:pt x="5640" y="3529"/>
                  </a:cubicBezTo>
                  <a:cubicBezTo>
                    <a:pt x="4316" y="3529"/>
                    <a:pt x="3214" y="2427"/>
                    <a:pt x="3214" y="1103"/>
                  </a:cubicBezTo>
                  <a:cubicBezTo>
                    <a:pt x="3214" y="694"/>
                    <a:pt x="3277" y="347"/>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4" name="Google Shape;5854;p84"/>
          <p:cNvGrpSpPr/>
          <p:nvPr/>
        </p:nvGrpSpPr>
        <p:grpSpPr>
          <a:xfrm>
            <a:off x="6209015" y="4117322"/>
            <a:ext cx="351024" cy="325464"/>
            <a:chOff x="6543825" y="3202075"/>
            <a:chExt cx="296975" cy="275350"/>
          </a:xfrm>
        </p:grpSpPr>
        <p:sp>
          <p:nvSpPr>
            <p:cNvPr id="5855" name="Google Shape;5855;p84"/>
            <p:cNvSpPr/>
            <p:nvPr/>
          </p:nvSpPr>
          <p:spPr>
            <a:xfrm>
              <a:off x="6683250" y="3202075"/>
              <a:ext cx="17350" cy="43350"/>
            </a:xfrm>
            <a:custGeom>
              <a:avLst/>
              <a:gdLst/>
              <a:ahLst/>
              <a:cxnLst/>
              <a:rect l="l" t="t" r="r" b="b"/>
              <a:pathLst>
                <a:path w="694" h="1734" extrusionOk="0">
                  <a:moveTo>
                    <a:pt x="347" y="0"/>
                  </a:moveTo>
                  <a:cubicBezTo>
                    <a:pt x="158" y="0"/>
                    <a:pt x="0" y="158"/>
                    <a:pt x="0" y="347"/>
                  </a:cubicBezTo>
                  <a:lnTo>
                    <a:pt x="0" y="1355"/>
                  </a:lnTo>
                  <a:cubicBezTo>
                    <a:pt x="0" y="1576"/>
                    <a:pt x="158" y="1733"/>
                    <a:pt x="347" y="1733"/>
                  </a:cubicBezTo>
                  <a:cubicBezTo>
                    <a:pt x="536" y="1733"/>
                    <a:pt x="693" y="1576"/>
                    <a:pt x="693" y="1355"/>
                  </a:cubicBez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84"/>
            <p:cNvSpPr/>
            <p:nvPr/>
          </p:nvSpPr>
          <p:spPr>
            <a:xfrm>
              <a:off x="6613925" y="3236125"/>
              <a:ext cx="35475" cy="34700"/>
            </a:xfrm>
            <a:custGeom>
              <a:avLst/>
              <a:gdLst/>
              <a:ahLst/>
              <a:cxnLst/>
              <a:rect l="l" t="t" r="r" b="b"/>
              <a:pathLst>
                <a:path w="1419" h="1388" extrusionOk="0">
                  <a:moveTo>
                    <a:pt x="363" y="1"/>
                  </a:moveTo>
                  <a:cubicBezTo>
                    <a:pt x="276" y="1"/>
                    <a:pt x="190" y="40"/>
                    <a:pt x="127" y="119"/>
                  </a:cubicBezTo>
                  <a:cubicBezTo>
                    <a:pt x="1" y="245"/>
                    <a:pt x="1" y="466"/>
                    <a:pt x="127" y="592"/>
                  </a:cubicBezTo>
                  <a:lnTo>
                    <a:pt x="820" y="1316"/>
                  </a:lnTo>
                  <a:cubicBezTo>
                    <a:pt x="883" y="1364"/>
                    <a:pt x="969" y="1387"/>
                    <a:pt x="1056" y="1387"/>
                  </a:cubicBezTo>
                  <a:cubicBezTo>
                    <a:pt x="1143" y="1387"/>
                    <a:pt x="1229" y="1364"/>
                    <a:pt x="1292" y="1316"/>
                  </a:cubicBezTo>
                  <a:cubicBezTo>
                    <a:pt x="1418" y="1190"/>
                    <a:pt x="1418" y="938"/>
                    <a:pt x="1292" y="844"/>
                  </a:cubicBezTo>
                  <a:lnTo>
                    <a:pt x="599" y="119"/>
                  </a:lnTo>
                  <a:cubicBezTo>
                    <a:pt x="536" y="40"/>
                    <a:pt x="450" y="1"/>
                    <a:pt x="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84"/>
            <p:cNvSpPr/>
            <p:nvPr/>
          </p:nvSpPr>
          <p:spPr>
            <a:xfrm>
              <a:off x="6734425" y="3236425"/>
              <a:ext cx="35475" cy="34400"/>
            </a:xfrm>
            <a:custGeom>
              <a:avLst/>
              <a:gdLst/>
              <a:ahLst/>
              <a:cxnLst/>
              <a:rect l="l" t="t" r="r" b="b"/>
              <a:pathLst>
                <a:path w="1419" h="1376" extrusionOk="0">
                  <a:moveTo>
                    <a:pt x="1054" y="0"/>
                  </a:moveTo>
                  <a:cubicBezTo>
                    <a:pt x="976" y="0"/>
                    <a:pt x="894" y="33"/>
                    <a:pt x="820" y="107"/>
                  </a:cubicBezTo>
                  <a:lnTo>
                    <a:pt x="95" y="832"/>
                  </a:lnTo>
                  <a:cubicBezTo>
                    <a:pt x="1" y="926"/>
                    <a:pt x="1" y="1178"/>
                    <a:pt x="95" y="1304"/>
                  </a:cubicBezTo>
                  <a:cubicBezTo>
                    <a:pt x="158" y="1352"/>
                    <a:pt x="253" y="1375"/>
                    <a:pt x="344" y="1375"/>
                  </a:cubicBezTo>
                  <a:cubicBezTo>
                    <a:pt x="434" y="1375"/>
                    <a:pt x="521" y="1352"/>
                    <a:pt x="568" y="1304"/>
                  </a:cubicBezTo>
                  <a:lnTo>
                    <a:pt x="1293" y="580"/>
                  </a:lnTo>
                  <a:cubicBezTo>
                    <a:pt x="1419" y="454"/>
                    <a:pt x="1419" y="233"/>
                    <a:pt x="1293" y="107"/>
                  </a:cubicBezTo>
                  <a:cubicBezTo>
                    <a:pt x="1226" y="41"/>
                    <a:pt x="1142" y="0"/>
                    <a:pt x="10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84"/>
            <p:cNvSpPr/>
            <p:nvPr/>
          </p:nvSpPr>
          <p:spPr>
            <a:xfrm>
              <a:off x="6805325" y="3322575"/>
              <a:ext cx="35475" cy="121325"/>
            </a:xfrm>
            <a:custGeom>
              <a:avLst/>
              <a:gdLst/>
              <a:ahLst/>
              <a:cxnLst/>
              <a:rect l="l" t="t" r="r" b="b"/>
              <a:pathLst>
                <a:path w="1419" h="4853" extrusionOk="0">
                  <a:moveTo>
                    <a:pt x="0" y="1"/>
                  </a:moveTo>
                  <a:lnTo>
                    <a:pt x="0" y="4852"/>
                  </a:lnTo>
                  <a:lnTo>
                    <a:pt x="1040" y="4852"/>
                  </a:lnTo>
                  <a:cubicBezTo>
                    <a:pt x="1261" y="4852"/>
                    <a:pt x="1418" y="4695"/>
                    <a:pt x="1418" y="4506"/>
                  </a:cubicBezTo>
                  <a:lnTo>
                    <a:pt x="1418" y="316"/>
                  </a:lnTo>
                  <a:cubicBezTo>
                    <a:pt x="1355" y="158"/>
                    <a:pt x="1198"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9" name="Google Shape;5859;p84"/>
            <p:cNvSpPr/>
            <p:nvPr/>
          </p:nvSpPr>
          <p:spPr>
            <a:xfrm>
              <a:off x="6543825" y="3323275"/>
              <a:ext cx="35475" cy="121400"/>
            </a:xfrm>
            <a:custGeom>
              <a:avLst/>
              <a:gdLst/>
              <a:ahLst/>
              <a:cxnLst/>
              <a:rect l="l" t="t" r="r" b="b"/>
              <a:pathLst>
                <a:path w="1419" h="4856" extrusionOk="0">
                  <a:moveTo>
                    <a:pt x="323" y="0"/>
                  </a:moveTo>
                  <a:cubicBezTo>
                    <a:pt x="132" y="0"/>
                    <a:pt x="1" y="149"/>
                    <a:pt x="1" y="351"/>
                  </a:cubicBezTo>
                  <a:lnTo>
                    <a:pt x="1" y="4509"/>
                  </a:lnTo>
                  <a:cubicBezTo>
                    <a:pt x="1" y="4698"/>
                    <a:pt x="158" y="4856"/>
                    <a:pt x="379" y="4856"/>
                  </a:cubicBezTo>
                  <a:lnTo>
                    <a:pt x="1418" y="4856"/>
                  </a:lnTo>
                  <a:lnTo>
                    <a:pt x="1418" y="4"/>
                  </a:lnTo>
                  <a:lnTo>
                    <a:pt x="379" y="4"/>
                  </a:lnTo>
                  <a:cubicBezTo>
                    <a:pt x="360" y="1"/>
                    <a:pt x="341" y="0"/>
                    <a:pt x="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0" name="Google Shape;5860;p84"/>
            <p:cNvSpPr/>
            <p:nvPr/>
          </p:nvSpPr>
          <p:spPr>
            <a:xfrm>
              <a:off x="6643075" y="3332025"/>
              <a:ext cx="143375" cy="104000"/>
            </a:xfrm>
            <a:custGeom>
              <a:avLst/>
              <a:gdLst/>
              <a:ahLst/>
              <a:cxnLst/>
              <a:rect l="l" t="t" r="r" b="b"/>
              <a:pathLst>
                <a:path w="5735" h="4160" extrusionOk="0">
                  <a:moveTo>
                    <a:pt x="1639" y="1"/>
                  </a:moveTo>
                  <a:cubicBezTo>
                    <a:pt x="1450" y="1"/>
                    <a:pt x="1198" y="158"/>
                    <a:pt x="1072" y="379"/>
                  </a:cubicBezTo>
                  <a:lnTo>
                    <a:pt x="0" y="2490"/>
                  </a:lnTo>
                  <a:cubicBezTo>
                    <a:pt x="158" y="2584"/>
                    <a:pt x="378" y="2616"/>
                    <a:pt x="567" y="2616"/>
                  </a:cubicBezTo>
                  <a:cubicBezTo>
                    <a:pt x="1072" y="2616"/>
                    <a:pt x="1544" y="2364"/>
                    <a:pt x="1796" y="1891"/>
                  </a:cubicBezTo>
                  <a:lnTo>
                    <a:pt x="2017" y="1418"/>
                  </a:lnTo>
                  <a:lnTo>
                    <a:pt x="2710" y="1418"/>
                  </a:lnTo>
                  <a:cubicBezTo>
                    <a:pt x="2899" y="1418"/>
                    <a:pt x="3056" y="1481"/>
                    <a:pt x="3182" y="1607"/>
                  </a:cubicBezTo>
                  <a:lnTo>
                    <a:pt x="5734" y="4159"/>
                  </a:lnTo>
                  <a:lnTo>
                    <a:pt x="573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84"/>
            <p:cNvSpPr/>
            <p:nvPr/>
          </p:nvSpPr>
          <p:spPr>
            <a:xfrm>
              <a:off x="6595025" y="3288700"/>
              <a:ext cx="175675" cy="188725"/>
            </a:xfrm>
            <a:custGeom>
              <a:avLst/>
              <a:gdLst/>
              <a:ahLst/>
              <a:cxnLst/>
              <a:rect l="l" t="t" r="r" b="b"/>
              <a:pathLst>
                <a:path w="7027" h="7549" extrusionOk="0">
                  <a:moveTo>
                    <a:pt x="2206" y="1"/>
                  </a:moveTo>
                  <a:cubicBezTo>
                    <a:pt x="1828" y="1"/>
                    <a:pt x="1481" y="221"/>
                    <a:pt x="1261" y="568"/>
                  </a:cubicBezTo>
                  <a:lnTo>
                    <a:pt x="946" y="1198"/>
                  </a:lnTo>
                  <a:cubicBezTo>
                    <a:pt x="914" y="1324"/>
                    <a:pt x="757" y="1419"/>
                    <a:pt x="631" y="1419"/>
                  </a:cubicBezTo>
                  <a:lnTo>
                    <a:pt x="1" y="1419"/>
                  </a:lnTo>
                  <a:lnTo>
                    <a:pt x="1" y="6239"/>
                  </a:lnTo>
                  <a:lnTo>
                    <a:pt x="1576" y="6239"/>
                  </a:lnTo>
                  <a:lnTo>
                    <a:pt x="2584" y="7247"/>
                  </a:lnTo>
                  <a:cubicBezTo>
                    <a:pt x="2768" y="7431"/>
                    <a:pt x="3054" y="7548"/>
                    <a:pt x="3330" y="7548"/>
                  </a:cubicBezTo>
                  <a:cubicBezTo>
                    <a:pt x="3431" y="7548"/>
                    <a:pt x="3531" y="7533"/>
                    <a:pt x="3624" y="7499"/>
                  </a:cubicBezTo>
                  <a:lnTo>
                    <a:pt x="6585" y="6554"/>
                  </a:lnTo>
                  <a:cubicBezTo>
                    <a:pt x="6743" y="6522"/>
                    <a:pt x="6900" y="6396"/>
                    <a:pt x="7026" y="6302"/>
                  </a:cubicBezTo>
                  <a:lnTo>
                    <a:pt x="4537" y="3813"/>
                  </a:lnTo>
                  <a:lnTo>
                    <a:pt x="4380" y="3813"/>
                  </a:lnTo>
                  <a:lnTo>
                    <a:pt x="4348" y="3844"/>
                  </a:lnTo>
                  <a:cubicBezTo>
                    <a:pt x="4033" y="4506"/>
                    <a:pt x="3340" y="4947"/>
                    <a:pt x="2647" y="5042"/>
                  </a:cubicBezTo>
                  <a:cubicBezTo>
                    <a:pt x="2601" y="5044"/>
                    <a:pt x="2556" y="5046"/>
                    <a:pt x="2511" y="5046"/>
                  </a:cubicBezTo>
                  <a:cubicBezTo>
                    <a:pt x="2046" y="5046"/>
                    <a:pt x="1698" y="4899"/>
                    <a:pt x="1324" y="4727"/>
                  </a:cubicBezTo>
                  <a:cubicBezTo>
                    <a:pt x="1103" y="4632"/>
                    <a:pt x="1040" y="4412"/>
                    <a:pt x="1166" y="4254"/>
                  </a:cubicBezTo>
                  <a:lnTo>
                    <a:pt x="2363" y="1797"/>
                  </a:lnTo>
                  <a:cubicBezTo>
                    <a:pt x="2615" y="1324"/>
                    <a:pt x="3088" y="1041"/>
                    <a:pt x="3592" y="1041"/>
                  </a:cubicBezTo>
                  <a:lnTo>
                    <a:pt x="5104" y="1041"/>
                  </a:lnTo>
                  <a:cubicBezTo>
                    <a:pt x="5167" y="852"/>
                    <a:pt x="5262" y="631"/>
                    <a:pt x="5262" y="347"/>
                  </a:cubicBezTo>
                  <a:cubicBezTo>
                    <a:pt x="5262" y="158"/>
                    <a:pt x="5104" y="1"/>
                    <a:pt x="4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2" name="Google Shape;5862;p84"/>
          <p:cNvGrpSpPr/>
          <p:nvPr/>
        </p:nvGrpSpPr>
        <p:grpSpPr>
          <a:xfrm>
            <a:off x="6615996" y="1397069"/>
            <a:ext cx="350079" cy="350079"/>
            <a:chOff x="2037825" y="3254050"/>
            <a:chExt cx="296175" cy="296175"/>
          </a:xfrm>
        </p:grpSpPr>
        <p:sp>
          <p:nvSpPr>
            <p:cNvPr id="5863" name="Google Shape;5863;p84"/>
            <p:cNvSpPr/>
            <p:nvPr/>
          </p:nvSpPr>
          <p:spPr>
            <a:xfrm>
              <a:off x="2063825" y="3254050"/>
              <a:ext cx="86675" cy="86675"/>
            </a:xfrm>
            <a:custGeom>
              <a:avLst/>
              <a:gdLst/>
              <a:ahLst/>
              <a:cxnLst/>
              <a:rect l="l" t="t" r="r" b="b"/>
              <a:pathLst>
                <a:path w="3467" h="3467" extrusionOk="0">
                  <a:moveTo>
                    <a:pt x="1733" y="1"/>
                  </a:moveTo>
                  <a:cubicBezTo>
                    <a:pt x="788" y="1"/>
                    <a:pt x="1" y="788"/>
                    <a:pt x="1" y="1733"/>
                  </a:cubicBezTo>
                  <a:cubicBezTo>
                    <a:pt x="1" y="2679"/>
                    <a:pt x="788" y="3466"/>
                    <a:pt x="1733" y="3466"/>
                  </a:cubicBezTo>
                  <a:cubicBezTo>
                    <a:pt x="2678" y="3466"/>
                    <a:pt x="3466" y="2679"/>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84"/>
            <p:cNvSpPr/>
            <p:nvPr/>
          </p:nvSpPr>
          <p:spPr>
            <a:xfrm>
              <a:off x="2178025" y="3289500"/>
              <a:ext cx="104000" cy="67950"/>
            </a:xfrm>
            <a:custGeom>
              <a:avLst/>
              <a:gdLst/>
              <a:ahLst/>
              <a:cxnLst/>
              <a:rect l="l" t="t" r="r" b="b"/>
              <a:pathLst>
                <a:path w="4160" h="2718" extrusionOk="0">
                  <a:moveTo>
                    <a:pt x="347" y="0"/>
                  </a:moveTo>
                  <a:cubicBezTo>
                    <a:pt x="158" y="0"/>
                    <a:pt x="1" y="158"/>
                    <a:pt x="1" y="347"/>
                  </a:cubicBezTo>
                  <a:cubicBezTo>
                    <a:pt x="1" y="536"/>
                    <a:pt x="95" y="662"/>
                    <a:pt x="316" y="662"/>
                  </a:cubicBezTo>
                  <a:lnTo>
                    <a:pt x="2395" y="662"/>
                  </a:lnTo>
                  <a:cubicBezTo>
                    <a:pt x="2584" y="662"/>
                    <a:pt x="2742" y="820"/>
                    <a:pt x="2742" y="1009"/>
                  </a:cubicBezTo>
                  <a:lnTo>
                    <a:pt x="2742" y="1576"/>
                  </a:lnTo>
                  <a:lnTo>
                    <a:pt x="2616" y="1450"/>
                  </a:lnTo>
                  <a:cubicBezTo>
                    <a:pt x="2568" y="1387"/>
                    <a:pt x="2482" y="1355"/>
                    <a:pt x="2391" y="1355"/>
                  </a:cubicBezTo>
                  <a:cubicBezTo>
                    <a:pt x="2301" y="1355"/>
                    <a:pt x="2206" y="1387"/>
                    <a:pt x="2143" y="1450"/>
                  </a:cubicBezTo>
                  <a:cubicBezTo>
                    <a:pt x="2049" y="1576"/>
                    <a:pt x="2049" y="1796"/>
                    <a:pt x="2143" y="1922"/>
                  </a:cubicBezTo>
                  <a:lnTo>
                    <a:pt x="2868" y="2647"/>
                  </a:lnTo>
                  <a:cubicBezTo>
                    <a:pt x="2931" y="2694"/>
                    <a:pt x="3017" y="2718"/>
                    <a:pt x="3104" y="2718"/>
                  </a:cubicBezTo>
                  <a:cubicBezTo>
                    <a:pt x="3191" y="2718"/>
                    <a:pt x="3277" y="2694"/>
                    <a:pt x="3340" y="2647"/>
                  </a:cubicBezTo>
                  <a:lnTo>
                    <a:pt x="4033" y="1922"/>
                  </a:lnTo>
                  <a:cubicBezTo>
                    <a:pt x="4159" y="1796"/>
                    <a:pt x="4159" y="1576"/>
                    <a:pt x="4033" y="1450"/>
                  </a:cubicBezTo>
                  <a:cubicBezTo>
                    <a:pt x="3986" y="1387"/>
                    <a:pt x="3899" y="1355"/>
                    <a:pt x="3809" y="1355"/>
                  </a:cubicBezTo>
                  <a:cubicBezTo>
                    <a:pt x="3718" y="1355"/>
                    <a:pt x="3624" y="1387"/>
                    <a:pt x="3561" y="1450"/>
                  </a:cubicBezTo>
                  <a:lnTo>
                    <a:pt x="3466" y="1576"/>
                  </a:lnTo>
                  <a:lnTo>
                    <a:pt x="3466" y="1009"/>
                  </a:lnTo>
                  <a:cubicBezTo>
                    <a:pt x="3466" y="441"/>
                    <a:pt x="2994"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84"/>
            <p:cNvSpPr/>
            <p:nvPr/>
          </p:nvSpPr>
          <p:spPr>
            <a:xfrm>
              <a:off x="2070125" y="3444225"/>
              <a:ext cx="106350" cy="69075"/>
            </a:xfrm>
            <a:custGeom>
              <a:avLst/>
              <a:gdLst/>
              <a:ahLst/>
              <a:cxnLst/>
              <a:rect l="l" t="t" r="r" b="b"/>
              <a:pathLst>
                <a:path w="4254" h="2763" extrusionOk="0">
                  <a:moveTo>
                    <a:pt x="1095" y="0"/>
                  </a:moveTo>
                  <a:cubicBezTo>
                    <a:pt x="1002" y="0"/>
                    <a:pt x="904" y="28"/>
                    <a:pt x="820" y="112"/>
                  </a:cubicBezTo>
                  <a:lnTo>
                    <a:pt x="127" y="805"/>
                  </a:lnTo>
                  <a:cubicBezTo>
                    <a:pt x="1" y="931"/>
                    <a:pt x="1" y="1184"/>
                    <a:pt x="127" y="1278"/>
                  </a:cubicBezTo>
                  <a:cubicBezTo>
                    <a:pt x="190" y="1341"/>
                    <a:pt x="276" y="1373"/>
                    <a:pt x="363" y="1373"/>
                  </a:cubicBezTo>
                  <a:cubicBezTo>
                    <a:pt x="449" y="1373"/>
                    <a:pt x="536" y="1341"/>
                    <a:pt x="599" y="1278"/>
                  </a:cubicBezTo>
                  <a:lnTo>
                    <a:pt x="725" y="1184"/>
                  </a:lnTo>
                  <a:lnTo>
                    <a:pt x="725" y="1719"/>
                  </a:lnTo>
                  <a:cubicBezTo>
                    <a:pt x="725" y="2318"/>
                    <a:pt x="1198" y="2759"/>
                    <a:pt x="1733" y="2759"/>
                  </a:cubicBezTo>
                  <a:lnTo>
                    <a:pt x="3813" y="2759"/>
                  </a:lnTo>
                  <a:cubicBezTo>
                    <a:pt x="3837" y="2761"/>
                    <a:pt x="3861" y="2763"/>
                    <a:pt x="3883" y="2763"/>
                  </a:cubicBezTo>
                  <a:cubicBezTo>
                    <a:pt x="4122" y="2763"/>
                    <a:pt x="4254" y="2616"/>
                    <a:pt x="4254" y="2444"/>
                  </a:cubicBezTo>
                  <a:cubicBezTo>
                    <a:pt x="4254" y="2223"/>
                    <a:pt x="4096" y="2066"/>
                    <a:pt x="3907" y="2066"/>
                  </a:cubicBezTo>
                  <a:lnTo>
                    <a:pt x="1828" y="2066"/>
                  </a:lnTo>
                  <a:cubicBezTo>
                    <a:pt x="1639" y="2066"/>
                    <a:pt x="1481" y="1908"/>
                    <a:pt x="1481" y="1719"/>
                  </a:cubicBezTo>
                  <a:lnTo>
                    <a:pt x="1481" y="1184"/>
                  </a:lnTo>
                  <a:lnTo>
                    <a:pt x="1576" y="1278"/>
                  </a:lnTo>
                  <a:cubicBezTo>
                    <a:pt x="1639" y="1341"/>
                    <a:pt x="1733" y="1373"/>
                    <a:pt x="1824" y="1373"/>
                  </a:cubicBezTo>
                  <a:cubicBezTo>
                    <a:pt x="1914" y="1373"/>
                    <a:pt x="2001" y="1341"/>
                    <a:pt x="2048" y="1278"/>
                  </a:cubicBezTo>
                  <a:cubicBezTo>
                    <a:pt x="2174" y="1184"/>
                    <a:pt x="2174" y="931"/>
                    <a:pt x="2048" y="805"/>
                  </a:cubicBezTo>
                  <a:lnTo>
                    <a:pt x="1355" y="112"/>
                  </a:lnTo>
                  <a:cubicBezTo>
                    <a:pt x="1292" y="81"/>
                    <a:pt x="1261" y="81"/>
                    <a:pt x="1229" y="18"/>
                  </a:cubicBezTo>
                  <a:cubicBezTo>
                    <a:pt x="1187" y="7"/>
                    <a:pt x="1142" y="0"/>
                    <a:pt x="10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84"/>
            <p:cNvSpPr/>
            <p:nvPr/>
          </p:nvSpPr>
          <p:spPr>
            <a:xfrm>
              <a:off x="2219775" y="3375350"/>
              <a:ext cx="89025" cy="85875"/>
            </a:xfrm>
            <a:custGeom>
              <a:avLst/>
              <a:gdLst/>
              <a:ahLst/>
              <a:cxnLst/>
              <a:rect l="l" t="t" r="r" b="b"/>
              <a:pathLst>
                <a:path w="3561" h="3435" extrusionOk="0">
                  <a:moveTo>
                    <a:pt x="1796" y="0"/>
                  </a:moveTo>
                  <a:cubicBezTo>
                    <a:pt x="788" y="0"/>
                    <a:pt x="0" y="788"/>
                    <a:pt x="0" y="1733"/>
                  </a:cubicBezTo>
                  <a:cubicBezTo>
                    <a:pt x="0" y="2647"/>
                    <a:pt x="788" y="3434"/>
                    <a:pt x="1796" y="3434"/>
                  </a:cubicBezTo>
                  <a:cubicBezTo>
                    <a:pt x="2741" y="3434"/>
                    <a:pt x="3561" y="2647"/>
                    <a:pt x="3561" y="1733"/>
                  </a:cubicBezTo>
                  <a:cubicBezTo>
                    <a:pt x="3561" y="788"/>
                    <a:pt x="2773"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84"/>
            <p:cNvSpPr/>
            <p:nvPr/>
          </p:nvSpPr>
          <p:spPr>
            <a:xfrm>
              <a:off x="2037825" y="3339125"/>
              <a:ext cx="138650" cy="88225"/>
            </a:xfrm>
            <a:custGeom>
              <a:avLst/>
              <a:gdLst/>
              <a:ahLst/>
              <a:cxnLst/>
              <a:rect l="l" t="t" r="r" b="b"/>
              <a:pathLst>
                <a:path w="5546" h="3529" extrusionOk="0">
                  <a:moveTo>
                    <a:pt x="1072" y="0"/>
                  </a:moveTo>
                  <a:cubicBezTo>
                    <a:pt x="442" y="536"/>
                    <a:pt x="32" y="1292"/>
                    <a:pt x="32" y="2143"/>
                  </a:cubicBezTo>
                  <a:lnTo>
                    <a:pt x="32" y="3182"/>
                  </a:lnTo>
                  <a:cubicBezTo>
                    <a:pt x="1" y="3371"/>
                    <a:pt x="158" y="3529"/>
                    <a:pt x="347" y="3529"/>
                  </a:cubicBezTo>
                  <a:lnTo>
                    <a:pt x="5199" y="3529"/>
                  </a:lnTo>
                  <a:cubicBezTo>
                    <a:pt x="5388" y="3529"/>
                    <a:pt x="5546" y="3371"/>
                    <a:pt x="5546" y="3182"/>
                  </a:cubicBezTo>
                  <a:lnTo>
                    <a:pt x="5546" y="2143"/>
                  </a:lnTo>
                  <a:cubicBezTo>
                    <a:pt x="5546" y="1292"/>
                    <a:pt x="5168" y="536"/>
                    <a:pt x="4538" y="0"/>
                  </a:cubicBezTo>
                  <a:cubicBezTo>
                    <a:pt x="4096" y="473"/>
                    <a:pt x="3466" y="756"/>
                    <a:pt x="2805" y="756"/>
                  </a:cubicBezTo>
                  <a:cubicBezTo>
                    <a:pt x="2143" y="756"/>
                    <a:pt x="1513" y="504"/>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8" name="Google Shape;5868;p84"/>
            <p:cNvSpPr/>
            <p:nvPr/>
          </p:nvSpPr>
          <p:spPr>
            <a:xfrm>
              <a:off x="2193775" y="3460400"/>
              <a:ext cx="140225" cy="89825"/>
            </a:xfrm>
            <a:custGeom>
              <a:avLst/>
              <a:gdLst/>
              <a:ahLst/>
              <a:cxnLst/>
              <a:rect l="l" t="t" r="r" b="b"/>
              <a:pathLst>
                <a:path w="5609" h="3593" extrusionOk="0">
                  <a:moveTo>
                    <a:pt x="1009" y="1"/>
                  </a:moveTo>
                  <a:cubicBezTo>
                    <a:pt x="379" y="537"/>
                    <a:pt x="1" y="1261"/>
                    <a:pt x="1" y="2143"/>
                  </a:cubicBezTo>
                  <a:lnTo>
                    <a:pt x="1" y="3246"/>
                  </a:lnTo>
                  <a:cubicBezTo>
                    <a:pt x="1" y="3435"/>
                    <a:pt x="158" y="3592"/>
                    <a:pt x="347" y="3592"/>
                  </a:cubicBezTo>
                  <a:lnTo>
                    <a:pt x="5262" y="3592"/>
                  </a:lnTo>
                  <a:cubicBezTo>
                    <a:pt x="5451" y="3592"/>
                    <a:pt x="5609" y="3435"/>
                    <a:pt x="5609" y="3246"/>
                  </a:cubicBezTo>
                  <a:lnTo>
                    <a:pt x="5609" y="2143"/>
                  </a:lnTo>
                  <a:cubicBezTo>
                    <a:pt x="5577" y="1261"/>
                    <a:pt x="5199" y="537"/>
                    <a:pt x="4569" y="1"/>
                  </a:cubicBezTo>
                  <a:cubicBezTo>
                    <a:pt x="4128" y="474"/>
                    <a:pt x="3498" y="757"/>
                    <a:pt x="2773" y="757"/>
                  </a:cubicBezTo>
                  <a:cubicBezTo>
                    <a:pt x="2080" y="757"/>
                    <a:pt x="1450" y="474"/>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9" name="Google Shape;5869;p84"/>
          <p:cNvGrpSpPr/>
          <p:nvPr/>
        </p:nvGrpSpPr>
        <p:grpSpPr>
          <a:xfrm>
            <a:off x="6614135" y="1838236"/>
            <a:ext cx="353802" cy="348926"/>
            <a:chOff x="2034675" y="3617925"/>
            <a:chExt cx="299325" cy="295200"/>
          </a:xfrm>
        </p:grpSpPr>
        <p:sp>
          <p:nvSpPr>
            <p:cNvPr id="5870" name="Google Shape;5870;p84"/>
            <p:cNvSpPr/>
            <p:nvPr/>
          </p:nvSpPr>
          <p:spPr>
            <a:xfrm>
              <a:off x="2195350" y="3721900"/>
              <a:ext cx="69350" cy="33900"/>
            </a:xfrm>
            <a:custGeom>
              <a:avLst/>
              <a:gdLst/>
              <a:ahLst/>
              <a:cxnLst/>
              <a:rect l="l" t="t" r="r" b="b"/>
              <a:pathLst>
                <a:path w="2774" h="1356" extrusionOk="0">
                  <a:moveTo>
                    <a:pt x="1387" y="1"/>
                  </a:moveTo>
                  <a:cubicBezTo>
                    <a:pt x="631" y="1"/>
                    <a:pt x="1" y="631"/>
                    <a:pt x="1" y="1355"/>
                  </a:cubicBezTo>
                  <a:lnTo>
                    <a:pt x="2773" y="1355"/>
                  </a:lnTo>
                  <a:cubicBezTo>
                    <a:pt x="2773" y="599"/>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84"/>
            <p:cNvSpPr/>
            <p:nvPr/>
          </p:nvSpPr>
          <p:spPr>
            <a:xfrm>
              <a:off x="2211900" y="3669125"/>
              <a:ext cx="35475" cy="35475"/>
            </a:xfrm>
            <a:custGeom>
              <a:avLst/>
              <a:gdLst/>
              <a:ahLst/>
              <a:cxnLst/>
              <a:rect l="l" t="t" r="r" b="b"/>
              <a:pathLst>
                <a:path w="1419" h="1419" extrusionOk="0">
                  <a:moveTo>
                    <a:pt x="725" y="1"/>
                  </a:moveTo>
                  <a:cubicBezTo>
                    <a:pt x="315" y="1"/>
                    <a:pt x="0" y="316"/>
                    <a:pt x="0" y="725"/>
                  </a:cubicBezTo>
                  <a:cubicBezTo>
                    <a:pt x="0" y="1103"/>
                    <a:pt x="315" y="1418"/>
                    <a:pt x="725" y="1418"/>
                  </a:cubicBezTo>
                  <a:cubicBezTo>
                    <a:pt x="1103" y="1418"/>
                    <a:pt x="1418" y="1103"/>
                    <a:pt x="1418" y="725"/>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84"/>
            <p:cNvSpPr/>
            <p:nvPr/>
          </p:nvSpPr>
          <p:spPr>
            <a:xfrm>
              <a:off x="2125250" y="3617925"/>
              <a:ext cx="208750" cy="208750"/>
            </a:xfrm>
            <a:custGeom>
              <a:avLst/>
              <a:gdLst/>
              <a:ahLst/>
              <a:cxnLst/>
              <a:rect l="l" t="t" r="r" b="b"/>
              <a:pathLst>
                <a:path w="8350" h="8350" extrusionOk="0">
                  <a:moveTo>
                    <a:pt x="4128" y="1387"/>
                  </a:moveTo>
                  <a:cubicBezTo>
                    <a:pt x="4884" y="1387"/>
                    <a:pt x="5514" y="2017"/>
                    <a:pt x="5514" y="2773"/>
                  </a:cubicBezTo>
                  <a:cubicBezTo>
                    <a:pt x="5514" y="3120"/>
                    <a:pt x="5357" y="3466"/>
                    <a:pt x="5136" y="3718"/>
                  </a:cubicBezTo>
                  <a:cubicBezTo>
                    <a:pt x="5766" y="4065"/>
                    <a:pt x="6176" y="4727"/>
                    <a:pt x="6176" y="5514"/>
                  </a:cubicBezTo>
                  <a:lnTo>
                    <a:pt x="6176" y="5892"/>
                  </a:lnTo>
                  <a:lnTo>
                    <a:pt x="6270" y="5892"/>
                  </a:lnTo>
                  <a:cubicBezTo>
                    <a:pt x="6270" y="6081"/>
                    <a:pt x="6113" y="6239"/>
                    <a:pt x="5924" y="6239"/>
                  </a:cubicBezTo>
                  <a:lnTo>
                    <a:pt x="2458" y="6239"/>
                  </a:lnTo>
                  <a:cubicBezTo>
                    <a:pt x="2238" y="6239"/>
                    <a:pt x="2080" y="6081"/>
                    <a:pt x="2080" y="5892"/>
                  </a:cubicBezTo>
                  <a:lnTo>
                    <a:pt x="2080" y="5514"/>
                  </a:lnTo>
                  <a:cubicBezTo>
                    <a:pt x="2080" y="4727"/>
                    <a:pt x="2521" y="4065"/>
                    <a:pt x="3151" y="3718"/>
                  </a:cubicBezTo>
                  <a:cubicBezTo>
                    <a:pt x="2931" y="3466"/>
                    <a:pt x="2773" y="3120"/>
                    <a:pt x="2773" y="2773"/>
                  </a:cubicBezTo>
                  <a:cubicBezTo>
                    <a:pt x="2773" y="2017"/>
                    <a:pt x="3403" y="1387"/>
                    <a:pt x="4128" y="1387"/>
                  </a:cubicBezTo>
                  <a:close/>
                  <a:moveTo>
                    <a:pt x="4191" y="1"/>
                  </a:moveTo>
                  <a:cubicBezTo>
                    <a:pt x="1891" y="1"/>
                    <a:pt x="1" y="1860"/>
                    <a:pt x="1" y="4191"/>
                  </a:cubicBezTo>
                  <a:cubicBezTo>
                    <a:pt x="1" y="6522"/>
                    <a:pt x="1860" y="8350"/>
                    <a:pt x="4191" y="8350"/>
                  </a:cubicBezTo>
                  <a:cubicBezTo>
                    <a:pt x="6459" y="8350"/>
                    <a:pt x="8350" y="6522"/>
                    <a:pt x="8350" y="4191"/>
                  </a:cubicBezTo>
                  <a:cubicBezTo>
                    <a:pt x="8350" y="1860"/>
                    <a:pt x="6459" y="1"/>
                    <a:pt x="41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84"/>
            <p:cNvSpPr/>
            <p:nvPr/>
          </p:nvSpPr>
          <p:spPr>
            <a:xfrm>
              <a:off x="2107150" y="3771525"/>
              <a:ext cx="73275" cy="72475"/>
            </a:xfrm>
            <a:custGeom>
              <a:avLst/>
              <a:gdLst/>
              <a:ahLst/>
              <a:cxnLst/>
              <a:rect l="l" t="t" r="r" b="b"/>
              <a:pathLst>
                <a:path w="2931" h="2899" extrusionOk="0">
                  <a:moveTo>
                    <a:pt x="504" y="0"/>
                  </a:moveTo>
                  <a:lnTo>
                    <a:pt x="378" y="126"/>
                  </a:lnTo>
                  <a:cubicBezTo>
                    <a:pt x="0" y="536"/>
                    <a:pt x="0" y="1198"/>
                    <a:pt x="378" y="1576"/>
                  </a:cubicBezTo>
                  <a:lnTo>
                    <a:pt x="1355" y="2584"/>
                  </a:lnTo>
                  <a:cubicBezTo>
                    <a:pt x="1576" y="2773"/>
                    <a:pt x="1828" y="2899"/>
                    <a:pt x="2111" y="2899"/>
                  </a:cubicBezTo>
                  <a:cubicBezTo>
                    <a:pt x="2395" y="2899"/>
                    <a:pt x="2678" y="2773"/>
                    <a:pt x="2867" y="2584"/>
                  </a:cubicBezTo>
                  <a:lnTo>
                    <a:pt x="2930" y="2458"/>
                  </a:lnTo>
                  <a:cubicBezTo>
                    <a:pt x="1828" y="1985"/>
                    <a:pt x="977" y="1071"/>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84"/>
            <p:cNvSpPr/>
            <p:nvPr/>
          </p:nvSpPr>
          <p:spPr>
            <a:xfrm>
              <a:off x="2034675" y="3816425"/>
              <a:ext cx="100050" cy="96700"/>
            </a:xfrm>
            <a:custGeom>
              <a:avLst/>
              <a:gdLst/>
              <a:ahLst/>
              <a:cxnLst/>
              <a:rect l="l" t="t" r="r" b="b"/>
              <a:pathLst>
                <a:path w="4002" h="3868" extrusionOk="0">
                  <a:moveTo>
                    <a:pt x="2521" y="0"/>
                  </a:moveTo>
                  <a:lnTo>
                    <a:pt x="410" y="2111"/>
                  </a:lnTo>
                  <a:cubicBezTo>
                    <a:pt x="1" y="2520"/>
                    <a:pt x="1" y="3182"/>
                    <a:pt x="410" y="3560"/>
                  </a:cubicBezTo>
                  <a:cubicBezTo>
                    <a:pt x="599" y="3765"/>
                    <a:pt x="867" y="3867"/>
                    <a:pt x="1135" y="3867"/>
                  </a:cubicBezTo>
                  <a:cubicBezTo>
                    <a:pt x="1403" y="3867"/>
                    <a:pt x="1671" y="3765"/>
                    <a:pt x="1860" y="3560"/>
                  </a:cubicBezTo>
                  <a:lnTo>
                    <a:pt x="4002" y="1449"/>
                  </a:lnTo>
                  <a:cubicBezTo>
                    <a:pt x="3907" y="1418"/>
                    <a:pt x="3844" y="1323"/>
                    <a:pt x="3750" y="1260"/>
                  </a:cubicBezTo>
                  <a:lnTo>
                    <a:pt x="2773" y="252"/>
                  </a:lnTo>
                  <a:cubicBezTo>
                    <a:pt x="2679" y="189"/>
                    <a:pt x="2616" y="95"/>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5" name="Google Shape;5875;p84"/>
          <p:cNvGrpSpPr/>
          <p:nvPr/>
        </p:nvGrpSpPr>
        <p:grpSpPr>
          <a:xfrm>
            <a:off x="6615996" y="2284613"/>
            <a:ext cx="350079" cy="349133"/>
            <a:chOff x="2037825" y="3981825"/>
            <a:chExt cx="296175" cy="295375"/>
          </a:xfrm>
        </p:grpSpPr>
        <p:sp>
          <p:nvSpPr>
            <p:cNvPr id="5876" name="Google Shape;5876;p84"/>
            <p:cNvSpPr/>
            <p:nvPr/>
          </p:nvSpPr>
          <p:spPr>
            <a:xfrm>
              <a:off x="2072500" y="4085775"/>
              <a:ext cx="88225" cy="86675"/>
            </a:xfrm>
            <a:custGeom>
              <a:avLst/>
              <a:gdLst/>
              <a:ahLst/>
              <a:cxnLst/>
              <a:rect l="l" t="t" r="r" b="b"/>
              <a:pathLst>
                <a:path w="3529" h="3467" extrusionOk="0">
                  <a:moveTo>
                    <a:pt x="1764" y="1"/>
                  </a:moveTo>
                  <a:cubicBezTo>
                    <a:pt x="819" y="1"/>
                    <a:pt x="0" y="788"/>
                    <a:pt x="0" y="1734"/>
                  </a:cubicBezTo>
                  <a:cubicBezTo>
                    <a:pt x="0" y="2679"/>
                    <a:pt x="819" y="3466"/>
                    <a:pt x="1764" y="3466"/>
                  </a:cubicBezTo>
                  <a:cubicBezTo>
                    <a:pt x="2709" y="3466"/>
                    <a:pt x="3529" y="2679"/>
                    <a:pt x="3529" y="1734"/>
                  </a:cubicBezTo>
                  <a:cubicBezTo>
                    <a:pt x="3529" y="788"/>
                    <a:pt x="2741" y="1"/>
                    <a:pt x="1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84"/>
            <p:cNvSpPr/>
            <p:nvPr/>
          </p:nvSpPr>
          <p:spPr>
            <a:xfrm>
              <a:off x="2176450" y="3981825"/>
              <a:ext cx="157550" cy="155975"/>
            </a:xfrm>
            <a:custGeom>
              <a:avLst/>
              <a:gdLst/>
              <a:ahLst/>
              <a:cxnLst/>
              <a:rect l="l" t="t" r="r" b="b"/>
              <a:pathLst>
                <a:path w="6302" h="6239" extrusionOk="0">
                  <a:moveTo>
                    <a:pt x="3151" y="1733"/>
                  </a:moveTo>
                  <a:cubicBezTo>
                    <a:pt x="3372" y="1733"/>
                    <a:pt x="3529" y="1890"/>
                    <a:pt x="3529" y="2079"/>
                  </a:cubicBezTo>
                  <a:cubicBezTo>
                    <a:pt x="3529" y="2268"/>
                    <a:pt x="3372" y="2426"/>
                    <a:pt x="3151" y="2426"/>
                  </a:cubicBezTo>
                  <a:cubicBezTo>
                    <a:pt x="2962" y="2426"/>
                    <a:pt x="2805" y="2268"/>
                    <a:pt x="2805" y="2079"/>
                  </a:cubicBezTo>
                  <a:cubicBezTo>
                    <a:pt x="2805" y="1890"/>
                    <a:pt x="2962" y="1733"/>
                    <a:pt x="3151" y="1733"/>
                  </a:cubicBezTo>
                  <a:close/>
                  <a:moveTo>
                    <a:pt x="3151" y="2773"/>
                  </a:moveTo>
                  <a:cubicBezTo>
                    <a:pt x="3372" y="2773"/>
                    <a:pt x="3529" y="2930"/>
                    <a:pt x="3529" y="3151"/>
                  </a:cubicBezTo>
                  <a:lnTo>
                    <a:pt x="3529" y="4505"/>
                  </a:lnTo>
                  <a:cubicBezTo>
                    <a:pt x="3529" y="4726"/>
                    <a:pt x="3372" y="4883"/>
                    <a:pt x="3151" y="4883"/>
                  </a:cubicBezTo>
                  <a:cubicBezTo>
                    <a:pt x="2962" y="4883"/>
                    <a:pt x="2805" y="4726"/>
                    <a:pt x="2805" y="4505"/>
                  </a:cubicBezTo>
                  <a:lnTo>
                    <a:pt x="2805" y="3151"/>
                  </a:lnTo>
                  <a:cubicBezTo>
                    <a:pt x="2805" y="2930"/>
                    <a:pt x="2962" y="2773"/>
                    <a:pt x="3151" y="2773"/>
                  </a:cubicBezTo>
                  <a:close/>
                  <a:moveTo>
                    <a:pt x="3151" y="0"/>
                  </a:moveTo>
                  <a:cubicBezTo>
                    <a:pt x="1418" y="0"/>
                    <a:pt x="64" y="1418"/>
                    <a:pt x="64" y="3088"/>
                  </a:cubicBezTo>
                  <a:cubicBezTo>
                    <a:pt x="64" y="3655"/>
                    <a:pt x="158" y="4159"/>
                    <a:pt x="442" y="4631"/>
                  </a:cubicBezTo>
                  <a:lnTo>
                    <a:pt x="64" y="5765"/>
                  </a:lnTo>
                  <a:cubicBezTo>
                    <a:pt x="1" y="5892"/>
                    <a:pt x="64" y="6018"/>
                    <a:pt x="127" y="6112"/>
                  </a:cubicBezTo>
                  <a:cubicBezTo>
                    <a:pt x="190" y="6207"/>
                    <a:pt x="379" y="6238"/>
                    <a:pt x="473" y="6238"/>
                  </a:cubicBezTo>
                  <a:lnTo>
                    <a:pt x="1796" y="5923"/>
                  </a:lnTo>
                  <a:cubicBezTo>
                    <a:pt x="2206" y="6175"/>
                    <a:pt x="2679" y="6238"/>
                    <a:pt x="3214" y="6238"/>
                  </a:cubicBezTo>
                  <a:cubicBezTo>
                    <a:pt x="4947" y="6238"/>
                    <a:pt x="6302" y="4820"/>
                    <a:pt x="6302" y="3119"/>
                  </a:cubicBezTo>
                  <a:cubicBezTo>
                    <a:pt x="6270" y="1418"/>
                    <a:pt x="4884"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84"/>
            <p:cNvSpPr/>
            <p:nvPr/>
          </p:nvSpPr>
          <p:spPr>
            <a:xfrm>
              <a:off x="2037825" y="4168475"/>
              <a:ext cx="157550" cy="108725"/>
            </a:xfrm>
            <a:custGeom>
              <a:avLst/>
              <a:gdLst/>
              <a:ahLst/>
              <a:cxnLst/>
              <a:rect l="l" t="t" r="r" b="b"/>
              <a:pathLst>
                <a:path w="6302" h="4349" extrusionOk="0">
                  <a:moveTo>
                    <a:pt x="1356" y="1"/>
                  </a:moveTo>
                  <a:cubicBezTo>
                    <a:pt x="568" y="568"/>
                    <a:pt x="1" y="1513"/>
                    <a:pt x="1" y="2553"/>
                  </a:cubicBezTo>
                  <a:lnTo>
                    <a:pt x="1" y="3970"/>
                  </a:lnTo>
                  <a:cubicBezTo>
                    <a:pt x="1" y="4222"/>
                    <a:pt x="158" y="4348"/>
                    <a:pt x="347" y="4348"/>
                  </a:cubicBezTo>
                  <a:lnTo>
                    <a:pt x="5955" y="4348"/>
                  </a:lnTo>
                  <a:cubicBezTo>
                    <a:pt x="6144" y="4348"/>
                    <a:pt x="6302" y="4191"/>
                    <a:pt x="6302" y="3970"/>
                  </a:cubicBezTo>
                  <a:lnTo>
                    <a:pt x="6302" y="2553"/>
                  </a:lnTo>
                  <a:cubicBezTo>
                    <a:pt x="6302" y="1513"/>
                    <a:pt x="5798" y="599"/>
                    <a:pt x="4947" y="1"/>
                  </a:cubicBezTo>
                  <a:cubicBezTo>
                    <a:pt x="4538" y="505"/>
                    <a:pt x="3844" y="820"/>
                    <a:pt x="3151" y="820"/>
                  </a:cubicBezTo>
                  <a:cubicBezTo>
                    <a:pt x="2427" y="820"/>
                    <a:pt x="1765" y="505"/>
                    <a:pt x="1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9" name="Google Shape;5879;p84"/>
          <p:cNvGrpSpPr/>
          <p:nvPr/>
        </p:nvGrpSpPr>
        <p:grpSpPr>
          <a:xfrm>
            <a:off x="5301014" y="2780929"/>
            <a:ext cx="350079" cy="285837"/>
            <a:chOff x="3860400" y="3254050"/>
            <a:chExt cx="296175" cy="241825"/>
          </a:xfrm>
        </p:grpSpPr>
        <p:sp>
          <p:nvSpPr>
            <p:cNvPr id="5880" name="Google Shape;5880;p84"/>
            <p:cNvSpPr/>
            <p:nvPr/>
          </p:nvSpPr>
          <p:spPr>
            <a:xfrm>
              <a:off x="4112425" y="3358025"/>
              <a:ext cx="44150" cy="18125"/>
            </a:xfrm>
            <a:custGeom>
              <a:avLst/>
              <a:gdLst/>
              <a:ahLst/>
              <a:cxnLst/>
              <a:rect l="l" t="t" r="r" b="b"/>
              <a:pathLst>
                <a:path w="1766" h="725" extrusionOk="0">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1" name="Google Shape;5881;p84"/>
            <p:cNvSpPr/>
            <p:nvPr/>
          </p:nvSpPr>
          <p:spPr>
            <a:xfrm>
              <a:off x="4102200" y="3393475"/>
              <a:ext cx="37050" cy="33875"/>
            </a:xfrm>
            <a:custGeom>
              <a:avLst/>
              <a:gdLst/>
              <a:ahLst/>
              <a:cxnLst/>
              <a:rect l="l" t="t" r="r" b="b"/>
              <a:pathLst>
                <a:path w="1482" h="1355" extrusionOk="0">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2" name="Google Shape;5882;p84"/>
            <p:cNvSpPr/>
            <p:nvPr/>
          </p:nvSpPr>
          <p:spPr>
            <a:xfrm>
              <a:off x="4103775" y="3306025"/>
              <a:ext cx="35475" cy="34500"/>
            </a:xfrm>
            <a:custGeom>
              <a:avLst/>
              <a:gdLst/>
              <a:ahLst/>
              <a:cxnLst/>
              <a:rect l="l" t="t" r="r" b="b"/>
              <a:pathLst>
                <a:path w="1419" h="1380" extrusionOk="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84"/>
            <p:cNvSpPr/>
            <p:nvPr/>
          </p:nvSpPr>
          <p:spPr>
            <a:xfrm>
              <a:off x="3860400" y="3306025"/>
              <a:ext cx="105550" cy="104800"/>
            </a:xfrm>
            <a:custGeom>
              <a:avLst/>
              <a:gdLst/>
              <a:ahLst/>
              <a:cxnLst/>
              <a:rect l="l" t="t" r="r" b="b"/>
              <a:pathLst>
                <a:path w="4222" h="4192" extrusionOk="0">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84"/>
            <p:cNvSpPr/>
            <p:nvPr/>
          </p:nvSpPr>
          <p:spPr>
            <a:xfrm>
              <a:off x="4050225" y="3254050"/>
              <a:ext cx="35450" cy="208750"/>
            </a:xfrm>
            <a:custGeom>
              <a:avLst/>
              <a:gdLst/>
              <a:ahLst/>
              <a:cxnLst/>
              <a:rect l="l" t="t" r="r" b="b"/>
              <a:pathLst>
                <a:path w="1418" h="8350" extrusionOk="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5" name="Google Shape;5885;p84"/>
            <p:cNvSpPr/>
            <p:nvPr/>
          </p:nvSpPr>
          <p:spPr>
            <a:xfrm>
              <a:off x="3912375" y="3426550"/>
              <a:ext cx="51225" cy="69325"/>
            </a:xfrm>
            <a:custGeom>
              <a:avLst/>
              <a:gdLst/>
              <a:ahLst/>
              <a:cxnLst/>
              <a:rect l="l" t="t" r="r" b="b"/>
              <a:pathLst>
                <a:path w="2049" h="2773" extrusionOk="0">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6" name="Google Shape;5886;p84"/>
            <p:cNvSpPr/>
            <p:nvPr/>
          </p:nvSpPr>
          <p:spPr>
            <a:xfrm>
              <a:off x="3982475" y="3275325"/>
              <a:ext cx="52000" cy="163850"/>
            </a:xfrm>
            <a:custGeom>
              <a:avLst/>
              <a:gdLst/>
              <a:ahLst/>
              <a:cxnLst/>
              <a:rect l="l" t="t" r="r" b="b"/>
              <a:pathLst>
                <a:path w="2080" h="6554" extrusionOk="0">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7" name="Google Shape;5887;p84"/>
          <p:cNvGrpSpPr/>
          <p:nvPr/>
        </p:nvGrpSpPr>
        <p:grpSpPr>
          <a:xfrm>
            <a:off x="5300541" y="3196800"/>
            <a:ext cx="351024" cy="350079"/>
            <a:chOff x="3859600" y="3591950"/>
            <a:chExt cx="296975" cy="296175"/>
          </a:xfrm>
        </p:grpSpPr>
        <p:sp>
          <p:nvSpPr>
            <p:cNvPr id="5888" name="Google Shape;5888;p84"/>
            <p:cNvSpPr/>
            <p:nvPr/>
          </p:nvSpPr>
          <p:spPr>
            <a:xfrm>
              <a:off x="4034450" y="3766000"/>
              <a:ext cx="122125" cy="122125"/>
            </a:xfrm>
            <a:custGeom>
              <a:avLst/>
              <a:gdLst/>
              <a:ahLst/>
              <a:cxnLst/>
              <a:rect l="l" t="t" r="r" b="b"/>
              <a:pathLst>
                <a:path w="4885" h="4885" extrusionOk="0">
                  <a:moveTo>
                    <a:pt x="2395" y="1324"/>
                  </a:moveTo>
                  <a:cubicBezTo>
                    <a:pt x="2616" y="1324"/>
                    <a:pt x="2773" y="1482"/>
                    <a:pt x="2773" y="1702"/>
                  </a:cubicBezTo>
                  <a:lnTo>
                    <a:pt x="2773" y="2049"/>
                  </a:lnTo>
                  <a:lnTo>
                    <a:pt x="3120" y="2049"/>
                  </a:lnTo>
                  <a:cubicBezTo>
                    <a:pt x="3309" y="2049"/>
                    <a:pt x="3466" y="2206"/>
                    <a:pt x="3466" y="2395"/>
                  </a:cubicBezTo>
                  <a:cubicBezTo>
                    <a:pt x="3466" y="2584"/>
                    <a:pt x="3309" y="2742"/>
                    <a:pt x="3120" y="2742"/>
                  </a:cubicBezTo>
                  <a:lnTo>
                    <a:pt x="2395" y="2742"/>
                  </a:lnTo>
                  <a:cubicBezTo>
                    <a:pt x="2206" y="2742"/>
                    <a:pt x="2049" y="2584"/>
                    <a:pt x="2049" y="2395"/>
                  </a:cubicBezTo>
                  <a:lnTo>
                    <a:pt x="2049" y="1702"/>
                  </a:lnTo>
                  <a:cubicBezTo>
                    <a:pt x="2049" y="1482"/>
                    <a:pt x="2206" y="1324"/>
                    <a:pt x="2395" y="1324"/>
                  </a:cubicBezTo>
                  <a:close/>
                  <a:moveTo>
                    <a:pt x="2458" y="1"/>
                  </a:moveTo>
                  <a:cubicBezTo>
                    <a:pt x="1104" y="1"/>
                    <a:pt x="1" y="1103"/>
                    <a:pt x="1" y="2427"/>
                  </a:cubicBezTo>
                  <a:cubicBezTo>
                    <a:pt x="1" y="3781"/>
                    <a:pt x="1104" y="4884"/>
                    <a:pt x="2458" y="4884"/>
                  </a:cubicBezTo>
                  <a:cubicBezTo>
                    <a:pt x="3782" y="4884"/>
                    <a:pt x="4884" y="3781"/>
                    <a:pt x="4884" y="2427"/>
                  </a:cubicBezTo>
                  <a:cubicBezTo>
                    <a:pt x="4853" y="1072"/>
                    <a:pt x="3782"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84"/>
            <p:cNvSpPr/>
            <p:nvPr/>
          </p:nvSpPr>
          <p:spPr>
            <a:xfrm>
              <a:off x="3860400" y="3679375"/>
              <a:ext cx="260725" cy="173300"/>
            </a:xfrm>
            <a:custGeom>
              <a:avLst/>
              <a:gdLst/>
              <a:ahLst/>
              <a:cxnLst/>
              <a:rect l="l" t="t" r="r" b="b"/>
              <a:pathLst>
                <a:path w="10429" h="6932" extrusionOk="0">
                  <a:moveTo>
                    <a:pt x="2426" y="662"/>
                  </a:moveTo>
                  <a:cubicBezTo>
                    <a:pt x="2647" y="662"/>
                    <a:pt x="2804" y="819"/>
                    <a:pt x="2804" y="1008"/>
                  </a:cubicBezTo>
                  <a:cubicBezTo>
                    <a:pt x="2804" y="1197"/>
                    <a:pt x="2647" y="1355"/>
                    <a:pt x="2426" y="1355"/>
                  </a:cubicBezTo>
                  <a:lnTo>
                    <a:pt x="1733" y="1355"/>
                  </a:lnTo>
                  <a:cubicBezTo>
                    <a:pt x="1544" y="1355"/>
                    <a:pt x="1387" y="1197"/>
                    <a:pt x="1387" y="1008"/>
                  </a:cubicBezTo>
                  <a:cubicBezTo>
                    <a:pt x="1387" y="819"/>
                    <a:pt x="1544" y="662"/>
                    <a:pt x="1733" y="662"/>
                  </a:cubicBezTo>
                  <a:close/>
                  <a:moveTo>
                    <a:pt x="4537" y="662"/>
                  </a:moveTo>
                  <a:cubicBezTo>
                    <a:pt x="4726" y="662"/>
                    <a:pt x="4884" y="819"/>
                    <a:pt x="4884" y="1008"/>
                  </a:cubicBezTo>
                  <a:cubicBezTo>
                    <a:pt x="4884" y="1197"/>
                    <a:pt x="4695" y="1355"/>
                    <a:pt x="4537" y="1355"/>
                  </a:cubicBezTo>
                  <a:lnTo>
                    <a:pt x="3812" y="1355"/>
                  </a:lnTo>
                  <a:cubicBezTo>
                    <a:pt x="3623" y="1355"/>
                    <a:pt x="3466" y="1197"/>
                    <a:pt x="3466" y="1008"/>
                  </a:cubicBezTo>
                  <a:cubicBezTo>
                    <a:pt x="3466" y="819"/>
                    <a:pt x="3623" y="662"/>
                    <a:pt x="3812" y="662"/>
                  </a:cubicBezTo>
                  <a:close/>
                  <a:moveTo>
                    <a:pt x="6648" y="662"/>
                  </a:moveTo>
                  <a:cubicBezTo>
                    <a:pt x="6837" y="662"/>
                    <a:pt x="6994" y="819"/>
                    <a:pt x="6994" y="1008"/>
                  </a:cubicBezTo>
                  <a:cubicBezTo>
                    <a:pt x="6994" y="1197"/>
                    <a:pt x="6837" y="1355"/>
                    <a:pt x="6648" y="1355"/>
                  </a:cubicBezTo>
                  <a:lnTo>
                    <a:pt x="5955" y="1355"/>
                  </a:lnTo>
                  <a:cubicBezTo>
                    <a:pt x="5734" y="1355"/>
                    <a:pt x="5577" y="1197"/>
                    <a:pt x="5577" y="1008"/>
                  </a:cubicBezTo>
                  <a:cubicBezTo>
                    <a:pt x="5577" y="819"/>
                    <a:pt x="5734" y="662"/>
                    <a:pt x="5955" y="662"/>
                  </a:cubicBezTo>
                  <a:close/>
                  <a:moveTo>
                    <a:pt x="8727" y="662"/>
                  </a:moveTo>
                  <a:cubicBezTo>
                    <a:pt x="8948" y="662"/>
                    <a:pt x="9105" y="819"/>
                    <a:pt x="9105" y="1008"/>
                  </a:cubicBezTo>
                  <a:cubicBezTo>
                    <a:pt x="9105" y="1197"/>
                    <a:pt x="8948" y="1355"/>
                    <a:pt x="8727" y="1355"/>
                  </a:cubicBezTo>
                  <a:lnTo>
                    <a:pt x="8034" y="1355"/>
                  </a:lnTo>
                  <a:cubicBezTo>
                    <a:pt x="7845" y="1355"/>
                    <a:pt x="7688" y="1197"/>
                    <a:pt x="7688" y="1008"/>
                  </a:cubicBezTo>
                  <a:cubicBezTo>
                    <a:pt x="7688" y="819"/>
                    <a:pt x="7845" y="662"/>
                    <a:pt x="8034" y="662"/>
                  </a:cubicBezTo>
                  <a:close/>
                  <a:moveTo>
                    <a:pt x="2426" y="2080"/>
                  </a:moveTo>
                  <a:cubicBezTo>
                    <a:pt x="2647" y="2080"/>
                    <a:pt x="2804" y="2237"/>
                    <a:pt x="2804" y="2426"/>
                  </a:cubicBezTo>
                  <a:cubicBezTo>
                    <a:pt x="2804" y="2647"/>
                    <a:pt x="2647" y="2773"/>
                    <a:pt x="2426" y="2773"/>
                  </a:cubicBezTo>
                  <a:lnTo>
                    <a:pt x="1733" y="2773"/>
                  </a:lnTo>
                  <a:cubicBezTo>
                    <a:pt x="1544" y="2773"/>
                    <a:pt x="1387" y="2647"/>
                    <a:pt x="1387" y="2426"/>
                  </a:cubicBezTo>
                  <a:cubicBezTo>
                    <a:pt x="1387" y="2206"/>
                    <a:pt x="1544" y="2080"/>
                    <a:pt x="1733" y="2080"/>
                  </a:cubicBezTo>
                  <a:close/>
                  <a:moveTo>
                    <a:pt x="4537" y="2080"/>
                  </a:moveTo>
                  <a:cubicBezTo>
                    <a:pt x="4726" y="2080"/>
                    <a:pt x="4884" y="2237"/>
                    <a:pt x="4884" y="2426"/>
                  </a:cubicBezTo>
                  <a:cubicBezTo>
                    <a:pt x="4884" y="2647"/>
                    <a:pt x="4695" y="2773"/>
                    <a:pt x="4537" y="2773"/>
                  </a:cubicBezTo>
                  <a:lnTo>
                    <a:pt x="3812" y="2773"/>
                  </a:lnTo>
                  <a:cubicBezTo>
                    <a:pt x="3623" y="2773"/>
                    <a:pt x="3466" y="2647"/>
                    <a:pt x="3466" y="2426"/>
                  </a:cubicBezTo>
                  <a:cubicBezTo>
                    <a:pt x="3466" y="2206"/>
                    <a:pt x="3623" y="2080"/>
                    <a:pt x="3812" y="2080"/>
                  </a:cubicBezTo>
                  <a:close/>
                  <a:moveTo>
                    <a:pt x="6648" y="2080"/>
                  </a:moveTo>
                  <a:cubicBezTo>
                    <a:pt x="6837" y="2080"/>
                    <a:pt x="6994" y="2237"/>
                    <a:pt x="6994" y="2426"/>
                  </a:cubicBezTo>
                  <a:cubicBezTo>
                    <a:pt x="6994" y="2647"/>
                    <a:pt x="6837" y="2773"/>
                    <a:pt x="6648" y="2773"/>
                  </a:cubicBezTo>
                  <a:lnTo>
                    <a:pt x="5955" y="2773"/>
                  </a:lnTo>
                  <a:cubicBezTo>
                    <a:pt x="5734" y="2773"/>
                    <a:pt x="5577" y="2647"/>
                    <a:pt x="5577" y="2426"/>
                  </a:cubicBezTo>
                  <a:cubicBezTo>
                    <a:pt x="5577" y="2206"/>
                    <a:pt x="5734" y="2080"/>
                    <a:pt x="5955" y="2080"/>
                  </a:cubicBezTo>
                  <a:close/>
                  <a:moveTo>
                    <a:pt x="8727" y="2080"/>
                  </a:moveTo>
                  <a:cubicBezTo>
                    <a:pt x="8948" y="2080"/>
                    <a:pt x="9105" y="2237"/>
                    <a:pt x="9105" y="2426"/>
                  </a:cubicBezTo>
                  <a:cubicBezTo>
                    <a:pt x="9105" y="2647"/>
                    <a:pt x="8948" y="2773"/>
                    <a:pt x="8727" y="2773"/>
                  </a:cubicBezTo>
                  <a:lnTo>
                    <a:pt x="8034" y="2773"/>
                  </a:lnTo>
                  <a:cubicBezTo>
                    <a:pt x="7845" y="2773"/>
                    <a:pt x="7688" y="2647"/>
                    <a:pt x="7688" y="2426"/>
                  </a:cubicBezTo>
                  <a:cubicBezTo>
                    <a:pt x="7688" y="2206"/>
                    <a:pt x="7845" y="2080"/>
                    <a:pt x="8034" y="2080"/>
                  </a:cubicBezTo>
                  <a:close/>
                  <a:moveTo>
                    <a:pt x="2426" y="3466"/>
                  </a:moveTo>
                  <a:cubicBezTo>
                    <a:pt x="2647" y="3466"/>
                    <a:pt x="2804" y="3623"/>
                    <a:pt x="2804" y="3812"/>
                  </a:cubicBezTo>
                  <a:cubicBezTo>
                    <a:pt x="2804" y="4001"/>
                    <a:pt x="2647" y="4159"/>
                    <a:pt x="2426" y="4159"/>
                  </a:cubicBezTo>
                  <a:lnTo>
                    <a:pt x="1733" y="4159"/>
                  </a:lnTo>
                  <a:cubicBezTo>
                    <a:pt x="1544" y="4159"/>
                    <a:pt x="1387" y="4001"/>
                    <a:pt x="1387" y="3812"/>
                  </a:cubicBezTo>
                  <a:cubicBezTo>
                    <a:pt x="1387" y="3623"/>
                    <a:pt x="1544" y="3466"/>
                    <a:pt x="1733" y="3466"/>
                  </a:cubicBezTo>
                  <a:close/>
                  <a:moveTo>
                    <a:pt x="4537" y="3466"/>
                  </a:moveTo>
                  <a:cubicBezTo>
                    <a:pt x="4726" y="3466"/>
                    <a:pt x="4884" y="3623"/>
                    <a:pt x="4884" y="3812"/>
                  </a:cubicBezTo>
                  <a:cubicBezTo>
                    <a:pt x="4884" y="4001"/>
                    <a:pt x="4695" y="4159"/>
                    <a:pt x="4537" y="4159"/>
                  </a:cubicBezTo>
                  <a:lnTo>
                    <a:pt x="3812" y="4159"/>
                  </a:lnTo>
                  <a:cubicBezTo>
                    <a:pt x="3623" y="4159"/>
                    <a:pt x="3466" y="4001"/>
                    <a:pt x="3466" y="3812"/>
                  </a:cubicBezTo>
                  <a:cubicBezTo>
                    <a:pt x="3466" y="3623"/>
                    <a:pt x="3623" y="3466"/>
                    <a:pt x="3812" y="3466"/>
                  </a:cubicBezTo>
                  <a:close/>
                  <a:moveTo>
                    <a:pt x="6648" y="3466"/>
                  </a:moveTo>
                  <a:cubicBezTo>
                    <a:pt x="6837" y="3466"/>
                    <a:pt x="6994" y="3623"/>
                    <a:pt x="6994" y="3812"/>
                  </a:cubicBezTo>
                  <a:cubicBezTo>
                    <a:pt x="6994" y="4001"/>
                    <a:pt x="6837" y="4159"/>
                    <a:pt x="6648" y="4159"/>
                  </a:cubicBezTo>
                  <a:lnTo>
                    <a:pt x="5955" y="4159"/>
                  </a:lnTo>
                  <a:cubicBezTo>
                    <a:pt x="5734" y="4159"/>
                    <a:pt x="5577" y="4001"/>
                    <a:pt x="5577" y="3812"/>
                  </a:cubicBezTo>
                  <a:cubicBezTo>
                    <a:pt x="5577" y="3623"/>
                    <a:pt x="5734" y="3466"/>
                    <a:pt x="5955" y="3466"/>
                  </a:cubicBezTo>
                  <a:close/>
                  <a:moveTo>
                    <a:pt x="2426" y="4852"/>
                  </a:moveTo>
                  <a:cubicBezTo>
                    <a:pt x="2647" y="4852"/>
                    <a:pt x="2804" y="5010"/>
                    <a:pt x="2804" y="5199"/>
                  </a:cubicBezTo>
                  <a:cubicBezTo>
                    <a:pt x="2804" y="5388"/>
                    <a:pt x="2647" y="5545"/>
                    <a:pt x="2426" y="5545"/>
                  </a:cubicBezTo>
                  <a:lnTo>
                    <a:pt x="1733" y="5545"/>
                  </a:lnTo>
                  <a:cubicBezTo>
                    <a:pt x="1544" y="5545"/>
                    <a:pt x="1387" y="5388"/>
                    <a:pt x="1387" y="5199"/>
                  </a:cubicBezTo>
                  <a:cubicBezTo>
                    <a:pt x="1387" y="5010"/>
                    <a:pt x="1544" y="4852"/>
                    <a:pt x="1733" y="4852"/>
                  </a:cubicBezTo>
                  <a:close/>
                  <a:moveTo>
                    <a:pt x="4537" y="4852"/>
                  </a:moveTo>
                  <a:cubicBezTo>
                    <a:pt x="4726" y="4852"/>
                    <a:pt x="4884" y="5010"/>
                    <a:pt x="4884" y="5199"/>
                  </a:cubicBezTo>
                  <a:cubicBezTo>
                    <a:pt x="4884" y="5388"/>
                    <a:pt x="4695" y="5545"/>
                    <a:pt x="4537" y="5545"/>
                  </a:cubicBezTo>
                  <a:lnTo>
                    <a:pt x="3812" y="5545"/>
                  </a:lnTo>
                  <a:cubicBezTo>
                    <a:pt x="3623" y="5545"/>
                    <a:pt x="3466" y="5388"/>
                    <a:pt x="3466" y="5199"/>
                  </a:cubicBezTo>
                  <a:cubicBezTo>
                    <a:pt x="3466" y="5010"/>
                    <a:pt x="3623" y="4852"/>
                    <a:pt x="3812" y="4852"/>
                  </a:cubicBezTo>
                  <a:close/>
                  <a:moveTo>
                    <a:pt x="0" y="0"/>
                  </a:moveTo>
                  <a:lnTo>
                    <a:pt x="0" y="5892"/>
                  </a:lnTo>
                  <a:cubicBezTo>
                    <a:pt x="0" y="6459"/>
                    <a:pt x="473" y="6931"/>
                    <a:pt x="1071" y="6931"/>
                  </a:cubicBezTo>
                  <a:lnTo>
                    <a:pt x="6490" y="6931"/>
                  </a:lnTo>
                  <a:cubicBezTo>
                    <a:pt x="6364" y="6616"/>
                    <a:pt x="6301" y="6270"/>
                    <a:pt x="6301" y="5892"/>
                  </a:cubicBezTo>
                  <a:cubicBezTo>
                    <a:pt x="6301" y="5797"/>
                    <a:pt x="6333" y="5671"/>
                    <a:pt x="6333" y="5545"/>
                  </a:cubicBezTo>
                  <a:lnTo>
                    <a:pt x="5955" y="5545"/>
                  </a:lnTo>
                  <a:cubicBezTo>
                    <a:pt x="5734" y="5545"/>
                    <a:pt x="5577" y="5388"/>
                    <a:pt x="5577" y="5199"/>
                  </a:cubicBezTo>
                  <a:cubicBezTo>
                    <a:pt x="5577" y="5010"/>
                    <a:pt x="5734" y="4852"/>
                    <a:pt x="5955" y="4852"/>
                  </a:cubicBezTo>
                  <a:lnTo>
                    <a:pt x="6490" y="4852"/>
                  </a:lnTo>
                  <a:cubicBezTo>
                    <a:pt x="6931" y="3623"/>
                    <a:pt x="8066" y="2741"/>
                    <a:pt x="9420" y="2741"/>
                  </a:cubicBezTo>
                  <a:cubicBezTo>
                    <a:pt x="9767" y="2741"/>
                    <a:pt x="10113" y="2836"/>
                    <a:pt x="10428" y="2962"/>
                  </a:cubicBezTo>
                  <a:lnTo>
                    <a:pt x="104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84"/>
            <p:cNvSpPr/>
            <p:nvPr/>
          </p:nvSpPr>
          <p:spPr>
            <a:xfrm>
              <a:off x="3859600" y="3591950"/>
              <a:ext cx="261525" cy="70900"/>
            </a:xfrm>
            <a:custGeom>
              <a:avLst/>
              <a:gdLst/>
              <a:ahLst/>
              <a:cxnLst/>
              <a:rect l="l" t="t" r="r" b="b"/>
              <a:pathLst>
                <a:path w="10461" h="2836" extrusionOk="0">
                  <a:moveTo>
                    <a:pt x="1734" y="0"/>
                  </a:moveTo>
                  <a:cubicBezTo>
                    <a:pt x="1513" y="0"/>
                    <a:pt x="1356" y="158"/>
                    <a:pt x="1356" y="347"/>
                  </a:cubicBezTo>
                  <a:lnTo>
                    <a:pt x="1356" y="693"/>
                  </a:lnTo>
                  <a:lnTo>
                    <a:pt x="1009" y="693"/>
                  </a:lnTo>
                  <a:cubicBezTo>
                    <a:pt x="410" y="693"/>
                    <a:pt x="1" y="1166"/>
                    <a:pt x="1" y="1733"/>
                  </a:cubicBezTo>
                  <a:lnTo>
                    <a:pt x="1" y="2836"/>
                  </a:lnTo>
                  <a:lnTo>
                    <a:pt x="10429" y="2836"/>
                  </a:lnTo>
                  <a:lnTo>
                    <a:pt x="10429" y="1733"/>
                  </a:lnTo>
                  <a:lnTo>
                    <a:pt x="10460" y="1733"/>
                  </a:lnTo>
                  <a:cubicBezTo>
                    <a:pt x="10460" y="1134"/>
                    <a:pt x="9988" y="693"/>
                    <a:pt x="9421" y="693"/>
                  </a:cubicBezTo>
                  <a:lnTo>
                    <a:pt x="9074" y="693"/>
                  </a:lnTo>
                  <a:lnTo>
                    <a:pt x="9074" y="347"/>
                  </a:lnTo>
                  <a:cubicBezTo>
                    <a:pt x="9074" y="158"/>
                    <a:pt x="8917" y="0"/>
                    <a:pt x="8728" y="0"/>
                  </a:cubicBezTo>
                  <a:cubicBezTo>
                    <a:pt x="8539" y="0"/>
                    <a:pt x="8381" y="158"/>
                    <a:pt x="8381" y="347"/>
                  </a:cubicBezTo>
                  <a:lnTo>
                    <a:pt x="8381" y="693"/>
                  </a:lnTo>
                  <a:lnTo>
                    <a:pt x="6995" y="693"/>
                  </a:lnTo>
                  <a:lnTo>
                    <a:pt x="6995" y="347"/>
                  </a:lnTo>
                  <a:cubicBezTo>
                    <a:pt x="6995" y="158"/>
                    <a:pt x="6837" y="0"/>
                    <a:pt x="6648" y="0"/>
                  </a:cubicBezTo>
                  <a:cubicBezTo>
                    <a:pt x="6459" y="0"/>
                    <a:pt x="6302" y="158"/>
                    <a:pt x="6302" y="347"/>
                  </a:cubicBezTo>
                  <a:lnTo>
                    <a:pt x="6302" y="693"/>
                  </a:lnTo>
                  <a:lnTo>
                    <a:pt x="4159" y="693"/>
                  </a:lnTo>
                  <a:lnTo>
                    <a:pt x="4159" y="347"/>
                  </a:lnTo>
                  <a:cubicBezTo>
                    <a:pt x="4159" y="158"/>
                    <a:pt x="4002" y="0"/>
                    <a:pt x="3813" y="0"/>
                  </a:cubicBezTo>
                  <a:cubicBezTo>
                    <a:pt x="3624" y="0"/>
                    <a:pt x="3466" y="158"/>
                    <a:pt x="3466" y="347"/>
                  </a:cubicBezTo>
                  <a:lnTo>
                    <a:pt x="3466" y="693"/>
                  </a:lnTo>
                  <a:lnTo>
                    <a:pt x="2080" y="693"/>
                  </a:lnTo>
                  <a:lnTo>
                    <a:pt x="2080" y="347"/>
                  </a:lnTo>
                  <a:cubicBezTo>
                    <a:pt x="2080" y="158"/>
                    <a:pt x="1923"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1" name="Google Shape;5891;p84"/>
          <p:cNvGrpSpPr/>
          <p:nvPr/>
        </p:nvGrpSpPr>
        <p:grpSpPr>
          <a:xfrm>
            <a:off x="5301014" y="3672883"/>
            <a:ext cx="350079" cy="350079"/>
            <a:chOff x="3860400" y="3955025"/>
            <a:chExt cx="296175" cy="296175"/>
          </a:xfrm>
        </p:grpSpPr>
        <p:sp>
          <p:nvSpPr>
            <p:cNvPr id="5892" name="Google Shape;5892;p84"/>
            <p:cNvSpPr/>
            <p:nvPr/>
          </p:nvSpPr>
          <p:spPr>
            <a:xfrm>
              <a:off x="3973825" y="3955025"/>
              <a:ext cx="68525" cy="68550"/>
            </a:xfrm>
            <a:custGeom>
              <a:avLst/>
              <a:gdLst/>
              <a:ahLst/>
              <a:cxnLst/>
              <a:rect l="l" t="t" r="r" b="b"/>
              <a:pathLst>
                <a:path w="2741" h="2742" extrusionOk="0">
                  <a:moveTo>
                    <a:pt x="1355" y="1"/>
                  </a:moveTo>
                  <a:cubicBezTo>
                    <a:pt x="630" y="1"/>
                    <a:pt x="0" y="631"/>
                    <a:pt x="0" y="1387"/>
                  </a:cubicBezTo>
                  <a:cubicBezTo>
                    <a:pt x="0" y="2112"/>
                    <a:pt x="630" y="2742"/>
                    <a:pt x="1355" y="2742"/>
                  </a:cubicBezTo>
                  <a:cubicBezTo>
                    <a:pt x="2111" y="2742"/>
                    <a:pt x="2741" y="2112"/>
                    <a:pt x="2741" y="1387"/>
                  </a:cubicBezTo>
                  <a:cubicBezTo>
                    <a:pt x="2741" y="631"/>
                    <a:pt x="2142"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84"/>
            <p:cNvSpPr/>
            <p:nvPr/>
          </p:nvSpPr>
          <p:spPr>
            <a:xfrm>
              <a:off x="3947025" y="4021975"/>
              <a:ext cx="122125" cy="71700"/>
            </a:xfrm>
            <a:custGeom>
              <a:avLst/>
              <a:gdLst/>
              <a:ahLst/>
              <a:cxnLst/>
              <a:rect l="l" t="t" r="r" b="b"/>
              <a:pathLst>
                <a:path w="4885" h="2868" extrusionOk="0">
                  <a:moveTo>
                    <a:pt x="820" y="1"/>
                  </a:moveTo>
                  <a:cubicBezTo>
                    <a:pt x="316" y="442"/>
                    <a:pt x="1" y="1104"/>
                    <a:pt x="1" y="1797"/>
                  </a:cubicBezTo>
                  <a:lnTo>
                    <a:pt x="1" y="2521"/>
                  </a:lnTo>
                  <a:cubicBezTo>
                    <a:pt x="1" y="2710"/>
                    <a:pt x="158" y="2868"/>
                    <a:pt x="347" y="2868"/>
                  </a:cubicBezTo>
                  <a:lnTo>
                    <a:pt x="4506" y="2868"/>
                  </a:lnTo>
                  <a:cubicBezTo>
                    <a:pt x="4727" y="2868"/>
                    <a:pt x="4884" y="2710"/>
                    <a:pt x="4884" y="2521"/>
                  </a:cubicBezTo>
                  <a:lnTo>
                    <a:pt x="4884" y="1860"/>
                  </a:lnTo>
                  <a:cubicBezTo>
                    <a:pt x="4884" y="1135"/>
                    <a:pt x="4569" y="473"/>
                    <a:pt x="4034" y="32"/>
                  </a:cubicBezTo>
                  <a:cubicBezTo>
                    <a:pt x="3655" y="473"/>
                    <a:pt x="3120" y="788"/>
                    <a:pt x="2427" y="788"/>
                  </a:cubicBezTo>
                  <a:cubicBezTo>
                    <a:pt x="1797" y="788"/>
                    <a:pt x="1198" y="473"/>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84"/>
            <p:cNvSpPr/>
            <p:nvPr/>
          </p:nvSpPr>
          <p:spPr>
            <a:xfrm>
              <a:off x="4086450" y="4145650"/>
              <a:ext cx="70125" cy="104775"/>
            </a:xfrm>
            <a:custGeom>
              <a:avLst/>
              <a:gdLst/>
              <a:ahLst/>
              <a:cxnLst/>
              <a:rect l="l" t="t" r="r" b="b"/>
              <a:pathLst>
                <a:path w="2805" h="4191" extrusionOk="0">
                  <a:moveTo>
                    <a:pt x="0" y="0"/>
                  </a:moveTo>
                  <a:lnTo>
                    <a:pt x="0" y="4190"/>
                  </a:lnTo>
                  <a:lnTo>
                    <a:pt x="2458" y="4190"/>
                  </a:lnTo>
                  <a:cubicBezTo>
                    <a:pt x="2647" y="4190"/>
                    <a:pt x="2804" y="4033"/>
                    <a:pt x="2804" y="3844"/>
                  </a:cubicBezTo>
                  <a:lnTo>
                    <a:pt x="2804" y="315"/>
                  </a:lnTo>
                  <a:cubicBezTo>
                    <a:pt x="2773" y="158"/>
                    <a:pt x="2647"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84"/>
            <p:cNvSpPr/>
            <p:nvPr/>
          </p:nvSpPr>
          <p:spPr>
            <a:xfrm>
              <a:off x="3860400" y="4180300"/>
              <a:ext cx="70125" cy="70125"/>
            </a:xfrm>
            <a:custGeom>
              <a:avLst/>
              <a:gdLst/>
              <a:ahLst/>
              <a:cxnLst/>
              <a:rect l="l" t="t" r="r" b="b"/>
              <a:pathLst>
                <a:path w="2805" h="2805" extrusionOk="0">
                  <a:moveTo>
                    <a:pt x="347" y="0"/>
                  </a:moveTo>
                  <a:cubicBezTo>
                    <a:pt x="158" y="0"/>
                    <a:pt x="0" y="189"/>
                    <a:pt x="0" y="347"/>
                  </a:cubicBezTo>
                  <a:lnTo>
                    <a:pt x="0" y="2458"/>
                  </a:lnTo>
                  <a:cubicBezTo>
                    <a:pt x="0" y="2678"/>
                    <a:pt x="158" y="2804"/>
                    <a:pt x="347" y="2804"/>
                  </a:cubicBezTo>
                  <a:lnTo>
                    <a:pt x="2804" y="2804"/>
                  </a:ln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84"/>
            <p:cNvSpPr/>
            <p:nvPr/>
          </p:nvSpPr>
          <p:spPr>
            <a:xfrm>
              <a:off x="3947025" y="4111775"/>
              <a:ext cx="122125" cy="139425"/>
            </a:xfrm>
            <a:custGeom>
              <a:avLst/>
              <a:gdLst/>
              <a:ahLst/>
              <a:cxnLst/>
              <a:rect l="l" t="t" r="r" b="b"/>
              <a:pathLst>
                <a:path w="4885" h="5577" extrusionOk="0">
                  <a:moveTo>
                    <a:pt x="2466" y="1377"/>
                  </a:moveTo>
                  <a:cubicBezTo>
                    <a:pt x="2522" y="1377"/>
                    <a:pt x="2582" y="1392"/>
                    <a:pt x="2647" y="1418"/>
                  </a:cubicBezTo>
                  <a:cubicBezTo>
                    <a:pt x="2742" y="1450"/>
                    <a:pt x="2836" y="1607"/>
                    <a:pt x="2836" y="1733"/>
                  </a:cubicBezTo>
                  <a:lnTo>
                    <a:pt x="2836" y="3497"/>
                  </a:lnTo>
                  <a:lnTo>
                    <a:pt x="3183" y="3497"/>
                  </a:lnTo>
                  <a:cubicBezTo>
                    <a:pt x="3372" y="3497"/>
                    <a:pt x="3529" y="3655"/>
                    <a:pt x="3529" y="3844"/>
                  </a:cubicBezTo>
                  <a:cubicBezTo>
                    <a:pt x="3529" y="4033"/>
                    <a:pt x="3340" y="4159"/>
                    <a:pt x="3151" y="4159"/>
                  </a:cubicBezTo>
                  <a:lnTo>
                    <a:pt x="1765" y="4159"/>
                  </a:lnTo>
                  <a:cubicBezTo>
                    <a:pt x="1576" y="4159"/>
                    <a:pt x="1419" y="4002"/>
                    <a:pt x="1419" y="3812"/>
                  </a:cubicBezTo>
                  <a:cubicBezTo>
                    <a:pt x="1419" y="3623"/>
                    <a:pt x="1576" y="3466"/>
                    <a:pt x="1765" y="3466"/>
                  </a:cubicBezTo>
                  <a:lnTo>
                    <a:pt x="2112" y="3466"/>
                  </a:lnTo>
                  <a:lnTo>
                    <a:pt x="2112" y="2552"/>
                  </a:lnTo>
                  <a:lnTo>
                    <a:pt x="1986" y="2678"/>
                  </a:lnTo>
                  <a:cubicBezTo>
                    <a:pt x="1938" y="2726"/>
                    <a:pt x="1852" y="2749"/>
                    <a:pt x="1765" y="2749"/>
                  </a:cubicBezTo>
                  <a:cubicBezTo>
                    <a:pt x="1679" y="2749"/>
                    <a:pt x="1592" y="2726"/>
                    <a:pt x="1545" y="2678"/>
                  </a:cubicBezTo>
                  <a:cubicBezTo>
                    <a:pt x="1419" y="2552"/>
                    <a:pt x="1419" y="2300"/>
                    <a:pt x="1545" y="2206"/>
                  </a:cubicBezTo>
                  <a:lnTo>
                    <a:pt x="2238" y="1481"/>
                  </a:lnTo>
                  <a:cubicBezTo>
                    <a:pt x="2312" y="1407"/>
                    <a:pt x="2385" y="1377"/>
                    <a:pt x="2466" y="1377"/>
                  </a:cubicBezTo>
                  <a:close/>
                  <a:moveTo>
                    <a:pt x="347" y="0"/>
                  </a:moveTo>
                  <a:cubicBezTo>
                    <a:pt x="158" y="0"/>
                    <a:pt x="1" y="158"/>
                    <a:pt x="1" y="347"/>
                  </a:cubicBezTo>
                  <a:lnTo>
                    <a:pt x="1" y="5577"/>
                  </a:lnTo>
                  <a:lnTo>
                    <a:pt x="4853" y="5577"/>
                  </a:lnTo>
                  <a:cubicBezTo>
                    <a:pt x="4884" y="3245"/>
                    <a:pt x="4884" y="2678"/>
                    <a:pt x="4884" y="347"/>
                  </a:cubicBezTo>
                  <a:cubicBezTo>
                    <a:pt x="4884" y="158"/>
                    <a:pt x="4727" y="0"/>
                    <a:pt x="45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7" name="Google Shape;5897;p84"/>
          <p:cNvGrpSpPr/>
          <p:nvPr/>
        </p:nvGrpSpPr>
        <p:grpSpPr>
          <a:xfrm>
            <a:off x="7516230" y="2749281"/>
            <a:ext cx="355664" cy="349133"/>
            <a:chOff x="5716825" y="3235950"/>
            <a:chExt cx="300900" cy="295375"/>
          </a:xfrm>
        </p:grpSpPr>
        <p:sp>
          <p:nvSpPr>
            <p:cNvPr id="5898" name="Google Shape;5898;p84"/>
            <p:cNvSpPr/>
            <p:nvPr/>
          </p:nvSpPr>
          <p:spPr>
            <a:xfrm>
              <a:off x="5716825" y="3309975"/>
              <a:ext cx="137075" cy="146525"/>
            </a:xfrm>
            <a:custGeom>
              <a:avLst/>
              <a:gdLst/>
              <a:ahLst/>
              <a:cxnLst/>
              <a:rect l="l" t="t" r="r" b="b"/>
              <a:pathLst>
                <a:path w="5483" h="5861" extrusionOk="0">
                  <a:moveTo>
                    <a:pt x="2584" y="1"/>
                  </a:moveTo>
                  <a:lnTo>
                    <a:pt x="410" y="2206"/>
                  </a:lnTo>
                  <a:cubicBezTo>
                    <a:pt x="1" y="2615"/>
                    <a:pt x="1" y="3277"/>
                    <a:pt x="410" y="3655"/>
                  </a:cubicBezTo>
                  <a:lnTo>
                    <a:pt x="2584" y="5860"/>
                  </a:lnTo>
                  <a:lnTo>
                    <a:pt x="3781" y="4632"/>
                  </a:lnTo>
                  <a:cubicBezTo>
                    <a:pt x="3844" y="4584"/>
                    <a:pt x="3939" y="4561"/>
                    <a:pt x="4029" y="4561"/>
                  </a:cubicBezTo>
                  <a:cubicBezTo>
                    <a:pt x="4120" y="4561"/>
                    <a:pt x="4206" y="4584"/>
                    <a:pt x="4254" y="4632"/>
                  </a:cubicBezTo>
                  <a:lnTo>
                    <a:pt x="4726" y="5104"/>
                  </a:lnTo>
                  <a:cubicBezTo>
                    <a:pt x="4789" y="5167"/>
                    <a:pt x="4884" y="5199"/>
                    <a:pt x="4974" y="5199"/>
                  </a:cubicBezTo>
                  <a:cubicBezTo>
                    <a:pt x="5065" y="5199"/>
                    <a:pt x="5152" y="5167"/>
                    <a:pt x="5199" y="5104"/>
                  </a:cubicBezTo>
                  <a:cubicBezTo>
                    <a:pt x="5325" y="5010"/>
                    <a:pt x="5325" y="4758"/>
                    <a:pt x="5199" y="4632"/>
                  </a:cubicBezTo>
                  <a:lnTo>
                    <a:pt x="4726" y="4159"/>
                  </a:lnTo>
                  <a:cubicBezTo>
                    <a:pt x="4632" y="4065"/>
                    <a:pt x="4632" y="3813"/>
                    <a:pt x="4726" y="3687"/>
                  </a:cubicBezTo>
                  <a:lnTo>
                    <a:pt x="5482" y="2962"/>
                  </a:lnTo>
                  <a:lnTo>
                    <a:pt x="5010" y="2489"/>
                  </a:lnTo>
                  <a:lnTo>
                    <a:pt x="4789" y="2710"/>
                  </a:lnTo>
                  <a:cubicBezTo>
                    <a:pt x="4584" y="2915"/>
                    <a:pt x="4317" y="3017"/>
                    <a:pt x="4049" y="3017"/>
                  </a:cubicBezTo>
                  <a:cubicBezTo>
                    <a:pt x="3781" y="3017"/>
                    <a:pt x="3513" y="2915"/>
                    <a:pt x="3309" y="2710"/>
                  </a:cubicBezTo>
                  <a:cubicBezTo>
                    <a:pt x="2930" y="2332"/>
                    <a:pt x="2930" y="1670"/>
                    <a:pt x="3309" y="1261"/>
                  </a:cubicBezTo>
                  <a:lnTo>
                    <a:pt x="3561" y="1040"/>
                  </a:lnTo>
                  <a:lnTo>
                    <a:pt x="25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84"/>
            <p:cNvSpPr/>
            <p:nvPr/>
          </p:nvSpPr>
          <p:spPr>
            <a:xfrm>
              <a:off x="5794025" y="3235950"/>
              <a:ext cx="145725" cy="133900"/>
            </a:xfrm>
            <a:custGeom>
              <a:avLst/>
              <a:gdLst/>
              <a:ahLst/>
              <a:cxnLst/>
              <a:rect l="l" t="t" r="r" b="b"/>
              <a:pathLst>
                <a:path w="5829" h="5356" extrusionOk="0">
                  <a:moveTo>
                    <a:pt x="2926" y="0"/>
                  </a:moveTo>
                  <a:cubicBezTo>
                    <a:pt x="2662" y="0"/>
                    <a:pt x="2394" y="95"/>
                    <a:pt x="2205" y="284"/>
                  </a:cubicBezTo>
                  <a:lnTo>
                    <a:pt x="0" y="2457"/>
                  </a:lnTo>
                  <a:lnTo>
                    <a:pt x="1229" y="3686"/>
                  </a:lnTo>
                  <a:cubicBezTo>
                    <a:pt x="1323" y="3781"/>
                    <a:pt x="1323" y="4033"/>
                    <a:pt x="1229" y="4127"/>
                  </a:cubicBezTo>
                  <a:lnTo>
                    <a:pt x="725" y="4600"/>
                  </a:lnTo>
                  <a:cubicBezTo>
                    <a:pt x="630" y="4726"/>
                    <a:pt x="630" y="4978"/>
                    <a:pt x="725" y="5072"/>
                  </a:cubicBezTo>
                  <a:cubicBezTo>
                    <a:pt x="788" y="5135"/>
                    <a:pt x="882" y="5167"/>
                    <a:pt x="977" y="5167"/>
                  </a:cubicBezTo>
                  <a:cubicBezTo>
                    <a:pt x="1071" y="5167"/>
                    <a:pt x="1166" y="5135"/>
                    <a:pt x="1229" y="5072"/>
                  </a:cubicBezTo>
                  <a:lnTo>
                    <a:pt x="1701" y="4600"/>
                  </a:lnTo>
                  <a:cubicBezTo>
                    <a:pt x="1749" y="4553"/>
                    <a:pt x="1835" y="4529"/>
                    <a:pt x="1926" y="4529"/>
                  </a:cubicBezTo>
                  <a:cubicBezTo>
                    <a:pt x="2016" y="4529"/>
                    <a:pt x="2111" y="4553"/>
                    <a:pt x="2174" y="4600"/>
                  </a:cubicBezTo>
                  <a:lnTo>
                    <a:pt x="2898" y="5356"/>
                  </a:lnTo>
                  <a:lnTo>
                    <a:pt x="3371" y="4883"/>
                  </a:lnTo>
                  <a:lnTo>
                    <a:pt x="3151" y="4663"/>
                  </a:lnTo>
                  <a:cubicBezTo>
                    <a:pt x="2741" y="4253"/>
                    <a:pt x="2741" y="3592"/>
                    <a:pt x="3151" y="3214"/>
                  </a:cubicBezTo>
                  <a:cubicBezTo>
                    <a:pt x="3340" y="3009"/>
                    <a:pt x="3607" y="2906"/>
                    <a:pt x="3875" y="2906"/>
                  </a:cubicBezTo>
                  <a:cubicBezTo>
                    <a:pt x="4143" y="2906"/>
                    <a:pt x="4411" y="3009"/>
                    <a:pt x="4600" y="3214"/>
                  </a:cubicBezTo>
                  <a:lnTo>
                    <a:pt x="4852" y="3434"/>
                  </a:lnTo>
                  <a:lnTo>
                    <a:pt x="5828" y="2457"/>
                  </a:lnTo>
                  <a:lnTo>
                    <a:pt x="3623" y="284"/>
                  </a:lnTo>
                  <a:cubicBezTo>
                    <a:pt x="3450" y="95"/>
                    <a:pt x="3190" y="0"/>
                    <a:pt x="29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84"/>
            <p:cNvSpPr/>
            <p:nvPr/>
          </p:nvSpPr>
          <p:spPr>
            <a:xfrm>
              <a:off x="5880650" y="3309975"/>
              <a:ext cx="137075" cy="145725"/>
            </a:xfrm>
            <a:custGeom>
              <a:avLst/>
              <a:gdLst/>
              <a:ahLst/>
              <a:cxnLst/>
              <a:rect l="l" t="t" r="r" b="b"/>
              <a:pathLst>
                <a:path w="5483" h="5829" extrusionOk="0">
                  <a:moveTo>
                    <a:pt x="2899" y="1"/>
                  </a:moveTo>
                  <a:lnTo>
                    <a:pt x="1702" y="1229"/>
                  </a:lnTo>
                  <a:cubicBezTo>
                    <a:pt x="1639" y="1292"/>
                    <a:pt x="1544" y="1324"/>
                    <a:pt x="1450" y="1324"/>
                  </a:cubicBezTo>
                  <a:cubicBezTo>
                    <a:pt x="1355" y="1324"/>
                    <a:pt x="1261" y="1292"/>
                    <a:pt x="1198" y="1229"/>
                  </a:cubicBezTo>
                  <a:lnTo>
                    <a:pt x="725" y="757"/>
                  </a:lnTo>
                  <a:cubicBezTo>
                    <a:pt x="678" y="694"/>
                    <a:pt x="591" y="662"/>
                    <a:pt x="501" y="662"/>
                  </a:cubicBezTo>
                  <a:cubicBezTo>
                    <a:pt x="410" y="662"/>
                    <a:pt x="316" y="694"/>
                    <a:pt x="253" y="757"/>
                  </a:cubicBezTo>
                  <a:cubicBezTo>
                    <a:pt x="158" y="883"/>
                    <a:pt x="158" y="1103"/>
                    <a:pt x="253" y="1229"/>
                  </a:cubicBezTo>
                  <a:lnTo>
                    <a:pt x="725" y="1702"/>
                  </a:lnTo>
                  <a:cubicBezTo>
                    <a:pt x="851" y="1828"/>
                    <a:pt x="851" y="2048"/>
                    <a:pt x="725" y="2174"/>
                  </a:cubicBezTo>
                  <a:lnTo>
                    <a:pt x="1" y="2899"/>
                  </a:lnTo>
                  <a:lnTo>
                    <a:pt x="473" y="3372"/>
                  </a:lnTo>
                  <a:lnTo>
                    <a:pt x="694" y="3151"/>
                  </a:lnTo>
                  <a:cubicBezTo>
                    <a:pt x="898" y="2946"/>
                    <a:pt x="1166" y="2844"/>
                    <a:pt x="1434" y="2844"/>
                  </a:cubicBezTo>
                  <a:cubicBezTo>
                    <a:pt x="1702" y="2844"/>
                    <a:pt x="1970" y="2946"/>
                    <a:pt x="2174" y="3151"/>
                  </a:cubicBezTo>
                  <a:cubicBezTo>
                    <a:pt x="2552" y="3529"/>
                    <a:pt x="2552" y="4222"/>
                    <a:pt x="2174" y="4600"/>
                  </a:cubicBezTo>
                  <a:lnTo>
                    <a:pt x="1922" y="4852"/>
                  </a:lnTo>
                  <a:lnTo>
                    <a:pt x="2899" y="5829"/>
                  </a:lnTo>
                  <a:lnTo>
                    <a:pt x="5073" y="3655"/>
                  </a:lnTo>
                  <a:cubicBezTo>
                    <a:pt x="5482" y="3277"/>
                    <a:pt x="5482" y="2615"/>
                    <a:pt x="5073" y="2206"/>
                  </a:cubicBezTo>
                  <a:lnTo>
                    <a:pt x="28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84"/>
            <p:cNvSpPr/>
            <p:nvPr/>
          </p:nvSpPr>
          <p:spPr>
            <a:xfrm>
              <a:off x="5794025" y="3396625"/>
              <a:ext cx="147300" cy="134700"/>
            </a:xfrm>
            <a:custGeom>
              <a:avLst/>
              <a:gdLst/>
              <a:ahLst/>
              <a:cxnLst/>
              <a:rect l="l" t="t" r="r" b="b"/>
              <a:pathLst>
                <a:path w="5892" h="5388" extrusionOk="0">
                  <a:moveTo>
                    <a:pt x="2993" y="0"/>
                  </a:moveTo>
                  <a:lnTo>
                    <a:pt x="2520" y="473"/>
                  </a:lnTo>
                  <a:lnTo>
                    <a:pt x="2741" y="725"/>
                  </a:lnTo>
                  <a:cubicBezTo>
                    <a:pt x="3151" y="1103"/>
                    <a:pt x="3151" y="1764"/>
                    <a:pt x="2741" y="2174"/>
                  </a:cubicBezTo>
                  <a:cubicBezTo>
                    <a:pt x="2505" y="2363"/>
                    <a:pt x="2221" y="2457"/>
                    <a:pt x="1949" y="2457"/>
                  </a:cubicBezTo>
                  <a:cubicBezTo>
                    <a:pt x="1678" y="2457"/>
                    <a:pt x="1418" y="2363"/>
                    <a:pt x="1229" y="2174"/>
                  </a:cubicBezTo>
                  <a:lnTo>
                    <a:pt x="977" y="1922"/>
                  </a:lnTo>
                  <a:lnTo>
                    <a:pt x="0" y="2930"/>
                  </a:lnTo>
                  <a:lnTo>
                    <a:pt x="2205" y="5072"/>
                  </a:lnTo>
                  <a:cubicBezTo>
                    <a:pt x="2394" y="5293"/>
                    <a:pt x="2678" y="5387"/>
                    <a:pt x="2930" y="5387"/>
                  </a:cubicBezTo>
                  <a:cubicBezTo>
                    <a:pt x="3214" y="5387"/>
                    <a:pt x="3497" y="5293"/>
                    <a:pt x="3686" y="5072"/>
                  </a:cubicBezTo>
                  <a:lnTo>
                    <a:pt x="5891" y="2930"/>
                  </a:lnTo>
                  <a:lnTo>
                    <a:pt x="4663" y="1701"/>
                  </a:lnTo>
                  <a:cubicBezTo>
                    <a:pt x="4568" y="1575"/>
                    <a:pt x="4568" y="1355"/>
                    <a:pt x="4663" y="1229"/>
                  </a:cubicBezTo>
                  <a:lnTo>
                    <a:pt x="5167" y="756"/>
                  </a:lnTo>
                  <a:cubicBezTo>
                    <a:pt x="5261" y="630"/>
                    <a:pt x="5261" y="410"/>
                    <a:pt x="5167" y="284"/>
                  </a:cubicBezTo>
                  <a:cubicBezTo>
                    <a:pt x="5104" y="221"/>
                    <a:pt x="5009" y="189"/>
                    <a:pt x="4915" y="189"/>
                  </a:cubicBezTo>
                  <a:cubicBezTo>
                    <a:pt x="4820" y="189"/>
                    <a:pt x="4726" y="221"/>
                    <a:pt x="4663" y="284"/>
                  </a:cubicBezTo>
                  <a:lnTo>
                    <a:pt x="4190" y="756"/>
                  </a:lnTo>
                  <a:cubicBezTo>
                    <a:pt x="4143" y="819"/>
                    <a:pt x="4056" y="851"/>
                    <a:pt x="3966" y="851"/>
                  </a:cubicBezTo>
                  <a:cubicBezTo>
                    <a:pt x="3875" y="851"/>
                    <a:pt x="3781" y="819"/>
                    <a:pt x="3718" y="756"/>
                  </a:cubicBezTo>
                  <a:lnTo>
                    <a:pt x="29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02" name="Google Shape;5902;p84"/>
          <p:cNvGrpSpPr/>
          <p:nvPr/>
        </p:nvGrpSpPr>
        <p:grpSpPr>
          <a:xfrm>
            <a:off x="7529261" y="3207969"/>
            <a:ext cx="329601" cy="327739"/>
            <a:chOff x="5727850" y="3609275"/>
            <a:chExt cx="278850" cy="277275"/>
          </a:xfrm>
        </p:grpSpPr>
        <p:sp>
          <p:nvSpPr>
            <p:cNvPr id="5903" name="Google Shape;5903;p84"/>
            <p:cNvSpPr/>
            <p:nvPr/>
          </p:nvSpPr>
          <p:spPr>
            <a:xfrm>
              <a:off x="5884600" y="3765225"/>
              <a:ext cx="122100" cy="121325"/>
            </a:xfrm>
            <a:custGeom>
              <a:avLst/>
              <a:gdLst/>
              <a:ahLst/>
              <a:cxnLst/>
              <a:rect l="l" t="t" r="r" b="b"/>
              <a:pathLst>
                <a:path w="4884" h="4853" extrusionOk="0">
                  <a:moveTo>
                    <a:pt x="2426" y="662"/>
                  </a:moveTo>
                  <a:cubicBezTo>
                    <a:pt x="2646" y="662"/>
                    <a:pt x="2804" y="819"/>
                    <a:pt x="2804" y="1008"/>
                  </a:cubicBezTo>
                  <a:cubicBezTo>
                    <a:pt x="2804" y="1197"/>
                    <a:pt x="2646" y="1355"/>
                    <a:pt x="2426" y="1355"/>
                  </a:cubicBezTo>
                  <a:cubicBezTo>
                    <a:pt x="2237" y="1355"/>
                    <a:pt x="2079" y="1197"/>
                    <a:pt x="2079" y="1008"/>
                  </a:cubicBezTo>
                  <a:cubicBezTo>
                    <a:pt x="2079" y="819"/>
                    <a:pt x="2237" y="662"/>
                    <a:pt x="2426" y="662"/>
                  </a:cubicBezTo>
                  <a:close/>
                  <a:moveTo>
                    <a:pt x="2426" y="1670"/>
                  </a:moveTo>
                  <a:cubicBezTo>
                    <a:pt x="2646" y="1670"/>
                    <a:pt x="2804" y="1828"/>
                    <a:pt x="2804" y="2048"/>
                  </a:cubicBezTo>
                  <a:lnTo>
                    <a:pt x="2804" y="3781"/>
                  </a:lnTo>
                  <a:cubicBezTo>
                    <a:pt x="2804" y="3970"/>
                    <a:pt x="2646" y="4127"/>
                    <a:pt x="2426" y="4127"/>
                  </a:cubicBezTo>
                  <a:cubicBezTo>
                    <a:pt x="2237" y="4127"/>
                    <a:pt x="2079" y="3970"/>
                    <a:pt x="2079" y="3781"/>
                  </a:cubicBezTo>
                  <a:lnTo>
                    <a:pt x="2079" y="2048"/>
                  </a:lnTo>
                  <a:cubicBezTo>
                    <a:pt x="2079" y="1828"/>
                    <a:pt x="2237" y="1670"/>
                    <a:pt x="2426" y="1670"/>
                  </a:cubicBezTo>
                  <a:close/>
                  <a:moveTo>
                    <a:pt x="2426" y="0"/>
                  </a:moveTo>
                  <a:cubicBezTo>
                    <a:pt x="1103" y="0"/>
                    <a:pt x="0" y="1103"/>
                    <a:pt x="0" y="2426"/>
                  </a:cubicBezTo>
                  <a:cubicBezTo>
                    <a:pt x="0" y="3749"/>
                    <a:pt x="1103" y="4852"/>
                    <a:pt x="2426" y="4852"/>
                  </a:cubicBezTo>
                  <a:cubicBezTo>
                    <a:pt x="3781" y="4852"/>
                    <a:pt x="4883" y="3749"/>
                    <a:pt x="4883" y="2426"/>
                  </a:cubicBezTo>
                  <a:cubicBezTo>
                    <a:pt x="4883" y="1040"/>
                    <a:pt x="3781" y="0"/>
                    <a:pt x="24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84"/>
            <p:cNvSpPr/>
            <p:nvPr/>
          </p:nvSpPr>
          <p:spPr>
            <a:xfrm>
              <a:off x="5727850" y="3669125"/>
              <a:ext cx="35475" cy="216625"/>
            </a:xfrm>
            <a:custGeom>
              <a:avLst/>
              <a:gdLst/>
              <a:ahLst/>
              <a:cxnLst/>
              <a:rect l="l" t="t" r="r" b="b"/>
              <a:pathLst>
                <a:path w="1419" h="8665" extrusionOk="0">
                  <a:moveTo>
                    <a:pt x="32" y="1"/>
                  </a:moveTo>
                  <a:lnTo>
                    <a:pt x="32" y="7310"/>
                  </a:lnTo>
                  <a:cubicBezTo>
                    <a:pt x="1" y="8034"/>
                    <a:pt x="631" y="8665"/>
                    <a:pt x="1418" y="8665"/>
                  </a:cubicBezTo>
                  <a:lnTo>
                    <a:pt x="1418" y="347"/>
                  </a:lnTo>
                  <a:lnTo>
                    <a:pt x="1072" y="347"/>
                  </a:lnTo>
                  <a:cubicBezTo>
                    <a:pt x="662" y="347"/>
                    <a:pt x="316" y="253"/>
                    <a:pt x="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84"/>
            <p:cNvSpPr/>
            <p:nvPr/>
          </p:nvSpPr>
          <p:spPr>
            <a:xfrm>
              <a:off x="5779825" y="3677800"/>
              <a:ext cx="174900" cy="207950"/>
            </a:xfrm>
            <a:custGeom>
              <a:avLst/>
              <a:gdLst/>
              <a:ahLst/>
              <a:cxnLst/>
              <a:rect l="l" t="t" r="r" b="b"/>
              <a:pathLst>
                <a:path w="6996" h="8318" extrusionOk="0">
                  <a:moveTo>
                    <a:pt x="5262" y="693"/>
                  </a:moveTo>
                  <a:cubicBezTo>
                    <a:pt x="5451" y="693"/>
                    <a:pt x="5609" y="851"/>
                    <a:pt x="5609" y="1040"/>
                  </a:cubicBezTo>
                  <a:cubicBezTo>
                    <a:pt x="5609" y="1229"/>
                    <a:pt x="5451" y="1386"/>
                    <a:pt x="5262" y="1386"/>
                  </a:cubicBezTo>
                  <a:lnTo>
                    <a:pt x="1072" y="1386"/>
                  </a:lnTo>
                  <a:cubicBezTo>
                    <a:pt x="883" y="1386"/>
                    <a:pt x="726" y="1229"/>
                    <a:pt x="726" y="1040"/>
                  </a:cubicBezTo>
                  <a:cubicBezTo>
                    <a:pt x="726" y="851"/>
                    <a:pt x="883" y="693"/>
                    <a:pt x="1072" y="693"/>
                  </a:cubicBezTo>
                  <a:close/>
                  <a:moveTo>
                    <a:pt x="5262" y="2080"/>
                  </a:moveTo>
                  <a:cubicBezTo>
                    <a:pt x="5451" y="2080"/>
                    <a:pt x="5609" y="2237"/>
                    <a:pt x="5609" y="2426"/>
                  </a:cubicBezTo>
                  <a:cubicBezTo>
                    <a:pt x="5609" y="2615"/>
                    <a:pt x="5451" y="2773"/>
                    <a:pt x="5262" y="2773"/>
                  </a:cubicBezTo>
                  <a:lnTo>
                    <a:pt x="1072" y="2773"/>
                  </a:lnTo>
                  <a:cubicBezTo>
                    <a:pt x="883" y="2773"/>
                    <a:pt x="726" y="2615"/>
                    <a:pt x="726" y="2426"/>
                  </a:cubicBezTo>
                  <a:cubicBezTo>
                    <a:pt x="726" y="2237"/>
                    <a:pt x="883" y="2080"/>
                    <a:pt x="1072" y="2080"/>
                  </a:cubicBezTo>
                  <a:close/>
                  <a:moveTo>
                    <a:pt x="1" y="0"/>
                  </a:moveTo>
                  <a:lnTo>
                    <a:pt x="1" y="8318"/>
                  </a:lnTo>
                  <a:lnTo>
                    <a:pt x="4695" y="8318"/>
                  </a:lnTo>
                  <a:cubicBezTo>
                    <a:pt x="4002" y="7750"/>
                    <a:pt x="3498" y="6868"/>
                    <a:pt x="3498" y="5892"/>
                  </a:cubicBezTo>
                  <a:cubicBezTo>
                    <a:pt x="3498" y="5766"/>
                    <a:pt x="3561" y="5640"/>
                    <a:pt x="3561" y="5545"/>
                  </a:cubicBezTo>
                  <a:lnTo>
                    <a:pt x="1072" y="5545"/>
                  </a:lnTo>
                  <a:cubicBezTo>
                    <a:pt x="883" y="5545"/>
                    <a:pt x="726" y="5388"/>
                    <a:pt x="726" y="5167"/>
                  </a:cubicBezTo>
                  <a:lnTo>
                    <a:pt x="726" y="3812"/>
                  </a:lnTo>
                  <a:cubicBezTo>
                    <a:pt x="726" y="3592"/>
                    <a:pt x="883" y="3434"/>
                    <a:pt x="1072" y="3434"/>
                  </a:cubicBezTo>
                  <a:lnTo>
                    <a:pt x="4695" y="3434"/>
                  </a:lnTo>
                  <a:cubicBezTo>
                    <a:pt x="5199" y="3056"/>
                    <a:pt x="5861" y="2773"/>
                    <a:pt x="6617" y="2773"/>
                  </a:cubicBezTo>
                  <a:cubicBezTo>
                    <a:pt x="6743" y="2773"/>
                    <a:pt x="6869" y="2804"/>
                    <a:pt x="6995" y="2804"/>
                  </a:cubicBezTo>
                  <a:lnTo>
                    <a:pt x="69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84"/>
            <p:cNvSpPr/>
            <p:nvPr/>
          </p:nvSpPr>
          <p:spPr>
            <a:xfrm>
              <a:off x="5815275" y="3781750"/>
              <a:ext cx="66200" cy="17350"/>
            </a:xfrm>
            <a:custGeom>
              <a:avLst/>
              <a:gdLst/>
              <a:ahLst/>
              <a:cxnLst/>
              <a:rect l="l" t="t" r="r" b="b"/>
              <a:pathLst>
                <a:path w="2648" h="694" extrusionOk="0">
                  <a:moveTo>
                    <a:pt x="1" y="1"/>
                  </a:moveTo>
                  <a:lnTo>
                    <a:pt x="1" y="694"/>
                  </a:lnTo>
                  <a:lnTo>
                    <a:pt x="2301" y="694"/>
                  </a:lnTo>
                  <a:cubicBezTo>
                    <a:pt x="2364" y="473"/>
                    <a:pt x="2490" y="221"/>
                    <a:pt x="26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84"/>
            <p:cNvSpPr/>
            <p:nvPr/>
          </p:nvSpPr>
          <p:spPr>
            <a:xfrm>
              <a:off x="5727850" y="3609275"/>
              <a:ext cx="226075" cy="51225"/>
            </a:xfrm>
            <a:custGeom>
              <a:avLst/>
              <a:gdLst/>
              <a:ahLst/>
              <a:cxnLst/>
              <a:rect l="l" t="t" r="r" b="b"/>
              <a:pathLst>
                <a:path w="9043" h="2049" extrusionOk="0">
                  <a:moveTo>
                    <a:pt x="1072" y="0"/>
                  </a:moveTo>
                  <a:cubicBezTo>
                    <a:pt x="473" y="0"/>
                    <a:pt x="32" y="473"/>
                    <a:pt x="32" y="1040"/>
                  </a:cubicBezTo>
                  <a:cubicBezTo>
                    <a:pt x="1" y="1576"/>
                    <a:pt x="473" y="2048"/>
                    <a:pt x="1072" y="2048"/>
                  </a:cubicBezTo>
                  <a:lnTo>
                    <a:pt x="9043" y="2048"/>
                  </a:lnTo>
                  <a:cubicBezTo>
                    <a:pt x="8475" y="2048"/>
                    <a:pt x="8034" y="1576"/>
                    <a:pt x="8034" y="1040"/>
                  </a:cubicBezTo>
                  <a:cubicBezTo>
                    <a:pt x="8034" y="441"/>
                    <a:pt x="8507" y="0"/>
                    <a:pt x="9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08" name="Google Shape;5908;p84"/>
          <p:cNvGrpSpPr/>
          <p:nvPr/>
        </p:nvGrpSpPr>
        <p:grpSpPr>
          <a:xfrm>
            <a:off x="7540446" y="3673356"/>
            <a:ext cx="307231" cy="349133"/>
            <a:chOff x="5736525" y="3963700"/>
            <a:chExt cx="259925" cy="295375"/>
          </a:xfrm>
        </p:grpSpPr>
        <p:sp>
          <p:nvSpPr>
            <p:cNvPr id="5909" name="Google Shape;5909;p84"/>
            <p:cNvSpPr/>
            <p:nvPr/>
          </p:nvSpPr>
          <p:spPr>
            <a:xfrm>
              <a:off x="5736525" y="4153525"/>
              <a:ext cx="121300" cy="105550"/>
            </a:xfrm>
            <a:custGeom>
              <a:avLst/>
              <a:gdLst/>
              <a:ahLst/>
              <a:cxnLst/>
              <a:rect l="l" t="t" r="r" b="b"/>
              <a:pathLst>
                <a:path w="4852" h="4222" extrusionOk="0">
                  <a:moveTo>
                    <a:pt x="1733" y="0"/>
                  </a:moveTo>
                  <a:cubicBezTo>
                    <a:pt x="788" y="0"/>
                    <a:pt x="0" y="788"/>
                    <a:pt x="0" y="1733"/>
                  </a:cubicBezTo>
                  <a:lnTo>
                    <a:pt x="0" y="3875"/>
                  </a:lnTo>
                  <a:cubicBezTo>
                    <a:pt x="0" y="4064"/>
                    <a:pt x="158" y="4222"/>
                    <a:pt x="378" y="4222"/>
                  </a:cubicBezTo>
                  <a:lnTo>
                    <a:pt x="4852" y="4222"/>
                  </a:lnTo>
                  <a:lnTo>
                    <a:pt x="4852" y="2584"/>
                  </a:lnTo>
                  <a:lnTo>
                    <a:pt x="23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84"/>
            <p:cNvSpPr/>
            <p:nvPr/>
          </p:nvSpPr>
          <p:spPr>
            <a:xfrm>
              <a:off x="5833400" y="4168475"/>
              <a:ext cx="66975" cy="33900"/>
            </a:xfrm>
            <a:custGeom>
              <a:avLst/>
              <a:gdLst/>
              <a:ahLst/>
              <a:cxnLst/>
              <a:rect l="l" t="t" r="r" b="b"/>
              <a:pathLst>
                <a:path w="2679" h="1356" extrusionOk="0">
                  <a:moveTo>
                    <a:pt x="2678" y="1"/>
                  </a:moveTo>
                  <a:lnTo>
                    <a:pt x="2678" y="1"/>
                  </a:lnTo>
                  <a:cubicBezTo>
                    <a:pt x="2458" y="32"/>
                    <a:pt x="2237" y="127"/>
                    <a:pt x="1985" y="127"/>
                  </a:cubicBezTo>
                  <a:lnTo>
                    <a:pt x="662" y="127"/>
                  </a:lnTo>
                  <a:cubicBezTo>
                    <a:pt x="441" y="127"/>
                    <a:pt x="221" y="95"/>
                    <a:pt x="0" y="1"/>
                  </a:cubicBezTo>
                  <a:lnTo>
                    <a:pt x="0" y="1"/>
                  </a:lnTo>
                  <a:lnTo>
                    <a:pt x="1323" y="1355"/>
                  </a:lnTo>
                  <a:lnTo>
                    <a:pt x="26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84"/>
            <p:cNvSpPr/>
            <p:nvPr/>
          </p:nvSpPr>
          <p:spPr>
            <a:xfrm>
              <a:off x="5875925" y="4153525"/>
              <a:ext cx="120525" cy="105550"/>
            </a:xfrm>
            <a:custGeom>
              <a:avLst/>
              <a:gdLst/>
              <a:ahLst/>
              <a:cxnLst/>
              <a:rect l="l" t="t" r="r" b="b"/>
              <a:pathLst>
                <a:path w="4821" h="4222" extrusionOk="0">
                  <a:moveTo>
                    <a:pt x="2426" y="2048"/>
                  </a:moveTo>
                  <a:cubicBezTo>
                    <a:pt x="2615" y="2048"/>
                    <a:pt x="2773" y="2205"/>
                    <a:pt x="2773" y="2426"/>
                  </a:cubicBezTo>
                  <a:cubicBezTo>
                    <a:pt x="2773" y="2615"/>
                    <a:pt x="2615" y="2773"/>
                    <a:pt x="2426" y="2773"/>
                  </a:cubicBezTo>
                  <a:lnTo>
                    <a:pt x="1733" y="2773"/>
                  </a:lnTo>
                  <a:cubicBezTo>
                    <a:pt x="1513" y="2773"/>
                    <a:pt x="1355" y="2615"/>
                    <a:pt x="1355" y="2426"/>
                  </a:cubicBezTo>
                  <a:cubicBezTo>
                    <a:pt x="1355" y="2205"/>
                    <a:pt x="1513" y="2048"/>
                    <a:pt x="1733" y="2048"/>
                  </a:cubicBezTo>
                  <a:close/>
                  <a:moveTo>
                    <a:pt x="2552" y="0"/>
                  </a:moveTo>
                  <a:lnTo>
                    <a:pt x="1" y="2584"/>
                  </a:lnTo>
                  <a:lnTo>
                    <a:pt x="1" y="4222"/>
                  </a:lnTo>
                  <a:lnTo>
                    <a:pt x="4474" y="4222"/>
                  </a:lnTo>
                  <a:cubicBezTo>
                    <a:pt x="4663" y="4222"/>
                    <a:pt x="4821" y="4064"/>
                    <a:pt x="4821" y="3875"/>
                  </a:cubicBezTo>
                  <a:lnTo>
                    <a:pt x="4821" y="1733"/>
                  </a:lnTo>
                  <a:cubicBezTo>
                    <a:pt x="4821" y="788"/>
                    <a:pt x="4033" y="0"/>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84"/>
            <p:cNvSpPr/>
            <p:nvPr/>
          </p:nvSpPr>
          <p:spPr>
            <a:xfrm>
              <a:off x="5754625" y="3963700"/>
              <a:ext cx="224500" cy="154400"/>
            </a:xfrm>
            <a:custGeom>
              <a:avLst/>
              <a:gdLst/>
              <a:ahLst/>
              <a:cxnLst/>
              <a:rect l="l" t="t" r="r" b="b"/>
              <a:pathLst>
                <a:path w="8980" h="6176" extrusionOk="0">
                  <a:moveTo>
                    <a:pt x="3120" y="1"/>
                  </a:moveTo>
                  <a:cubicBezTo>
                    <a:pt x="1387" y="1"/>
                    <a:pt x="1" y="1418"/>
                    <a:pt x="1" y="3119"/>
                  </a:cubicBezTo>
                  <a:lnTo>
                    <a:pt x="1" y="4506"/>
                  </a:lnTo>
                  <a:cubicBezTo>
                    <a:pt x="1" y="5325"/>
                    <a:pt x="568" y="6018"/>
                    <a:pt x="1355" y="6175"/>
                  </a:cubicBezTo>
                  <a:lnTo>
                    <a:pt x="1355" y="2773"/>
                  </a:lnTo>
                  <a:lnTo>
                    <a:pt x="1009" y="2773"/>
                  </a:lnTo>
                  <a:cubicBezTo>
                    <a:pt x="914" y="2773"/>
                    <a:pt x="820" y="2804"/>
                    <a:pt x="694" y="2804"/>
                  </a:cubicBezTo>
                  <a:cubicBezTo>
                    <a:pt x="851" y="1607"/>
                    <a:pt x="1860" y="662"/>
                    <a:pt x="3120" y="662"/>
                  </a:cubicBezTo>
                  <a:lnTo>
                    <a:pt x="5861" y="662"/>
                  </a:lnTo>
                  <a:cubicBezTo>
                    <a:pt x="7089" y="662"/>
                    <a:pt x="8098" y="1607"/>
                    <a:pt x="8255" y="2804"/>
                  </a:cubicBezTo>
                  <a:cubicBezTo>
                    <a:pt x="8161" y="2773"/>
                    <a:pt x="8066" y="2773"/>
                    <a:pt x="7940" y="2773"/>
                  </a:cubicBezTo>
                  <a:lnTo>
                    <a:pt x="7593" y="2773"/>
                  </a:lnTo>
                  <a:lnTo>
                    <a:pt x="7593" y="6175"/>
                  </a:lnTo>
                  <a:cubicBezTo>
                    <a:pt x="8381" y="6018"/>
                    <a:pt x="8980" y="5325"/>
                    <a:pt x="8980" y="4506"/>
                  </a:cubicBezTo>
                  <a:lnTo>
                    <a:pt x="8980" y="3119"/>
                  </a:lnTo>
                  <a:cubicBezTo>
                    <a:pt x="8980" y="1387"/>
                    <a:pt x="7562" y="1"/>
                    <a:pt x="5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84"/>
            <p:cNvSpPr/>
            <p:nvPr/>
          </p:nvSpPr>
          <p:spPr>
            <a:xfrm>
              <a:off x="5806625" y="3998350"/>
              <a:ext cx="69325" cy="52025"/>
            </a:xfrm>
            <a:custGeom>
              <a:avLst/>
              <a:gdLst/>
              <a:ahLst/>
              <a:cxnLst/>
              <a:rect l="l" t="t" r="r" b="b"/>
              <a:pathLst>
                <a:path w="2773" h="2081" extrusionOk="0">
                  <a:moveTo>
                    <a:pt x="1733" y="1"/>
                  </a:moveTo>
                  <a:cubicBezTo>
                    <a:pt x="788" y="1"/>
                    <a:pt x="0" y="788"/>
                    <a:pt x="0" y="1733"/>
                  </a:cubicBezTo>
                  <a:lnTo>
                    <a:pt x="0" y="2080"/>
                  </a:lnTo>
                  <a:lnTo>
                    <a:pt x="1733" y="2080"/>
                  </a:lnTo>
                  <a:cubicBezTo>
                    <a:pt x="2300" y="2049"/>
                    <a:pt x="2773" y="1607"/>
                    <a:pt x="2773" y="1009"/>
                  </a:cubicBez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84"/>
            <p:cNvSpPr/>
            <p:nvPr/>
          </p:nvSpPr>
          <p:spPr>
            <a:xfrm>
              <a:off x="5893250" y="3999150"/>
              <a:ext cx="34675" cy="51225"/>
            </a:xfrm>
            <a:custGeom>
              <a:avLst/>
              <a:gdLst/>
              <a:ahLst/>
              <a:cxnLst/>
              <a:rect l="l" t="t" r="r" b="b"/>
              <a:pathLst>
                <a:path w="1387" h="2049" extrusionOk="0">
                  <a:moveTo>
                    <a:pt x="1" y="0"/>
                  </a:moveTo>
                  <a:lnTo>
                    <a:pt x="1" y="1040"/>
                  </a:lnTo>
                  <a:cubicBezTo>
                    <a:pt x="1" y="1607"/>
                    <a:pt x="473" y="2048"/>
                    <a:pt x="1040" y="2048"/>
                  </a:cubicBezTo>
                  <a:lnTo>
                    <a:pt x="1387" y="2048"/>
                  </a:lnTo>
                  <a:lnTo>
                    <a:pt x="1387" y="1701"/>
                  </a:lnTo>
                  <a:cubicBezTo>
                    <a:pt x="1387" y="882"/>
                    <a:pt x="788" y="158"/>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84"/>
            <p:cNvSpPr/>
            <p:nvPr/>
          </p:nvSpPr>
          <p:spPr>
            <a:xfrm>
              <a:off x="5806625" y="4049550"/>
              <a:ext cx="121300" cy="104000"/>
            </a:xfrm>
            <a:custGeom>
              <a:avLst/>
              <a:gdLst/>
              <a:ahLst/>
              <a:cxnLst/>
              <a:rect l="l" t="t" r="r" b="b"/>
              <a:pathLst>
                <a:path w="4852" h="4160" extrusionOk="0">
                  <a:moveTo>
                    <a:pt x="3119" y="1"/>
                  </a:moveTo>
                  <a:cubicBezTo>
                    <a:pt x="2804" y="442"/>
                    <a:pt x="2300" y="694"/>
                    <a:pt x="1733" y="694"/>
                  </a:cubicBezTo>
                  <a:lnTo>
                    <a:pt x="0" y="694"/>
                  </a:lnTo>
                  <a:lnTo>
                    <a:pt x="0" y="2426"/>
                  </a:lnTo>
                  <a:cubicBezTo>
                    <a:pt x="0" y="3372"/>
                    <a:pt x="788" y="4159"/>
                    <a:pt x="1733" y="4159"/>
                  </a:cubicBezTo>
                  <a:lnTo>
                    <a:pt x="3119" y="4159"/>
                  </a:lnTo>
                  <a:cubicBezTo>
                    <a:pt x="4064" y="4159"/>
                    <a:pt x="4852" y="3372"/>
                    <a:pt x="4852" y="2426"/>
                  </a:cubicBezTo>
                  <a:lnTo>
                    <a:pt x="4852" y="694"/>
                  </a:lnTo>
                  <a:lnTo>
                    <a:pt x="4505" y="694"/>
                  </a:lnTo>
                  <a:cubicBezTo>
                    <a:pt x="3938" y="694"/>
                    <a:pt x="3434" y="442"/>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6" name="Google Shape;5916;p84"/>
          <p:cNvGrpSpPr/>
          <p:nvPr/>
        </p:nvGrpSpPr>
        <p:grpSpPr>
          <a:xfrm>
            <a:off x="6632026" y="4122683"/>
            <a:ext cx="351024" cy="350079"/>
            <a:chOff x="6553275" y="3604550"/>
            <a:chExt cx="296975" cy="296175"/>
          </a:xfrm>
        </p:grpSpPr>
        <p:sp>
          <p:nvSpPr>
            <p:cNvPr id="5917" name="Google Shape;5917;p84"/>
            <p:cNvSpPr/>
            <p:nvPr/>
          </p:nvSpPr>
          <p:spPr>
            <a:xfrm>
              <a:off x="6657250" y="3604550"/>
              <a:ext cx="86650" cy="86650"/>
            </a:xfrm>
            <a:custGeom>
              <a:avLst/>
              <a:gdLst/>
              <a:ahLst/>
              <a:cxnLst/>
              <a:rect l="l" t="t" r="r" b="b"/>
              <a:pathLst>
                <a:path w="3466" h="3466" extrusionOk="0">
                  <a:moveTo>
                    <a:pt x="1733" y="0"/>
                  </a:moveTo>
                  <a:cubicBezTo>
                    <a:pt x="788" y="0"/>
                    <a:pt x="0" y="788"/>
                    <a:pt x="0" y="1733"/>
                  </a:cubicBezTo>
                  <a:cubicBezTo>
                    <a:pt x="0" y="2678"/>
                    <a:pt x="788" y="3466"/>
                    <a:pt x="1733" y="3466"/>
                  </a:cubicBezTo>
                  <a:cubicBezTo>
                    <a:pt x="2678" y="3466"/>
                    <a:pt x="3466" y="2678"/>
                    <a:pt x="3466" y="1733"/>
                  </a:cubicBez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84"/>
            <p:cNvSpPr/>
            <p:nvPr/>
          </p:nvSpPr>
          <p:spPr>
            <a:xfrm>
              <a:off x="6553275" y="3777825"/>
              <a:ext cx="296975" cy="122900"/>
            </a:xfrm>
            <a:custGeom>
              <a:avLst/>
              <a:gdLst/>
              <a:ahLst/>
              <a:cxnLst/>
              <a:rect l="l" t="t" r="r" b="b"/>
              <a:pathLst>
                <a:path w="11879" h="4916" extrusionOk="0">
                  <a:moveTo>
                    <a:pt x="694" y="0"/>
                  </a:moveTo>
                  <a:cubicBezTo>
                    <a:pt x="316" y="0"/>
                    <a:pt x="1" y="315"/>
                    <a:pt x="1" y="693"/>
                  </a:cubicBezTo>
                  <a:cubicBezTo>
                    <a:pt x="1" y="1103"/>
                    <a:pt x="316" y="1418"/>
                    <a:pt x="694" y="1418"/>
                  </a:cubicBezTo>
                  <a:lnTo>
                    <a:pt x="694" y="4569"/>
                  </a:lnTo>
                  <a:cubicBezTo>
                    <a:pt x="694" y="4758"/>
                    <a:pt x="851" y="4915"/>
                    <a:pt x="1040" y="4915"/>
                  </a:cubicBezTo>
                  <a:lnTo>
                    <a:pt x="10807" y="4915"/>
                  </a:lnTo>
                  <a:cubicBezTo>
                    <a:pt x="11028" y="4915"/>
                    <a:pt x="11185" y="4758"/>
                    <a:pt x="11185" y="4569"/>
                  </a:cubicBezTo>
                  <a:lnTo>
                    <a:pt x="11185" y="1418"/>
                  </a:lnTo>
                  <a:cubicBezTo>
                    <a:pt x="11563" y="1418"/>
                    <a:pt x="11878" y="1103"/>
                    <a:pt x="11878" y="693"/>
                  </a:cubicBezTo>
                  <a:cubicBezTo>
                    <a:pt x="11815" y="315"/>
                    <a:pt x="11500" y="0"/>
                    <a:pt x="111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84"/>
            <p:cNvSpPr/>
            <p:nvPr/>
          </p:nvSpPr>
          <p:spPr>
            <a:xfrm>
              <a:off x="6755700" y="3640000"/>
              <a:ext cx="74850" cy="121300"/>
            </a:xfrm>
            <a:custGeom>
              <a:avLst/>
              <a:gdLst/>
              <a:ahLst/>
              <a:cxnLst/>
              <a:rect l="l" t="t" r="r" b="b"/>
              <a:pathLst>
                <a:path w="2994" h="4852" extrusionOk="0">
                  <a:moveTo>
                    <a:pt x="190" y="0"/>
                  </a:moveTo>
                  <a:cubicBezTo>
                    <a:pt x="190" y="126"/>
                    <a:pt x="253" y="221"/>
                    <a:pt x="253" y="347"/>
                  </a:cubicBezTo>
                  <a:cubicBezTo>
                    <a:pt x="253" y="693"/>
                    <a:pt x="158" y="1071"/>
                    <a:pt x="1" y="1386"/>
                  </a:cubicBezTo>
                  <a:cubicBezTo>
                    <a:pt x="977" y="2079"/>
                    <a:pt x="1607" y="3182"/>
                    <a:pt x="1607" y="4474"/>
                  </a:cubicBezTo>
                  <a:lnTo>
                    <a:pt x="1607" y="4852"/>
                  </a:lnTo>
                  <a:lnTo>
                    <a:pt x="2994" y="4852"/>
                  </a:lnTo>
                  <a:lnTo>
                    <a:pt x="2489" y="756"/>
                  </a:lnTo>
                  <a:cubicBezTo>
                    <a:pt x="2363" y="315"/>
                    <a:pt x="1922" y="0"/>
                    <a:pt x="14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84"/>
            <p:cNvSpPr/>
            <p:nvPr/>
          </p:nvSpPr>
          <p:spPr>
            <a:xfrm>
              <a:off x="6570600" y="3640000"/>
              <a:ext cx="74850" cy="121300"/>
            </a:xfrm>
            <a:custGeom>
              <a:avLst/>
              <a:gdLst/>
              <a:ahLst/>
              <a:cxnLst/>
              <a:rect l="l" t="t" r="r" b="b"/>
              <a:pathLst>
                <a:path w="2994" h="4852" extrusionOk="0">
                  <a:moveTo>
                    <a:pt x="1545" y="0"/>
                  </a:moveTo>
                  <a:cubicBezTo>
                    <a:pt x="1072" y="0"/>
                    <a:pt x="663" y="315"/>
                    <a:pt x="505" y="788"/>
                  </a:cubicBezTo>
                  <a:lnTo>
                    <a:pt x="1" y="4852"/>
                  </a:lnTo>
                  <a:lnTo>
                    <a:pt x="1356" y="4852"/>
                  </a:lnTo>
                  <a:lnTo>
                    <a:pt x="1356" y="4474"/>
                  </a:lnTo>
                  <a:lnTo>
                    <a:pt x="1387" y="4474"/>
                  </a:lnTo>
                  <a:cubicBezTo>
                    <a:pt x="1387" y="3182"/>
                    <a:pt x="2017" y="2048"/>
                    <a:pt x="2994" y="1386"/>
                  </a:cubicBezTo>
                  <a:cubicBezTo>
                    <a:pt x="2836" y="1071"/>
                    <a:pt x="2773" y="693"/>
                    <a:pt x="2773" y="347"/>
                  </a:cubicBezTo>
                  <a:cubicBezTo>
                    <a:pt x="2773" y="221"/>
                    <a:pt x="2773" y="95"/>
                    <a:pt x="28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84"/>
            <p:cNvSpPr/>
            <p:nvPr/>
          </p:nvSpPr>
          <p:spPr>
            <a:xfrm>
              <a:off x="6707650" y="3688025"/>
              <a:ext cx="70925" cy="70925"/>
            </a:xfrm>
            <a:custGeom>
              <a:avLst/>
              <a:gdLst/>
              <a:ahLst/>
              <a:cxnLst/>
              <a:rect l="l" t="t" r="r" b="b"/>
              <a:pathLst>
                <a:path w="2837" h="2837" extrusionOk="0">
                  <a:moveTo>
                    <a:pt x="1482" y="1"/>
                  </a:moveTo>
                  <a:cubicBezTo>
                    <a:pt x="1450" y="32"/>
                    <a:pt x="1418" y="64"/>
                    <a:pt x="1324" y="127"/>
                  </a:cubicBezTo>
                  <a:cubicBezTo>
                    <a:pt x="1324" y="190"/>
                    <a:pt x="1292" y="253"/>
                    <a:pt x="1261" y="284"/>
                  </a:cubicBezTo>
                  <a:lnTo>
                    <a:pt x="1" y="1923"/>
                  </a:lnTo>
                  <a:lnTo>
                    <a:pt x="1" y="2836"/>
                  </a:lnTo>
                  <a:lnTo>
                    <a:pt x="2742" y="2836"/>
                  </a:lnTo>
                  <a:lnTo>
                    <a:pt x="2742" y="2553"/>
                  </a:lnTo>
                  <a:lnTo>
                    <a:pt x="2836" y="2553"/>
                  </a:lnTo>
                  <a:cubicBezTo>
                    <a:pt x="2836" y="1513"/>
                    <a:pt x="2332" y="599"/>
                    <a:pt x="14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84"/>
            <p:cNvSpPr/>
            <p:nvPr/>
          </p:nvSpPr>
          <p:spPr>
            <a:xfrm>
              <a:off x="6621025" y="3688825"/>
              <a:ext cx="70900" cy="73275"/>
            </a:xfrm>
            <a:custGeom>
              <a:avLst/>
              <a:gdLst/>
              <a:ahLst/>
              <a:cxnLst/>
              <a:rect l="l" t="t" r="r" b="b"/>
              <a:pathLst>
                <a:path w="2836" h="2931" extrusionOk="0">
                  <a:moveTo>
                    <a:pt x="1323" y="0"/>
                  </a:moveTo>
                  <a:cubicBezTo>
                    <a:pt x="536" y="567"/>
                    <a:pt x="0" y="1513"/>
                    <a:pt x="0" y="2584"/>
                  </a:cubicBezTo>
                  <a:lnTo>
                    <a:pt x="0" y="2930"/>
                  </a:lnTo>
                  <a:lnTo>
                    <a:pt x="2741" y="2930"/>
                  </a:lnTo>
                  <a:lnTo>
                    <a:pt x="2741" y="1922"/>
                  </a:lnTo>
                  <a:lnTo>
                    <a:pt x="2836" y="1922"/>
                  </a:lnTo>
                  <a:lnTo>
                    <a:pt x="1575" y="284"/>
                  </a:lnTo>
                  <a:cubicBezTo>
                    <a:pt x="1512" y="252"/>
                    <a:pt x="1512" y="158"/>
                    <a:pt x="1481" y="126"/>
                  </a:cubicBezTo>
                  <a:cubicBezTo>
                    <a:pt x="1449" y="95"/>
                    <a:pt x="1355" y="63"/>
                    <a:pt x="1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23" name="Google Shape;5923;p84"/>
          <p:cNvSpPr txBox="1"/>
          <p:nvPr/>
        </p:nvSpPr>
        <p:spPr>
          <a:xfrm>
            <a:off x="826588"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Business Icons</a:t>
            </a:r>
            <a:endParaRPr sz="2400">
              <a:solidFill>
                <a:schemeClr val="lt1"/>
              </a:solidFill>
            </a:endParaRPr>
          </a:p>
        </p:txBody>
      </p:sp>
      <p:sp>
        <p:nvSpPr>
          <p:cNvPr id="5924" name="Google Shape;5924;p84"/>
          <p:cNvSpPr txBox="1"/>
          <p:nvPr/>
        </p:nvSpPr>
        <p:spPr>
          <a:xfrm>
            <a:off x="4835313"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Teamwork Icons</a:t>
            </a:r>
            <a:endParaRPr sz="2400">
              <a:solidFill>
                <a:schemeClr val="lt1"/>
              </a:solidFill>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5928"/>
        <p:cNvGrpSpPr/>
        <p:nvPr/>
      </p:nvGrpSpPr>
      <p:grpSpPr>
        <a:xfrm>
          <a:off x="0" y="0"/>
          <a:ext cx="0" cy="0"/>
          <a:chOff x="0" y="0"/>
          <a:chExt cx="0" cy="0"/>
        </a:xfrm>
      </p:grpSpPr>
      <p:grpSp>
        <p:nvGrpSpPr>
          <p:cNvPr id="5929" name="Google Shape;5929;p85"/>
          <p:cNvGrpSpPr/>
          <p:nvPr/>
        </p:nvGrpSpPr>
        <p:grpSpPr>
          <a:xfrm>
            <a:off x="859032" y="1380546"/>
            <a:ext cx="294401" cy="353645"/>
            <a:chOff x="-35814600" y="3202075"/>
            <a:chExt cx="242625" cy="291450"/>
          </a:xfrm>
        </p:grpSpPr>
        <p:sp>
          <p:nvSpPr>
            <p:cNvPr id="5930" name="Google Shape;5930;p85"/>
            <p:cNvSpPr/>
            <p:nvPr/>
          </p:nvSpPr>
          <p:spPr>
            <a:xfrm>
              <a:off x="-35814600" y="3202075"/>
              <a:ext cx="51225" cy="202450"/>
            </a:xfrm>
            <a:custGeom>
              <a:avLst/>
              <a:gdLst/>
              <a:ahLst/>
              <a:cxnLst/>
              <a:rect l="l" t="t" r="r" b="b"/>
              <a:pathLst>
                <a:path w="2049" h="8098" extrusionOk="0">
                  <a:moveTo>
                    <a:pt x="1702" y="0"/>
                  </a:moveTo>
                  <a:cubicBezTo>
                    <a:pt x="757" y="0"/>
                    <a:pt x="1" y="788"/>
                    <a:pt x="1" y="1733"/>
                  </a:cubicBezTo>
                  <a:lnTo>
                    <a:pt x="1" y="8097"/>
                  </a:lnTo>
                  <a:cubicBezTo>
                    <a:pt x="348" y="7782"/>
                    <a:pt x="820" y="7562"/>
                    <a:pt x="1387" y="7562"/>
                  </a:cubicBezTo>
                  <a:lnTo>
                    <a:pt x="2049" y="7562"/>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85"/>
            <p:cNvSpPr/>
            <p:nvPr/>
          </p:nvSpPr>
          <p:spPr>
            <a:xfrm>
              <a:off x="-35814600" y="3407650"/>
              <a:ext cx="242625" cy="68550"/>
            </a:xfrm>
            <a:custGeom>
              <a:avLst/>
              <a:gdLst/>
              <a:ahLst/>
              <a:cxnLst/>
              <a:rect l="l" t="t" r="r" b="b"/>
              <a:pathLst>
                <a:path w="9705" h="2742" extrusionOk="0">
                  <a:moveTo>
                    <a:pt x="1387" y="0"/>
                  </a:moveTo>
                  <a:cubicBezTo>
                    <a:pt x="631" y="0"/>
                    <a:pt x="1" y="630"/>
                    <a:pt x="1" y="1386"/>
                  </a:cubicBezTo>
                  <a:cubicBezTo>
                    <a:pt x="1" y="2111"/>
                    <a:pt x="600" y="2741"/>
                    <a:pt x="1356" y="2741"/>
                  </a:cubicBezTo>
                  <a:lnTo>
                    <a:pt x="4758" y="2741"/>
                  </a:lnTo>
                  <a:lnTo>
                    <a:pt x="4758" y="1733"/>
                  </a:lnTo>
                  <a:lnTo>
                    <a:pt x="1702" y="1733"/>
                  </a:lnTo>
                  <a:cubicBezTo>
                    <a:pt x="1513" y="1733"/>
                    <a:pt x="1356" y="1575"/>
                    <a:pt x="1356" y="1355"/>
                  </a:cubicBezTo>
                  <a:cubicBezTo>
                    <a:pt x="1356" y="1166"/>
                    <a:pt x="1513" y="1008"/>
                    <a:pt x="1702" y="1008"/>
                  </a:cubicBezTo>
                  <a:lnTo>
                    <a:pt x="9232" y="1008"/>
                  </a:lnTo>
                  <a:cubicBezTo>
                    <a:pt x="9263" y="851"/>
                    <a:pt x="9326" y="662"/>
                    <a:pt x="9452" y="536"/>
                  </a:cubicBezTo>
                  <a:cubicBezTo>
                    <a:pt x="9704" y="221"/>
                    <a:pt x="9484" y="0"/>
                    <a:pt x="92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85"/>
            <p:cNvSpPr/>
            <p:nvPr/>
          </p:nvSpPr>
          <p:spPr>
            <a:xfrm>
              <a:off x="-35627125" y="3450950"/>
              <a:ext cx="55150" cy="25250"/>
            </a:xfrm>
            <a:custGeom>
              <a:avLst/>
              <a:gdLst/>
              <a:ahLst/>
              <a:cxnLst/>
              <a:rect l="l" t="t" r="r" b="b"/>
              <a:pathLst>
                <a:path w="2206" h="1010" extrusionOk="0">
                  <a:moveTo>
                    <a:pt x="0" y="1"/>
                  </a:moveTo>
                  <a:lnTo>
                    <a:pt x="0" y="1009"/>
                  </a:lnTo>
                  <a:lnTo>
                    <a:pt x="1670" y="1009"/>
                  </a:lnTo>
                  <a:cubicBezTo>
                    <a:pt x="1953" y="1009"/>
                    <a:pt x="2205" y="788"/>
                    <a:pt x="1953" y="505"/>
                  </a:cubicBezTo>
                  <a:cubicBezTo>
                    <a:pt x="1827" y="347"/>
                    <a:pt x="1764" y="190"/>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85"/>
            <p:cNvSpPr/>
            <p:nvPr/>
          </p:nvSpPr>
          <p:spPr>
            <a:xfrm>
              <a:off x="-35703525" y="3305250"/>
              <a:ext cx="84300" cy="34675"/>
            </a:xfrm>
            <a:custGeom>
              <a:avLst/>
              <a:gdLst/>
              <a:ahLst/>
              <a:cxnLst/>
              <a:rect l="l" t="t" r="r" b="b"/>
              <a:pathLst>
                <a:path w="3372" h="1387" extrusionOk="0">
                  <a:moveTo>
                    <a:pt x="1701" y="0"/>
                  </a:moveTo>
                  <a:cubicBezTo>
                    <a:pt x="882" y="0"/>
                    <a:pt x="221" y="599"/>
                    <a:pt x="0" y="1387"/>
                  </a:cubicBezTo>
                  <a:lnTo>
                    <a:pt x="3371" y="1387"/>
                  </a:lnTo>
                  <a:cubicBezTo>
                    <a:pt x="3214" y="599"/>
                    <a:pt x="2521"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85"/>
            <p:cNvSpPr/>
            <p:nvPr/>
          </p:nvSpPr>
          <p:spPr>
            <a:xfrm>
              <a:off x="-35677550" y="3254050"/>
              <a:ext cx="33100" cy="33100"/>
            </a:xfrm>
            <a:custGeom>
              <a:avLst/>
              <a:gdLst/>
              <a:ahLst/>
              <a:cxnLst/>
              <a:rect l="l" t="t" r="r" b="b"/>
              <a:pathLst>
                <a:path w="1324" h="1324" extrusionOk="0">
                  <a:moveTo>
                    <a:pt x="662" y="1"/>
                  </a:moveTo>
                  <a:cubicBezTo>
                    <a:pt x="316" y="1"/>
                    <a:pt x="1" y="284"/>
                    <a:pt x="1" y="662"/>
                  </a:cubicBezTo>
                  <a:cubicBezTo>
                    <a:pt x="1" y="1040"/>
                    <a:pt x="316" y="1324"/>
                    <a:pt x="662" y="1324"/>
                  </a:cubicBezTo>
                  <a:cubicBezTo>
                    <a:pt x="1040" y="1324"/>
                    <a:pt x="1324" y="1040"/>
                    <a:pt x="1324" y="662"/>
                  </a:cubicBezTo>
                  <a:cubicBezTo>
                    <a:pt x="1324" y="284"/>
                    <a:pt x="1040"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85"/>
            <p:cNvSpPr/>
            <p:nvPr/>
          </p:nvSpPr>
          <p:spPr>
            <a:xfrm>
              <a:off x="-35746850" y="3202075"/>
              <a:ext cx="171725" cy="189050"/>
            </a:xfrm>
            <a:custGeom>
              <a:avLst/>
              <a:gdLst/>
              <a:ahLst/>
              <a:cxnLst/>
              <a:rect l="l" t="t" r="r" b="b"/>
              <a:pathLst>
                <a:path w="6869" h="7562" extrusionOk="0">
                  <a:moveTo>
                    <a:pt x="3434" y="1355"/>
                  </a:moveTo>
                  <a:cubicBezTo>
                    <a:pt x="4191" y="1355"/>
                    <a:pt x="4821" y="1985"/>
                    <a:pt x="4821" y="2741"/>
                  </a:cubicBezTo>
                  <a:cubicBezTo>
                    <a:pt x="4821" y="3088"/>
                    <a:pt x="4663" y="3403"/>
                    <a:pt x="4474" y="3655"/>
                  </a:cubicBezTo>
                  <a:cubicBezTo>
                    <a:pt x="5293" y="4033"/>
                    <a:pt x="5829" y="4852"/>
                    <a:pt x="5829" y="5829"/>
                  </a:cubicBezTo>
                  <a:cubicBezTo>
                    <a:pt x="5829" y="6018"/>
                    <a:pt x="5671" y="6175"/>
                    <a:pt x="5482" y="6175"/>
                  </a:cubicBezTo>
                  <a:lnTo>
                    <a:pt x="1387" y="6175"/>
                  </a:lnTo>
                  <a:cubicBezTo>
                    <a:pt x="1198" y="6175"/>
                    <a:pt x="1040" y="6018"/>
                    <a:pt x="1040" y="5829"/>
                  </a:cubicBezTo>
                  <a:cubicBezTo>
                    <a:pt x="1040" y="4852"/>
                    <a:pt x="1576" y="4033"/>
                    <a:pt x="2426" y="3655"/>
                  </a:cubicBezTo>
                  <a:cubicBezTo>
                    <a:pt x="2174" y="3403"/>
                    <a:pt x="2048" y="3088"/>
                    <a:pt x="2048" y="2741"/>
                  </a:cubicBezTo>
                  <a:cubicBezTo>
                    <a:pt x="2048" y="1985"/>
                    <a:pt x="2678" y="1355"/>
                    <a:pt x="3434" y="1355"/>
                  </a:cubicBezTo>
                  <a:close/>
                  <a:moveTo>
                    <a:pt x="0" y="0"/>
                  </a:moveTo>
                  <a:lnTo>
                    <a:pt x="0" y="7562"/>
                  </a:lnTo>
                  <a:lnTo>
                    <a:pt x="6868" y="7562"/>
                  </a:lnTo>
                  <a:lnTo>
                    <a:pt x="6868" y="1009"/>
                  </a:lnTo>
                  <a:cubicBezTo>
                    <a:pt x="6868" y="473"/>
                    <a:pt x="6396"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85"/>
            <p:cNvSpPr/>
            <p:nvPr/>
          </p:nvSpPr>
          <p:spPr>
            <a:xfrm>
              <a:off x="-35677550" y="3450950"/>
              <a:ext cx="34675" cy="42575"/>
            </a:xfrm>
            <a:custGeom>
              <a:avLst/>
              <a:gdLst/>
              <a:ahLst/>
              <a:cxnLst/>
              <a:rect l="l" t="t" r="r" b="b"/>
              <a:pathLst>
                <a:path w="1387" h="1703" extrusionOk="0">
                  <a:moveTo>
                    <a:pt x="1" y="1"/>
                  </a:moveTo>
                  <a:lnTo>
                    <a:pt x="1" y="1702"/>
                  </a:lnTo>
                  <a:lnTo>
                    <a:pt x="505" y="1387"/>
                  </a:lnTo>
                  <a:cubicBezTo>
                    <a:pt x="536" y="1324"/>
                    <a:pt x="631" y="1324"/>
                    <a:pt x="694" y="1324"/>
                  </a:cubicBezTo>
                  <a:cubicBezTo>
                    <a:pt x="711" y="1316"/>
                    <a:pt x="725" y="1312"/>
                    <a:pt x="739" y="1312"/>
                  </a:cubicBezTo>
                  <a:cubicBezTo>
                    <a:pt x="776" y="1312"/>
                    <a:pt x="805" y="1341"/>
                    <a:pt x="851" y="1387"/>
                  </a:cubicBezTo>
                  <a:lnTo>
                    <a:pt x="1387" y="1702"/>
                  </a:ln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7" name="Google Shape;5937;p85"/>
          <p:cNvGrpSpPr/>
          <p:nvPr/>
        </p:nvGrpSpPr>
        <p:grpSpPr>
          <a:xfrm>
            <a:off x="829410" y="1821466"/>
            <a:ext cx="353645" cy="353888"/>
            <a:chOff x="-35839800" y="3561025"/>
            <a:chExt cx="291450" cy="291650"/>
          </a:xfrm>
        </p:grpSpPr>
        <p:sp>
          <p:nvSpPr>
            <p:cNvPr id="5938" name="Google Shape;5938;p85"/>
            <p:cNvSpPr/>
            <p:nvPr/>
          </p:nvSpPr>
          <p:spPr>
            <a:xfrm>
              <a:off x="-35772850" y="3612425"/>
              <a:ext cx="155200" cy="142575"/>
            </a:xfrm>
            <a:custGeom>
              <a:avLst/>
              <a:gdLst/>
              <a:ahLst/>
              <a:cxnLst/>
              <a:rect l="l" t="t" r="r" b="b"/>
              <a:pathLst>
                <a:path w="6208" h="5703" extrusionOk="0">
                  <a:moveTo>
                    <a:pt x="3088" y="693"/>
                  </a:moveTo>
                  <a:cubicBezTo>
                    <a:pt x="3655" y="693"/>
                    <a:pt x="4128" y="1166"/>
                    <a:pt x="4128" y="1733"/>
                  </a:cubicBezTo>
                  <a:cubicBezTo>
                    <a:pt x="4128" y="2174"/>
                    <a:pt x="3844" y="2552"/>
                    <a:pt x="3466" y="2710"/>
                  </a:cubicBezTo>
                  <a:lnTo>
                    <a:pt x="3466" y="3119"/>
                  </a:lnTo>
                  <a:cubicBezTo>
                    <a:pt x="3466" y="3308"/>
                    <a:pt x="3309" y="3466"/>
                    <a:pt x="3088" y="3466"/>
                  </a:cubicBezTo>
                  <a:cubicBezTo>
                    <a:pt x="2899" y="3466"/>
                    <a:pt x="2742" y="3308"/>
                    <a:pt x="2742" y="3119"/>
                  </a:cubicBezTo>
                  <a:lnTo>
                    <a:pt x="2742" y="2710"/>
                  </a:lnTo>
                  <a:cubicBezTo>
                    <a:pt x="2742" y="2426"/>
                    <a:pt x="2931" y="2174"/>
                    <a:pt x="3214" y="2080"/>
                  </a:cubicBezTo>
                  <a:cubicBezTo>
                    <a:pt x="3340" y="2048"/>
                    <a:pt x="3466" y="1891"/>
                    <a:pt x="3466" y="1765"/>
                  </a:cubicBezTo>
                  <a:cubicBezTo>
                    <a:pt x="3466" y="1576"/>
                    <a:pt x="3309" y="1418"/>
                    <a:pt x="3088" y="1418"/>
                  </a:cubicBezTo>
                  <a:cubicBezTo>
                    <a:pt x="2899" y="1418"/>
                    <a:pt x="2742" y="1576"/>
                    <a:pt x="2742" y="1765"/>
                  </a:cubicBezTo>
                  <a:cubicBezTo>
                    <a:pt x="2742" y="1954"/>
                    <a:pt x="2584" y="2111"/>
                    <a:pt x="2395" y="2111"/>
                  </a:cubicBezTo>
                  <a:cubicBezTo>
                    <a:pt x="2206" y="2111"/>
                    <a:pt x="2049" y="1954"/>
                    <a:pt x="2049" y="1765"/>
                  </a:cubicBezTo>
                  <a:cubicBezTo>
                    <a:pt x="2080" y="1166"/>
                    <a:pt x="2553" y="693"/>
                    <a:pt x="3088" y="693"/>
                  </a:cubicBezTo>
                  <a:close/>
                  <a:moveTo>
                    <a:pt x="3088" y="3781"/>
                  </a:moveTo>
                  <a:cubicBezTo>
                    <a:pt x="3309" y="3781"/>
                    <a:pt x="3466" y="3938"/>
                    <a:pt x="3466" y="4127"/>
                  </a:cubicBezTo>
                  <a:cubicBezTo>
                    <a:pt x="3466" y="4317"/>
                    <a:pt x="3309" y="4474"/>
                    <a:pt x="3088" y="4474"/>
                  </a:cubicBezTo>
                  <a:cubicBezTo>
                    <a:pt x="2899" y="4474"/>
                    <a:pt x="2742" y="4317"/>
                    <a:pt x="2742" y="4127"/>
                  </a:cubicBezTo>
                  <a:cubicBezTo>
                    <a:pt x="2742" y="3938"/>
                    <a:pt x="2899" y="3781"/>
                    <a:pt x="3088" y="3781"/>
                  </a:cubicBezTo>
                  <a:close/>
                  <a:moveTo>
                    <a:pt x="347" y="0"/>
                  </a:moveTo>
                  <a:cubicBezTo>
                    <a:pt x="158" y="32"/>
                    <a:pt x="1" y="189"/>
                    <a:pt x="1" y="347"/>
                  </a:cubicBezTo>
                  <a:lnTo>
                    <a:pt x="1" y="5010"/>
                  </a:lnTo>
                  <a:lnTo>
                    <a:pt x="694" y="5703"/>
                  </a:lnTo>
                  <a:cubicBezTo>
                    <a:pt x="1371" y="5088"/>
                    <a:pt x="2238" y="4781"/>
                    <a:pt x="3104" y="4781"/>
                  </a:cubicBezTo>
                  <a:cubicBezTo>
                    <a:pt x="3970" y="4781"/>
                    <a:pt x="4837" y="5088"/>
                    <a:pt x="5514" y="5703"/>
                  </a:cubicBezTo>
                  <a:lnTo>
                    <a:pt x="6207" y="5010"/>
                  </a:lnTo>
                  <a:lnTo>
                    <a:pt x="6207" y="347"/>
                  </a:lnTo>
                  <a:cubicBezTo>
                    <a:pt x="6207" y="158"/>
                    <a:pt x="6050" y="0"/>
                    <a:pt x="58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85"/>
            <p:cNvSpPr/>
            <p:nvPr/>
          </p:nvSpPr>
          <p:spPr>
            <a:xfrm>
              <a:off x="-35621625" y="3694325"/>
              <a:ext cx="73275" cy="143375"/>
            </a:xfrm>
            <a:custGeom>
              <a:avLst/>
              <a:gdLst/>
              <a:ahLst/>
              <a:cxnLst/>
              <a:rect l="l" t="t" r="r" b="b"/>
              <a:pathLst>
                <a:path w="2931" h="5735" extrusionOk="0">
                  <a:moveTo>
                    <a:pt x="2931" y="1"/>
                  </a:moveTo>
                  <a:lnTo>
                    <a:pt x="1" y="2899"/>
                  </a:lnTo>
                  <a:lnTo>
                    <a:pt x="2805" y="5735"/>
                  </a:lnTo>
                  <a:cubicBezTo>
                    <a:pt x="2868" y="5609"/>
                    <a:pt x="2931" y="5451"/>
                    <a:pt x="2931" y="5294"/>
                  </a:cubicBezTo>
                  <a:lnTo>
                    <a:pt x="293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85"/>
            <p:cNvSpPr/>
            <p:nvPr/>
          </p:nvSpPr>
          <p:spPr>
            <a:xfrm>
              <a:off x="-35827200" y="3748675"/>
              <a:ext cx="263100" cy="104000"/>
            </a:xfrm>
            <a:custGeom>
              <a:avLst/>
              <a:gdLst/>
              <a:ahLst/>
              <a:cxnLst/>
              <a:rect l="l" t="t" r="r" b="b"/>
              <a:pathLst>
                <a:path w="10524" h="4160" extrusionOk="0">
                  <a:moveTo>
                    <a:pt x="5235" y="1"/>
                  </a:moveTo>
                  <a:cubicBezTo>
                    <a:pt x="4482" y="1"/>
                    <a:pt x="3734" y="284"/>
                    <a:pt x="3183" y="851"/>
                  </a:cubicBezTo>
                  <a:lnTo>
                    <a:pt x="1" y="4033"/>
                  </a:lnTo>
                  <a:cubicBezTo>
                    <a:pt x="158" y="4128"/>
                    <a:pt x="316" y="4159"/>
                    <a:pt x="473" y="4159"/>
                  </a:cubicBezTo>
                  <a:lnTo>
                    <a:pt x="10082" y="4159"/>
                  </a:lnTo>
                  <a:cubicBezTo>
                    <a:pt x="10240" y="4159"/>
                    <a:pt x="10398" y="4128"/>
                    <a:pt x="10524" y="4033"/>
                  </a:cubicBezTo>
                  <a:lnTo>
                    <a:pt x="7310" y="851"/>
                  </a:lnTo>
                  <a:cubicBezTo>
                    <a:pt x="6743" y="284"/>
                    <a:pt x="5987" y="1"/>
                    <a:pt x="52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85"/>
            <p:cNvSpPr/>
            <p:nvPr/>
          </p:nvSpPr>
          <p:spPr>
            <a:xfrm>
              <a:off x="-35831925" y="3635275"/>
              <a:ext cx="41775" cy="85075"/>
            </a:xfrm>
            <a:custGeom>
              <a:avLst/>
              <a:gdLst/>
              <a:ahLst/>
              <a:cxnLst/>
              <a:rect l="l" t="t" r="r" b="b"/>
              <a:pathLst>
                <a:path w="1671" h="3403" extrusionOk="0">
                  <a:moveTo>
                    <a:pt x="1671" y="0"/>
                  </a:moveTo>
                  <a:lnTo>
                    <a:pt x="1" y="1701"/>
                  </a:lnTo>
                  <a:lnTo>
                    <a:pt x="1671" y="3403"/>
                  </a:lnTo>
                  <a:lnTo>
                    <a:pt x="167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85"/>
            <p:cNvSpPr/>
            <p:nvPr/>
          </p:nvSpPr>
          <p:spPr>
            <a:xfrm>
              <a:off x="-35601150" y="3635275"/>
              <a:ext cx="43350" cy="85075"/>
            </a:xfrm>
            <a:custGeom>
              <a:avLst/>
              <a:gdLst/>
              <a:ahLst/>
              <a:cxnLst/>
              <a:rect l="l" t="t" r="r" b="b"/>
              <a:pathLst>
                <a:path w="1734" h="3403" extrusionOk="0">
                  <a:moveTo>
                    <a:pt x="1" y="0"/>
                  </a:moveTo>
                  <a:lnTo>
                    <a:pt x="1" y="3403"/>
                  </a:lnTo>
                  <a:lnTo>
                    <a:pt x="1734" y="170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85"/>
            <p:cNvSpPr/>
            <p:nvPr/>
          </p:nvSpPr>
          <p:spPr>
            <a:xfrm>
              <a:off x="-35750000" y="3561025"/>
              <a:ext cx="111075" cy="35675"/>
            </a:xfrm>
            <a:custGeom>
              <a:avLst/>
              <a:gdLst/>
              <a:ahLst/>
              <a:cxnLst/>
              <a:rect l="l" t="t" r="r" b="b"/>
              <a:pathLst>
                <a:path w="4443" h="1427" extrusionOk="0">
                  <a:moveTo>
                    <a:pt x="2182" y="1"/>
                  </a:moveTo>
                  <a:cubicBezTo>
                    <a:pt x="1686" y="1"/>
                    <a:pt x="1198" y="182"/>
                    <a:pt x="851" y="544"/>
                  </a:cubicBezTo>
                  <a:lnTo>
                    <a:pt x="0" y="1426"/>
                  </a:lnTo>
                  <a:lnTo>
                    <a:pt x="4443" y="1426"/>
                  </a:lnTo>
                  <a:lnTo>
                    <a:pt x="3560" y="544"/>
                  </a:lnTo>
                  <a:cubicBezTo>
                    <a:pt x="3182" y="182"/>
                    <a:pt x="2678" y="1"/>
                    <a:pt x="21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85"/>
            <p:cNvSpPr/>
            <p:nvPr/>
          </p:nvSpPr>
          <p:spPr>
            <a:xfrm>
              <a:off x="-35839800" y="3694325"/>
              <a:ext cx="72500" cy="143375"/>
            </a:xfrm>
            <a:custGeom>
              <a:avLst/>
              <a:gdLst/>
              <a:ahLst/>
              <a:cxnLst/>
              <a:rect l="l" t="t" r="r" b="b"/>
              <a:pathLst>
                <a:path w="2900" h="5735" extrusionOk="0">
                  <a:moveTo>
                    <a:pt x="1" y="1"/>
                  </a:moveTo>
                  <a:lnTo>
                    <a:pt x="1" y="5294"/>
                  </a:lnTo>
                  <a:cubicBezTo>
                    <a:pt x="1" y="5451"/>
                    <a:pt x="32" y="5609"/>
                    <a:pt x="95" y="5735"/>
                  </a:cubicBezTo>
                  <a:lnTo>
                    <a:pt x="2899" y="2899"/>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45" name="Google Shape;5945;p85"/>
          <p:cNvSpPr/>
          <p:nvPr/>
        </p:nvSpPr>
        <p:spPr>
          <a:xfrm>
            <a:off x="827834" y="2257004"/>
            <a:ext cx="355557" cy="353645"/>
          </a:xfrm>
          <a:custGeom>
            <a:avLst/>
            <a:gdLst/>
            <a:ahLst/>
            <a:cxnLst/>
            <a:rect l="l" t="t" r="r" b="b"/>
            <a:pathLst>
              <a:path w="11721" h="11658" extrusionOk="0">
                <a:moveTo>
                  <a:pt x="6144" y="2773"/>
                </a:moveTo>
                <a:cubicBezTo>
                  <a:pt x="7467" y="2868"/>
                  <a:pt x="8570" y="3813"/>
                  <a:pt x="8885" y="5042"/>
                </a:cubicBezTo>
                <a:cubicBezTo>
                  <a:pt x="8917" y="5231"/>
                  <a:pt x="8791" y="5388"/>
                  <a:pt x="8633" y="5483"/>
                </a:cubicBezTo>
                <a:cubicBezTo>
                  <a:pt x="8613" y="5486"/>
                  <a:pt x="8594" y="5487"/>
                  <a:pt x="8575" y="5487"/>
                </a:cubicBezTo>
                <a:cubicBezTo>
                  <a:pt x="8412" y="5487"/>
                  <a:pt x="8277" y="5372"/>
                  <a:pt x="8192" y="5231"/>
                </a:cubicBezTo>
                <a:cubicBezTo>
                  <a:pt x="7972" y="4254"/>
                  <a:pt x="7089" y="3561"/>
                  <a:pt x="6113" y="3466"/>
                </a:cubicBezTo>
                <a:cubicBezTo>
                  <a:pt x="5924" y="3466"/>
                  <a:pt x="5798" y="3277"/>
                  <a:pt x="5798" y="3120"/>
                </a:cubicBezTo>
                <a:cubicBezTo>
                  <a:pt x="5798" y="2868"/>
                  <a:pt x="5955" y="2773"/>
                  <a:pt x="6144" y="2773"/>
                </a:cubicBezTo>
                <a:close/>
                <a:moveTo>
                  <a:pt x="6222" y="1414"/>
                </a:moveTo>
                <a:cubicBezTo>
                  <a:pt x="6238" y="1414"/>
                  <a:pt x="6254" y="1416"/>
                  <a:pt x="6270" y="1418"/>
                </a:cubicBezTo>
                <a:cubicBezTo>
                  <a:pt x="8161" y="1576"/>
                  <a:pt x="9862" y="2962"/>
                  <a:pt x="10240" y="5136"/>
                </a:cubicBezTo>
                <a:cubicBezTo>
                  <a:pt x="10303" y="5325"/>
                  <a:pt x="10177" y="5483"/>
                  <a:pt x="9988" y="5514"/>
                </a:cubicBezTo>
                <a:cubicBezTo>
                  <a:pt x="9960" y="5518"/>
                  <a:pt x="9934" y="5520"/>
                  <a:pt x="9908" y="5520"/>
                </a:cubicBezTo>
                <a:cubicBezTo>
                  <a:pt x="9730" y="5520"/>
                  <a:pt x="9606" y="5424"/>
                  <a:pt x="9578" y="5231"/>
                </a:cubicBezTo>
                <a:cubicBezTo>
                  <a:pt x="9263" y="3466"/>
                  <a:pt x="7846" y="2238"/>
                  <a:pt x="6239" y="2143"/>
                </a:cubicBezTo>
                <a:cubicBezTo>
                  <a:pt x="6050" y="2143"/>
                  <a:pt x="5924" y="1923"/>
                  <a:pt x="5924" y="1765"/>
                </a:cubicBezTo>
                <a:cubicBezTo>
                  <a:pt x="5924" y="1563"/>
                  <a:pt x="6055" y="1414"/>
                  <a:pt x="6222" y="1414"/>
                </a:cubicBezTo>
                <a:close/>
                <a:moveTo>
                  <a:pt x="5907" y="4124"/>
                </a:moveTo>
                <a:cubicBezTo>
                  <a:pt x="5923" y="4124"/>
                  <a:pt x="5939" y="4125"/>
                  <a:pt x="5955" y="4128"/>
                </a:cubicBezTo>
                <a:cubicBezTo>
                  <a:pt x="6680" y="4191"/>
                  <a:pt x="7247" y="4663"/>
                  <a:pt x="7499" y="5325"/>
                </a:cubicBezTo>
                <a:cubicBezTo>
                  <a:pt x="7530" y="5514"/>
                  <a:pt x="7467" y="5672"/>
                  <a:pt x="7247" y="5766"/>
                </a:cubicBezTo>
                <a:cubicBezTo>
                  <a:pt x="7223" y="5770"/>
                  <a:pt x="7199" y="5772"/>
                  <a:pt x="7177" y="5772"/>
                </a:cubicBezTo>
                <a:cubicBezTo>
                  <a:pt x="7019" y="5772"/>
                  <a:pt x="6892" y="5679"/>
                  <a:pt x="6837" y="5514"/>
                </a:cubicBezTo>
                <a:cubicBezTo>
                  <a:pt x="6711" y="5136"/>
                  <a:pt x="6365" y="4852"/>
                  <a:pt x="5924" y="4821"/>
                </a:cubicBezTo>
                <a:cubicBezTo>
                  <a:pt x="5735" y="4821"/>
                  <a:pt x="5609" y="4663"/>
                  <a:pt x="5609" y="4443"/>
                </a:cubicBezTo>
                <a:cubicBezTo>
                  <a:pt x="5609" y="4270"/>
                  <a:pt x="5740" y="4124"/>
                  <a:pt x="5907" y="4124"/>
                </a:cubicBezTo>
                <a:close/>
                <a:moveTo>
                  <a:pt x="3385" y="3199"/>
                </a:moveTo>
                <a:cubicBezTo>
                  <a:pt x="3455" y="3199"/>
                  <a:pt x="3527" y="3225"/>
                  <a:pt x="3592" y="3277"/>
                </a:cubicBezTo>
                <a:lnTo>
                  <a:pt x="4695" y="4096"/>
                </a:lnTo>
                <a:cubicBezTo>
                  <a:pt x="4853" y="4222"/>
                  <a:pt x="4884" y="4411"/>
                  <a:pt x="4790" y="4569"/>
                </a:cubicBezTo>
                <a:lnTo>
                  <a:pt x="4159" y="5388"/>
                </a:lnTo>
                <a:lnTo>
                  <a:pt x="6869" y="7436"/>
                </a:lnTo>
                <a:lnTo>
                  <a:pt x="7499" y="6617"/>
                </a:lnTo>
                <a:cubicBezTo>
                  <a:pt x="7572" y="6525"/>
                  <a:pt x="7667" y="6476"/>
                  <a:pt x="7765" y="6476"/>
                </a:cubicBezTo>
                <a:cubicBezTo>
                  <a:pt x="7835" y="6476"/>
                  <a:pt x="7906" y="6501"/>
                  <a:pt x="7972" y="6554"/>
                </a:cubicBezTo>
                <a:lnTo>
                  <a:pt x="9074" y="7373"/>
                </a:lnTo>
                <a:cubicBezTo>
                  <a:pt x="9232" y="7499"/>
                  <a:pt x="9263" y="7688"/>
                  <a:pt x="9137" y="7845"/>
                </a:cubicBezTo>
                <a:lnTo>
                  <a:pt x="8507" y="8665"/>
                </a:lnTo>
                <a:cubicBezTo>
                  <a:pt x="8225" y="9022"/>
                  <a:pt x="7819" y="9211"/>
                  <a:pt x="7403" y="9211"/>
                </a:cubicBezTo>
                <a:cubicBezTo>
                  <a:pt x="7123" y="9211"/>
                  <a:pt x="6839" y="9126"/>
                  <a:pt x="6585" y="8948"/>
                </a:cubicBezTo>
                <a:lnTo>
                  <a:pt x="2773" y="6081"/>
                </a:lnTo>
                <a:cubicBezTo>
                  <a:pt x="2143" y="5672"/>
                  <a:pt x="2017" y="4821"/>
                  <a:pt x="2490" y="4191"/>
                </a:cubicBezTo>
                <a:lnTo>
                  <a:pt x="3120" y="3340"/>
                </a:lnTo>
                <a:cubicBezTo>
                  <a:pt x="3193" y="3248"/>
                  <a:pt x="3288" y="3199"/>
                  <a:pt x="3385" y="3199"/>
                </a:cubicBezTo>
                <a:close/>
                <a:moveTo>
                  <a:pt x="5829" y="1"/>
                </a:moveTo>
                <a:cubicBezTo>
                  <a:pt x="2647" y="1"/>
                  <a:pt x="1" y="2647"/>
                  <a:pt x="1" y="5829"/>
                </a:cubicBezTo>
                <a:cubicBezTo>
                  <a:pt x="64" y="9011"/>
                  <a:pt x="2647" y="11658"/>
                  <a:pt x="5892" y="11658"/>
                </a:cubicBezTo>
                <a:cubicBezTo>
                  <a:pt x="6900" y="11658"/>
                  <a:pt x="7940" y="11374"/>
                  <a:pt x="8822" y="10838"/>
                </a:cubicBezTo>
                <a:lnTo>
                  <a:pt x="11248" y="11626"/>
                </a:lnTo>
                <a:cubicBezTo>
                  <a:pt x="11272" y="11634"/>
                  <a:pt x="11299" y="11638"/>
                  <a:pt x="11329" y="11638"/>
                </a:cubicBezTo>
                <a:cubicBezTo>
                  <a:pt x="11417" y="11638"/>
                  <a:pt x="11524" y="11602"/>
                  <a:pt x="11595" y="11531"/>
                </a:cubicBezTo>
                <a:cubicBezTo>
                  <a:pt x="11658" y="11468"/>
                  <a:pt x="11721" y="11311"/>
                  <a:pt x="11658" y="11185"/>
                </a:cubicBezTo>
                <a:lnTo>
                  <a:pt x="10838" y="8791"/>
                </a:lnTo>
                <a:cubicBezTo>
                  <a:pt x="11406" y="7877"/>
                  <a:pt x="11658" y="6869"/>
                  <a:pt x="11658" y="5829"/>
                </a:cubicBezTo>
                <a:cubicBezTo>
                  <a:pt x="11658" y="2647"/>
                  <a:pt x="9043"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46" name="Google Shape;5946;p85"/>
          <p:cNvGrpSpPr/>
          <p:nvPr/>
        </p:nvGrpSpPr>
        <p:grpSpPr>
          <a:xfrm>
            <a:off x="3066955" y="1380546"/>
            <a:ext cx="353645" cy="353645"/>
            <a:chOff x="-34003850" y="3227275"/>
            <a:chExt cx="291450" cy="291450"/>
          </a:xfrm>
        </p:grpSpPr>
        <p:sp>
          <p:nvSpPr>
            <p:cNvPr id="5947" name="Google Shape;5947;p85"/>
            <p:cNvSpPr/>
            <p:nvPr/>
          </p:nvSpPr>
          <p:spPr>
            <a:xfrm>
              <a:off x="-33852625" y="3313925"/>
              <a:ext cx="128425" cy="49625"/>
            </a:xfrm>
            <a:custGeom>
              <a:avLst/>
              <a:gdLst/>
              <a:ahLst/>
              <a:cxnLst/>
              <a:rect l="l" t="t" r="r" b="b"/>
              <a:pathLst>
                <a:path w="5137" h="1985" extrusionOk="0">
                  <a:moveTo>
                    <a:pt x="473" y="0"/>
                  </a:moveTo>
                  <a:cubicBezTo>
                    <a:pt x="316" y="0"/>
                    <a:pt x="158" y="32"/>
                    <a:pt x="1" y="126"/>
                  </a:cubicBezTo>
                  <a:lnTo>
                    <a:pt x="2521" y="1985"/>
                  </a:lnTo>
                  <a:lnTo>
                    <a:pt x="5136" y="158"/>
                  </a:lnTo>
                  <a:cubicBezTo>
                    <a:pt x="4979" y="32"/>
                    <a:pt x="4790" y="0"/>
                    <a:pt x="45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85"/>
            <p:cNvSpPr/>
            <p:nvPr/>
          </p:nvSpPr>
          <p:spPr>
            <a:xfrm>
              <a:off x="-33866000" y="3328875"/>
              <a:ext cx="153600" cy="103200"/>
            </a:xfrm>
            <a:custGeom>
              <a:avLst/>
              <a:gdLst/>
              <a:ahLst/>
              <a:cxnLst/>
              <a:rect l="l" t="t" r="r" b="b"/>
              <a:pathLst>
                <a:path w="6144" h="4128" extrusionOk="0">
                  <a:moveTo>
                    <a:pt x="63" y="1"/>
                  </a:moveTo>
                  <a:cubicBezTo>
                    <a:pt x="32" y="127"/>
                    <a:pt x="0" y="284"/>
                    <a:pt x="0" y="379"/>
                  </a:cubicBezTo>
                  <a:lnTo>
                    <a:pt x="0" y="3120"/>
                  </a:lnTo>
                  <a:cubicBezTo>
                    <a:pt x="0" y="3655"/>
                    <a:pt x="473" y="4128"/>
                    <a:pt x="1040" y="4128"/>
                  </a:cubicBezTo>
                  <a:lnTo>
                    <a:pt x="5136" y="4128"/>
                  </a:lnTo>
                  <a:cubicBezTo>
                    <a:pt x="5671" y="4128"/>
                    <a:pt x="6144" y="3655"/>
                    <a:pt x="6144" y="3120"/>
                  </a:cubicBezTo>
                  <a:lnTo>
                    <a:pt x="6144" y="379"/>
                  </a:lnTo>
                  <a:cubicBezTo>
                    <a:pt x="6144" y="284"/>
                    <a:pt x="6112" y="190"/>
                    <a:pt x="6112" y="64"/>
                  </a:cubicBezTo>
                  <a:lnTo>
                    <a:pt x="3277" y="2048"/>
                  </a:lnTo>
                  <a:cubicBezTo>
                    <a:pt x="3214" y="2080"/>
                    <a:pt x="3151" y="2080"/>
                    <a:pt x="3056" y="2080"/>
                  </a:cubicBezTo>
                  <a:cubicBezTo>
                    <a:pt x="2993" y="2080"/>
                    <a:pt x="2962" y="2080"/>
                    <a:pt x="2867" y="2048"/>
                  </a:cubicBezTo>
                  <a:lnTo>
                    <a:pt x="6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9" name="Google Shape;5949;p85"/>
            <p:cNvSpPr/>
            <p:nvPr/>
          </p:nvSpPr>
          <p:spPr>
            <a:xfrm>
              <a:off x="-34003850" y="3279250"/>
              <a:ext cx="189050" cy="188275"/>
            </a:xfrm>
            <a:custGeom>
              <a:avLst/>
              <a:gdLst/>
              <a:ahLst/>
              <a:cxnLst/>
              <a:rect l="l" t="t" r="r" b="b"/>
              <a:pathLst>
                <a:path w="7562" h="7531" extrusionOk="0">
                  <a:moveTo>
                    <a:pt x="3781" y="2017"/>
                  </a:moveTo>
                  <a:cubicBezTo>
                    <a:pt x="3970" y="2017"/>
                    <a:pt x="4128" y="2175"/>
                    <a:pt x="4128" y="2364"/>
                  </a:cubicBezTo>
                  <a:cubicBezTo>
                    <a:pt x="4128" y="2584"/>
                    <a:pt x="3970" y="2742"/>
                    <a:pt x="3781" y="2742"/>
                  </a:cubicBezTo>
                  <a:lnTo>
                    <a:pt x="1702" y="2742"/>
                  </a:lnTo>
                  <a:cubicBezTo>
                    <a:pt x="1482" y="2742"/>
                    <a:pt x="1324" y="2584"/>
                    <a:pt x="1324" y="2364"/>
                  </a:cubicBezTo>
                  <a:cubicBezTo>
                    <a:pt x="1324" y="2175"/>
                    <a:pt x="1482" y="2017"/>
                    <a:pt x="1702" y="2017"/>
                  </a:cubicBezTo>
                  <a:close/>
                  <a:moveTo>
                    <a:pt x="3057" y="3403"/>
                  </a:moveTo>
                  <a:cubicBezTo>
                    <a:pt x="3277" y="3403"/>
                    <a:pt x="3435" y="3561"/>
                    <a:pt x="3435" y="3750"/>
                  </a:cubicBezTo>
                  <a:cubicBezTo>
                    <a:pt x="3466" y="3939"/>
                    <a:pt x="3277" y="4096"/>
                    <a:pt x="3057" y="4096"/>
                  </a:cubicBezTo>
                  <a:lnTo>
                    <a:pt x="1702" y="4096"/>
                  </a:lnTo>
                  <a:cubicBezTo>
                    <a:pt x="1482" y="4096"/>
                    <a:pt x="1324" y="3939"/>
                    <a:pt x="1324" y="3750"/>
                  </a:cubicBezTo>
                  <a:cubicBezTo>
                    <a:pt x="1324" y="3561"/>
                    <a:pt x="1482" y="3403"/>
                    <a:pt x="1702" y="3403"/>
                  </a:cubicBezTo>
                  <a:close/>
                  <a:moveTo>
                    <a:pt x="2395" y="4790"/>
                  </a:moveTo>
                  <a:cubicBezTo>
                    <a:pt x="2584" y="4790"/>
                    <a:pt x="2742" y="4947"/>
                    <a:pt x="2742" y="5136"/>
                  </a:cubicBezTo>
                  <a:cubicBezTo>
                    <a:pt x="2742" y="5325"/>
                    <a:pt x="2584" y="5483"/>
                    <a:pt x="2395" y="5483"/>
                  </a:cubicBezTo>
                  <a:lnTo>
                    <a:pt x="1702" y="5483"/>
                  </a:lnTo>
                  <a:cubicBezTo>
                    <a:pt x="1482" y="5483"/>
                    <a:pt x="1324" y="5325"/>
                    <a:pt x="1324" y="5136"/>
                  </a:cubicBezTo>
                  <a:cubicBezTo>
                    <a:pt x="1324" y="4947"/>
                    <a:pt x="1482" y="4790"/>
                    <a:pt x="1702" y="4790"/>
                  </a:cubicBezTo>
                  <a:close/>
                  <a:moveTo>
                    <a:pt x="1" y="1"/>
                  </a:moveTo>
                  <a:lnTo>
                    <a:pt x="1" y="7530"/>
                  </a:lnTo>
                  <a:lnTo>
                    <a:pt x="7562" y="7530"/>
                  </a:lnTo>
                  <a:lnTo>
                    <a:pt x="7562" y="6837"/>
                  </a:lnTo>
                  <a:lnTo>
                    <a:pt x="6522" y="6837"/>
                  </a:lnTo>
                  <a:cubicBezTo>
                    <a:pt x="5577" y="6837"/>
                    <a:pt x="4853" y="6081"/>
                    <a:pt x="4853" y="5136"/>
                  </a:cubicBezTo>
                  <a:lnTo>
                    <a:pt x="4853" y="2395"/>
                  </a:lnTo>
                  <a:cubicBezTo>
                    <a:pt x="4853" y="1450"/>
                    <a:pt x="5577" y="725"/>
                    <a:pt x="6522" y="725"/>
                  </a:cubicBezTo>
                  <a:lnTo>
                    <a:pt x="7562" y="725"/>
                  </a:lnTo>
                  <a:lnTo>
                    <a:pt x="75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85"/>
            <p:cNvSpPr/>
            <p:nvPr/>
          </p:nvSpPr>
          <p:spPr>
            <a:xfrm>
              <a:off x="-34003850" y="3227275"/>
              <a:ext cx="189050" cy="34675"/>
            </a:xfrm>
            <a:custGeom>
              <a:avLst/>
              <a:gdLst/>
              <a:ahLst/>
              <a:cxnLst/>
              <a:rect l="l" t="t" r="r" b="b"/>
              <a:pathLst>
                <a:path w="7562" h="1387" extrusionOk="0">
                  <a:moveTo>
                    <a:pt x="1009" y="1"/>
                  </a:moveTo>
                  <a:cubicBezTo>
                    <a:pt x="473" y="1"/>
                    <a:pt x="1" y="473"/>
                    <a:pt x="1" y="1040"/>
                  </a:cubicBezTo>
                  <a:lnTo>
                    <a:pt x="1" y="1387"/>
                  </a:lnTo>
                  <a:lnTo>
                    <a:pt x="7562" y="1387"/>
                  </a:lnTo>
                  <a:lnTo>
                    <a:pt x="7562" y="1040"/>
                  </a:lnTo>
                  <a:cubicBezTo>
                    <a:pt x="7562" y="473"/>
                    <a:pt x="7089" y="1"/>
                    <a:pt x="6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85"/>
            <p:cNvSpPr/>
            <p:nvPr/>
          </p:nvSpPr>
          <p:spPr>
            <a:xfrm>
              <a:off x="-34003850" y="3484050"/>
              <a:ext cx="189050" cy="34675"/>
            </a:xfrm>
            <a:custGeom>
              <a:avLst/>
              <a:gdLst/>
              <a:ahLst/>
              <a:cxnLst/>
              <a:rect l="l" t="t" r="r" b="b"/>
              <a:pathLst>
                <a:path w="7562" h="1387" extrusionOk="0">
                  <a:moveTo>
                    <a:pt x="1" y="0"/>
                  </a:moveTo>
                  <a:lnTo>
                    <a:pt x="1" y="347"/>
                  </a:lnTo>
                  <a:cubicBezTo>
                    <a:pt x="1" y="945"/>
                    <a:pt x="442" y="1386"/>
                    <a:pt x="1009" y="1386"/>
                  </a:cubicBezTo>
                  <a:lnTo>
                    <a:pt x="6522" y="1386"/>
                  </a:lnTo>
                  <a:cubicBezTo>
                    <a:pt x="7089" y="1386"/>
                    <a:pt x="7562" y="914"/>
                    <a:pt x="7562" y="347"/>
                  </a:cubicBezTo>
                  <a:lnTo>
                    <a:pt x="75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2" name="Google Shape;5952;p85"/>
          <p:cNvGrpSpPr/>
          <p:nvPr/>
        </p:nvGrpSpPr>
        <p:grpSpPr>
          <a:xfrm>
            <a:off x="3066485" y="1821238"/>
            <a:ext cx="354586" cy="354343"/>
            <a:chOff x="-34004625" y="3585850"/>
            <a:chExt cx="292225" cy="292025"/>
          </a:xfrm>
        </p:grpSpPr>
        <p:sp>
          <p:nvSpPr>
            <p:cNvPr id="5953" name="Google Shape;5953;p85"/>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85"/>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85"/>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85"/>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85"/>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8" name="Google Shape;5958;p85"/>
          <p:cNvGrpSpPr/>
          <p:nvPr/>
        </p:nvGrpSpPr>
        <p:grpSpPr>
          <a:xfrm>
            <a:off x="3066000" y="2256439"/>
            <a:ext cx="355557" cy="354616"/>
            <a:chOff x="-34005425" y="3945575"/>
            <a:chExt cx="293025" cy="292250"/>
          </a:xfrm>
        </p:grpSpPr>
        <p:sp>
          <p:nvSpPr>
            <p:cNvPr id="5959" name="Google Shape;5959;p85"/>
            <p:cNvSpPr/>
            <p:nvPr/>
          </p:nvSpPr>
          <p:spPr>
            <a:xfrm>
              <a:off x="-33952650" y="3998350"/>
              <a:ext cx="186700" cy="186700"/>
            </a:xfrm>
            <a:custGeom>
              <a:avLst/>
              <a:gdLst/>
              <a:ahLst/>
              <a:cxnLst/>
              <a:rect l="l" t="t" r="r" b="b"/>
              <a:pathLst>
                <a:path w="7468" h="7468" extrusionOk="0">
                  <a:moveTo>
                    <a:pt x="5861" y="2017"/>
                  </a:moveTo>
                  <a:cubicBezTo>
                    <a:pt x="6050" y="2017"/>
                    <a:pt x="6207" y="2143"/>
                    <a:pt x="6207" y="2364"/>
                  </a:cubicBezTo>
                  <a:lnTo>
                    <a:pt x="6207" y="3750"/>
                  </a:lnTo>
                  <a:lnTo>
                    <a:pt x="6207" y="5104"/>
                  </a:lnTo>
                  <a:cubicBezTo>
                    <a:pt x="6207" y="5325"/>
                    <a:pt x="6050" y="5451"/>
                    <a:pt x="5861" y="5451"/>
                  </a:cubicBezTo>
                  <a:cubicBezTo>
                    <a:pt x="5672" y="5451"/>
                    <a:pt x="5514" y="5325"/>
                    <a:pt x="5514" y="5104"/>
                  </a:cubicBezTo>
                  <a:lnTo>
                    <a:pt x="5514" y="4096"/>
                  </a:lnTo>
                  <a:lnTo>
                    <a:pt x="4474" y="4096"/>
                  </a:lnTo>
                  <a:cubicBezTo>
                    <a:pt x="4285" y="4096"/>
                    <a:pt x="4128" y="3939"/>
                    <a:pt x="4128" y="3750"/>
                  </a:cubicBezTo>
                  <a:lnTo>
                    <a:pt x="4128" y="2364"/>
                  </a:lnTo>
                  <a:cubicBezTo>
                    <a:pt x="4128" y="2143"/>
                    <a:pt x="4285" y="2017"/>
                    <a:pt x="4474" y="2017"/>
                  </a:cubicBezTo>
                  <a:cubicBezTo>
                    <a:pt x="4695" y="2017"/>
                    <a:pt x="4852" y="2143"/>
                    <a:pt x="4852" y="2364"/>
                  </a:cubicBezTo>
                  <a:lnTo>
                    <a:pt x="4852" y="3372"/>
                  </a:lnTo>
                  <a:lnTo>
                    <a:pt x="5514" y="3372"/>
                  </a:lnTo>
                  <a:lnTo>
                    <a:pt x="5514" y="2364"/>
                  </a:lnTo>
                  <a:cubicBezTo>
                    <a:pt x="5514" y="2143"/>
                    <a:pt x="5672" y="2017"/>
                    <a:pt x="5861" y="2017"/>
                  </a:cubicBezTo>
                  <a:close/>
                  <a:moveTo>
                    <a:pt x="2332" y="2017"/>
                  </a:moveTo>
                  <a:cubicBezTo>
                    <a:pt x="2868" y="2017"/>
                    <a:pt x="3340" y="2490"/>
                    <a:pt x="3340" y="3025"/>
                  </a:cubicBezTo>
                  <a:lnTo>
                    <a:pt x="3340" y="3309"/>
                  </a:lnTo>
                  <a:lnTo>
                    <a:pt x="3435" y="3309"/>
                  </a:lnTo>
                  <a:cubicBezTo>
                    <a:pt x="3435" y="3687"/>
                    <a:pt x="3183" y="4065"/>
                    <a:pt x="2868" y="4222"/>
                  </a:cubicBezTo>
                  <a:lnTo>
                    <a:pt x="2238" y="4537"/>
                  </a:lnTo>
                  <a:cubicBezTo>
                    <a:pt x="2175" y="4569"/>
                    <a:pt x="2080" y="4632"/>
                    <a:pt x="2049" y="4758"/>
                  </a:cubicBezTo>
                  <a:lnTo>
                    <a:pt x="3057" y="4758"/>
                  </a:lnTo>
                  <a:cubicBezTo>
                    <a:pt x="3277" y="4758"/>
                    <a:pt x="3435" y="4915"/>
                    <a:pt x="3435" y="5104"/>
                  </a:cubicBezTo>
                  <a:cubicBezTo>
                    <a:pt x="3435" y="5325"/>
                    <a:pt x="3277" y="5483"/>
                    <a:pt x="3057" y="5483"/>
                  </a:cubicBezTo>
                  <a:lnTo>
                    <a:pt x="1702" y="5483"/>
                  </a:lnTo>
                  <a:cubicBezTo>
                    <a:pt x="1481" y="5483"/>
                    <a:pt x="1324" y="5325"/>
                    <a:pt x="1324" y="5104"/>
                  </a:cubicBezTo>
                  <a:lnTo>
                    <a:pt x="1324" y="4852"/>
                  </a:lnTo>
                  <a:cubicBezTo>
                    <a:pt x="1324" y="4443"/>
                    <a:pt x="1576" y="4096"/>
                    <a:pt x="1891" y="3939"/>
                  </a:cubicBezTo>
                  <a:lnTo>
                    <a:pt x="2521" y="3624"/>
                  </a:lnTo>
                  <a:cubicBezTo>
                    <a:pt x="2647" y="3592"/>
                    <a:pt x="2710" y="3466"/>
                    <a:pt x="2710" y="3309"/>
                  </a:cubicBezTo>
                  <a:lnTo>
                    <a:pt x="2710" y="3025"/>
                  </a:lnTo>
                  <a:cubicBezTo>
                    <a:pt x="2710" y="2836"/>
                    <a:pt x="2553" y="2679"/>
                    <a:pt x="2364" y="2679"/>
                  </a:cubicBezTo>
                  <a:cubicBezTo>
                    <a:pt x="2175" y="2679"/>
                    <a:pt x="2017" y="2836"/>
                    <a:pt x="2017" y="3025"/>
                  </a:cubicBezTo>
                  <a:cubicBezTo>
                    <a:pt x="2017" y="3214"/>
                    <a:pt x="1859" y="3372"/>
                    <a:pt x="1639" y="3372"/>
                  </a:cubicBezTo>
                  <a:cubicBezTo>
                    <a:pt x="1450" y="3372"/>
                    <a:pt x="1292" y="3214"/>
                    <a:pt x="1292" y="3025"/>
                  </a:cubicBezTo>
                  <a:cubicBezTo>
                    <a:pt x="1292" y="2490"/>
                    <a:pt x="1765" y="2017"/>
                    <a:pt x="2332" y="2017"/>
                  </a:cubicBezTo>
                  <a:close/>
                  <a:moveTo>
                    <a:pt x="3214" y="1"/>
                  </a:moveTo>
                  <a:cubicBezTo>
                    <a:pt x="3214" y="127"/>
                    <a:pt x="3183" y="284"/>
                    <a:pt x="3120" y="379"/>
                  </a:cubicBezTo>
                  <a:cubicBezTo>
                    <a:pt x="2962" y="662"/>
                    <a:pt x="2679" y="914"/>
                    <a:pt x="2364" y="946"/>
                  </a:cubicBezTo>
                  <a:lnTo>
                    <a:pt x="1009" y="1135"/>
                  </a:lnTo>
                  <a:cubicBezTo>
                    <a:pt x="473" y="1733"/>
                    <a:pt x="64" y="2521"/>
                    <a:pt x="1" y="3372"/>
                  </a:cubicBezTo>
                  <a:lnTo>
                    <a:pt x="316" y="3372"/>
                  </a:lnTo>
                  <a:cubicBezTo>
                    <a:pt x="505" y="3372"/>
                    <a:pt x="662" y="3529"/>
                    <a:pt x="662" y="3750"/>
                  </a:cubicBezTo>
                  <a:cubicBezTo>
                    <a:pt x="662" y="3939"/>
                    <a:pt x="505" y="4096"/>
                    <a:pt x="316" y="4096"/>
                  </a:cubicBezTo>
                  <a:lnTo>
                    <a:pt x="1" y="4096"/>
                  </a:lnTo>
                  <a:cubicBezTo>
                    <a:pt x="158" y="5892"/>
                    <a:pt x="1607" y="7310"/>
                    <a:pt x="3372" y="7467"/>
                  </a:cubicBezTo>
                  <a:lnTo>
                    <a:pt x="3372" y="7121"/>
                  </a:lnTo>
                  <a:cubicBezTo>
                    <a:pt x="3372" y="6932"/>
                    <a:pt x="3529" y="6774"/>
                    <a:pt x="3750" y="6774"/>
                  </a:cubicBezTo>
                  <a:cubicBezTo>
                    <a:pt x="3939" y="6774"/>
                    <a:pt x="4096" y="6932"/>
                    <a:pt x="4096" y="7121"/>
                  </a:cubicBezTo>
                  <a:lnTo>
                    <a:pt x="4096" y="7436"/>
                  </a:lnTo>
                  <a:lnTo>
                    <a:pt x="4254" y="7436"/>
                  </a:lnTo>
                  <a:cubicBezTo>
                    <a:pt x="4254" y="7373"/>
                    <a:pt x="4285" y="7278"/>
                    <a:pt x="4317" y="7215"/>
                  </a:cubicBezTo>
                  <a:cubicBezTo>
                    <a:pt x="4443" y="6900"/>
                    <a:pt x="4758" y="6648"/>
                    <a:pt x="5073" y="6617"/>
                  </a:cubicBezTo>
                  <a:lnTo>
                    <a:pt x="6491" y="6333"/>
                  </a:lnTo>
                  <a:cubicBezTo>
                    <a:pt x="7089" y="5703"/>
                    <a:pt x="7404" y="5010"/>
                    <a:pt x="7467" y="4096"/>
                  </a:cubicBezTo>
                  <a:lnTo>
                    <a:pt x="7152" y="4096"/>
                  </a:lnTo>
                  <a:cubicBezTo>
                    <a:pt x="6963" y="4096"/>
                    <a:pt x="6806" y="3939"/>
                    <a:pt x="6806" y="3750"/>
                  </a:cubicBezTo>
                  <a:cubicBezTo>
                    <a:pt x="6806" y="3529"/>
                    <a:pt x="6963" y="3372"/>
                    <a:pt x="7152" y="3372"/>
                  </a:cubicBezTo>
                  <a:lnTo>
                    <a:pt x="7467" y="3372"/>
                  </a:lnTo>
                  <a:cubicBezTo>
                    <a:pt x="7310" y="1576"/>
                    <a:pt x="5861" y="158"/>
                    <a:pt x="4096" y="1"/>
                  </a:cubicBezTo>
                  <a:lnTo>
                    <a:pt x="4096" y="316"/>
                  </a:lnTo>
                  <a:cubicBezTo>
                    <a:pt x="4096" y="505"/>
                    <a:pt x="3939" y="662"/>
                    <a:pt x="3750" y="662"/>
                  </a:cubicBezTo>
                  <a:cubicBezTo>
                    <a:pt x="3529" y="662"/>
                    <a:pt x="3372" y="505"/>
                    <a:pt x="3372" y="316"/>
                  </a:cubicBezTo>
                  <a:lnTo>
                    <a:pt x="3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85"/>
            <p:cNvSpPr/>
            <p:nvPr/>
          </p:nvSpPr>
          <p:spPr>
            <a:xfrm>
              <a:off x="-33944775" y="3945575"/>
              <a:ext cx="232375" cy="247350"/>
            </a:xfrm>
            <a:custGeom>
              <a:avLst/>
              <a:gdLst/>
              <a:ahLst/>
              <a:cxnLst/>
              <a:rect l="l" t="t" r="r" b="b"/>
              <a:pathLst>
                <a:path w="9295" h="9894" extrusionOk="0">
                  <a:moveTo>
                    <a:pt x="3466" y="1"/>
                  </a:moveTo>
                  <a:cubicBezTo>
                    <a:pt x="2490" y="1"/>
                    <a:pt x="1450" y="316"/>
                    <a:pt x="1103" y="536"/>
                  </a:cubicBezTo>
                  <a:lnTo>
                    <a:pt x="1040" y="410"/>
                  </a:lnTo>
                  <a:cubicBezTo>
                    <a:pt x="970" y="340"/>
                    <a:pt x="881" y="304"/>
                    <a:pt x="788" y="304"/>
                  </a:cubicBezTo>
                  <a:cubicBezTo>
                    <a:pt x="757" y="304"/>
                    <a:pt x="725" y="308"/>
                    <a:pt x="694" y="316"/>
                  </a:cubicBezTo>
                  <a:cubicBezTo>
                    <a:pt x="599" y="379"/>
                    <a:pt x="505" y="473"/>
                    <a:pt x="473" y="568"/>
                  </a:cubicBezTo>
                  <a:cubicBezTo>
                    <a:pt x="347" y="1041"/>
                    <a:pt x="442" y="726"/>
                    <a:pt x="32" y="2143"/>
                  </a:cubicBezTo>
                  <a:cubicBezTo>
                    <a:pt x="1" y="2269"/>
                    <a:pt x="32" y="2395"/>
                    <a:pt x="127" y="2458"/>
                  </a:cubicBezTo>
                  <a:cubicBezTo>
                    <a:pt x="253" y="2584"/>
                    <a:pt x="316" y="2584"/>
                    <a:pt x="473" y="2584"/>
                  </a:cubicBezTo>
                  <a:lnTo>
                    <a:pt x="2049" y="2332"/>
                  </a:lnTo>
                  <a:cubicBezTo>
                    <a:pt x="2238" y="2301"/>
                    <a:pt x="2395" y="2080"/>
                    <a:pt x="2332" y="1860"/>
                  </a:cubicBezTo>
                  <a:lnTo>
                    <a:pt x="2206" y="1545"/>
                  </a:lnTo>
                  <a:cubicBezTo>
                    <a:pt x="2647" y="1450"/>
                    <a:pt x="3057" y="1356"/>
                    <a:pt x="3529" y="1356"/>
                  </a:cubicBezTo>
                  <a:cubicBezTo>
                    <a:pt x="5987" y="1356"/>
                    <a:pt x="8003" y="3372"/>
                    <a:pt x="8003" y="5798"/>
                  </a:cubicBezTo>
                  <a:cubicBezTo>
                    <a:pt x="8003" y="6806"/>
                    <a:pt x="7688" y="7657"/>
                    <a:pt x="7152" y="8413"/>
                  </a:cubicBezTo>
                  <a:cubicBezTo>
                    <a:pt x="7278" y="8444"/>
                    <a:pt x="7404" y="8539"/>
                    <a:pt x="7530" y="8633"/>
                  </a:cubicBezTo>
                  <a:cubicBezTo>
                    <a:pt x="7751" y="8885"/>
                    <a:pt x="7845" y="9232"/>
                    <a:pt x="7751" y="9578"/>
                  </a:cubicBezTo>
                  <a:lnTo>
                    <a:pt x="7593" y="9893"/>
                  </a:lnTo>
                  <a:cubicBezTo>
                    <a:pt x="8633" y="8854"/>
                    <a:pt x="9295" y="7436"/>
                    <a:pt x="9295" y="5861"/>
                  </a:cubicBezTo>
                  <a:cubicBezTo>
                    <a:pt x="9295" y="2616"/>
                    <a:pt x="6648"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85"/>
            <p:cNvSpPr/>
            <p:nvPr/>
          </p:nvSpPr>
          <p:spPr>
            <a:xfrm>
              <a:off x="-34005425" y="3987325"/>
              <a:ext cx="237100" cy="250500"/>
            </a:xfrm>
            <a:custGeom>
              <a:avLst/>
              <a:gdLst/>
              <a:ahLst/>
              <a:cxnLst/>
              <a:rect l="l" t="t" r="r" b="b"/>
              <a:pathLst>
                <a:path w="9484" h="10020" extrusionOk="0">
                  <a:moveTo>
                    <a:pt x="1797" y="1"/>
                  </a:moveTo>
                  <a:lnTo>
                    <a:pt x="1797" y="1"/>
                  </a:lnTo>
                  <a:cubicBezTo>
                    <a:pt x="694" y="1072"/>
                    <a:pt x="1" y="2521"/>
                    <a:pt x="1" y="4191"/>
                  </a:cubicBezTo>
                  <a:cubicBezTo>
                    <a:pt x="64" y="7373"/>
                    <a:pt x="2647" y="10019"/>
                    <a:pt x="5892" y="10019"/>
                  </a:cubicBezTo>
                  <a:cubicBezTo>
                    <a:pt x="6239" y="10019"/>
                    <a:pt x="7972" y="9736"/>
                    <a:pt x="8224" y="9547"/>
                  </a:cubicBezTo>
                  <a:cubicBezTo>
                    <a:pt x="8255" y="9547"/>
                    <a:pt x="8287" y="9484"/>
                    <a:pt x="8350" y="9484"/>
                  </a:cubicBezTo>
                  <a:lnTo>
                    <a:pt x="8507" y="9641"/>
                  </a:lnTo>
                  <a:cubicBezTo>
                    <a:pt x="8576" y="9710"/>
                    <a:pt x="8661" y="9741"/>
                    <a:pt x="8743" y="9741"/>
                  </a:cubicBezTo>
                  <a:cubicBezTo>
                    <a:pt x="8887" y="9741"/>
                    <a:pt x="9023" y="9644"/>
                    <a:pt x="9043" y="9484"/>
                  </a:cubicBezTo>
                  <a:lnTo>
                    <a:pt x="9169" y="9011"/>
                  </a:lnTo>
                  <a:lnTo>
                    <a:pt x="9452" y="7814"/>
                  </a:lnTo>
                  <a:cubicBezTo>
                    <a:pt x="9484" y="7688"/>
                    <a:pt x="9452" y="7562"/>
                    <a:pt x="9358" y="7467"/>
                  </a:cubicBezTo>
                  <a:cubicBezTo>
                    <a:pt x="9278" y="7407"/>
                    <a:pt x="9211" y="7385"/>
                    <a:pt x="9132" y="7385"/>
                  </a:cubicBezTo>
                  <a:cubicBezTo>
                    <a:pt x="9087" y="7385"/>
                    <a:pt x="9037" y="7393"/>
                    <a:pt x="8980" y="7404"/>
                  </a:cubicBezTo>
                  <a:lnTo>
                    <a:pt x="7310" y="7719"/>
                  </a:lnTo>
                  <a:cubicBezTo>
                    <a:pt x="7089" y="7751"/>
                    <a:pt x="6963" y="8034"/>
                    <a:pt x="7089" y="8223"/>
                  </a:cubicBezTo>
                  <a:lnTo>
                    <a:pt x="7184" y="8444"/>
                  </a:lnTo>
                  <a:cubicBezTo>
                    <a:pt x="6774" y="8538"/>
                    <a:pt x="6333" y="8633"/>
                    <a:pt x="5861" y="8633"/>
                  </a:cubicBezTo>
                  <a:cubicBezTo>
                    <a:pt x="3403" y="8633"/>
                    <a:pt x="1419" y="6648"/>
                    <a:pt x="1419" y="4191"/>
                  </a:cubicBezTo>
                  <a:cubicBezTo>
                    <a:pt x="1419" y="3183"/>
                    <a:pt x="1734" y="2269"/>
                    <a:pt x="2269" y="1544"/>
                  </a:cubicBezTo>
                  <a:cubicBezTo>
                    <a:pt x="2143" y="1481"/>
                    <a:pt x="2049" y="1418"/>
                    <a:pt x="1954" y="1292"/>
                  </a:cubicBezTo>
                  <a:cubicBezTo>
                    <a:pt x="1734" y="1009"/>
                    <a:pt x="1639" y="662"/>
                    <a:pt x="1734" y="316"/>
                  </a:cubicBezTo>
                  <a:lnTo>
                    <a:pt x="179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2" name="Google Shape;5962;p85"/>
          <p:cNvGrpSpPr/>
          <p:nvPr/>
        </p:nvGrpSpPr>
        <p:grpSpPr>
          <a:xfrm>
            <a:off x="1713099" y="2729615"/>
            <a:ext cx="358408" cy="355557"/>
            <a:chOff x="-32174975" y="3192625"/>
            <a:chExt cx="295375" cy="293025"/>
          </a:xfrm>
        </p:grpSpPr>
        <p:sp>
          <p:nvSpPr>
            <p:cNvPr id="5963" name="Google Shape;5963;p85"/>
            <p:cNvSpPr/>
            <p:nvPr/>
          </p:nvSpPr>
          <p:spPr>
            <a:xfrm>
              <a:off x="-32171050" y="3279250"/>
              <a:ext cx="291450" cy="153625"/>
            </a:xfrm>
            <a:custGeom>
              <a:avLst/>
              <a:gdLst/>
              <a:ahLst/>
              <a:cxnLst/>
              <a:rect l="l" t="t" r="r" b="b"/>
              <a:pathLst>
                <a:path w="11658" h="6145" extrusionOk="0">
                  <a:moveTo>
                    <a:pt x="5829" y="694"/>
                  </a:moveTo>
                  <a:cubicBezTo>
                    <a:pt x="7184" y="694"/>
                    <a:pt x="8255" y="1734"/>
                    <a:pt x="8255" y="3088"/>
                  </a:cubicBezTo>
                  <a:cubicBezTo>
                    <a:pt x="8255" y="4412"/>
                    <a:pt x="7153" y="5483"/>
                    <a:pt x="5829" y="5483"/>
                  </a:cubicBezTo>
                  <a:cubicBezTo>
                    <a:pt x="4506" y="5483"/>
                    <a:pt x="3435" y="4412"/>
                    <a:pt x="3435" y="3088"/>
                  </a:cubicBezTo>
                  <a:cubicBezTo>
                    <a:pt x="3435" y="1734"/>
                    <a:pt x="4506" y="694"/>
                    <a:pt x="5829" y="694"/>
                  </a:cubicBezTo>
                  <a:close/>
                  <a:moveTo>
                    <a:pt x="1" y="1"/>
                  </a:moveTo>
                  <a:lnTo>
                    <a:pt x="1" y="6144"/>
                  </a:lnTo>
                  <a:lnTo>
                    <a:pt x="11658" y="6144"/>
                  </a:lnTo>
                  <a:lnTo>
                    <a:pt x="116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85"/>
            <p:cNvSpPr/>
            <p:nvPr/>
          </p:nvSpPr>
          <p:spPr>
            <a:xfrm>
              <a:off x="-32067075" y="3313925"/>
              <a:ext cx="84300" cy="85075"/>
            </a:xfrm>
            <a:custGeom>
              <a:avLst/>
              <a:gdLst/>
              <a:ahLst/>
              <a:cxnLst/>
              <a:rect l="l" t="t" r="r" b="b"/>
              <a:pathLst>
                <a:path w="3372" h="3403" extrusionOk="0">
                  <a:moveTo>
                    <a:pt x="1670" y="662"/>
                  </a:moveTo>
                  <a:cubicBezTo>
                    <a:pt x="1891" y="662"/>
                    <a:pt x="2048" y="819"/>
                    <a:pt x="2048" y="1040"/>
                  </a:cubicBezTo>
                  <a:lnTo>
                    <a:pt x="2048" y="1386"/>
                  </a:lnTo>
                  <a:lnTo>
                    <a:pt x="2395" y="1386"/>
                  </a:lnTo>
                  <a:cubicBezTo>
                    <a:pt x="2584" y="1386"/>
                    <a:pt x="2741" y="1544"/>
                    <a:pt x="2741" y="1733"/>
                  </a:cubicBezTo>
                  <a:cubicBezTo>
                    <a:pt x="2710" y="1890"/>
                    <a:pt x="2552" y="2048"/>
                    <a:pt x="2363" y="2048"/>
                  </a:cubicBezTo>
                  <a:lnTo>
                    <a:pt x="1670" y="2048"/>
                  </a:lnTo>
                  <a:cubicBezTo>
                    <a:pt x="1481" y="2048"/>
                    <a:pt x="1324" y="1890"/>
                    <a:pt x="1324" y="1701"/>
                  </a:cubicBezTo>
                  <a:lnTo>
                    <a:pt x="1324" y="1040"/>
                  </a:lnTo>
                  <a:cubicBezTo>
                    <a:pt x="1324" y="819"/>
                    <a:pt x="1481" y="662"/>
                    <a:pt x="1670" y="662"/>
                  </a:cubicBezTo>
                  <a:close/>
                  <a:moveTo>
                    <a:pt x="1670" y="0"/>
                  </a:moveTo>
                  <a:cubicBezTo>
                    <a:pt x="725" y="0"/>
                    <a:pt x="1" y="756"/>
                    <a:pt x="1" y="1701"/>
                  </a:cubicBezTo>
                  <a:cubicBezTo>
                    <a:pt x="1" y="2646"/>
                    <a:pt x="725" y="3403"/>
                    <a:pt x="1670" y="3403"/>
                  </a:cubicBezTo>
                  <a:cubicBezTo>
                    <a:pt x="2615" y="3403"/>
                    <a:pt x="3372" y="2646"/>
                    <a:pt x="3372" y="1701"/>
                  </a:cubicBezTo>
                  <a:cubicBezTo>
                    <a:pt x="3372" y="756"/>
                    <a:pt x="2615"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85"/>
            <p:cNvSpPr/>
            <p:nvPr/>
          </p:nvSpPr>
          <p:spPr>
            <a:xfrm>
              <a:off x="-32171050" y="3450950"/>
              <a:ext cx="291450" cy="34700"/>
            </a:xfrm>
            <a:custGeom>
              <a:avLst/>
              <a:gdLst/>
              <a:ahLst/>
              <a:cxnLst/>
              <a:rect l="l" t="t" r="r" b="b"/>
              <a:pathLst>
                <a:path w="11658" h="1388" extrusionOk="0">
                  <a:moveTo>
                    <a:pt x="1" y="1"/>
                  </a:moveTo>
                  <a:lnTo>
                    <a:pt x="1" y="347"/>
                  </a:lnTo>
                  <a:cubicBezTo>
                    <a:pt x="1" y="915"/>
                    <a:pt x="442" y="1387"/>
                    <a:pt x="1041" y="1387"/>
                  </a:cubicBezTo>
                  <a:lnTo>
                    <a:pt x="10650" y="1387"/>
                  </a:lnTo>
                  <a:cubicBezTo>
                    <a:pt x="11217" y="1387"/>
                    <a:pt x="11658" y="915"/>
                    <a:pt x="11658" y="347"/>
                  </a:cubicBezTo>
                  <a:lnTo>
                    <a:pt x="116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85"/>
            <p:cNvSpPr/>
            <p:nvPr/>
          </p:nvSpPr>
          <p:spPr>
            <a:xfrm>
              <a:off x="-32174975" y="3192625"/>
              <a:ext cx="295375" cy="70125"/>
            </a:xfrm>
            <a:custGeom>
              <a:avLst/>
              <a:gdLst/>
              <a:ahLst/>
              <a:cxnLst/>
              <a:rect l="l" t="t" r="r" b="b"/>
              <a:pathLst>
                <a:path w="11815" h="2805" extrusionOk="0">
                  <a:moveTo>
                    <a:pt x="1733" y="0"/>
                  </a:moveTo>
                  <a:cubicBezTo>
                    <a:pt x="1544" y="0"/>
                    <a:pt x="1387" y="158"/>
                    <a:pt x="1387" y="378"/>
                  </a:cubicBezTo>
                  <a:lnTo>
                    <a:pt x="1387" y="725"/>
                  </a:lnTo>
                  <a:lnTo>
                    <a:pt x="1040" y="725"/>
                  </a:lnTo>
                  <a:cubicBezTo>
                    <a:pt x="473" y="725"/>
                    <a:pt x="0" y="1197"/>
                    <a:pt x="0" y="1733"/>
                  </a:cubicBezTo>
                  <a:lnTo>
                    <a:pt x="0" y="2804"/>
                  </a:lnTo>
                  <a:lnTo>
                    <a:pt x="11657" y="2804"/>
                  </a:lnTo>
                  <a:lnTo>
                    <a:pt x="11657" y="1733"/>
                  </a:lnTo>
                  <a:lnTo>
                    <a:pt x="11815" y="1733"/>
                  </a:lnTo>
                  <a:cubicBezTo>
                    <a:pt x="11815" y="1197"/>
                    <a:pt x="11374" y="725"/>
                    <a:pt x="10807" y="725"/>
                  </a:cubicBezTo>
                  <a:lnTo>
                    <a:pt x="10460" y="725"/>
                  </a:lnTo>
                  <a:lnTo>
                    <a:pt x="10460" y="378"/>
                  </a:lnTo>
                  <a:cubicBezTo>
                    <a:pt x="10460" y="158"/>
                    <a:pt x="10303" y="0"/>
                    <a:pt x="10082" y="0"/>
                  </a:cubicBezTo>
                  <a:cubicBezTo>
                    <a:pt x="9893" y="0"/>
                    <a:pt x="9735" y="158"/>
                    <a:pt x="9735" y="378"/>
                  </a:cubicBezTo>
                  <a:lnTo>
                    <a:pt x="9735" y="725"/>
                  </a:lnTo>
                  <a:lnTo>
                    <a:pt x="8349" y="725"/>
                  </a:lnTo>
                  <a:lnTo>
                    <a:pt x="8349" y="378"/>
                  </a:lnTo>
                  <a:cubicBezTo>
                    <a:pt x="8349" y="158"/>
                    <a:pt x="8192" y="0"/>
                    <a:pt x="8003" y="0"/>
                  </a:cubicBezTo>
                  <a:cubicBezTo>
                    <a:pt x="7814" y="0"/>
                    <a:pt x="7656" y="158"/>
                    <a:pt x="7656" y="378"/>
                  </a:cubicBezTo>
                  <a:lnTo>
                    <a:pt x="7656" y="725"/>
                  </a:lnTo>
                  <a:lnTo>
                    <a:pt x="6270" y="725"/>
                  </a:lnTo>
                  <a:lnTo>
                    <a:pt x="6270" y="378"/>
                  </a:lnTo>
                  <a:cubicBezTo>
                    <a:pt x="6270" y="158"/>
                    <a:pt x="6112" y="0"/>
                    <a:pt x="5923" y="0"/>
                  </a:cubicBezTo>
                  <a:cubicBezTo>
                    <a:pt x="5734" y="0"/>
                    <a:pt x="5577" y="158"/>
                    <a:pt x="5577" y="378"/>
                  </a:cubicBezTo>
                  <a:lnTo>
                    <a:pt x="5577" y="725"/>
                  </a:lnTo>
                  <a:lnTo>
                    <a:pt x="4191" y="725"/>
                  </a:lnTo>
                  <a:lnTo>
                    <a:pt x="4191" y="378"/>
                  </a:lnTo>
                  <a:cubicBezTo>
                    <a:pt x="4191" y="158"/>
                    <a:pt x="4033" y="0"/>
                    <a:pt x="3844" y="0"/>
                  </a:cubicBezTo>
                  <a:cubicBezTo>
                    <a:pt x="3623" y="0"/>
                    <a:pt x="3466" y="158"/>
                    <a:pt x="3466" y="378"/>
                  </a:cubicBezTo>
                  <a:lnTo>
                    <a:pt x="3466" y="725"/>
                  </a:lnTo>
                  <a:lnTo>
                    <a:pt x="2111" y="725"/>
                  </a:lnTo>
                  <a:lnTo>
                    <a:pt x="2111" y="378"/>
                  </a:lnTo>
                  <a:cubicBezTo>
                    <a:pt x="2111" y="158"/>
                    <a:pt x="1954"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67" name="Google Shape;5967;p85"/>
          <p:cNvSpPr/>
          <p:nvPr/>
        </p:nvSpPr>
        <p:spPr>
          <a:xfrm>
            <a:off x="1710145" y="3200679"/>
            <a:ext cx="363201" cy="354859"/>
          </a:xfrm>
          <a:custGeom>
            <a:avLst/>
            <a:gdLst/>
            <a:ahLst/>
            <a:cxnLst/>
            <a:rect l="l" t="t" r="r" b="b"/>
            <a:pathLst>
              <a:path w="11973" h="11698" extrusionOk="0">
                <a:moveTo>
                  <a:pt x="8928" y="1750"/>
                </a:moveTo>
                <a:cubicBezTo>
                  <a:pt x="9192" y="1750"/>
                  <a:pt x="9452" y="1852"/>
                  <a:pt x="9641" y="2057"/>
                </a:cubicBezTo>
                <a:cubicBezTo>
                  <a:pt x="10050" y="2435"/>
                  <a:pt x="10050" y="3096"/>
                  <a:pt x="9641" y="3506"/>
                </a:cubicBezTo>
                <a:cubicBezTo>
                  <a:pt x="9452" y="3695"/>
                  <a:pt x="9192" y="3790"/>
                  <a:pt x="8928" y="3790"/>
                </a:cubicBezTo>
                <a:cubicBezTo>
                  <a:pt x="8664" y="3790"/>
                  <a:pt x="8396" y="3695"/>
                  <a:pt x="8192" y="3506"/>
                </a:cubicBezTo>
                <a:cubicBezTo>
                  <a:pt x="7814" y="3096"/>
                  <a:pt x="7814" y="2435"/>
                  <a:pt x="8192" y="2057"/>
                </a:cubicBezTo>
                <a:cubicBezTo>
                  <a:pt x="8396" y="1852"/>
                  <a:pt x="8664" y="1750"/>
                  <a:pt x="8928" y="1750"/>
                </a:cubicBezTo>
                <a:close/>
                <a:moveTo>
                  <a:pt x="7901" y="1"/>
                </a:moveTo>
                <a:cubicBezTo>
                  <a:pt x="6958" y="1"/>
                  <a:pt x="6010" y="363"/>
                  <a:pt x="5293" y="1080"/>
                </a:cubicBezTo>
                <a:cubicBezTo>
                  <a:pt x="4285" y="2088"/>
                  <a:pt x="3939" y="3569"/>
                  <a:pt x="4380" y="4924"/>
                </a:cubicBezTo>
                <a:lnTo>
                  <a:pt x="126" y="9177"/>
                </a:lnTo>
                <a:cubicBezTo>
                  <a:pt x="32" y="9240"/>
                  <a:pt x="0" y="9334"/>
                  <a:pt x="0" y="9397"/>
                </a:cubicBezTo>
                <a:lnTo>
                  <a:pt x="0" y="11319"/>
                </a:lnTo>
                <a:cubicBezTo>
                  <a:pt x="0" y="11540"/>
                  <a:pt x="158" y="11697"/>
                  <a:pt x="347" y="11697"/>
                </a:cubicBezTo>
                <a:lnTo>
                  <a:pt x="2300" y="11697"/>
                </a:lnTo>
                <a:cubicBezTo>
                  <a:pt x="2363" y="11697"/>
                  <a:pt x="2489" y="11634"/>
                  <a:pt x="2521" y="11571"/>
                </a:cubicBezTo>
                <a:lnTo>
                  <a:pt x="2993" y="11099"/>
                </a:lnTo>
                <a:cubicBezTo>
                  <a:pt x="3088" y="11004"/>
                  <a:pt x="3119" y="10910"/>
                  <a:pt x="3088" y="10815"/>
                </a:cubicBezTo>
                <a:lnTo>
                  <a:pt x="2993" y="10311"/>
                </a:lnTo>
                <a:lnTo>
                  <a:pt x="3718" y="10217"/>
                </a:lnTo>
                <a:cubicBezTo>
                  <a:pt x="3876" y="10217"/>
                  <a:pt x="3970" y="10091"/>
                  <a:pt x="4033" y="9902"/>
                </a:cubicBezTo>
                <a:lnTo>
                  <a:pt x="4096" y="9208"/>
                </a:lnTo>
                <a:lnTo>
                  <a:pt x="4600" y="9271"/>
                </a:lnTo>
                <a:cubicBezTo>
                  <a:pt x="4695" y="9271"/>
                  <a:pt x="4821" y="9271"/>
                  <a:pt x="4884" y="9208"/>
                </a:cubicBezTo>
                <a:cubicBezTo>
                  <a:pt x="4978" y="9114"/>
                  <a:pt x="5010" y="9051"/>
                  <a:pt x="5010" y="8956"/>
                </a:cubicBezTo>
                <a:lnTo>
                  <a:pt x="5010" y="8326"/>
                </a:lnTo>
                <a:lnTo>
                  <a:pt x="5640" y="8326"/>
                </a:lnTo>
                <a:cubicBezTo>
                  <a:pt x="5703" y="8326"/>
                  <a:pt x="5829" y="8295"/>
                  <a:pt x="5860" y="8232"/>
                </a:cubicBezTo>
                <a:lnTo>
                  <a:pt x="6742" y="7350"/>
                </a:lnTo>
                <a:cubicBezTo>
                  <a:pt x="7131" y="7479"/>
                  <a:pt x="7533" y="7543"/>
                  <a:pt x="7931" y="7543"/>
                </a:cubicBezTo>
                <a:cubicBezTo>
                  <a:pt x="8891" y="7543"/>
                  <a:pt x="9833" y="7171"/>
                  <a:pt x="10523" y="6436"/>
                </a:cubicBezTo>
                <a:cubicBezTo>
                  <a:pt x="11972" y="4987"/>
                  <a:pt x="11972" y="2592"/>
                  <a:pt x="10523" y="1143"/>
                </a:cubicBezTo>
                <a:cubicBezTo>
                  <a:pt x="9823" y="379"/>
                  <a:pt x="8865" y="1"/>
                  <a:pt x="79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85"/>
          <p:cNvSpPr/>
          <p:nvPr/>
        </p:nvSpPr>
        <p:spPr>
          <a:xfrm>
            <a:off x="1714923" y="3665764"/>
            <a:ext cx="353645" cy="354586"/>
          </a:xfrm>
          <a:custGeom>
            <a:avLst/>
            <a:gdLst/>
            <a:ahLst/>
            <a:cxnLst/>
            <a:rect l="l" t="t" r="r" b="b"/>
            <a:pathLst>
              <a:path w="11658" h="11689" extrusionOk="0">
                <a:moveTo>
                  <a:pt x="7877" y="1386"/>
                </a:moveTo>
                <a:cubicBezTo>
                  <a:pt x="9232" y="1386"/>
                  <a:pt x="10303" y="2458"/>
                  <a:pt x="10303" y="3781"/>
                </a:cubicBezTo>
                <a:lnTo>
                  <a:pt x="10303" y="4883"/>
                </a:lnTo>
                <a:cubicBezTo>
                  <a:pt x="10240" y="4883"/>
                  <a:pt x="10209" y="4946"/>
                  <a:pt x="10177" y="4946"/>
                </a:cubicBezTo>
                <a:cubicBezTo>
                  <a:pt x="10019" y="4190"/>
                  <a:pt x="9704" y="3529"/>
                  <a:pt x="9200" y="2962"/>
                </a:cubicBezTo>
                <a:lnTo>
                  <a:pt x="7720" y="4442"/>
                </a:lnTo>
                <a:cubicBezTo>
                  <a:pt x="8192" y="5072"/>
                  <a:pt x="8318" y="5860"/>
                  <a:pt x="8098" y="6648"/>
                </a:cubicBezTo>
                <a:cubicBezTo>
                  <a:pt x="8003" y="6868"/>
                  <a:pt x="7877" y="7057"/>
                  <a:pt x="7720" y="7278"/>
                </a:cubicBezTo>
                <a:lnTo>
                  <a:pt x="9200" y="8727"/>
                </a:lnTo>
                <a:cubicBezTo>
                  <a:pt x="9673" y="8160"/>
                  <a:pt x="10019" y="7498"/>
                  <a:pt x="10177" y="6742"/>
                </a:cubicBezTo>
                <a:cubicBezTo>
                  <a:pt x="10209" y="6742"/>
                  <a:pt x="10240" y="6805"/>
                  <a:pt x="10303" y="6805"/>
                </a:cubicBezTo>
                <a:lnTo>
                  <a:pt x="10303" y="7908"/>
                </a:lnTo>
                <a:cubicBezTo>
                  <a:pt x="10303" y="9231"/>
                  <a:pt x="9232" y="10302"/>
                  <a:pt x="7877" y="10302"/>
                </a:cubicBezTo>
                <a:lnTo>
                  <a:pt x="6774" y="10302"/>
                </a:lnTo>
                <a:cubicBezTo>
                  <a:pt x="6774" y="10271"/>
                  <a:pt x="6743" y="10208"/>
                  <a:pt x="6743" y="10176"/>
                </a:cubicBezTo>
                <a:cubicBezTo>
                  <a:pt x="7499" y="10019"/>
                  <a:pt x="8161" y="9704"/>
                  <a:pt x="8728" y="9200"/>
                </a:cubicBezTo>
                <a:lnTo>
                  <a:pt x="7279" y="7750"/>
                </a:lnTo>
                <a:cubicBezTo>
                  <a:pt x="7058" y="7908"/>
                  <a:pt x="6869" y="8002"/>
                  <a:pt x="6648" y="8097"/>
                </a:cubicBezTo>
                <a:cubicBezTo>
                  <a:pt x="6365" y="8160"/>
                  <a:pt x="6081" y="8223"/>
                  <a:pt x="5861" y="8223"/>
                </a:cubicBezTo>
                <a:cubicBezTo>
                  <a:pt x="5325" y="8223"/>
                  <a:pt x="4821" y="8065"/>
                  <a:pt x="4443" y="7750"/>
                </a:cubicBezTo>
                <a:lnTo>
                  <a:pt x="2962" y="9200"/>
                </a:lnTo>
                <a:cubicBezTo>
                  <a:pt x="3529" y="9672"/>
                  <a:pt x="4191" y="10019"/>
                  <a:pt x="4947" y="10176"/>
                </a:cubicBezTo>
                <a:cubicBezTo>
                  <a:pt x="4947" y="10208"/>
                  <a:pt x="4916" y="10271"/>
                  <a:pt x="4916" y="10302"/>
                </a:cubicBezTo>
                <a:lnTo>
                  <a:pt x="3813" y="10302"/>
                </a:lnTo>
                <a:cubicBezTo>
                  <a:pt x="2458" y="10302"/>
                  <a:pt x="1387" y="9231"/>
                  <a:pt x="1387" y="7908"/>
                </a:cubicBezTo>
                <a:lnTo>
                  <a:pt x="1387" y="6805"/>
                </a:lnTo>
                <a:cubicBezTo>
                  <a:pt x="1450" y="6805"/>
                  <a:pt x="1482" y="6742"/>
                  <a:pt x="1513" y="6742"/>
                </a:cubicBezTo>
                <a:cubicBezTo>
                  <a:pt x="1671" y="7498"/>
                  <a:pt x="1986" y="8160"/>
                  <a:pt x="2490" y="8727"/>
                </a:cubicBezTo>
                <a:lnTo>
                  <a:pt x="3971" y="7278"/>
                </a:lnTo>
                <a:cubicBezTo>
                  <a:pt x="3498" y="6648"/>
                  <a:pt x="3372" y="5860"/>
                  <a:pt x="3592" y="5072"/>
                </a:cubicBezTo>
                <a:cubicBezTo>
                  <a:pt x="3687" y="4820"/>
                  <a:pt x="3813" y="4631"/>
                  <a:pt x="3971" y="4442"/>
                </a:cubicBezTo>
                <a:lnTo>
                  <a:pt x="2490" y="2962"/>
                </a:lnTo>
                <a:cubicBezTo>
                  <a:pt x="2017" y="3529"/>
                  <a:pt x="1671" y="4190"/>
                  <a:pt x="1513" y="4946"/>
                </a:cubicBezTo>
                <a:cubicBezTo>
                  <a:pt x="1482" y="4946"/>
                  <a:pt x="1450" y="4883"/>
                  <a:pt x="1387" y="4883"/>
                </a:cubicBezTo>
                <a:lnTo>
                  <a:pt x="1387" y="3781"/>
                </a:lnTo>
                <a:cubicBezTo>
                  <a:pt x="1387" y="2458"/>
                  <a:pt x="2458" y="1386"/>
                  <a:pt x="3813" y="1386"/>
                </a:cubicBezTo>
                <a:lnTo>
                  <a:pt x="4916" y="1386"/>
                </a:lnTo>
                <a:cubicBezTo>
                  <a:pt x="4916" y="1418"/>
                  <a:pt x="4947" y="1481"/>
                  <a:pt x="4947" y="1512"/>
                </a:cubicBezTo>
                <a:cubicBezTo>
                  <a:pt x="4191" y="1670"/>
                  <a:pt x="3529" y="1985"/>
                  <a:pt x="2962" y="2489"/>
                </a:cubicBezTo>
                <a:lnTo>
                  <a:pt x="4443" y="3938"/>
                </a:lnTo>
                <a:cubicBezTo>
                  <a:pt x="4632" y="3781"/>
                  <a:pt x="4821" y="3686"/>
                  <a:pt x="5073" y="3592"/>
                </a:cubicBezTo>
                <a:cubicBezTo>
                  <a:pt x="5339" y="3496"/>
                  <a:pt x="5605" y="3451"/>
                  <a:pt x="5865" y="3451"/>
                </a:cubicBezTo>
                <a:cubicBezTo>
                  <a:pt x="6375" y="3451"/>
                  <a:pt x="6861" y="3625"/>
                  <a:pt x="7279" y="3938"/>
                </a:cubicBezTo>
                <a:lnTo>
                  <a:pt x="8728" y="2489"/>
                </a:lnTo>
                <a:cubicBezTo>
                  <a:pt x="8161" y="2016"/>
                  <a:pt x="7499" y="1670"/>
                  <a:pt x="6743" y="1512"/>
                </a:cubicBezTo>
                <a:cubicBezTo>
                  <a:pt x="6743" y="1481"/>
                  <a:pt x="6774" y="1418"/>
                  <a:pt x="6774" y="1386"/>
                </a:cubicBezTo>
                <a:close/>
                <a:moveTo>
                  <a:pt x="5829" y="0"/>
                </a:moveTo>
                <a:cubicBezTo>
                  <a:pt x="5420" y="0"/>
                  <a:pt x="5010" y="315"/>
                  <a:pt x="4884" y="725"/>
                </a:cubicBezTo>
                <a:lnTo>
                  <a:pt x="3782" y="725"/>
                </a:lnTo>
                <a:cubicBezTo>
                  <a:pt x="2112" y="725"/>
                  <a:pt x="726" y="2111"/>
                  <a:pt x="726" y="3781"/>
                </a:cubicBezTo>
                <a:lnTo>
                  <a:pt x="726" y="4883"/>
                </a:lnTo>
                <a:cubicBezTo>
                  <a:pt x="316" y="5041"/>
                  <a:pt x="1" y="5419"/>
                  <a:pt x="1" y="5829"/>
                </a:cubicBezTo>
                <a:cubicBezTo>
                  <a:pt x="1" y="6270"/>
                  <a:pt x="316" y="6679"/>
                  <a:pt x="726" y="6774"/>
                </a:cubicBezTo>
                <a:lnTo>
                  <a:pt x="726" y="7876"/>
                </a:lnTo>
                <a:cubicBezTo>
                  <a:pt x="726" y="9578"/>
                  <a:pt x="2112" y="10964"/>
                  <a:pt x="3782" y="10964"/>
                </a:cubicBezTo>
                <a:lnTo>
                  <a:pt x="4884" y="10964"/>
                </a:lnTo>
                <a:cubicBezTo>
                  <a:pt x="5042" y="11342"/>
                  <a:pt x="5420" y="11688"/>
                  <a:pt x="5829" y="11688"/>
                </a:cubicBezTo>
                <a:cubicBezTo>
                  <a:pt x="6270" y="11688"/>
                  <a:pt x="6680" y="11342"/>
                  <a:pt x="6774" y="10964"/>
                </a:cubicBezTo>
                <a:lnTo>
                  <a:pt x="7877" y="10964"/>
                </a:lnTo>
                <a:cubicBezTo>
                  <a:pt x="9578" y="10964"/>
                  <a:pt x="10965" y="9578"/>
                  <a:pt x="10965" y="7876"/>
                </a:cubicBezTo>
                <a:lnTo>
                  <a:pt x="10965" y="6774"/>
                </a:lnTo>
                <a:cubicBezTo>
                  <a:pt x="11343" y="6616"/>
                  <a:pt x="11658" y="6270"/>
                  <a:pt x="11658" y="5829"/>
                </a:cubicBezTo>
                <a:cubicBezTo>
                  <a:pt x="11658" y="5419"/>
                  <a:pt x="11343" y="5072"/>
                  <a:pt x="10965" y="4883"/>
                </a:cubicBezTo>
                <a:lnTo>
                  <a:pt x="10965" y="3781"/>
                </a:lnTo>
                <a:cubicBezTo>
                  <a:pt x="10965" y="2111"/>
                  <a:pt x="9578" y="725"/>
                  <a:pt x="7877" y="725"/>
                </a:cubicBezTo>
                <a:lnTo>
                  <a:pt x="6774" y="725"/>
                </a:lnTo>
                <a:cubicBezTo>
                  <a:pt x="6617" y="315"/>
                  <a:pt x="6270"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69" name="Google Shape;5969;p85"/>
          <p:cNvGrpSpPr/>
          <p:nvPr/>
        </p:nvGrpSpPr>
        <p:grpSpPr>
          <a:xfrm>
            <a:off x="3952249" y="2730570"/>
            <a:ext cx="354586" cy="353645"/>
            <a:chOff x="-30345325" y="3184750"/>
            <a:chExt cx="292225" cy="291450"/>
          </a:xfrm>
        </p:grpSpPr>
        <p:sp>
          <p:nvSpPr>
            <p:cNvPr id="5970" name="Google Shape;5970;p85"/>
            <p:cNvSpPr/>
            <p:nvPr/>
          </p:nvSpPr>
          <p:spPr>
            <a:xfrm>
              <a:off x="-30328000" y="3184750"/>
              <a:ext cx="258375" cy="120950"/>
            </a:xfrm>
            <a:custGeom>
              <a:avLst/>
              <a:gdLst/>
              <a:ahLst/>
              <a:cxnLst/>
              <a:rect l="l" t="t" r="r" b="b"/>
              <a:pathLst>
                <a:path w="10335" h="4838" extrusionOk="0">
                  <a:moveTo>
                    <a:pt x="1040" y="0"/>
                  </a:moveTo>
                  <a:cubicBezTo>
                    <a:pt x="473" y="0"/>
                    <a:pt x="1" y="473"/>
                    <a:pt x="1" y="1071"/>
                  </a:cubicBezTo>
                  <a:lnTo>
                    <a:pt x="1" y="2458"/>
                  </a:lnTo>
                  <a:cubicBezTo>
                    <a:pt x="1" y="2993"/>
                    <a:pt x="473" y="3466"/>
                    <a:pt x="1040" y="3466"/>
                  </a:cubicBezTo>
                  <a:lnTo>
                    <a:pt x="2048" y="3466"/>
                  </a:lnTo>
                  <a:lnTo>
                    <a:pt x="2048" y="4505"/>
                  </a:lnTo>
                  <a:cubicBezTo>
                    <a:pt x="2048" y="4663"/>
                    <a:pt x="2143" y="4757"/>
                    <a:pt x="2269" y="4820"/>
                  </a:cubicBezTo>
                  <a:cubicBezTo>
                    <a:pt x="2300" y="4831"/>
                    <a:pt x="2339" y="4838"/>
                    <a:pt x="2380" y="4838"/>
                  </a:cubicBezTo>
                  <a:cubicBezTo>
                    <a:pt x="2461" y="4838"/>
                    <a:pt x="2552" y="4810"/>
                    <a:pt x="2615" y="4726"/>
                  </a:cubicBezTo>
                  <a:lnTo>
                    <a:pt x="3876" y="3466"/>
                  </a:lnTo>
                  <a:lnTo>
                    <a:pt x="6365" y="3466"/>
                  </a:lnTo>
                  <a:lnTo>
                    <a:pt x="7625" y="4726"/>
                  </a:lnTo>
                  <a:cubicBezTo>
                    <a:pt x="7688" y="4810"/>
                    <a:pt x="7765" y="4838"/>
                    <a:pt x="7846" y="4838"/>
                  </a:cubicBezTo>
                  <a:cubicBezTo>
                    <a:pt x="7887" y="4838"/>
                    <a:pt x="7929" y="4831"/>
                    <a:pt x="7971" y="4820"/>
                  </a:cubicBezTo>
                  <a:cubicBezTo>
                    <a:pt x="8097" y="4789"/>
                    <a:pt x="8160" y="4631"/>
                    <a:pt x="8160" y="4505"/>
                  </a:cubicBezTo>
                  <a:lnTo>
                    <a:pt x="8160" y="3466"/>
                  </a:lnTo>
                  <a:lnTo>
                    <a:pt x="9231" y="3466"/>
                  </a:lnTo>
                  <a:cubicBezTo>
                    <a:pt x="9862" y="3466"/>
                    <a:pt x="10334" y="2993"/>
                    <a:pt x="10334" y="2458"/>
                  </a:cubicBezTo>
                  <a:lnTo>
                    <a:pt x="10334" y="1071"/>
                  </a:lnTo>
                  <a:cubicBezTo>
                    <a:pt x="10334" y="536"/>
                    <a:pt x="9862" y="0"/>
                    <a:pt x="92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85"/>
            <p:cNvSpPr/>
            <p:nvPr/>
          </p:nvSpPr>
          <p:spPr>
            <a:xfrm>
              <a:off x="-30310675" y="3322575"/>
              <a:ext cx="68550" cy="69350"/>
            </a:xfrm>
            <a:custGeom>
              <a:avLst/>
              <a:gdLst/>
              <a:ahLst/>
              <a:cxnLst/>
              <a:rect l="l" t="t" r="r" b="b"/>
              <a:pathLst>
                <a:path w="2742" h="2774" extrusionOk="0">
                  <a:moveTo>
                    <a:pt x="1387" y="1"/>
                  </a:moveTo>
                  <a:cubicBezTo>
                    <a:pt x="599" y="1"/>
                    <a:pt x="1" y="631"/>
                    <a:pt x="1" y="1387"/>
                  </a:cubicBezTo>
                  <a:cubicBezTo>
                    <a:pt x="1" y="2143"/>
                    <a:pt x="599" y="2773"/>
                    <a:pt x="1387" y="2773"/>
                  </a:cubicBezTo>
                  <a:cubicBezTo>
                    <a:pt x="2143" y="2773"/>
                    <a:pt x="2742" y="2143"/>
                    <a:pt x="2742" y="1387"/>
                  </a:cubicBezTo>
                  <a:cubicBezTo>
                    <a:pt x="2742"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85"/>
            <p:cNvSpPr/>
            <p:nvPr/>
          </p:nvSpPr>
          <p:spPr>
            <a:xfrm>
              <a:off x="-30345325" y="3408425"/>
              <a:ext cx="137075" cy="67775"/>
            </a:xfrm>
            <a:custGeom>
              <a:avLst/>
              <a:gdLst/>
              <a:ahLst/>
              <a:cxnLst/>
              <a:rect l="l" t="t" r="r" b="b"/>
              <a:pathLst>
                <a:path w="5483" h="2711" extrusionOk="0">
                  <a:moveTo>
                    <a:pt x="2741" y="1"/>
                  </a:moveTo>
                  <a:cubicBezTo>
                    <a:pt x="1387" y="1"/>
                    <a:pt x="221" y="1040"/>
                    <a:pt x="32" y="2332"/>
                  </a:cubicBezTo>
                  <a:cubicBezTo>
                    <a:pt x="0" y="2521"/>
                    <a:pt x="158" y="2710"/>
                    <a:pt x="378" y="2710"/>
                  </a:cubicBezTo>
                  <a:lnTo>
                    <a:pt x="5104" y="2710"/>
                  </a:lnTo>
                  <a:cubicBezTo>
                    <a:pt x="5325" y="2710"/>
                    <a:pt x="5482" y="2521"/>
                    <a:pt x="5482" y="2332"/>
                  </a:cubicBezTo>
                  <a:cubicBezTo>
                    <a:pt x="5262" y="977"/>
                    <a:pt x="4128"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85"/>
            <p:cNvSpPr/>
            <p:nvPr/>
          </p:nvSpPr>
          <p:spPr>
            <a:xfrm>
              <a:off x="-30156300" y="3322575"/>
              <a:ext cx="68550" cy="69350"/>
            </a:xfrm>
            <a:custGeom>
              <a:avLst/>
              <a:gdLst/>
              <a:ahLst/>
              <a:cxnLst/>
              <a:rect l="l" t="t" r="r" b="b"/>
              <a:pathLst>
                <a:path w="2742" h="2774" extrusionOk="0">
                  <a:moveTo>
                    <a:pt x="1387" y="1"/>
                  </a:moveTo>
                  <a:cubicBezTo>
                    <a:pt x="631" y="1"/>
                    <a:pt x="1" y="631"/>
                    <a:pt x="1" y="1387"/>
                  </a:cubicBezTo>
                  <a:cubicBezTo>
                    <a:pt x="1" y="2143"/>
                    <a:pt x="631" y="2773"/>
                    <a:pt x="1387" y="2773"/>
                  </a:cubicBezTo>
                  <a:cubicBezTo>
                    <a:pt x="2111" y="2773"/>
                    <a:pt x="2742" y="2143"/>
                    <a:pt x="2742" y="1387"/>
                  </a:cubicBezTo>
                  <a:cubicBezTo>
                    <a:pt x="2742" y="631"/>
                    <a:pt x="2111"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85"/>
            <p:cNvSpPr/>
            <p:nvPr/>
          </p:nvSpPr>
          <p:spPr>
            <a:xfrm>
              <a:off x="-30190950" y="3408425"/>
              <a:ext cx="137850" cy="67775"/>
            </a:xfrm>
            <a:custGeom>
              <a:avLst/>
              <a:gdLst/>
              <a:ahLst/>
              <a:cxnLst/>
              <a:rect l="l" t="t" r="r" b="b"/>
              <a:pathLst>
                <a:path w="5514" h="2711" extrusionOk="0">
                  <a:moveTo>
                    <a:pt x="2773" y="1"/>
                  </a:moveTo>
                  <a:cubicBezTo>
                    <a:pt x="1387" y="1"/>
                    <a:pt x="252" y="1040"/>
                    <a:pt x="32" y="2332"/>
                  </a:cubicBezTo>
                  <a:cubicBezTo>
                    <a:pt x="0" y="2521"/>
                    <a:pt x="158" y="2710"/>
                    <a:pt x="410" y="2710"/>
                  </a:cubicBezTo>
                  <a:lnTo>
                    <a:pt x="5167" y="2710"/>
                  </a:lnTo>
                  <a:cubicBezTo>
                    <a:pt x="5356" y="2710"/>
                    <a:pt x="5514" y="2521"/>
                    <a:pt x="5514" y="2332"/>
                  </a:cubicBezTo>
                  <a:cubicBezTo>
                    <a:pt x="5293" y="977"/>
                    <a:pt x="4128" y="1"/>
                    <a:pt x="27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5" name="Google Shape;5975;p85"/>
          <p:cNvGrpSpPr/>
          <p:nvPr/>
        </p:nvGrpSpPr>
        <p:grpSpPr>
          <a:xfrm>
            <a:off x="1277001" y="1380546"/>
            <a:ext cx="353645" cy="353645"/>
            <a:chOff x="-35481425" y="3202075"/>
            <a:chExt cx="291450" cy="291450"/>
          </a:xfrm>
        </p:grpSpPr>
        <p:sp>
          <p:nvSpPr>
            <p:cNvPr id="5976" name="Google Shape;5976;p85"/>
            <p:cNvSpPr/>
            <p:nvPr/>
          </p:nvSpPr>
          <p:spPr>
            <a:xfrm>
              <a:off x="-35414475" y="3304600"/>
              <a:ext cx="154400" cy="85975"/>
            </a:xfrm>
            <a:custGeom>
              <a:avLst/>
              <a:gdLst/>
              <a:ahLst/>
              <a:cxnLst/>
              <a:rect l="l" t="t" r="r" b="b"/>
              <a:pathLst>
                <a:path w="6176" h="3439" extrusionOk="0">
                  <a:moveTo>
                    <a:pt x="4433" y="0"/>
                  </a:moveTo>
                  <a:cubicBezTo>
                    <a:pt x="4393" y="0"/>
                    <a:pt x="4354" y="8"/>
                    <a:pt x="4317" y="26"/>
                  </a:cubicBezTo>
                  <a:cubicBezTo>
                    <a:pt x="4191" y="58"/>
                    <a:pt x="4128" y="216"/>
                    <a:pt x="4128" y="342"/>
                  </a:cubicBezTo>
                  <a:lnTo>
                    <a:pt x="4128" y="1003"/>
                  </a:lnTo>
                  <a:lnTo>
                    <a:pt x="2048" y="1003"/>
                  </a:lnTo>
                  <a:lnTo>
                    <a:pt x="2048" y="342"/>
                  </a:lnTo>
                  <a:cubicBezTo>
                    <a:pt x="2048" y="184"/>
                    <a:pt x="1954" y="58"/>
                    <a:pt x="1828" y="26"/>
                  </a:cubicBezTo>
                  <a:cubicBezTo>
                    <a:pt x="1793" y="15"/>
                    <a:pt x="1750" y="8"/>
                    <a:pt x="1705" y="8"/>
                  </a:cubicBezTo>
                  <a:cubicBezTo>
                    <a:pt x="1626" y="8"/>
                    <a:pt x="1541" y="30"/>
                    <a:pt x="1481" y="89"/>
                  </a:cubicBezTo>
                  <a:lnTo>
                    <a:pt x="95" y="1476"/>
                  </a:lnTo>
                  <a:cubicBezTo>
                    <a:pt x="0" y="1602"/>
                    <a:pt x="0" y="1822"/>
                    <a:pt x="95" y="1948"/>
                  </a:cubicBezTo>
                  <a:lnTo>
                    <a:pt x="1481" y="3334"/>
                  </a:lnTo>
                  <a:cubicBezTo>
                    <a:pt x="1548" y="3379"/>
                    <a:pt x="1646" y="3424"/>
                    <a:pt x="1732" y="3424"/>
                  </a:cubicBezTo>
                  <a:cubicBezTo>
                    <a:pt x="1767" y="3424"/>
                    <a:pt x="1800" y="3416"/>
                    <a:pt x="1828" y="3398"/>
                  </a:cubicBezTo>
                  <a:cubicBezTo>
                    <a:pt x="1954" y="3366"/>
                    <a:pt x="2048" y="3208"/>
                    <a:pt x="2048" y="3082"/>
                  </a:cubicBezTo>
                  <a:lnTo>
                    <a:pt x="2048" y="2421"/>
                  </a:lnTo>
                  <a:lnTo>
                    <a:pt x="4128" y="2421"/>
                  </a:lnTo>
                  <a:lnTo>
                    <a:pt x="4128" y="3082"/>
                  </a:lnTo>
                  <a:cubicBezTo>
                    <a:pt x="4128" y="3240"/>
                    <a:pt x="4191" y="3366"/>
                    <a:pt x="4317" y="3398"/>
                  </a:cubicBezTo>
                  <a:cubicBezTo>
                    <a:pt x="4369" y="3424"/>
                    <a:pt x="4426" y="3439"/>
                    <a:pt x="4483" y="3439"/>
                  </a:cubicBezTo>
                  <a:cubicBezTo>
                    <a:pt x="4562" y="3439"/>
                    <a:pt x="4639" y="3408"/>
                    <a:pt x="4695" y="3334"/>
                  </a:cubicBezTo>
                  <a:lnTo>
                    <a:pt x="6049" y="1948"/>
                  </a:lnTo>
                  <a:cubicBezTo>
                    <a:pt x="6175" y="1822"/>
                    <a:pt x="6175" y="1602"/>
                    <a:pt x="6049" y="1476"/>
                  </a:cubicBezTo>
                  <a:lnTo>
                    <a:pt x="4695" y="89"/>
                  </a:lnTo>
                  <a:cubicBezTo>
                    <a:pt x="4628" y="45"/>
                    <a:pt x="4530" y="0"/>
                    <a:pt x="44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85"/>
            <p:cNvSpPr/>
            <p:nvPr/>
          </p:nvSpPr>
          <p:spPr>
            <a:xfrm>
              <a:off x="-35413700" y="3202075"/>
              <a:ext cx="34700" cy="103200"/>
            </a:xfrm>
            <a:custGeom>
              <a:avLst/>
              <a:gdLst/>
              <a:ahLst/>
              <a:cxnLst/>
              <a:rect l="l" t="t" r="r" b="b"/>
              <a:pathLst>
                <a:path w="1388" h="4128" extrusionOk="0">
                  <a:moveTo>
                    <a:pt x="1" y="0"/>
                  </a:moveTo>
                  <a:lnTo>
                    <a:pt x="1" y="4127"/>
                  </a:lnTo>
                  <a:lnTo>
                    <a:pt x="348" y="4127"/>
                  </a:lnTo>
                  <a:cubicBezTo>
                    <a:pt x="915" y="4127"/>
                    <a:pt x="1387" y="3655"/>
                    <a:pt x="1387" y="3088"/>
                  </a:cubicBezTo>
                  <a:lnTo>
                    <a:pt x="1387" y="1009"/>
                  </a:lnTo>
                  <a:cubicBezTo>
                    <a:pt x="1387" y="473"/>
                    <a:pt x="915" y="0"/>
                    <a:pt x="3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85"/>
            <p:cNvSpPr/>
            <p:nvPr/>
          </p:nvSpPr>
          <p:spPr>
            <a:xfrm>
              <a:off x="-35413700" y="3389525"/>
              <a:ext cx="34700" cy="103250"/>
            </a:xfrm>
            <a:custGeom>
              <a:avLst/>
              <a:gdLst/>
              <a:ahLst/>
              <a:cxnLst/>
              <a:rect l="l" t="t" r="r" b="b"/>
              <a:pathLst>
                <a:path w="1388" h="4130" extrusionOk="0">
                  <a:moveTo>
                    <a:pt x="1" y="1"/>
                  </a:moveTo>
                  <a:lnTo>
                    <a:pt x="1" y="4128"/>
                  </a:lnTo>
                  <a:lnTo>
                    <a:pt x="348" y="4128"/>
                  </a:lnTo>
                  <a:cubicBezTo>
                    <a:pt x="367" y="4129"/>
                    <a:pt x="386" y="4129"/>
                    <a:pt x="405" y="4129"/>
                  </a:cubicBezTo>
                  <a:cubicBezTo>
                    <a:pt x="946" y="4129"/>
                    <a:pt x="1387" y="3698"/>
                    <a:pt x="1387" y="3119"/>
                  </a:cubicBezTo>
                  <a:lnTo>
                    <a:pt x="1387" y="1040"/>
                  </a:lnTo>
                  <a:cubicBezTo>
                    <a:pt x="1387" y="473"/>
                    <a:pt x="915" y="1"/>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85"/>
            <p:cNvSpPr/>
            <p:nvPr/>
          </p:nvSpPr>
          <p:spPr>
            <a:xfrm>
              <a:off x="-35292400" y="3202075"/>
              <a:ext cx="33900" cy="103200"/>
            </a:xfrm>
            <a:custGeom>
              <a:avLst/>
              <a:gdLst/>
              <a:ahLst/>
              <a:cxnLst/>
              <a:rect l="l" t="t" r="r" b="b"/>
              <a:pathLst>
                <a:path w="1356" h="4128" extrusionOk="0">
                  <a:moveTo>
                    <a:pt x="1009" y="0"/>
                  </a:moveTo>
                  <a:cubicBezTo>
                    <a:pt x="473" y="0"/>
                    <a:pt x="1" y="473"/>
                    <a:pt x="1" y="1009"/>
                  </a:cubicBezTo>
                  <a:lnTo>
                    <a:pt x="1" y="3088"/>
                  </a:lnTo>
                  <a:cubicBezTo>
                    <a:pt x="1" y="3655"/>
                    <a:pt x="410" y="4127"/>
                    <a:pt x="1009" y="4127"/>
                  </a:cubicBezTo>
                  <a:lnTo>
                    <a:pt x="1355" y="4127"/>
                  </a:ln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85"/>
            <p:cNvSpPr/>
            <p:nvPr/>
          </p:nvSpPr>
          <p:spPr>
            <a:xfrm>
              <a:off x="-35241200" y="3202850"/>
              <a:ext cx="51225" cy="290675"/>
            </a:xfrm>
            <a:custGeom>
              <a:avLst/>
              <a:gdLst/>
              <a:ahLst/>
              <a:cxnLst/>
              <a:rect l="l" t="t" r="r" b="b"/>
              <a:pathLst>
                <a:path w="2049" h="11627" extrusionOk="0">
                  <a:moveTo>
                    <a:pt x="1" y="1"/>
                  </a:moveTo>
                  <a:lnTo>
                    <a:pt x="1" y="11626"/>
                  </a:lnTo>
                  <a:cubicBezTo>
                    <a:pt x="1135" y="11469"/>
                    <a:pt x="2048" y="10460"/>
                    <a:pt x="2048" y="9263"/>
                  </a:cubicBezTo>
                  <a:lnTo>
                    <a:pt x="2048" y="2395"/>
                  </a:lnTo>
                  <a:cubicBezTo>
                    <a:pt x="2048" y="1167"/>
                    <a:pt x="1135" y="158"/>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85"/>
            <p:cNvSpPr/>
            <p:nvPr/>
          </p:nvSpPr>
          <p:spPr>
            <a:xfrm>
              <a:off x="-35292400" y="3389525"/>
              <a:ext cx="33900" cy="104000"/>
            </a:xfrm>
            <a:custGeom>
              <a:avLst/>
              <a:gdLst/>
              <a:ahLst/>
              <a:cxnLst/>
              <a:rect l="l" t="t" r="r" b="b"/>
              <a:pathLst>
                <a:path w="1356" h="4160" extrusionOk="0">
                  <a:moveTo>
                    <a:pt x="1009" y="1"/>
                  </a:moveTo>
                  <a:cubicBezTo>
                    <a:pt x="473" y="1"/>
                    <a:pt x="1" y="473"/>
                    <a:pt x="1" y="1040"/>
                  </a:cubicBezTo>
                  <a:lnTo>
                    <a:pt x="1" y="3119"/>
                  </a:lnTo>
                  <a:cubicBezTo>
                    <a:pt x="1" y="3718"/>
                    <a:pt x="410" y="4159"/>
                    <a:pt x="1009" y="4159"/>
                  </a:cubicBezTo>
                  <a:lnTo>
                    <a:pt x="1355" y="4159"/>
                  </a:lnTo>
                  <a:lnTo>
                    <a:pt x="13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85"/>
            <p:cNvSpPr/>
            <p:nvPr/>
          </p:nvSpPr>
          <p:spPr>
            <a:xfrm>
              <a:off x="-35481425" y="3202075"/>
              <a:ext cx="51225" cy="289875"/>
            </a:xfrm>
            <a:custGeom>
              <a:avLst/>
              <a:gdLst/>
              <a:ahLst/>
              <a:cxnLst/>
              <a:rect l="l" t="t" r="r" b="b"/>
              <a:pathLst>
                <a:path w="2049" h="11595" extrusionOk="0">
                  <a:moveTo>
                    <a:pt x="2048" y="0"/>
                  </a:moveTo>
                  <a:cubicBezTo>
                    <a:pt x="883" y="158"/>
                    <a:pt x="1" y="1166"/>
                    <a:pt x="1" y="2363"/>
                  </a:cubicBezTo>
                  <a:lnTo>
                    <a:pt x="1" y="9200"/>
                  </a:lnTo>
                  <a:cubicBezTo>
                    <a:pt x="1" y="10460"/>
                    <a:pt x="851" y="11437"/>
                    <a:pt x="2048" y="11594"/>
                  </a:cubicBez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3" name="Google Shape;5983;p85"/>
          <p:cNvGrpSpPr/>
          <p:nvPr/>
        </p:nvGrpSpPr>
        <p:grpSpPr>
          <a:xfrm>
            <a:off x="1276531" y="1822072"/>
            <a:ext cx="354586" cy="352675"/>
            <a:chOff x="-35482200" y="3561225"/>
            <a:chExt cx="292225" cy="290650"/>
          </a:xfrm>
        </p:grpSpPr>
        <p:sp>
          <p:nvSpPr>
            <p:cNvPr id="5984" name="Google Shape;5984;p85"/>
            <p:cNvSpPr/>
            <p:nvPr/>
          </p:nvSpPr>
          <p:spPr>
            <a:xfrm>
              <a:off x="-35482200" y="3749475"/>
              <a:ext cx="292225" cy="102400"/>
            </a:xfrm>
            <a:custGeom>
              <a:avLst/>
              <a:gdLst/>
              <a:ahLst/>
              <a:cxnLst/>
              <a:rect l="l" t="t" r="r" b="b"/>
              <a:pathLst>
                <a:path w="11689" h="4096" extrusionOk="0">
                  <a:moveTo>
                    <a:pt x="1701" y="0"/>
                  </a:moveTo>
                  <a:cubicBezTo>
                    <a:pt x="1040" y="0"/>
                    <a:pt x="473" y="315"/>
                    <a:pt x="63" y="819"/>
                  </a:cubicBezTo>
                  <a:cubicBezTo>
                    <a:pt x="0" y="945"/>
                    <a:pt x="0" y="1040"/>
                    <a:pt x="32" y="1166"/>
                  </a:cubicBezTo>
                  <a:cubicBezTo>
                    <a:pt x="63" y="1292"/>
                    <a:pt x="189" y="1355"/>
                    <a:pt x="347" y="1355"/>
                  </a:cubicBezTo>
                  <a:lnTo>
                    <a:pt x="1008" y="1355"/>
                  </a:lnTo>
                  <a:cubicBezTo>
                    <a:pt x="1418" y="1355"/>
                    <a:pt x="1670" y="1670"/>
                    <a:pt x="1670" y="2048"/>
                  </a:cubicBezTo>
                  <a:cubicBezTo>
                    <a:pt x="1670" y="2426"/>
                    <a:pt x="1355" y="2710"/>
                    <a:pt x="1008" y="2710"/>
                  </a:cubicBezTo>
                  <a:lnTo>
                    <a:pt x="347" y="2710"/>
                  </a:lnTo>
                  <a:cubicBezTo>
                    <a:pt x="221" y="2710"/>
                    <a:pt x="95" y="2773"/>
                    <a:pt x="32" y="2899"/>
                  </a:cubicBezTo>
                  <a:cubicBezTo>
                    <a:pt x="0" y="3025"/>
                    <a:pt x="0" y="3151"/>
                    <a:pt x="63" y="3245"/>
                  </a:cubicBezTo>
                  <a:cubicBezTo>
                    <a:pt x="410" y="3781"/>
                    <a:pt x="1040" y="4096"/>
                    <a:pt x="1701" y="4096"/>
                  </a:cubicBezTo>
                  <a:cubicBezTo>
                    <a:pt x="2615" y="4096"/>
                    <a:pt x="3371" y="3497"/>
                    <a:pt x="3655" y="2710"/>
                  </a:cubicBezTo>
                  <a:lnTo>
                    <a:pt x="8065" y="2710"/>
                  </a:lnTo>
                  <a:cubicBezTo>
                    <a:pt x="8317" y="3497"/>
                    <a:pt x="9073" y="4096"/>
                    <a:pt x="9987" y="4096"/>
                  </a:cubicBezTo>
                  <a:cubicBezTo>
                    <a:pt x="10649" y="4096"/>
                    <a:pt x="11247" y="3781"/>
                    <a:pt x="11594" y="3245"/>
                  </a:cubicBezTo>
                  <a:cubicBezTo>
                    <a:pt x="11688" y="3119"/>
                    <a:pt x="11688" y="3025"/>
                    <a:pt x="11625" y="2899"/>
                  </a:cubicBezTo>
                  <a:cubicBezTo>
                    <a:pt x="11594" y="2773"/>
                    <a:pt x="11468" y="2710"/>
                    <a:pt x="11310" y="2710"/>
                  </a:cubicBezTo>
                  <a:lnTo>
                    <a:pt x="10649" y="2710"/>
                  </a:lnTo>
                  <a:cubicBezTo>
                    <a:pt x="10271" y="2710"/>
                    <a:pt x="9987" y="2395"/>
                    <a:pt x="9987" y="2048"/>
                  </a:cubicBezTo>
                  <a:cubicBezTo>
                    <a:pt x="9987" y="1670"/>
                    <a:pt x="10302" y="1355"/>
                    <a:pt x="10649" y="1355"/>
                  </a:cubicBezTo>
                  <a:lnTo>
                    <a:pt x="11310" y="1355"/>
                  </a:lnTo>
                  <a:cubicBezTo>
                    <a:pt x="11436" y="1355"/>
                    <a:pt x="11562" y="1292"/>
                    <a:pt x="11625" y="1166"/>
                  </a:cubicBezTo>
                  <a:cubicBezTo>
                    <a:pt x="11688" y="1040"/>
                    <a:pt x="11688" y="945"/>
                    <a:pt x="11594" y="819"/>
                  </a:cubicBezTo>
                  <a:cubicBezTo>
                    <a:pt x="11247" y="315"/>
                    <a:pt x="10649" y="0"/>
                    <a:pt x="9987" y="0"/>
                  </a:cubicBezTo>
                  <a:cubicBezTo>
                    <a:pt x="9073" y="0"/>
                    <a:pt x="8349" y="567"/>
                    <a:pt x="8065" y="1355"/>
                  </a:cubicBezTo>
                  <a:lnTo>
                    <a:pt x="3655" y="1355"/>
                  </a:lnTo>
                  <a:cubicBezTo>
                    <a:pt x="3371" y="567"/>
                    <a:pt x="2615"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85"/>
            <p:cNvSpPr/>
            <p:nvPr/>
          </p:nvSpPr>
          <p:spPr>
            <a:xfrm>
              <a:off x="-35371150" y="3561225"/>
              <a:ext cx="68550" cy="68550"/>
            </a:xfrm>
            <a:custGeom>
              <a:avLst/>
              <a:gdLst/>
              <a:ahLst/>
              <a:cxnLst/>
              <a:rect l="l" t="t" r="r" b="b"/>
              <a:pathLst>
                <a:path w="2742" h="2742" extrusionOk="0">
                  <a:moveTo>
                    <a:pt x="1355" y="1"/>
                  </a:moveTo>
                  <a:cubicBezTo>
                    <a:pt x="630" y="1"/>
                    <a:pt x="0" y="631"/>
                    <a:pt x="0" y="1387"/>
                  </a:cubicBezTo>
                  <a:cubicBezTo>
                    <a:pt x="0" y="2111"/>
                    <a:pt x="630" y="2741"/>
                    <a:pt x="1355" y="2741"/>
                  </a:cubicBezTo>
                  <a:cubicBezTo>
                    <a:pt x="2111" y="2741"/>
                    <a:pt x="2741" y="2111"/>
                    <a:pt x="2741" y="1387"/>
                  </a:cubicBezTo>
                  <a:cubicBezTo>
                    <a:pt x="2741"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85"/>
            <p:cNvSpPr/>
            <p:nvPr/>
          </p:nvSpPr>
          <p:spPr>
            <a:xfrm>
              <a:off x="-35405025" y="3647075"/>
              <a:ext cx="136275" cy="119750"/>
            </a:xfrm>
            <a:custGeom>
              <a:avLst/>
              <a:gdLst/>
              <a:ahLst/>
              <a:cxnLst/>
              <a:rect l="l" t="t" r="r" b="b"/>
              <a:pathLst>
                <a:path w="5451" h="4790" extrusionOk="0">
                  <a:moveTo>
                    <a:pt x="2710" y="1"/>
                  </a:moveTo>
                  <a:cubicBezTo>
                    <a:pt x="1387" y="1"/>
                    <a:pt x="253" y="1009"/>
                    <a:pt x="32" y="2300"/>
                  </a:cubicBezTo>
                  <a:cubicBezTo>
                    <a:pt x="1" y="2521"/>
                    <a:pt x="158" y="2710"/>
                    <a:pt x="410" y="2710"/>
                  </a:cubicBezTo>
                  <a:lnTo>
                    <a:pt x="2395" y="2710"/>
                  </a:lnTo>
                  <a:lnTo>
                    <a:pt x="2395" y="4789"/>
                  </a:lnTo>
                  <a:lnTo>
                    <a:pt x="3088" y="4789"/>
                  </a:lnTo>
                  <a:lnTo>
                    <a:pt x="3088" y="2710"/>
                  </a:lnTo>
                  <a:lnTo>
                    <a:pt x="5073" y="2710"/>
                  </a:lnTo>
                  <a:cubicBezTo>
                    <a:pt x="5293" y="2710"/>
                    <a:pt x="5451" y="2521"/>
                    <a:pt x="5451" y="2300"/>
                  </a:cubicBezTo>
                  <a:cubicBezTo>
                    <a:pt x="5230" y="977"/>
                    <a:pt x="4096" y="1"/>
                    <a:pt x="27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7" name="Google Shape;5987;p85"/>
          <p:cNvGrpSpPr/>
          <p:nvPr/>
        </p:nvGrpSpPr>
        <p:grpSpPr>
          <a:xfrm>
            <a:off x="1277001" y="2256940"/>
            <a:ext cx="353645" cy="353615"/>
            <a:chOff x="-35481425" y="3919600"/>
            <a:chExt cx="291450" cy="291425"/>
          </a:xfrm>
        </p:grpSpPr>
        <p:sp>
          <p:nvSpPr>
            <p:cNvPr id="5988" name="Google Shape;5988;p85"/>
            <p:cNvSpPr/>
            <p:nvPr/>
          </p:nvSpPr>
          <p:spPr>
            <a:xfrm>
              <a:off x="-35327050" y="4125150"/>
              <a:ext cx="84300" cy="85100"/>
            </a:xfrm>
            <a:custGeom>
              <a:avLst/>
              <a:gdLst/>
              <a:ahLst/>
              <a:cxnLst/>
              <a:rect l="l" t="t" r="r" b="b"/>
              <a:pathLst>
                <a:path w="3372" h="3404" extrusionOk="0">
                  <a:moveTo>
                    <a:pt x="3025" y="1"/>
                  </a:moveTo>
                  <a:cubicBezTo>
                    <a:pt x="2836" y="1"/>
                    <a:pt x="2678" y="159"/>
                    <a:pt x="2678" y="348"/>
                  </a:cubicBezTo>
                  <a:lnTo>
                    <a:pt x="2678" y="1041"/>
                  </a:lnTo>
                  <a:cubicBezTo>
                    <a:pt x="2678" y="1576"/>
                    <a:pt x="2206" y="2049"/>
                    <a:pt x="1639" y="2049"/>
                  </a:cubicBezTo>
                  <a:lnTo>
                    <a:pt x="1103" y="2049"/>
                  </a:lnTo>
                  <a:lnTo>
                    <a:pt x="1229" y="1923"/>
                  </a:lnTo>
                  <a:cubicBezTo>
                    <a:pt x="1387" y="1860"/>
                    <a:pt x="1387" y="1608"/>
                    <a:pt x="1261" y="1513"/>
                  </a:cubicBezTo>
                  <a:cubicBezTo>
                    <a:pt x="1198" y="1450"/>
                    <a:pt x="1111" y="1419"/>
                    <a:pt x="1024" y="1419"/>
                  </a:cubicBezTo>
                  <a:cubicBezTo>
                    <a:pt x="938" y="1419"/>
                    <a:pt x="851" y="1450"/>
                    <a:pt x="788" y="1513"/>
                  </a:cubicBezTo>
                  <a:lnTo>
                    <a:pt x="127" y="2175"/>
                  </a:lnTo>
                  <a:cubicBezTo>
                    <a:pt x="1" y="2301"/>
                    <a:pt x="1" y="2521"/>
                    <a:pt x="127" y="2647"/>
                  </a:cubicBezTo>
                  <a:lnTo>
                    <a:pt x="788" y="3309"/>
                  </a:lnTo>
                  <a:cubicBezTo>
                    <a:pt x="851" y="3372"/>
                    <a:pt x="938" y="3404"/>
                    <a:pt x="1024" y="3404"/>
                  </a:cubicBezTo>
                  <a:cubicBezTo>
                    <a:pt x="1111" y="3404"/>
                    <a:pt x="1198" y="3372"/>
                    <a:pt x="1261" y="3309"/>
                  </a:cubicBezTo>
                  <a:cubicBezTo>
                    <a:pt x="1387" y="3183"/>
                    <a:pt x="1387" y="2962"/>
                    <a:pt x="1261" y="2836"/>
                  </a:cubicBezTo>
                  <a:lnTo>
                    <a:pt x="1135" y="2710"/>
                  </a:lnTo>
                  <a:lnTo>
                    <a:pt x="1702" y="2710"/>
                  </a:lnTo>
                  <a:cubicBezTo>
                    <a:pt x="2647" y="2710"/>
                    <a:pt x="3372" y="1986"/>
                    <a:pt x="3372" y="1041"/>
                  </a:cubicBezTo>
                  <a:lnTo>
                    <a:pt x="3372" y="348"/>
                  </a:lnTo>
                  <a:cubicBezTo>
                    <a:pt x="3372" y="159"/>
                    <a:pt x="3214" y="1"/>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85"/>
            <p:cNvSpPr/>
            <p:nvPr/>
          </p:nvSpPr>
          <p:spPr>
            <a:xfrm>
              <a:off x="-35429450" y="3921175"/>
              <a:ext cx="84300" cy="85075"/>
            </a:xfrm>
            <a:custGeom>
              <a:avLst/>
              <a:gdLst/>
              <a:ahLst/>
              <a:cxnLst/>
              <a:rect l="l" t="t" r="r" b="b"/>
              <a:pathLst>
                <a:path w="3372" h="3403" extrusionOk="0">
                  <a:moveTo>
                    <a:pt x="2360" y="0"/>
                  </a:moveTo>
                  <a:cubicBezTo>
                    <a:pt x="2269" y="0"/>
                    <a:pt x="2175" y="32"/>
                    <a:pt x="2112" y="95"/>
                  </a:cubicBezTo>
                  <a:cubicBezTo>
                    <a:pt x="2017" y="221"/>
                    <a:pt x="2017" y="441"/>
                    <a:pt x="2112" y="567"/>
                  </a:cubicBezTo>
                  <a:lnTo>
                    <a:pt x="2238" y="693"/>
                  </a:lnTo>
                  <a:lnTo>
                    <a:pt x="1702" y="693"/>
                  </a:lnTo>
                  <a:cubicBezTo>
                    <a:pt x="757" y="693"/>
                    <a:pt x="1" y="1418"/>
                    <a:pt x="1" y="2363"/>
                  </a:cubicBezTo>
                  <a:lnTo>
                    <a:pt x="1" y="3056"/>
                  </a:lnTo>
                  <a:cubicBezTo>
                    <a:pt x="1" y="3245"/>
                    <a:pt x="158" y="3403"/>
                    <a:pt x="347" y="3403"/>
                  </a:cubicBezTo>
                  <a:cubicBezTo>
                    <a:pt x="536" y="3403"/>
                    <a:pt x="694" y="3245"/>
                    <a:pt x="694" y="3056"/>
                  </a:cubicBezTo>
                  <a:lnTo>
                    <a:pt x="694" y="2332"/>
                  </a:lnTo>
                  <a:cubicBezTo>
                    <a:pt x="694" y="1796"/>
                    <a:pt x="1167" y="1292"/>
                    <a:pt x="1734" y="1292"/>
                  </a:cubicBezTo>
                  <a:lnTo>
                    <a:pt x="2269" y="1292"/>
                  </a:lnTo>
                  <a:lnTo>
                    <a:pt x="2175" y="1418"/>
                  </a:lnTo>
                  <a:cubicBezTo>
                    <a:pt x="2017" y="1544"/>
                    <a:pt x="2017" y="1733"/>
                    <a:pt x="2112" y="1891"/>
                  </a:cubicBezTo>
                  <a:cubicBezTo>
                    <a:pt x="2175" y="1954"/>
                    <a:pt x="2269" y="1985"/>
                    <a:pt x="2360" y="1985"/>
                  </a:cubicBezTo>
                  <a:cubicBezTo>
                    <a:pt x="2450" y="1985"/>
                    <a:pt x="2537" y="1954"/>
                    <a:pt x="2584" y="1891"/>
                  </a:cubicBezTo>
                  <a:lnTo>
                    <a:pt x="3277" y="1229"/>
                  </a:lnTo>
                  <a:cubicBezTo>
                    <a:pt x="3372" y="1103"/>
                    <a:pt x="3372" y="882"/>
                    <a:pt x="3277" y="756"/>
                  </a:cubicBezTo>
                  <a:lnTo>
                    <a:pt x="2584" y="95"/>
                  </a:lnTo>
                  <a:cubicBezTo>
                    <a:pt x="2537" y="32"/>
                    <a:pt x="2450" y="0"/>
                    <a:pt x="23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85"/>
            <p:cNvSpPr/>
            <p:nvPr/>
          </p:nvSpPr>
          <p:spPr>
            <a:xfrm>
              <a:off x="-35481425" y="4021975"/>
              <a:ext cx="137075" cy="35475"/>
            </a:xfrm>
            <a:custGeom>
              <a:avLst/>
              <a:gdLst/>
              <a:ahLst/>
              <a:cxnLst/>
              <a:rect l="l" t="t" r="r" b="b"/>
              <a:pathLst>
                <a:path w="5483" h="1419" extrusionOk="0">
                  <a:moveTo>
                    <a:pt x="1009" y="1"/>
                  </a:moveTo>
                  <a:cubicBezTo>
                    <a:pt x="473" y="1"/>
                    <a:pt x="1" y="473"/>
                    <a:pt x="1" y="1072"/>
                  </a:cubicBezTo>
                  <a:lnTo>
                    <a:pt x="1" y="1419"/>
                  </a:lnTo>
                  <a:lnTo>
                    <a:pt x="5482" y="1419"/>
                  </a:lnTo>
                  <a:lnTo>
                    <a:pt x="5482" y="1072"/>
                  </a:lnTo>
                  <a:lnTo>
                    <a:pt x="5451" y="1072"/>
                  </a:lnTo>
                  <a:cubicBezTo>
                    <a:pt x="5451" y="505"/>
                    <a:pt x="5010" y="1"/>
                    <a:pt x="44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85"/>
            <p:cNvSpPr/>
            <p:nvPr/>
          </p:nvSpPr>
          <p:spPr>
            <a:xfrm>
              <a:off x="-35481425" y="4073975"/>
              <a:ext cx="136275" cy="85875"/>
            </a:xfrm>
            <a:custGeom>
              <a:avLst/>
              <a:gdLst/>
              <a:ahLst/>
              <a:cxnLst/>
              <a:rect l="l" t="t" r="r" b="b"/>
              <a:pathLst>
                <a:path w="5451" h="3435" extrusionOk="0">
                  <a:moveTo>
                    <a:pt x="1" y="0"/>
                  </a:moveTo>
                  <a:lnTo>
                    <a:pt x="1" y="3434"/>
                  </a:lnTo>
                  <a:lnTo>
                    <a:pt x="5451" y="3434"/>
                  </a:lnTo>
                  <a:lnTo>
                    <a:pt x="54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85"/>
            <p:cNvSpPr/>
            <p:nvPr/>
          </p:nvSpPr>
          <p:spPr>
            <a:xfrm>
              <a:off x="-35481425" y="4176350"/>
              <a:ext cx="136275" cy="34675"/>
            </a:xfrm>
            <a:custGeom>
              <a:avLst/>
              <a:gdLst/>
              <a:ahLst/>
              <a:cxnLst/>
              <a:rect l="l" t="t" r="r" b="b"/>
              <a:pathLst>
                <a:path w="5451" h="1387" extrusionOk="0">
                  <a:moveTo>
                    <a:pt x="1" y="1"/>
                  </a:moveTo>
                  <a:lnTo>
                    <a:pt x="1" y="347"/>
                  </a:lnTo>
                  <a:cubicBezTo>
                    <a:pt x="1" y="946"/>
                    <a:pt x="410" y="1387"/>
                    <a:pt x="1009" y="1387"/>
                  </a:cubicBezTo>
                  <a:lnTo>
                    <a:pt x="4443" y="1387"/>
                  </a:lnTo>
                  <a:cubicBezTo>
                    <a:pt x="4978" y="1387"/>
                    <a:pt x="5451" y="914"/>
                    <a:pt x="5451" y="347"/>
                  </a:cubicBezTo>
                  <a:lnTo>
                    <a:pt x="54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85"/>
            <p:cNvSpPr/>
            <p:nvPr/>
          </p:nvSpPr>
          <p:spPr>
            <a:xfrm>
              <a:off x="-35327050" y="3919600"/>
              <a:ext cx="137075" cy="33875"/>
            </a:xfrm>
            <a:custGeom>
              <a:avLst/>
              <a:gdLst/>
              <a:ahLst/>
              <a:cxnLst/>
              <a:rect l="l" t="t" r="r" b="b"/>
              <a:pathLst>
                <a:path w="5483" h="1355" extrusionOk="0">
                  <a:moveTo>
                    <a:pt x="1009" y="0"/>
                  </a:moveTo>
                  <a:cubicBezTo>
                    <a:pt x="473" y="0"/>
                    <a:pt x="1" y="473"/>
                    <a:pt x="1" y="1008"/>
                  </a:cubicBezTo>
                  <a:lnTo>
                    <a:pt x="1" y="1355"/>
                  </a:lnTo>
                  <a:lnTo>
                    <a:pt x="5482" y="1355"/>
                  </a:lnTo>
                  <a:lnTo>
                    <a:pt x="5482" y="1008"/>
                  </a:lnTo>
                  <a:cubicBezTo>
                    <a:pt x="5482" y="473"/>
                    <a:pt x="5010"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85"/>
            <p:cNvSpPr/>
            <p:nvPr/>
          </p:nvSpPr>
          <p:spPr>
            <a:xfrm>
              <a:off x="-35327825" y="3970800"/>
              <a:ext cx="136275" cy="85875"/>
            </a:xfrm>
            <a:custGeom>
              <a:avLst/>
              <a:gdLst/>
              <a:ahLst/>
              <a:cxnLst/>
              <a:rect l="l" t="t" r="r" b="b"/>
              <a:pathLst>
                <a:path w="5451" h="3435" extrusionOk="0">
                  <a:moveTo>
                    <a:pt x="0" y="0"/>
                  </a:moveTo>
                  <a:lnTo>
                    <a:pt x="0" y="3434"/>
                  </a:lnTo>
                  <a:lnTo>
                    <a:pt x="5450" y="3434"/>
                  </a:lnTo>
                  <a:lnTo>
                    <a:pt x="5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85"/>
            <p:cNvSpPr/>
            <p:nvPr/>
          </p:nvSpPr>
          <p:spPr>
            <a:xfrm>
              <a:off x="-35327825" y="4073975"/>
              <a:ext cx="136275" cy="35450"/>
            </a:xfrm>
            <a:custGeom>
              <a:avLst/>
              <a:gdLst/>
              <a:ahLst/>
              <a:cxnLst/>
              <a:rect l="l" t="t" r="r" b="b"/>
              <a:pathLst>
                <a:path w="5451" h="1418" extrusionOk="0">
                  <a:moveTo>
                    <a:pt x="0" y="0"/>
                  </a:moveTo>
                  <a:lnTo>
                    <a:pt x="0" y="347"/>
                  </a:lnTo>
                  <a:cubicBezTo>
                    <a:pt x="0" y="914"/>
                    <a:pt x="473" y="1418"/>
                    <a:pt x="1008" y="1418"/>
                  </a:cubicBezTo>
                  <a:lnTo>
                    <a:pt x="4442" y="1418"/>
                  </a:lnTo>
                  <a:cubicBezTo>
                    <a:pt x="4978" y="1418"/>
                    <a:pt x="5450" y="945"/>
                    <a:pt x="5450" y="347"/>
                  </a:cubicBezTo>
                  <a:lnTo>
                    <a:pt x="5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6" name="Google Shape;5996;p85"/>
          <p:cNvGrpSpPr/>
          <p:nvPr/>
        </p:nvGrpSpPr>
        <p:grpSpPr>
          <a:xfrm>
            <a:off x="3512636" y="1381031"/>
            <a:ext cx="357468" cy="352675"/>
            <a:chOff x="-33645475" y="3228075"/>
            <a:chExt cx="294600" cy="290650"/>
          </a:xfrm>
        </p:grpSpPr>
        <p:sp>
          <p:nvSpPr>
            <p:cNvPr id="5997" name="Google Shape;5997;p85"/>
            <p:cNvSpPr/>
            <p:nvPr/>
          </p:nvSpPr>
          <p:spPr>
            <a:xfrm>
              <a:off x="-33456450" y="3261925"/>
              <a:ext cx="84300" cy="85100"/>
            </a:xfrm>
            <a:custGeom>
              <a:avLst/>
              <a:gdLst/>
              <a:ahLst/>
              <a:cxnLst/>
              <a:rect l="l" t="t" r="r" b="b"/>
              <a:pathLst>
                <a:path w="3372" h="3404" extrusionOk="0">
                  <a:moveTo>
                    <a:pt x="347" y="1"/>
                  </a:moveTo>
                  <a:cubicBezTo>
                    <a:pt x="158" y="1"/>
                    <a:pt x="1" y="158"/>
                    <a:pt x="1" y="347"/>
                  </a:cubicBezTo>
                  <a:cubicBezTo>
                    <a:pt x="1" y="536"/>
                    <a:pt x="158" y="694"/>
                    <a:pt x="347" y="694"/>
                  </a:cubicBezTo>
                  <a:lnTo>
                    <a:pt x="1009" y="694"/>
                  </a:lnTo>
                  <a:cubicBezTo>
                    <a:pt x="1576" y="694"/>
                    <a:pt x="2049" y="1166"/>
                    <a:pt x="2049" y="1733"/>
                  </a:cubicBezTo>
                  <a:lnTo>
                    <a:pt x="2049" y="2269"/>
                  </a:lnTo>
                  <a:lnTo>
                    <a:pt x="1923" y="2175"/>
                  </a:lnTo>
                  <a:cubicBezTo>
                    <a:pt x="1860" y="2112"/>
                    <a:pt x="1773" y="2080"/>
                    <a:pt x="1686" y="2080"/>
                  </a:cubicBezTo>
                  <a:cubicBezTo>
                    <a:pt x="1600" y="2080"/>
                    <a:pt x="1513" y="2112"/>
                    <a:pt x="1450" y="2175"/>
                  </a:cubicBezTo>
                  <a:cubicBezTo>
                    <a:pt x="1324" y="2269"/>
                    <a:pt x="1324" y="2521"/>
                    <a:pt x="1450" y="2647"/>
                  </a:cubicBezTo>
                  <a:lnTo>
                    <a:pt x="2112" y="3309"/>
                  </a:lnTo>
                  <a:cubicBezTo>
                    <a:pt x="2175" y="3372"/>
                    <a:pt x="2269" y="3403"/>
                    <a:pt x="2360" y="3403"/>
                  </a:cubicBezTo>
                  <a:cubicBezTo>
                    <a:pt x="2450" y="3403"/>
                    <a:pt x="2537" y="3372"/>
                    <a:pt x="2584" y="3309"/>
                  </a:cubicBezTo>
                  <a:lnTo>
                    <a:pt x="3277" y="2647"/>
                  </a:lnTo>
                  <a:cubicBezTo>
                    <a:pt x="3372" y="2521"/>
                    <a:pt x="3372" y="2269"/>
                    <a:pt x="3277" y="2175"/>
                  </a:cubicBezTo>
                  <a:cubicBezTo>
                    <a:pt x="3214" y="2112"/>
                    <a:pt x="3120" y="2080"/>
                    <a:pt x="3029" y="2080"/>
                  </a:cubicBezTo>
                  <a:cubicBezTo>
                    <a:pt x="2939" y="2080"/>
                    <a:pt x="2852" y="2112"/>
                    <a:pt x="2805" y="2175"/>
                  </a:cubicBezTo>
                  <a:lnTo>
                    <a:pt x="2679" y="2269"/>
                  </a:lnTo>
                  <a:lnTo>
                    <a:pt x="2679" y="1733"/>
                  </a:lnTo>
                  <a:cubicBezTo>
                    <a:pt x="2742" y="788"/>
                    <a:pt x="1954"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85"/>
            <p:cNvSpPr/>
            <p:nvPr/>
          </p:nvSpPr>
          <p:spPr>
            <a:xfrm>
              <a:off x="-33575375" y="3433625"/>
              <a:ext cx="85075" cy="85100"/>
            </a:xfrm>
            <a:custGeom>
              <a:avLst/>
              <a:gdLst/>
              <a:ahLst/>
              <a:cxnLst/>
              <a:rect l="l" t="t" r="r" b="b"/>
              <a:pathLst>
                <a:path w="3403" h="3404" extrusionOk="0">
                  <a:moveTo>
                    <a:pt x="1013" y="1"/>
                  </a:moveTo>
                  <a:cubicBezTo>
                    <a:pt x="922" y="1"/>
                    <a:pt x="835" y="32"/>
                    <a:pt x="788" y="95"/>
                  </a:cubicBezTo>
                  <a:lnTo>
                    <a:pt x="127" y="757"/>
                  </a:lnTo>
                  <a:cubicBezTo>
                    <a:pt x="1" y="883"/>
                    <a:pt x="1" y="1135"/>
                    <a:pt x="127" y="1229"/>
                  </a:cubicBezTo>
                  <a:cubicBezTo>
                    <a:pt x="174" y="1292"/>
                    <a:pt x="260" y="1324"/>
                    <a:pt x="351" y="1324"/>
                  </a:cubicBezTo>
                  <a:cubicBezTo>
                    <a:pt x="442" y="1324"/>
                    <a:pt x="536" y="1292"/>
                    <a:pt x="599" y="1229"/>
                  </a:cubicBezTo>
                  <a:lnTo>
                    <a:pt x="694" y="1135"/>
                  </a:lnTo>
                  <a:lnTo>
                    <a:pt x="694" y="1671"/>
                  </a:lnTo>
                  <a:cubicBezTo>
                    <a:pt x="694" y="2616"/>
                    <a:pt x="1450" y="3372"/>
                    <a:pt x="2395" y="3372"/>
                  </a:cubicBezTo>
                  <a:lnTo>
                    <a:pt x="3057" y="3372"/>
                  </a:lnTo>
                  <a:lnTo>
                    <a:pt x="3057" y="3403"/>
                  </a:lnTo>
                  <a:cubicBezTo>
                    <a:pt x="3246" y="3403"/>
                    <a:pt x="3403" y="3246"/>
                    <a:pt x="3403" y="3057"/>
                  </a:cubicBezTo>
                  <a:cubicBezTo>
                    <a:pt x="3403" y="2868"/>
                    <a:pt x="3246" y="2710"/>
                    <a:pt x="3057" y="2710"/>
                  </a:cubicBezTo>
                  <a:lnTo>
                    <a:pt x="2363" y="2710"/>
                  </a:lnTo>
                  <a:cubicBezTo>
                    <a:pt x="1796" y="2710"/>
                    <a:pt x="1324" y="2238"/>
                    <a:pt x="1324" y="1671"/>
                  </a:cubicBezTo>
                  <a:lnTo>
                    <a:pt x="1324" y="1135"/>
                  </a:lnTo>
                  <a:lnTo>
                    <a:pt x="1450" y="1229"/>
                  </a:lnTo>
                  <a:cubicBezTo>
                    <a:pt x="1513" y="1292"/>
                    <a:pt x="1599" y="1324"/>
                    <a:pt x="1686" y="1324"/>
                  </a:cubicBezTo>
                  <a:cubicBezTo>
                    <a:pt x="1773" y="1324"/>
                    <a:pt x="1859" y="1292"/>
                    <a:pt x="1922" y="1229"/>
                  </a:cubicBezTo>
                  <a:cubicBezTo>
                    <a:pt x="2048" y="1135"/>
                    <a:pt x="2048" y="883"/>
                    <a:pt x="1922" y="757"/>
                  </a:cubicBezTo>
                  <a:lnTo>
                    <a:pt x="1261" y="95"/>
                  </a:lnTo>
                  <a:cubicBezTo>
                    <a:pt x="1198" y="32"/>
                    <a:pt x="1103" y="1"/>
                    <a:pt x="10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85"/>
            <p:cNvSpPr/>
            <p:nvPr/>
          </p:nvSpPr>
          <p:spPr>
            <a:xfrm>
              <a:off x="-33645475" y="3228075"/>
              <a:ext cx="206375" cy="153600"/>
            </a:xfrm>
            <a:custGeom>
              <a:avLst/>
              <a:gdLst/>
              <a:ahLst/>
              <a:cxnLst/>
              <a:rect l="l" t="t" r="r" b="b"/>
              <a:pathLst>
                <a:path w="8255" h="6144" extrusionOk="0">
                  <a:moveTo>
                    <a:pt x="4191" y="0"/>
                  </a:moveTo>
                  <a:cubicBezTo>
                    <a:pt x="2300" y="0"/>
                    <a:pt x="757" y="1544"/>
                    <a:pt x="757" y="3434"/>
                  </a:cubicBezTo>
                  <a:lnTo>
                    <a:pt x="757" y="3529"/>
                  </a:lnTo>
                  <a:cubicBezTo>
                    <a:pt x="347" y="3686"/>
                    <a:pt x="95" y="4033"/>
                    <a:pt x="95" y="4474"/>
                  </a:cubicBezTo>
                  <a:lnTo>
                    <a:pt x="95" y="5135"/>
                  </a:lnTo>
                  <a:cubicBezTo>
                    <a:pt x="1" y="5671"/>
                    <a:pt x="473" y="6143"/>
                    <a:pt x="1009" y="6143"/>
                  </a:cubicBezTo>
                  <a:cubicBezTo>
                    <a:pt x="1135" y="6143"/>
                    <a:pt x="1261" y="6112"/>
                    <a:pt x="1387" y="6080"/>
                  </a:cubicBezTo>
                  <a:lnTo>
                    <a:pt x="1387" y="3403"/>
                  </a:lnTo>
                  <a:cubicBezTo>
                    <a:pt x="1387" y="1890"/>
                    <a:pt x="2647" y="630"/>
                    <a:pt x="4128" y="630"/>
                  </a:cubicBezTo>
                  <a:cubicBezTo>
                    <a:pt x="5640" y="630"/>
                    <a:pt x="6900" y="1890"/>
                    <a:pt x="6900" y="3403"/>
                  </a:cubicBezTo>
                  <a:lnTo>
                    <a:pt x="6900" y="6080"/>
                  </a:lnTo>
                  <a:cubicBezTo>
                    <a:pt x="6995" y="6112"/>
                    <a:pt x="7121" y="6143"/>
                    <a:pt x="7247" y="6143"/>
                  </a:cubicBezTo>
                  <a:cubicBezTo>
                    <a:pt x="7782" y="6143"/>
                    <a:pt x="8255" y="5671"/>
                    <a:pt x="8255" y="5135"/>
                  </a:cubicBezTo>
                  <a:lnTo>
                    <a:pt x="8255" y="4474"/>
                  </a:lnTo>
                  <a:cubicBezTo>
                    <a:pt x="8255" y="4033"/>
                    <a:pt x="8003" y="3623"/>
                    <a:pt x="7593" y="3529"/>
                  </a:cubicBezTo>
                  <a:lnTo>
                    <a:pt x="7593" y="3434"/>
                  </a:lnTo>
                  <a:cubicBezTo>
                    <a:pt x="7593" y="1544"/>
                    <a:pt x="6050" y="0"/>
                    <a:pt x="41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85"/>
            <p:cNvSpPr/>
            <p:nvPr/>
          </p:nvSpPr>
          <p:spPr>
            <a:xfrm>
              <a:off x="-33593500" y="3279250"/>
              <a:ext cx="104775" cy="52275"/>
            </a:xfrm>
            <a:custGeom>
              <a:avLst/>
              <a:gdLst/>
              <a:ahLst/>
              <a:cxnLst/>
              <a:rect l="l" t="t" r="r" b="b"/>
              <a:pathLst>
                <a:path w="4191" h="2091" extrusionOk="0">
                  <a:moveTo>
                    <a:pt x="1734" y="1"/>
                  </a:moveTo>
                  <a:cubicBezTo>
                    <a:pt x="789" y="1"/>
                    <a:pt x="1" y="757"/>
                    <a:pt x="1" y="1702"/>
                  </a:cubicBezTo>
                  <a:lnTo>
                    <a:pt x="1" y="2049"/>
                  </a:lnTo>
                  <a:lnTo>
                    <a:pt x="1230" y="2049"/>
                  </a:lnTo>
                  <a:cubicBezTo>
                    <a:pt x="1545" y="2049"/>
                    <a:pt x="1891" y="2049"/>
                    <a:pt x="2017" y="1986"/>
                  </a:cubicBezTo>
                  <a:cubicBezTo>
                    <a:pt x="2049" y="1954"/>
                    <a:pt x="2080" y="1828"/>
                    <a:pt x="2080" y="1734"/>
                  </a:cubicBezTo>
                  <a:cubicBezTo>
                    <a:pt x="2080" y="1545"/>
                    <a:pt x="2238" y="1387"/>
                    <a:pt x="2458" y="1387"/>
                  </a:cubicBezTo>
                  <a:cubicBezTo>
                    <a:pt x="2647" y="1387"/>
                    <a:pt x="2805" y="1545"/>
                    <a:pt x="2805" y="1734"/>
                  </a:cubicBezTo>
                  <a:cubicBezTo>
                    <a:pt x="2805" y="1828"/>
                    <a:pt x="2805" y="1954"/>
                    <a:pt x="2868" y="1986"/>
                  </a:cubicBezTo>
                  <a:cubicBezTo>
                    <a:pt x="2942" y="2059"/>
                    <a:pt x="3091" y="2090"/>
                    <a:pt x="3266" y="2090"/>
                  </a:cubicBezTo>
                  <a:cubicBezTo>
                    <a:pt x="3389" y="2090"/>
                    <a:pt x="3525" y="2075"/>
                    <a:pt x="3656" y="2049"/>
                  </a:cubicBezTo>
                  <a:lnTo>
                    <a:pt x="4191" y="2049"/>
                  </a:lnTo>
                  <a:lnTo>
                    <a:pt x="4191" y="1702"/>
                  </a:lnTo>
                  <a:lnTo>
                    <a:pt x="4128" y="1702"/>
                  </a:lnTo>
                  <a:cubicBezTo>
                    <a:pt x="4128" y="757"/>
                    <a:pt x="3340"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85"/>
            <p:cNvSpPr/>
            <p:nvPr/>
          </p:nvSpPr>
          <p:spPr>
            <a:xfrm>
              <a:off x="-33593500" y="3341475"/>
              <a:ext cx="104775" cy="74075"/>
            </a:xfrm>
            <a:custGeom>
              <a:avLst/>
              <a:gdLst/>
              <a:ahLst/>
              <a:cxnLst/>
              <a:rect l="l" t="t" r="r" b="b"/>
              <a:pathLst>
                <a:path w="4191" h="2963" extrusionOk="0">
                  <a:moveTo>
                    <a:pt x="2395" y="1"/>
                  </a:moveTo>
                  <a:cubicBezTo>
                    <a:pt x="2080" y="253"/>
                    <a:pt x="1671" y="253"/>
                    <a:pt x="1230" y="253"/>
                  </a:cubicBezTo>
                  <a:lnTo>
                    <a:pt x="1" y="253"/>
                  </a:lnTo>
                  <a:lnTo>
                    <a:pt x="1" y="914"/>
                  </a:lnTo>
                  <a:cubicBezTo>
                    <a:pt x="1" y="2049"/>
                    <a:pt x="946" y="2962"/>
                    <a:pt x="2112" y="2962"/>
                  </a:cubicBezTo>
                  <a:cubicBezTo>
                    <a:pt x="3246" y="2962"/>
                    <a:pt x="4191" y="2049"/>
                    <a:pt x="4191" y="914"/>
                  </a:cubicBezTo>
                  <a:lnTo>
                    <a:pt x="4191" y="253"/>
                  </a:lnTo>
                  <a:lnTo>
                    <a:pt x="3466" y="253"/>
                  </a:lnTo>
                  <a:cubicBezTo>
                    <a:pt x="3088" y="253"/>
                    <a:pt x="2679" y="190"/>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85"/>
            <p:cNvSpPr/>
            <p:nvPr/>
          </p:nvSpPr>
          <p:spPr>
            <a:xfrm>
              <a:off x="-33455650" y="3381650"/>
              <a:ext cx="104775" cy="52250"/>
            </a:xfrm>
            <a:custGeom>
              <a:avLst/>
              <a:gdLst/>
              <a:ahLst/>
              <a:cxnLst/>
              <a:rect l="l" t="t" r="r" b="b"/>
              <a:pathLst>
                <a:path w="4191" h="2090" extrusionOk="0">
                  <a:moveTo>
                    <a:pt x="1702" y="0"/>
                  </a:moveTo>
                  <a:cubicBezTo>
                    <a:pt x="756" y="0"/>
                    <a:pt x="0" y="757"/>
                    <a:pt x="0" y="1702"/>
                  </a:cubicBezTo>
                  <a:lnTo>
                    <a:pt x="0" y="2048"/>
                  </a:lnTo>
                  <a:lnTo>
                    <a:pt x="1229" y="2048"/>
                  </a:lnTo>
                  <a:cubicBezTo>
                    <a:pt x="1544" y="2048"/>
                    <a:pt x="1891" y="2048"/>
                    <a:pt x="2017" y="1985"/>
                  </a:cubicBezTo>
                  <a:cubicBezTo>
                    <a:pt x="2048" y="1954"/>
                    <a:pt x="2080" y="1828"/>
                    <a:pt x="2080" y="1733"/>
                  </a:cubicBezTo>
                  <a:cubicBezTo>
                    <a:pt x="2080" y="1544"/>
                    <a:pt x="2237" y="1387"/>
                    <a:pt x="2458" y="1387"/>
                  </a:cubicBezTo>
                  <a:cubicBezTo>
                    <a:pt x="2647" y="1387"/>
                    <a:pt x="2804" y="1544"/>
                    <a:pt x="2804" y="1733"/>
                  </a:cubicBezTo>
                  <a:cubicBezTo>
                    <a:pt x="2804" y="1828"/>
                    <a:pt x="2804" y="1954"/>
                    <a:pt x="2867" y="1985"/>
                  </a:cubicBezTo>
                  <a:cubicBezTo>
                    <a:pt x="2941" y="2059"/>
                    <a:pt x="3091" y="2090"/>
                    <a:pt x="3265" y="2090"/>
                  </a:cubicBezTo>
                  <a:cubicBezTo>
                    <a:pt x="3388" y="2090"/>
                    <a:pt x="3524" y="2074"/>
                    <a:pt x="3655" y="2048"/>
                  </a:cubicBezTo>
                  <a:lnTo>
                    <a:pt x="4190" y="2048"/>
                  </a:lnTo>
                  <a:lnTo>
                    <a:pt x="4190" y="1702"/>
                  </a:lnTo>
                  <a:cubicBezTo>
                    <a:pt x="4096" y="757"/>
                    <a:pt x="3308"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85"/>
            <p:cNvSpPr/>
            <p:nvPr/>
          </p:nvSpPr>
          <p:spPr>
            <a:xfrm>
              <a:off x="-33456450" y="3443875"/>
              <a:ext cx="102425" cy="74850"/>
            </a:xfrm>
            <a:custGeom>
              <a:avLst/>
              <a:gdLst/>
              <a:ahLst/>
              <a:cxnLst/>
              <a:rect l="l" t="t" r="r" b="b"/>
              <a:pathLst>
                <a:path w="4097" h="2994" extrusionOk="0">
                  <a:moveTo>
                    <a:pt x="2395" y="0"/>
                  </a:moveTo>
                  <a:cubicBezTo>
                    <a:pt x="2080" y="252"/>
                    <a:pt x="1639" y="252"/>
                    <a:pt x="1230" y="252"/>
                  </a:cubicBezTo>
                  <a:lnTo>
                    <a:pt x="1" y="252"/>
                  </a:lnTo>
                  <a:lnTo>
                    <a:pt x="1" y="914"/>
                  </a:lnTo>
                  <a:cubicBezTo>
                    <a:pt x="1" y="2048"/>
                    <a:pt x="914" y="2993"/>
                    <a:pt x="2049" y="2993"/>
                  </a:cubicBezTo>
                  <a:cubicBezTo>
                    <a:pt x="3183" y="2993"/>
                    <a:pt x="4096" y="2048"/>
                    <a:pt x="4096" y="914"/>
                  </a:cubicBezTo>
                  <a:lnTo>
                    <a:pt x="4096" y="252"/>
                  </a:lnTo>
                  <a:lnTo>
                    <a:pt x="3435" y="252"/>
                  </a:lnTo>
                  <a:cubicBezTo>
                    <a:pt x="3025" y="252"/>
                    <a:pt x="2679" y="189"/>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4" name="Google Shape;6004;p85"/>
          <p:cNvGrpSpPr/>
          <p:nvPr/>
        </p:nvGrpSpPr>
        <p:grpSpPr>
          <a:xfrm>
            <a:off x="3513606" y="1821116"/>
            <a:ext cx="355526" cy="354586"/>
            <a:chOff x="-33646250" y="3586425"/>
            <a:chExt cx="293000" cy="292225"/>
          </a:xfrm>
        </p:grpSpPr>
        <p:sp>
          <p:nvSpPr>
            <p:cNvPr id="6005" name="Google Shape;6005;p85"/>
            <p:cNvSpPr/>
            <p:nvPr/>
          </p:nvSpPr>
          <p:spPr>
            <a:xfrm>
              <a:off x="-33646250" y="3739225"/>
              <a:ext cx="141775" cy="139425"/>
            </a:xfrm>
            <a:custGeom>
              <a:avLst/>
              <a:gdLst/>
              <a:ahLst/>
              <a:cxnLst/>
              <a:rect l="l" t="t" r="r" b="b"/>
              <a:pathLst>
                <a:path w="5671" h="5577" extrusionOk="0">
                  <a:moveTo>
                    <a:pt x="4190" y="1"/>
                  </a:moveTo>
                  <a:cubicBezTo>
                    <a:pt x="4001" y="316"/>
                    <a:pt x="3970" y="725"/>
                    <a:pt x="4127" y="1040"/>
                  </a:cubicBezTo>
                  <a:lnTo>
                    <a:pt x="3497" y="1670"/>
                  </a:lnTo>
                  <a:cubicBezTo>
                    <a:pt x="3345" y="1589"/>
                    <a:pt x="3194" y="1550"/>
                    <a:pt x="3047" y="1550"/>
                  </a:cubicBezTo>
                  <a:cubicBezTo>
                    <a:pt x="2797" y="1550"/>
                    <a:pt x="2561" y="1661"/>
                    <a:pt x="2363" y="1859"/>
                  </a:cubicBezTo>
                  <a:lnTo>
                    <a:pt x="378" y="3813"/>
                  </a:lnTo>
                  <a:cubicBezTo>
                    <a:pt x="0" y="4222"/>
                    <a:pt x="0" y="4884"/>
                    <a:pt x="378" y="5293"/>
                  </a:cubicBezTo>
                  <a:cubicBezTo>
                    <a:pt x="583" y="5482"/>
                    <a:pt x="851" y="5577"/>
                    <a:pt x="1115" y="5577"/>
                  </a:cubicBezTo>
                  <a:cubicBezTo>
                    <a:pt x="1378" y="5577"/>
                    <a:pt x="1638" y="5482"/>
                    <a:pt x="1827" y="5293"/>
                  </a:cubicBezTo>
                  <a:lnTo>
                    <a:pt x="3812" y="3309"/>
                  </a:lnTo>
                  <a:cubicBezTo>
                    <a:pt x="4096" y="3025"/>
                    <a:pt x="4190" y="2553"/>
                    <a:pt x="4001" y="2143"/>
                  </a:cubicBezTo>
                  <a:lnTo>
                    <a:pt x="4631" y="1513"/>
                  </a:lnTo>
                  <a:cubicBezTo>
                    <a:pt x="4789" y="1576"/>
                    <a:pt x="4915" y="1607"/>
                    <a:pt x="5072" y="1607"/>
                  </a:cubicBezTo>
                  <a:cubicBezTo>
                    <a:pt x="5261" y="1607"/>
                    <a:pt x="5450" y="1544"/>
                    <a:pt x="5671" y="1418"/>
                  </a:cubicBezTo>
                  <a:cubicBezTo>
                    <a:pt x="5041" y="1040"/>
                    <a:pt x="4568" y="568"/>
                    <a:pt x="41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85"/>
            <p:cNvSpPr/>
            <p:nvPr/>
          </p:nvSpPr>
          <p:spPr>
            <a:xfrm>
              <a:off x="-33541500" y="3586425"/>
              <a:ext cx="188250" cy="187475"/>
            </a:xfrm>
            <a:custGeom>
              <a:avLst/>
              <a:gdLst/>
              <a:ahLst/>
              <a:cxnLst/>
              <a:rect l="l" t="t" r="r" b="b"/>
              <a:pathLst>
                <a:path w="7530" h="7499" extrusionOk="0">
                  <a:moveTo>
                    <a:pt x="3718" y="1387"/>
                  </a:moveTo>
                  <a:cubicBezTo>
                    <a:pt x="4253" y="1387"/>
                    <a:pt x="4726" y="1859"/>
                    <a:pt x="4726" y="2427"/>
                  </a:cubicBezTo>
                  <a:cubicBezTo>
                    <a:pt x="4789" y="2805"/>
                    <a:pt x="4505" y="3214"/>
                    <a:pt x="4096" y="3372"/>
                  </a:cubicBezTo>
                  <a:lnTo>
                    <a:pt x="4096" y="3750"/>
                  </a:lnTo>
                  <a:cubicBezTo>
                    <a:pt x="4096" y="3939"/>
                    <a:pt x="3938" y="4096"/>
                    <a:pt x="3749" y="4096"/>
                  </a:cubicBezTo>
                  <a:cubicBezTo>
                    <a:pt x="3560" y="4096"/>
                    <a:pt x="3403" y="3939"/>
                    <a:pt x="3403" y="3750"/>
                  </a:cubicBezTo>
                  <a:lnTo>
                    <a:pt x="3403" y="3372"/>
                  </a:lnTo>
                  <a:cubicBezTo>
                    <a:pt x="3403" y="3088"/>
                    <a:pt x="3592" y="2805"/>
                    <a:pt x="3875" y="2742"/>
                  </a:cubicBezTo>
                  <a:cubicBezTo>
                    <a:pt x="4001" y="2679"/>
                    <a:pt x="4096" y="2521"/>
                    <a:pt x="4096" y="2427"/>
                  </a:cubicBezTo>
                  <a:cubicBezTo>
                    <a:pt x="4096" y="2206"/>
                    <a:pt x="3938" y="2049"/>
                    <a:pt x="3749" y="2049"/>
                  </a:cubicBezTo>
                  <a:cubicBezTo>
                    <a:pt x="3560" y="2049"/>
                    <a:pt x="3403" y="2206"/>
                    <a:pt x="3403" y="2427"/>
                  </a:cubicBezTo>
                  <a:cubicBezTo>
                    <a:pt x="3403" y="2616"/>
                    <a:pt x="3245" y="2773"/>
                    <a:pt x="3056" y="2773"/>
                  </a:cubicBezTo>
                  <a:cubicBezTo>
                    <a:pt x="2836" y="2773"/>
                    <a:pt x="2678" y="2616"/>
                    <a:pt x="2678" y="2427"/>
                  </a:cubicBezTo>
                  <a:cubicBezTo>
                    <a:pt x="2678" y="1859"/>
                    <a:pt x="3151" y="1387"/>
                    <a:pt x="3718" y="1387"/>
                  </a:cubicBezTo>
                  <a:close/>
                  <a:moveTo>
                    <a:pt x="3749" y="4726"/>
                  </a:moveTo>
                  <a:cubicBezTo>
                    <a:pt x="3938" y="4726"/>
                    <a:pt x="4096" y="4884"/>
                    <a:pt x="4096" y="5104"/>
                  </a:cubicBezTo>
                  <a:cubicBezTo>
                    <a:pt x="4096" y="5294"/>
                    <a:pt x="3938" y="5451"/>
                    <a:pt x="3749" y="5451"/>
                  </a:cubicBezTo>
                  <a:cubicBezTo>
                    <a:pt x="3560" y="5451"/>
                    <a:pt x="3403" y="5294"/>
                    <a:pt x="3403" y="5104"/>
                  </a:cubicBezTo>
                  <a:cubicBezTo>
                    <a:pt x="3403" y="4884"/>
                    <a:pt x="3560" y="4726"/>
                    <a:pt x="3749" y="4726"/>
                  </a:cubicBezTo>
                  <a:close/>
                  <a:moveTo>
                    <a:pt x="3749" y="1"/>
                  </a:moveTo>
                  <a:cubicBezTo>
                    <a:pt x="1670" y="1"/>
                    <a:pt x="0" y="1702"/>
                    <a:pt x="0" y="3750"/>
                  </a:cubicBezTo>
                  <a:cubicBezTo>
                    <a:pt x="0" y="5829"/>
                    <a:pt x="1702" y="7499"/>
                    <a:pt x="3749" y="7499"/>
                  </a:cubicBezTo>
                  <a:cubicBezTo>
                    <a:pt x="5829" y="7499"/>
                    <a:pt x="7498" y="5798"/>
                    <a:pt x="7498" y="3750"/>
                  </a:cubicBezTo>
                  <a:cubicBezTo>
                    <a:pt x="7530" y="1670"/>
                    <a:pt x="5829" y="1"/>
                    <a:pt x="37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7" name="Google Shape;6007;p85"/>
          <p:cNvGrpSpPr/>
          <p:nvPr/>
        </p:nvGrpSpPr>
        <p:grpSpPr>
          <a:xfrm>
            <a:off x="3514076" y="2255969"/>
            <a:ext cx="354586" cy="355557"/>
            <a:chOff x="-33645475" y="3944800"/>
            <a:chExt cx="292225" cy="293025"/>
          </a:xfrm>
        </p:grpSpPr>
        <p:sp>
          <p:nvSpPr>
            <p:cNvPr id="6008" name="Google Shape;6008;p85"/>
            <p:cNvSpPr/>
            <p:nvPr/>
          </p:nvSpPr>
          <p:spPr>
            <a:xfrm>
              <a:off x="-33549375" y="3944800"/>
              <a:ext cx="98475" cy="70900"/>
            </a:xfrm>
            <a:custGeom>
              <a:avLst/>
              <a:gdLst/>
              <a:ahLst/>
              <a:cxnLst/>
              <a:rect l="l" t="t" r="r" b="b"/>
              <a:pathLst>
                <a:path w="3939" h="2836" extrusionOk="0">
                  <a:moveTo>
                    <a:pt x="1985" y="0"/>
                  </a:moveTo>
                  <a:cubicBezTo>
                    <a:pt x="1260" y="0"/>
                    <a:pt x="473" y="946"/>
                    <a:pt x="0" y="2521"/>
                  </a:cubicBezTo>
                  <a:cubicBezTo>
                    <a:pt x="158" y="2615"/>
                    <a:pt x="284" y="2710"/>
                    <a:pt x="410" y="2836"/>
                  </a:cubicBezTo>
                  <a:cubicBezTo>
                    <a:pt x="914" y="2773"/>
                    <a:pt x="1481" y="2773"/>
                    <a:pt x="1985" y="2773"/>
                  </a:cubicBezTo>
                  <a:cubicBezTo>
                    <a:pt x="2489" y="2773"/>
                    <a:pt x="3056" y="2804"/>
                    <a:pt x="3560" y="2836"/>
                  </a:cubicBezTo>
                  <a:cubicBezTo>
                    <a:pt x="3623" y="2678"/>
                    <a:pt x="3781" y="2584"/>
                    <a:pt x="3938" y="2521"/>
                  </a:cubicBezTo>
                  <a:cubicBezTo>
                    <a:pt x="3529" y="946"/>
                    <a:pt x="2741" y="0"/>
                    <a:pt x="19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85"/>
            <p:cNvSpPr/>
            <p:nvPr/>
          </p:nvSpPr>
          <p:spPr>
            <a:xfrm>
              <a:off x="-33645475" y="4041675"/>
              <a:ext cx="70900" cy="98475"/>
            </a:xfrm>
            <a:custGeom>
              <a:avLst/>
              <a:gdLst/>
              <a:ahLst/>
              <a:cxnLst/>
              <a:rect l="l" t="t" r="r" b="b"/>
              <a:pathLst>
                <a:path w="2836" h="3939" extrusionOk="0">
                  <a:moveTo>
                    <a:pt x="2521" y="0"/>
                  </a:moveTo>
                  <a:cubicBezTo>
                    <a:pt x="946" y="473"/>
                    <a:pt x="32" y="1229"/>
                    <a:pt x="32" y="1954"/>
                  </a:cubicBezTo>
                  <a:cubicBezTo>
                    <a:pt x="1" y="2710"/>
                    <a:pt x="946" y="3466"/>
                    <a:pt x="2521" y="3939"/>
                  </a:cubicBezTo>
                  <a:cubicBezTo>
                    <a:pt x="2584" y="3781"/>
                    <a:pt x="2710" y="3655"/>
                    <a:pt x="2836" y="3529"/>
                  </a:cubicBezTo>
                  <a:cubicBezTo>
                    <a:pt x="2773" y="3025"/>
                    <a:pt x="2773" y="2521"/>
                    <a:pt x="2773" y="1954"/>
                  </a:cubicBezTo>
                  <a:cubicBezTo>
                    <a:pt x="2773" y="1418"/>
                    <a:pt x="2805" y="914"/>
                    <a:pt x="2836" y="379"/>
                  </a:cubicBezTo>
                  <a:cubicBezTo>
                    <a:pt x="2679" y="316"/>
                    <a:pt x="2553" y="158"/>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85"/>
            <p:cNvSpPr/>
            <p:nvPr/>
          </p:nvSpPr>
          <p:spPr>
            <a:xfrm>
              <a:off x="-33424150" y="4042450"/>
              <a:ext cx="70900" cy="52025"/>
            </a:xfrm>
            <a:custGeom>
              <a:avLst/>
              <a:gdLst/>
              <a:ahLst/>
              <a:cxnLst/>
              <a:rect l="l" t="t" r="r" b="b"/>
              <a:pathLst>
                <a:path w="2836" h="2081" extrusionOk="0">
                  <a:moveTo>
                    <a:pt x="316" y="1"/>
                  </a:moveTo>
                  <a:cubicBezTo>
                    <a:pt x="253" y="159"/>
                    <a:pt x="127" y="285"/>
                    <a:pt x="1" y="379"/>
                  </a:cubicBezTo>
                  <a:cubicBezTo>
                    <a:pt x="32" y="600"/>
                    <a:pt x="32" y="789"/>
                    <a:pt x="32" y="978"/>
                  </a:cubicBezTo>
                  <a:cubicBezTo>
                    <a:pt x="158" y="978"/>
                    <a:pt x="284" y="946"/>
                    <a:pt x="442" y="946"/>
                  </a:cubicBezTo>
                  <a:cubicBezTo>
                    <a:pt x="1387" y="946"/>
                    <a:pt x="2237" y="1387"/>
                    <a:pt x="2804" y="2080"/>
                  </a:cubicBezTo>
                  <a:lnTo>
                    <a:pt x="2804" y="1954"/>
                  </a:lnTo>
                  <a:cubicBezTo>
                    <a:pt x="2836" y="1230"/>
                    <a:pt x="1891" y="474"/>
                    <a:pt x="3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85"/>
            <p:cNvSpPr/>
            <p:nvPr/>
          </p:nvSpPr>
          <p:spPr>
            <a:xfrm>
              <a:off x="-33549375" y="4165325"/>
              <a:ext cx="86650" cy="70925"/>
            </a:xfrm>
            <a:custGeom>
              <a:avLst/>
              <a:gdLst/>
              <a:ahLst/>
              <a:cxnLst/>
              <a:rect l="l" t="t" r="r" b="b"/>
              <a:pathLst>
                <a:path w="3466" h="2837" extrusionOk="0">
                  <a:moveTo>
                    <a:pt x="410" y="1"/>
                  </a:moveTo>
                  <a:cubicBezTo>
                    <a:pt x="315" y="158"/>
                    <a:pt x="158" y="284"/>
                    <a:pt x="0" y="316"/>
                  </a:cubicBezTo>
                  <a:cubicBezTo>
                    <a:pt x="473" y="1891"/>
                    <a:pt x="1260" y="2836"/>
                    <a:pt x="1985" y="2836"/>
                  </a:cubicBezTo>
                  <a:cubicBezTo>
                    <a:pt x="2489" y="2836"/>
                    <a:pt x="3056" y="2364"/>
                    <a:pt x="3466" y="1544"/>
                  </a:cubicBezTo>
                  <a:lnTo>
                    <a:pt x="3119" y="1072"/>
                  </a:lnTo>
                  <a:cubicBezTo>
                    <a:pt x="2836" y="851"/>
                    <a:pt x="2678" y="473"/>
                    <a:pt x="2521" y="95"/>
                  </a:cubicBezTo>
                  <a:lnTo>
                    <a:pt x="1985" y="95"/>
                  </a:lnTo>
                  <a:cubicBezTo>
                    <a:pt x="1418" y="95"/>
                    <a:pt x="882" y="64"/>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85"/>
            <p:cNvSpPr/>
            <p:nvPr/>
          </p:nvSpPr>
          <p:spPr>
            <a:xfrm>
              <a:off x="-33558825" y="4030650"/>
              <a:ext cx="118950" cy="120525"/>
            </a:xfrm>
            <a:custGeom>
              <a:avLst/>
              <a:gdLst/>
              <a:ahLst/>
              <a:cxnLst/>
              <a:rect l="l" t="t" r="r" b="b"/>
              <a:pathLst>
                <a:path w="4758" h="4821" extrusionOk="0">
                  <a:moveTo>
                    <a:pt x="2395" y="0"/>
                  </a:moveTo>
                  <a:cubicBezTo>
                    <a:pt x="1922" y="0"/>
                    <a:pt x="1418" y="32"/>
                    <a:pt x="1008" y="95"/>
                  </a:cubicBezTo>
                  <a:cubicBezTo>
                    <a:pt x="977" y="599"/>
                    <a:pt x="599" y="977"/>
                    <a:pt x="63" y="1040"/>
                  </a:cubicBezTo>
                  <a:cubicBezTo>
                    <a:pt x="32" y="1450"/>
                    <a:pt x="0" y="1922"/>
                    <a:pt x="0" y="2395"/>
                  </a:cubicBezTo>
                  <a:cubicBezTo>
                    <a:pt x="0" y="2867"/>
                    <a:pt x="32" y="3340"/>
                    <a:pt x="63" y="3781"/>
                  </a:cubicBezTo>
                  <a:cubicBezTo>
                    <a:pt x="599" y="3812"/>
                    <a:pt x="977" y="4222"/>
                    <a:pt x="1008" y="4726"/>
                  </a:cubicBezTo>
                  <a:cubicBezTo>
                    <a:pt x="1449" y="4758"/>
                    <a:pt x="1922" y="4821"/>
                    <a:pt x="2395" y="4821"/>
                  </a:cubicBezTo>
                  <a:lnTo>
                    <a:pt x="2804" y="4821"/>
                  </a:lnTo>
                  <a:cubicBezTo>
                    <a:pt x="2804" y="4695"/>
                    <a:pt x="2741" y="4569"/>
                    <a:pt x="2741" y="4506"/>
                  </a:cubicBezTo>
                  <a:cubicBezTo>
                    <a:pt x="2741" y="3151"/>
                    <a:pt x="3592" y="2017"/>
                    <a:pt x="4757" y="1576"/>
                  </a:cubicBezTo>
                  <a:cubicBezTo>
                    <a:pt x="4757" y="1387"/>
                    <a:pt x="4726" y="1229"/>
                    <a:pt x="4726" y="1040"/>
                  </a:cubicBezTo>
                  <a:cubicBezTo>
                    <a:pt x="4222" y="977"/>
                    <a:pt x="3812" y="599"/>
                    <a:pt x="3781" y="95"/>
                  </a:cubicBezTo>
                  <a:cubicBezTo>
                    <a:pt x="3340" y="32"/>
                    <a:pt x="2867"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85"/>
            <p:cNvSpPr/>
            <p:nvPr/>
          </p:nvSpPr>
          <p:spPr>
            <a:xfrm>
              <a:off x="-33639950" y="4129900"/>
              <a:ext cx="100825" cy="100825"/>
            </a:xfrm>
            <a:custGeom>
              <a:avLst/>
              <a:gdLst/>
              <a:ahLst/>
              <a:cxnLst/>
              <a:rect l="l" t="t" r="r" b="b"/>
              <a:pathLst>
                <a:path w="4033" h="4033" extrusionOk="0">
                  <a:moveTo>
                    <a:pt x="0" y="0"/>
                  </a:moveTo>
                  <a:lnTo>
                    <a:pt x="0" y="0"/>
                  </a:lnTo>
                  <a:cubicBezTo>
                    <a:pt x="567" y="1953"/>
                    <a:pt x="2111" y="3466"/>
                    <a:pt x="4033" y="4033"/>
                  </a:cubicBezTo>
                  <a:cubicBezTo>
                    <a:pt x="3592" y="3466"/>
                    <a:pt x="3245" y="2741"/>
                    <a:pt x="2962" y="1827"/>
                  </a:cubicBezTo>
                  <a:cubicBezTo>
                    <a:pt x="2584" y="1733"/>
                    <a:pt x="2300" y="1481"/>
                    <a:pt x="2206" y="1071"/>
                  </a:cubicBezTo>
                  <a:cubicBezTo>
                    <a:pt x="1323" y="851"/>
                    <a:pt x="567" y="44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85"/>
            <p:cNvSpPr/>
            <p:nvPr/>
          </p:nvSpPr>
          <p:spPr>
            <a:xfrm>
              <a:off x="-33459600" y="3951875"/>
              <a:ext cx="100850" cy="100075"/>
            </a:xfrm>
            <a:custGeom>
              <a:avLst/>
              <a:gdLst/>
              <a:ahLst/>
              <a:cxnLst/>
              <a:rect l="l" t="t" r="r" b="b"/>
              <a:pathLst>
                <a:path w="4034" h="4003" extrusionOk="0">
                  <a:moveTo>
                    <a:pt x="1" y="1"/>
                  </a:moveTo>
                  <a:lnTo>
                    <a:pt x="1" y="1"/>
                  </a:lnTo>
                  <a:cubicBezTo>
                    <a:pt x="442" y="537"/>
                    <a:pt x="788" y="1293"/>
                    <a:pt x="1072" y="2206"/>
                  </a:cubicBezTo>
                  <a:cubicBezTo>
                    <a:pt x="1419" y="2238"/>
                    <a:pt x="1734" y="2553"/>
                    <a:pt x="1828" y="2962"/>
                  </a:cubicBezTo>
                  <a:cubicBezTo>
                    <a:pt x="2710" y="3183"/>
                    <a:pt x="3466" y="3592"/>
                    <a:pt x="4033" y="4002"/>
                  </a:cubicBezTo>
                  <a:cubicBezTo>
                    <a:pt x="3466" y="2080"/>
                    <a:pt x="1923" y="53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85"/>
            <p:cNvSpPr/>
            <p:nvPr/>
          </p:nvSpPr>
          <p:spPr>
            <a:xfrm>
              <a:off x="-33639950" y="3951100"/>
              <a:ext cx="100825" cy="100050"/>
            </a:xfrm>
            <a:custGeom>
              <a:avLst/>
              <a:gdLst/>
              <a:ahLst/>
              <a:cxnLst/>
              <a:rect l="l" t="t" r="r" b="b"/>
              <a:pathLst>
                <a:path w="4033" h="4002" extrusionOk="0">
                  <a:moveTo>
                    <a:pt x="4033" y="0"/>
                  </a:moveTo>
                  <a:lnTo>
                    <a:pt x="4033" y="0"/>
                  </a:lnTo>
                  <a:cubicBezTo>
                    <a:pt x="2111" y="536"/>
                    <a:pt x="567" y="2080"/>
                    <a:pt x="0" y="4002"/>
                  </a:cubicBezTo>
                  <a:cubicBezTo>
                    <a:pt x="567" y="3592"/>
                    <a:pt x="1323" y="3214"/>
                    <a:pt x="2206" y="2962"/>
                  </a:cubicBezTo>
                  <a:cubicBezTo>
                    <a:pt x="2300" y="2552"/>
                    <a:pt x="2615" y="2269"/>
                    <a:pt x="2962" y="2206"/>
                  </a:cubicBezTo>
                  <a:cubicBezTo>
                    <a:pt x="3214" y="1292"/>
                    <a:pt x="3592" y="505"/>
                    <a:pt x="4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85"/>
            <p:cNvSpPr/>
            <p:nvPr/>
          </p:nvSpPr>
          <p:spPr>
            <a:xfrm>
              <a:off x="-33472975" y="4082625"/>
              <a:ext cx="119725" cy="155200"/>
            </a:xfrm>
            <a:custGeom>
              <a:avLst/>
              <a:gdLst/>
              <a:ahLst/>
              <a:cxnLst/>
              <a:rect l="l" t="t" r="r" b="b"/>
              <a:pathLst>
                <a:path w="4789" h="6208" extrusionOk="0">
                  <a:moveTo>
                    <a:pt x="2395" y="1355"/>
                  </a:moveTo>
                  <a:cubicBezTo>
                    <a:pt x="2930" y="1355"/>
                    <a:pt x="3403" y="1828"/>
                    <a:pt x="3403" y="2364"/>
                  </a:cubicBezTo>
                  <a:cubicBezTo>
                    <a:pt x="3403" y="2962"/>
                    <a:pt x="2930" y="3403"/>
                    <a:pt x="2395" y="3403"/>
                  </a:cubicBezTo>
                  <a:cubicBezTo>
                    <a:pt x="1827" y="3403"/>
                    <a:pt x="1355" y="2931"/>
                    <a:pt x="1355" y="2364"/>
                  </a:cubicBezTo>
                  <a:cubicBezTo>
                    <a:pt x="1355" y="1828"/>
                    <a:pt x="1827" y="1355"/>
                    <a:pt x="2395" y="1355"/>
                  </a:cubicBezTo>
                  <a:close/>
                  <a:moveTo>
                    <a:pt x="2395" y="1"/>
                  </a:moveTo>
                  <a:cubicBezTo>
                    <a:pt x="1040" y="1"/>
                    <a:pt x="0" y="1072"/>
                    <a:pt x="0" y="2427"/>
                  </a:cubicBezTo>
                  <a:cubicBezTo>
                    <a:pt x="0" y="2994"/>
                    <a:pt x="221" y="3592"/>
                    <a:pt x="630" y="4002"/>
                  </a:cubicBezTo>
                  <a:lnTo>
                    <a:pt x="2111" y="6050"/>
                  </a:lnTo>
                  <a:cubicBezTo>
                    <a:pt x="2206" y="6113"/>
                    <a:pt x="2269" y="6207"/>
                    <a:pt x="2395" y="6207"/>
                  </a:cubicBezTo>
                  <a:cubicBezTo>
                    <a:pt x="2521" y="6207"/>
                    <a:pt x="2584" y="6144"/>
                    <a:pt x="2678" y="6050"/>
                  </a:cubicBezTo>
                  <a:lnTo>
                    <a:pt x="4442" y="3592"/>
                  </a:lnTo>
                  <a:cubicBezTo>
                    <a:pt x="4663" y="3246"/>
                    <a:pt x="4757" y="2805"/>
                    <a:pt x="4757" y="2364"/>
                  </a:cubicBezTo>
                  <a:cubicBezTo>
                    <a:pt x="4789" y="1072"/>
                    <a:pt x="3686"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85"/>
            <p:cNvSpPr/>
            <p:nvPr/>
          </p:nvSpPr>
          <p:spPr>
            <a:xfrm>
              <a:off x="-33421775" y="41338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18" name="Google Shape;6018;p85"/>
          <p:cNvGrpSpPr/>
          <p:nvPr/>
        </p:nvGrpSpPr>
        <p:grpSpPr>
          <a:xfrm>
            <a:off x="2167295" y="2729706"/>
            <a:ext cx="352675" cy="355375"/>
            <a:chOff x="-31809525" y="3192625"/>
            <a:chExt cx="290650" cy="292875"/>
          </a:xfrm>
        </p:grpSpPr>
        <p:sp>
          <p:nvSpPr>
            <p:cNvPr id="6019" name="Google Shape;6019;p85"/>
            <p:cNvSpPr/>
            <p:nvPr/>
          </p:nvSpPr>
          <p:spPr>
            <a:xfrm>
              <a:off x="-31767775" y="3192625"/>
              <a:ext cx="204800" cy="153600"/>
            </a:xfrm>
            <a:custGeom>
              <a:avLst/>
              <a:gdLst/>
              <a:ahLst/>
              <a:cxnLst/>
              <a:rect l="l" t="t" r="r" b="b"/>
              <a:pathLst>
                <a:path w="8192" h="6144" extrusionOk="0">
                  <a:moveTo>
                    <a:pt x="4096" y="0"/>
                  </a:moveTo>
                  <a:cubicBezTo>
                    <a:pt x="2206" y="0"/>
                    <a:pt x="662" y="1544"/>
                    <a:pt x="662" y="3434"/>
                  </a:cubicBezTo>
                  <a:lnTo>
                    <a:pt x="662" y="3497"/>
                  </a:lnTo>
                  <a:cubicBezTo>
                    <a:pt x="252" y="3655"/>
                    <a:pt x="0" y="4033"/>
                    <a:pt x="0" y="4442"/>
                  </a:cubicBezTo>
                  <a:lnTo>
                    <a:pt x="0" y="5136"/>
                  </a:lnTo>
                  <a:cubicBezTo>
                    <a:pt x="0" y="5671"/>
                    <a:pt x="473" y="6144"/>
                    <a:pt x="1009" y="6144"/>
                  </a:cubicBezTo>
                  <a:cubicBezTo>
                    <a:pt x="1135" y="6144"/>
                    <a:pt x="1261" y="6112"/>
                    <a:pt x="1387" y="6081"/>
                  </a:cubicBezTo>
                  <a:lnTo>
                    <a:pt x="1387" y="3403"/>
                  </a:lnTo>
                  <a:cubicBezTo>
                    <a:pt x="1387" y="1891"/>
                    <a:pt x="2584" y="630"/>
                    <a:pt x="4096" y="630"/>
                  </a:cubicBezTo>
                  <a:cubicBezTo>
                    <a:pt x="5577" y="630"/>
                    <a:pt x="6806" y="1891"/>
                    <a:pt x="6806" y="3403"/>
                  </a:cubicBezTo>
                  <a:lnTo>
                    <a:pt x="6806" y="6081"/>
                  </a:lnTo>
                  <a:cubicBezTo>
                    <a:pt x="6932" y="6112"/>
                    <a:pt x="7058" y="6144"/>
                    <a:pt x="7152" y="6144"/>
                  </a:cubicBezTo>
                  <a:cubicBezTo>
                    <a:pt x="7719" y="6144"/>
                    <a:pt x="8192" y="5671"/>
                    <a:pt x="8192" y="5136"/>
                  </a:cubicBezTo>
                  <a:lnTo>
                    <a:pt x="8192" y="4442"/>
                  </a:lnTo>
                  <a:cubicBezTo>
                    <a:pt x="8192" y="4033"/>
                    <a:pt x="7908" y="3623"/>
                    <a:pt x="7530" y="3497"/>
                  </a:cubicBezTo>
                  <a:lnTo>
                    <a:pt x="7530" y="3434"/>
                  </a:lnTo>
                  <a:cubicBezTo>
                    <a:pt x="7467" y="1576"/>
                    <a:pt x="5986"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85"/>
            <p:cNvSpPr/>
            <p:nvPr/>
          </p:nvSpPr>
          <p:spPr>
            <a:xfrm>
              <a:off x="-31715000" y="3244600"/>
              <a:ext cx="101625" cy="52450"/>
            </a:xfrm>
            <a:custGeom>
              <a:avLst/>
              <a:gdLst/>
              <a:ahLst/>
              <a:cxnLst/>
              <a:rect l="l" t="t" r="r" b="b"/>
              <a:pathLst>
                <a:path w="4065" h="2098" extrusionOk="0">
                  <a:moveTo>
                    <a:pt x="1702" y="1"/>
                  </a:moveTo>
                  <a:cubicBezTo>
                    <a:pt x="756" y="1"/>
                    <a:pt x="0" y="757"/>
                    <a:pt x="0" y="1702"/>
                  </a:cubicBezTo>
                  <a:lnTo>
                    <a:pt x="0" y="2080"/>
                  </a:lnTo>
                  <a:lnTo>
                    <a:pt x="1229" y="2080"/>
                  </a:lnTo>
                  <a:cubicBezTo>
                    <a:pt x="1418" y="2080"/>
                    <a:pt x="1765" y="2080"/>
                    <a:pt x="1891" y="1985"/>
                  </a:cubicBezTo>
                  <a:cubicBezTo>
                    <a:pt x="1922" y="1954"/>
                    <a:pt x="1985" y="1828"/>
                    <a:pt x="1985" y="1765"/>
                  </a:cubicBezTo>
                  <a:cubicBezTo>
                    <a:pt x="1985" y="1544"/>
                    <a:pt x="2143" y="1387"/>
                    <a:pt x="2332" y="1387"/>
                  </a:cubicBezTo>
                  <a:cubicBezTo>
                    <a:pt x="2521" y="1387"/>
                    <a:pt x="2678" y="1544"/>
                    <a:pt x="2678" y="1765"/>
                  </a:cubicBezTo>
                  <a:cubicBezTo>
                    <a:pt x="2678" y="1828"/>
                    <a:pt x="2678" y="1954"/>
                    <a:pt x="2773" y="1985"/>
                  </a:cubicBezTo>
                  <a:cubicBezTo>
                    <a:pt x="2836" y="2069"/>
                    <a:pt x="3025" y="2097"/>
                    <a:pt x="3237" y="2097"/>
                  </a:cubicBezTo>
                  <a:cubicBezTo>
                    <a:pt x="3343" y="2097"/>
                    <a:pt x="3455" y="2090"/>
                    <a:pt x="3560" y="2080"/>
                  </a:cubicBezTo>
                  <a:lnTo>
                    <a:pt x="4064" y="2080"/>
                  </a:lnTo>
                  <a:lnTo>
                    <a:pt x="4064" y="1702"/>
                  </a:lnTo>
                  <a:cubicBezTo>
                    <a:pt x="4064" y="757"/>
                    <a:pt x="3308" y="1"/>
                    <a:pt x="2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85"/>
            <p:cNvSpPr/>
            <p:nvPr/>
          </p:nvSpPr>
          <p:spPr>
            <a:xfrm>
              <a:off x="-31716575" y="3308400"/>
              <a:ext cx="102400" cy="73275"/>
            </a:xfrm>
            <a:custGeom>
              <a:avLst/>
              <a:gdLst/>
              <a:ahLst/>
              <a:cxnLst/>
              <a:rect l="l" t="t" r="r" b="b"/>
              <a:pathLst>
                <a:path w="4096" h="2931" extrusionOk="0">
                  <a:moveTo>
                    <a:pt x="2395" y="1"/>
                  </a:moveTo>
                  <a:cubicBezTo>
                    <a:pt x="2080" y="221"/>
                    <a:pt x="1639" y="221"/>
                    <a:pt x="1197" y="221"/>
                  </a:cubicBezTo>
                  <a:lnTo>
                    <a:pt x="0" y="221"/>
                  </a:lnTo>
                  <a:lnTo>
                    <a:pt x="0" y="883"/>
                  </a:lnTo>
                  <a:cubicBezTo>
                    <a:pt x="0" y="2048"/>
                    <a:pt x="914" y="2930"/>
                    <a:pt x="2048" y="2930"/>
                  </a:cubicBezTo>
                  <a:cubicBezTo>
                    <a:pt x="3182" y="2930"/>
                    <a:pt x="4096" y="2048"/>
                    <a:pt x="4096" y="883"/>
                  </a:cubicBezTo>
                  <a:lnTo>
                    <a:pt x="4096" y="221"/>
                  </a:lnTo>
                  <a:lnTo>
                    <a:pt x="3403" y="221"/>
                  </a:lnTo>
                  <a:cubicBezTo>
                    <a:pt x="3025" y="221"/>
                    <a:pt x="2678" y="190"/>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85"/>
            <p:cNvSpPr/>
            <p:nvPr/>
          </p:nvSpPr>
          <p:spPr>
            <a:xfrm>
              <a:off x="-31809525" y="3386375"/>
              <a:ext cx="290650" cy="99125"/>
            </a:xfrm>
            <a:custGeom>
              <a:avLst/>
              <a:gdLst/>
              <a:ahLst/>
              <a:cxnLst/>
              <a:rect l="l" t="t" r="r" b="b"/>
              <a:pathLst>
                <a:path w="11626" h="3965" extrusionOk="0">
                  <a:moveTo>
                    <a:pt x="2092" y="0"/>
                  </a:moveTo>
                  <a:cubicBezTo>
                    <a:pt x="1962" y="0"/>
                    <a:pt x="1828" y="63"/>
                    <a:pt x="1765" y="190"/>
                  </a:cubicBezTo>
                  <a:lnTo>
                    <a:pt x="1355" y="1072"/>
                  </a:lnTo>
                  <a:lnTo>
                    <a:pt x="316" y="1229"/>
                  </a:lnTo>
                  <a:cubicBezTo>
                    <a:pt x="190" y="1229"/>
                    <a:pt x="95" y="1355"/>
                    <a:pt x="64" y="1481"/>
                  </a:cubicBezTo>
                  <a:cubicBezTo>
                    <a:pt x="1" y="1607"/>
                    <a:pt x="64" y="1765"/>
                    <a:pt x="127" y="1828"/>
                  </a:cubicBezTo>
                  <a:lnTo>
                    <a:pt x="883" y="2552"/>
                  </a:lnTo>
                  <a:lnTo>
                    <a:pt x="725" y="3561"/>
                  </a:lnTo>
                  <a:cubicBezTo>
                    <a:pt x="694" y="3687"/>
                    <a:pt x="757" y="3844"/>
                    <a:pt x="851" y="3876"/>
                  </a:cubicBezTo>
                  <a:cubicBezTo>
                    <a:pt x="903" y="3928"/>
                    <a:pt x="965" y="3951"/>
                    <a:pt x="1031" y="3951"/>
                  </a:cubicBezTo>
                  <a:cubicBezTo>
                    <a:pt x="1085" y="3951"/>
                    <a:pt x="1141" y="3935"/>
                    <a:pt x="1198" y="3907"/>
                  </a:cubicBezTo>
                  <a:lnTo>
                    <a:pt x="2112" y="3435"/>
                  </a:lnTo>
                  <a:lnTo>
                    <a:pt x="2994" y="3907"/>
                  </a:lnTo>
                  <a:cubicBezTo>
                    <a:pt x="3046" y="3947"/>
                    <a:pt x="3099" y="3964"/>
                    <a:pt x="3152" y="3964"/>
                  </a:cubicBezTo>
                  <a:cubicBezTo>
                    <a:pt x="3225" y="3964"/>
                    <a:pt x="3298" y="3930"/>
                    <a:pt x="3372" y="3876"/>
                  </a:cubicBezTo>
                  <a:cubicBezTo>
                    <a:pt x="3466" y="3813"/>
                    <a:pt x="3529" y="3687"/>
                    <a:pt x="3466" y="3561"/>
                  </a:cubicBezTo>
                  <a:lnTo>
                    <a:pt x="3309" y="2552"/>
                  </a:lnTo>
                  <a:lnTo>
                    <a:pt x="4002" y="1891"/>
                  </a:lnTo>
                  <a:lnTo>
                    <a:pt x="4663" y="2552"/>
                  </a:lnTo>
                  <a:lnTo>
                    <a:pt x="4506" y="3561"/>
                  </a:lnTo>
                  <a:cubicBezTo>
                    <a:pt x="4474" y="3687"/>
                    <a:pt x="4537" y="3844"/>
                    <a:pt x="4632" y="3876"/>
                  </a:cubicBezTo>
                  <a:cubicBezTo>
                    <a:pt x="4684" y="3928"/>
                    <a:pt x="4746" y="3951"/>
                    <a:pt x="4811" y="3951"/>
                  </a:cubicBezTo>
                  <a:cubicBezTo>
                    <a:pt x="4865" y="3951"/>
                    <a:pt x="4922" y="3935"/>
                    <a:pt x="4978" y="3907"/>
                  </a:cubicBezTo>
                  <a:lnTo>
                    <a:pt x="5892" y="3435"/>
                  </a:lnTo>
                  <a:lnTo>
                    <a:pt x="6774" y="3907"/>
                  </a:lnTo>
                  <a:cubicBezTo>
                    <a:pt x="6827" y="3947"/>
                    <a:pt x="6880" y="3964"/>
                    <a:pt x="6933" y="3964"/>
                  </a:cubicBezTo>
                  <a:cubicBezTo>
                    <a:pt x="7006" y="3964"/>
                    <a:pt x="7079" y="3930"/>
                    <a:pt x="7152" y="3876"/>
                  </a:cubicBezTo>
                  <a:cubicBezTo>
                    <a:pt x="7247" y="3813"/>
                    <a:pt x="7310" y="3687"/>
                    <a:pt x="7247" y="3561"/>
                  </a:cubicBezTo>
                  <a:lnTo>
                    <a:pt x="7089" y="2552"/>
                  </a:lnTo>
                  <a:lnTo>
                    <a:pt x="7782" y="1891"/>
                  </a:lnTo>
                  <a:lnTo>
                    <a:pt x="8444" y="2552"/>
                  </a:lnTo>
                  <a:lnTo>
                    <a:pt x="8286" y="3561"/>
                  </a:lnTo>
                  <a:cubicBezTo>
                    <a:pt x="8255" y="3687"/>
                    <a:pt x="8318" y="3844"/>
                    <a:pt x="8413" y="3876"/>
                  </a:cubicBezTo>
                  <a:cubicBezTo>
                    <a:pt x="8465" y="3928"/>
                    <a:pt x="8526" y="3951"/>
                    <a:pt x="8592" y="3951"/>
                  </a:cubicBezTo>
                  <a:cubicBezTo>
                    <a:pt x="8646" y="3951"/>
                    <a:pt x="8702" y="3935"/>
                    <a:pt x="8759" y="3907"/>
                  </a:cubicBezTo>
                  <a:lnTo>
                    <a:pt x="9673" y="3435"/>
                  </a:lnTo>
                  <a:lnTo>
                    <a:pt x="10555" y="3907"/>
                  </a:lnTo>
                  <a:cubicBezTo>
                    <a:pt x="10608" y="3947"/>
                    <a:pt x="10660" y="3964"/>
                    <a:pt x="10713" y="3964"/>
                  </a:cubicBezTo>
                  <a:cubicBezTo>
                    <a:pt x="10786" y="3964"/>
                    <a:pt x="10860" y="3930"/>
                    <a:pt x="10933" y="3876"/>
                  </a:cubicBezTo>
                  <a:cubicBezTo>
                    <a:pt x="11027" y="3813"/>
                    <a:pt x="11090" y="3687"/>
                    <a:pt x="11027" y="3561"/>
                  </a:cubicBezTo>
                  <a:lnTo>
                    <a:pt x="10870" y="2552"/>
                  </a:lnTo>
                  <a:lnTo>
                    <a:pt x="11626" y="1828"/>
                  </a:lnTo>
                  <a:cubicBezTo>
                    <a:pt x="11532" y="1702"/>
                    <a:pt x="11595" y="1607"/>
                    <a:pt x="11532" y="1481"/>
                  </a:cubicBezTo>
                  <a:cubicBezTo>
                    <a:pt x="11500" y="1355"/>
                    <a:pt x="11374" y="1292"/>
                    <a:pt x="11279" y="1229"/>
                  </a:cubicBezTo>
                  <a:lnTo>
                    <a:pt x="10240" y="1072"/>
                  </a:lnTo>
                  <a:lnTo>
                    <a:pt x="9799" y="190"/>
                  </a:lnTo>
                  <a:cubicBezTo>
                    <a:pt x="9751" y="63"/>
                    <a:pt x="9625" y="0"/>
                    <a:pt x="9495" y="0"/>
                  </a:cubicBezTo>
                  <a:cubicBezTo>
                    <a:pt x="9366" y="0"/>
                    <a:pt x="9232" y="63"/>
                    <a:pt x="9169" y="190"/>
                  </a:cubicBezTo>
                  <a:lnTo>
                    <a:pt x="8759" y="1072"/>
                  </a:lnTo>
                  <a:lnTo>
                    <a:pt x="7782" y="1229"/>
                  </a:lnTo>
                  <a:cubicBezTo>
                    <a:pt x="7719" y="1229"/>
                    <a:pt x="7688" y="1292"/>
                    <a:pt x="7656" y="1292"/>
                  </a:cubicBezTo>
                  <a:cubicBezTo>
                    <a:pt x="7593" y="1229"/>
                    <a:pt x="7562" y="1229"/>
                    <a:pt x="7530" y="1229"/>
                  </a:cubicBezTo>
                  <a:lnTo>
                    <a:pt x="6554" y="1072"/>
                  </a:lnTo>
                  <a:lnTo>
                    <a:pt x="6113" y="190"/>
                  </a:lnTo>
                  <a:cubicBezTo>
                    <a:pt x="6050" y="63"/>
                    <a:pt x="5924" y="0"/>
                    <a:pt x="5798" y="0"/>
                  </a:cubicBezTo>
                  <a:cubicBezTo>
                    <a:pt x="5672" y="0"/>
                    <a:pt x="5546" y="63"/>
                    <a:pt x="5483" y="190"/>
                  </a:cubicBezTo>
                  <a:lnTo>
                    <a:pt x="5041" y="1072"/>
                  </a:lnTo>
                  <a:lnTo>
                    <a:pt x="4065" y="1229"/>
                  </a:lnTo>
                  <a:cubicBezTo>
                    <a:pt x="4033" y="1229"/>
                    <a:pt x="4002" y="1292"/>
                    <a:pt x="3939" y="1292"/>
                  </a:cubicBezTo>
                  <a:cubicBezTo>
                    <a:pt x="3907" y="1229"/>
                    <a:pt x="3876" y="1229"/>
                    <a:pt x="3813" y="1229"/>
                  </a:cubicBezTo>
                  <a:lnTo>
                    <a:pt x="2836" y="1072"/>
                  </a:lnTo>
                  <a:lnTo>
                    <a:pt x="2395" y="190"/>
                  </a:lnTo>
                  <a:cubicBezTo>
                    <a:pt x="2348" y="63"/>
                    <a:pt x="2222" y="0"/>
                    <a:pt x="20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23" name="Google Shape;6023;p85"/>
          <p:cNvGrpSpPr/>
          <p:nvPr/>
        </p:nvGrpSpPr>
        <p:grpSpPr>
          <a:xfrm>
            <a:off x="2166810" y="3200258"/>
            <a:ext cx="353645" cy="355557"/>
            <a:chOff x="-31811100" y="3550975"/>
            <a:chExt cx="291450" cy="293025"/>
          </a:xfrm>
        </p:grpSpPr>
        <p:sp>
          <p:nvSpPr>
            <p:cNvPr id="6024" name="Google Shape;6024;p85"/>
            <p:cNvSpPr/>
            <p:nvPr/>
          </p:nvSpPr>
          <p:spPr>
            <a:xfrm>
              <a:off x="-31554325" y="3595875"/>
              <a:ext cx="34675" cy="33900"/>
            </a:xfrm>
            <a:custGeom>
              <a:avLst/>
              <a:gdLst/>
              <a:ahLst/>
              <a:cxnLst/>
              <a:rect l="l" t="t" r="r" b="b"/>
              <a:pathLst>
                <a:path w="1387" h="1356" extrusionOk="0">
                  <a:moveTo>
                    <a:pt x="0" y="1"/>
                  </a:moveTo>
                  <a:lnTo>
                    <a:pt x="0" y="1355"/>
                  </a:lnTo>
                  <a:lnTo>
                    <a:pt x="662" y="1355"/>
                  </a:lnTo>
                  <a:cubicBezTo>
                    <a:pt x="1071" y="1355"/>
                    <a:pt x="1324" y="1040"/>
                    <a:pt x="1324" y="694"/>
                  </a:cubicBezTo>
                  <a:cubicBezTo>
                    <a:pt x="1387" y="316"/>
                    <a:pt x="1071"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85"/>
            <p:cNvSpPr/>
            <p:nvPr/>
          </p:nvSpPr>
          <p:spPr>
            <a:xfrm>
              <a:off x="-31659075" y="3628650"/>
              <a:ext cx="139425" cy="71650"/>
            </a:xfrm>
            <a:custGeom>
              <a:avLst/>
              <a:gdLst/>
              <a:ahLst/>
              <a:cxnLst/>
              <a:rect l="l" t="t" r="r" b="b"/>
              <a:pathLst>
                <a:path w="5577" h="2866" extrusionOk="0">
                  <a:moveTo>
                    <a:pt x="1438" y="1"/>
                  </a:moveTo>
                  <a:cubicBezTo>
                    <a:pt x="1338" y="1"/>
                    <a:pt x="1235" y="30"/>
                    <a:pt x="1166" y="76"/>
                  </a:cubicBezTo>
                  <a:lnTo>
                    <a:pt x="126" y="1179"/>
                  </a:lnTo>
                  <a:cubicBezTo>
                    <a:pt x="0" y="1305"/>
                    <a:pt x="0" y="1525"/>
                    <a:pt x="126" y="1651"/>
                  </a:cubicBezTo>
                  <a:lnTo>
                    <a:pt x="1166" y="2754"/>
                  </a:lnTo>
                  <a:cubicBezTo>
                    <a:pt x="1208" y="2838"/>
                    <a:pt x="1292" y="2866"/>
                    <a:pt x="1390" y="2866"/>
                  </a:cubicBezTo>
                  <a:cubicBezTo>
                    <a:pt x="1439" y="2866"/>
                    <a:pt x="1491" y="2859"/>
                    <a:pt x="1544" y="2848"/>
                  </a:cubicBezTo>
                  <a:cubicBezTo>
                    <a:pt x="1670" y="2817"/>
                    <a:pt x="1796" y="2659"/>
                    <a:pt x="1796" y="2533"/>
                  </a:cubicBezTo>
                  <a:lnTo>
                    <a:pt x="1796" y="2124"/>
                  </a:lnTo>
                  <a:lnTo>
                    <a:pt x="4190" y="2124"/>
                  </a:lnTo>
                  <a:cubicBezTo>
                    <a:pt x="4946" y="2124"/>
                    <a:pt x="5577" y="1494"/>
                    <a:pt x="5577" y="769"/>
                  </a:cubicBezTo>
                  <a:lnTo>
                    <a:pt x="5577" y="549"/>
                  </a:lnTo>
                  <a:cubicBezTo>
                    <a:pt x="5356" y="675"/>
                    <a:pt x="5135" y="769"/>
                    <a:pt x="4883" y="769"/>
                  </a:cubicBezTo>
                  <a:cubicBezTo>
                    <a:pt x="3686" y="738"/>
                    <a:pt x="2930" y="738"/>
                    <a:pt x="1796" y="738"/>
                  </a:cubicBezTo>
                  <a:lnTo>
                    <a:pt x="1796" y="328"/>
                  </a:lnTo>
                  <a:cubicBezTo>
                    <a:pt x="1796" y="170"/>
                    <a:pt x="1701" y="44"/>
                    <a:pt x="1544" y="13"/>
                  </a:cubicBezTo>
                  <a:cubicBezTo>
                    <a:pt x="1510" y="5"/>
                    <a:pt x="1474" y="1"/>
                    <a:pt x="14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85"/>
            <p:cNvSpPr/>
            <p:nvPr/>
          </p:nvSpPr>
          <p:spPr>
            <a:xfrm>
              <a:off x="-31811100" y="3647075"/>
              <a:ext cx="33100" cy="33100"/>
            </a:xfrm>
            <a:custGeom>
              <a:avLst/>
              <a:gdLst/>
              <a:ahLst/>
              <a:cxnLst/>
              <a:rect l="l" t="t" r="r" b="b"/>
              <a:pathLst>
                <a:path w="1324" h="1324" extrusionOk="0">
                  <a:moveTo>
                    <a:pt x="662" y="1"/>
                  </a:moveTo>
                  <a:cubicBezTo>
                    <a:pt x="253" y="1"/>
                    <a:pt x="1" y="316"/>
                    <a:pt x="1" y="662"/>
                  </a:cubicBezTo>
                  <a:cubicBezTo>
                    <a:pt x="1" y="1040"/>
                    <a:pt x="316" y="1324"/>
                    <a:pt x="662" y="1324"/>
                  </a:cubicBezTo>
                  <a:lnTo>
                    <a:pt x="1324" y="1324"/>
                  </a:lnTo>
                  <a:lnTo>
                    <a:pt x="132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85"/>
            <p:cNvSpPr/>
            <p:nvPr/>
          </p:nvSpPr>
          <p:spPr>
            <a:xfrm>
              <a:off x="-31811100" y="3678325"/>
              <a:ext cx="138650" cy="72250"/>
            </a:xfrm>
            <a:custGeom>
              <a:avLst/>
              <a:gdLst/>
              <a:ahLst/>
              <a:cxnLst/>
              <a:rect l="l" t="t" r="r" b="b"/>
              <a:pathLst>
                <a:path w="5546" h="2890" extrusionOk="0">
                  <a:moveTo>
                    <a:pt x="4193" y="1"/>
                  </a:moveTo>
                  <a:cubicBezTo>
                    <a:pt x="4132" y="1"/>
                    <a:pt x="4067" y="16"/>
                    <a:pt x="4002" y="42"/>
                  </a:cubicBezTo>
                  <a:cubicBezTo>
                    <a:pt x="3876" y="74"/>
                    <a:pt x="3781" y="231"/>
                    <a:pt x="3781" y="357"/>
                  </a:cubicBezTo>
                  <a:lnTo>
                    <a:pt x="3781" y="735"/>
                  </a:lnTo>
                  <a:lnTo>
                    <a:pt x="662" y="735"/>
                  </a:lnTo>
                  <a:cubicBezTo>
                    <a:pt x="410" y="735"/>
                    <a:pt x="190" y="672"/>
                    <a:pt x="1" y="546"/>
                  </a:cubicBezTo>
                  <a:lnTo>
                    <a:pt x="1" y="767"/>
                  </a:lnTo>
                  <a:cubicBezTo>
                    <a:pt x="1" y="1523"/>
                    <a:pt x="631" y="2153"/>
                    <a:pt x="1355" y="2153"/>
                  </a:cubicBezTo>
                  <a:lnTo>
                    <a:pt x="3781" y="2153"/>
                  </a:lnTo>
                  <a:lnTo>
                    <a:pt x="3781" y="2563"/>
                  </a:lnTo>
                  <a:cubicBezTo>
                    <a:pt x="3781" y="2720"/>
                    <a:pt x="3844" y="2815"/>
                    <a:pt x="4002" y="2878"/>
                  </a:cubicBezTo>
                  <a:cubicBezTo>
                    <a:pt x="4033" y="2886"/>
                    <a:pt x="4067" y="2890"/>
                    <a:pt x="4101" y="2890"/>
                  </a:cubicBezTo>
                  <a:cubicBezTo>
                    <a:pt x="4205" y="2890"/>
                    <a:pt x="4317" y="2854"/>
                    <a:pt x="4411" y="2783"/>
                  </a:cubicBezTo>
                  <a:lnTo>
                    <a:pt x="5420" y="1681"/>
                  </a:lnTo>
                  <a:cubicBezTo>
                    <a:pt x="5546" y="1555"/>
                    <a:pt x="5546" y="1365"/>
                    <a:pt x="5420" y="1208"/>
                  </a:cubicBezTo>
                  <a:lnTo>
                    <a:pt x="4411" y="105"/>
                  </a:lnTo>
                  <a:cubicBezTo>
                    <a:pt x="4356" y="31"/>
                    <a:pt x="4279" y="1"/>
                    <a:pt x="41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85"/>
            <p:cNvSpPr/>
            <p:nvPr/>
          </p:nvSpPr>
          <p:spPr>
            <a:xfrm>
              <a:off x="-31759900" y="3791200"/>
              <a:ext cx="187475" cy="52800"/>
            </a:xfrm>
            <a:custGeom>
              <a:avLst/>
              <a:gdLst/>
              <a:ahLst/>
              <a:cxnLst/>
              <a:rect l="l" t="t" r="r" b="b"/>
              <a:pathLst>
                <a:path w="7499" h="2112" extrusionOk="0">
                  <a:moveTo>
                    <a:pt x="1" y="1"/>
                  </a:moveTo>
                  <a:lnTo>
                    <a:pt x="1" y="1072"/>
                  </a:lnTo>
                  <a:cubicBezTo>
                    <a:pt x="1" y="1639"/>
                    <a:pt x="473" y="2112"/>
                    <a:pt x="1009" y="2112"/>
                  </a:cubicBezTo>
                  <a:lnTo>
                    <a:pt x="6491" y="2112"/>
                  </a:lnTo>
                  <a:cubicBezTo>
                    <a:pt x="7026" y="2112"/>
                    <a:pt x="7499" y="1639"/>
                    <a:pt x="7499" y="1072"/>
                  </a:cubicBezTo>
                  <a:lnTo>
                    <a:pt x="74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85"/>
            <p:cNvSpPr/>
            <p:nvPr/>
          </p:nvSpPr>
          <p:spPr>
            <a:xfrm>
              <a:off x="-31759900" y="3550975"/>
              <a:ext cx="187475" cy="35475"/>
            </a:xfrm>
            <a:custGeom>
              <a:avLst/>
              <a:gdLst/>
              <a:ahLst/>
              <a:cxnLst/>
              <a:rect l="l" t="t" r="r" b="b"/>
              <a:pathLst>
                <a:path w="7499" h="1419" extrusionOk="0">
                  <a:moveTo>
                    <a:pt x="1009" y="1"/>
                  </a:moveTo>
                  <a:cubicBezTo>
                    <a:pt x="473" y="1"/>
                    <a:pt x="1" y="474"/>
                    <a:pt x="1" y="1072"/>
                  </a:cubicBezTo>
                  <a:lnTo>
                    <a:pt x="1" y="1419"/>
                  </a:lnTo>
                  <a:lnTo>
                    <a:pt x="7499" y="1419"/>
                  </a:lnTo>
                  <a:lnTo>
                    <a:pt x="7499" y="1072"/>
                  </a:lnTo>
                  <a:cubicBezTo>
                    <a:pt x="7499" y="537"/>
                    <a:pt x="7026"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85"/>
            <p:cNvSpPr/>
            <p:nvPr/>
          </p:nvSpPr>
          <p:spPr>
            <a:xfrm>
              <a:off x="-31759100" y="3602975"/>
              <a:ext cx="188250" cy="172500"/>
            </a:xfrm>
            <a:custGeom>
              <a:avLst/>
              <a:gdLst/>
              <a:ahLst/>
              <a:cxnLst/>
              <a:rect l="l" t="t" r="r" b="b"/>
              <a:pathLst>
                <a:path w="7530" h="6900" extrusionOk="0">
                  <a:moveTo>
                    <a:pt x="0" y="0"/>
                  </a:moveTo>
                  <a:lnTo>
                    <a:pt x="0" y="3088"/>
                  </a:lnTo>
                  <a:lnTo>
                    <a:pt x="1071" y="3088"/>
                  </a:lnTo>
                  <a:cubicBezTo>
                    <a:pt x="1134" y="2773"/>
                    <a:pt x="1386" y="2552"/>
                    <a:pt x="1701" y="2426"/>
                  </a:cubicBezTo>
                  <a:cubicBezTo>
                    <a:pt x="1822" y="2376"/>
                    <a:pt x="1952" y="2351"/>
                    <a:pt x="2083" y="2351"/>
                  </a:cubicBezTo>
                  <a:cubicBezTo>
                    <a:pt x="2361" y="2351"/>
                    <a:pt x="2642" y="2464"/>
                    <a:pt x="2835" y="2678"/>
                  </a:cubicBezTo>
                  <a:lnTo>
                    <a:pt x="3844" y="3781"/>
                  </a:lnTo>
                  <a:cubicBezTo>
                    <a:pt x="4222" y="4190"/>
                    <a:pt x="4222" y="4789"/>
                    <a:pt x="3844" y="5167"/>
                  </a:cubicBezTo>
                  <a:lnTo>
                    <a:pt x="2835" y="6270"/>
                  </a:lnTo>
                  <a:cubicBezTo>
                    <a:pt x="2635" y="6493"/>
                    <a:pt x="2339" y="6621"/>
                    <a:pt x="2050" y="6621"/>
                  </a:cubicBezTo>
                  <a:cubicBezTo>
                    <a:pt x="1930" y="6621"/>
                    <a:pt x="1812" y="6599"/>
                    <a:pt x="1701" y="6553"/>
                  </a:cubicBezTo>
                  <a:cubicBezTo>
                    <a:pt x="1386" y="6427"/>
                    <a:pt x="1134" y="6144"/>
                    <a:pt x="1071" y="5892"/>
                  </a:cubicBezTo>
                  <a:lnTo>
                    <a:pt x="0" y="5892"/>
                  </a:lnTo>
                  <a:lnTo>
                    <a:pt x="0" y="6900"/>
                  </a:lnTo>
                  <a:lnTo>
                    <a:pt x="7530" y="6900"/>
                  </a:lnTo>
                  <a:lnTo>
                    <a:pt x="7530" y="3844"/>
                  </a:lnTo>
                  <a:lnTo>
                    <a:pt x="6459" y="3844"/>
                  </a:lnTo>
                  <a:cubicBezTo>
                    <a:pt x="6364" y="4159"/>
                    <a:pt x="6143" y="4379"/>
                    <a:pt x="5828" y="4505"/>
                  </a:cubicBezTo>
                  <a:cubicBezTo>
                    <a:pt x="5709" y="4551"/>
                    <a:pt x="5589" y="4573"/>
                    <a:pt x="5472" y="4573"/>
                  </a:cubicBezTo>
                  <a:cubicBezTo>
                    <a:pt x="5188" y="4573"/>
                    <a:pt x="4917" y="4445"/>
                    <a:pt x="4694" y="4222"/>
                  </a:cubicBezTo>
                  <a:lnTo>
                    <a:pt x="3655" y="3119"/>
                  </a:lnTo>
                  <a:cubicBezTo>
                    <a:pt x="3308" y="2741"/>
                    <a:pt x="3308" y="2143"/>
                    <a:pt x="3655" y="1765"/>
                  </a:cubicBezTo>
                  <a:lnTo>
                    <a:pt x="4694" y="630"/>
                  </a:lnTo>
                  <a:cubicBezTo>
                    <a:pt x="4866" y="416"/>
                    <a:pt x="5140" y="304"/>
                    <a:pt x="5427" y="304"/>
                  </a:cubicBezTo>
                  <a:cubicBezTo>
                    <a:pt x="5561" y="304"/>
                    <a:pt x="5698" y="328"/>
                    <a:pt x="5828" y="378"/>
                  </a:cubicBezTo>
                  <a:cubicBezTo>
                    <a:pt x="6143" y="504"/>
                    <a:pt x="6364" y="756"/>
                    <a:pt x="6459" y="1040"/>
                  </a:cubicBezTo>
                  <a:lnTo>
                    <a:pt x="7530" y="1040"/>
                  </a:lnTo>
                  <a:lnTo>
                    <a:pt x="75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1" name="Google Shape;6031;p85"/>
          <p:cNvGrpSpPr/>
          <p:nvPr/>
        </p:nvGrpSpPr>
        <p:grpSpPr>
          <a:xfrm>
            <a:off x="2160606" y="3664562"/>
            <a:ext cx="366052" cy="356831"/>
            <a:chOff x="-31817400" y="3910025"/>
            <a:chExt cx="301675" cy="294075"/>
          </a:xfrm>
        </p:grpSpPr>
        <p:sp>
          <p:nvSpPr>
            <p:cNvPr id="6032" name="Google Shape;6032;p85"/>
            <p:cNvSpPr/>
            <p:nvPr/>
          </p:nvSpPr>
          <p:spPr>
            <a:xfrm>
              <a:off x="-31817400" y="3911550"/>
              <a:ext cx="301675" cy="292550"/>
            </a:xfrm>
            <a:custGeom>
              <a:avLst/>
              <a:gdLst/>
              <a:ahLst/>
              <a:cxnLst/>
              <a:rect l="l" t="t" r="r" b="b"/>
              <a:pathLst>
                <a:path w="12067" h="11702" extrusionOk="0">
                  <a:moveTo>
                    <a:pt x="2558" y="0"/>
                  </a:moveTo>
                  <a:cubicBezTo>
                    <a:pt x="2357" y="0"/>
                    <a:pt x="2155" y="24"/>
                    <a:pt x="1954" y="70"/>
                  </a:cubicBezTo>
                  <a:cubicBezTo>
                    <a:pt x="1828" y="102"/>
                    <a:pt x="1733" y="196"/>
                    <a:pt x="1702" y="322"/>
                  </a:cubicBezTo>
                  <a:cubicBezTo>
                    <a:pt x="1670" y="448"/>
                    <a:pt x="1702" y="543"/>
                    <a:pt x="1796" y="637"/>
                  </a:cubicBezTo>
                  <a:lnTo>
                    <a:pt x="2679" y="1551"/>
                  </a:lnTo>
                  <a:cubicBezTo>
                    <a:pt x="2962" y="1803"/>
                    <a:pt x="2962" y="2244"/>
                    <a:pt x="2679" y="2528"/>
                  </a:cubicBezTo>
                  <a:cubicBezTo>
                    <a:pt x="2553" y="2669"/>
                    <a:pt x="2379" y="2740"/>
                    <a:pt x="2202" y="2740"/>
                  </a:cubicBezTo>
                  <a:cubicBezTo>
                    <a:pt x="2025" y="2740"/>
                    <a:pt x="1844" y="2669"/>
                    <a:pt x="1702" y="2528"/>
                  </a:cubicBezTo>
                  <a:lnTo>
                    <a:pt x="788" y="1614"/>
                  </a:lnTo>
                  <a:cubicBezTo>
                    <a:pt x="744" y="1569"/>
                    <a:pt x="668" y="1525"/>
                    <a:pt x="582" y="1525"/>
                  </a:cubicBezTo>
                  <a:cubicBezTo>
                    <a:pt x="547" y="1525"/>
                    <a:pt x="510" y="1532"/>
                    <a:pt x="473" y="1551"/>
                  </a:cubicBezTo>
                  <a:cubicBezTo>
                    <a:pt x="347" y="1582"/>
                    <a:pt x="284" y="1645"/>
                    <a:pt x="253" y="1771"/>
                  </a:cubicBezTo>
                  <a:cubicBezTo>
                    <a:pt x="1" y="2591"/>
                    <a:pt x="253" y="3473"/>
                    <a:pt x="883" y="4103"/>
                  </a:cubicBezTo>
                  <a:cubicBezTo>
                    <a:pt x="1366" y="4494"/>
                    <a:pt x="1932" y="4750"/>
                    <a:pt x="2619" y="4750"/>
                  </a:cubicBezTo>
                  <a:cubicBezTo>
                    <a:pt x="2874" y="4750"/>
                    <a:pt x="3145" y="4715"/>
                    <a:pt x="3435" y="4638"/>
                  </a:cubicBezTo>
                  <a:lnTo>
                    <a:pt x="7247" y="8482"/>
                  </a:lnTo>
                  <a:cubicBezTo>
                    <a:pt x="6963" y="9522"/>
                    <a:pt x="7215" y="10372"/>
                    <a:pt x="7814" y="10971"/>
                  </a:cubicBezTo>
                  <a:cubicBezTo>
                    <a:pt x="8291" y="11472"/>
                    <a:pt x="8895" y="11702"/>
                    <a:pt x="9516" y="11702"/>
                  </a:cubicBezTo>
                  <a:cubicBezTo>
                    <a:pt x="9714" y="11702"/>
                    <a:pt x="9915" y="11678"/>
                    <a:pt x="10114" y="11632"/>
                  </a:cubicBezTo>
                  <a:cubicBezTo>
                    <a:pt x="10240" y="11569"/>
                    <a:pt x="10334" y="11506"/>
                    <a:pt x="10366" y="11380"/>
                  </a:cubicBezTo>
                  <a:cubicBezTo>
                    <a:pt x="10397" y="11254"/>
                    <a:pt x="10366" y="11128"/>
                    <a:pt x="10271" y="11065"/>
                  </a:cubicBezTo>
                  <a:lnTo>
                    <a:pt x="9389" y="10152"/>
                  </a:lnTo>
                  <a:cubicBezTo>
                    <a:pt x="9106" y="9868"/>
                    <a:pt x="9106" y="9459"/>
                    <a:pt x="9389" y="9175"/>
                  </a:cubicBezTo>
                  <a:cubicBezTo>
                    <a:pt x="9515" y="9033"/>
                    <a:pt x="9688" y="8962"/>
                    <a:pt x="9866" y="8962"/>
                  </a:cubicBezTo>
                  <a:cubicBezTo>
                    <a:pt x="10043" y="8962"/>
                    <a:pt x="10224" y="9033"/>
                    <a:pt x="10366" y="9175"/>
                  </a:cubicBezTo>
                  <a:lnTo>
                    <a:pt x="11279" y="10089"/>
                  </a:lnTo>
                  <a:cubicBezTo>
                    <a:pt x="11326" y="10135"/>
                    <a:pt x="11405" y="10164"/>
                    <a:pt x="11494" y="10164"/>
                  </a:cubicBezTo>
                  <a:cubicBezTo>
                    <a:pt x="11527" y="10164"/>
                    <a:pt x="11561" y="10160"/>
                    <a:pt x="11594" y="10152"/>
                  </a:cubicBezTo>
                  <a:cubicBezTo>
                    <a:pt x="11720" y="10120"/>
                    <a:pt x="11783" y="10026"/>
                    <a:pt x="11815" y="9931"/>
                  </a:cubicBezTo>
                  <a:cubicBezTo>
                    <a:pt x="12067" y="9081"/>
                    <a:pt x="11815" y="8230"/>
                    <a:pt x="11185" y="7600"/>
                  </a:cubicBezTo>
                  <a:cubicBezTo>
                    <a:pt x="10778" y="7170"/>
                    <a:pt x="10224" y="6903"/>
                    <a:pt x="9537" y="6903"/>
                  </a:cubicBezTo>
                  <a:cubicBezTo>
                    <a:pt x="9266" y="6903"/>
                    <a:pt x="8975" y="6944"/>
                    <a:pt x="8665" y="7033"/>
                  </a:cubicBezTo>
                  <a:lnTo>
                    <a:pt x="4852" y="3221"/>
                  </a:lnTo>
                  <a:lnTo>
                    <a:pt x="4884" y="3032"/>
                  </a:lnTo>
                  <a:cubicBezTo>
                    <a:pt x="5136" y="2213"/>
                    <a:pt x="4884" y="1330"/>
                    <a:pt x="4254" y="700"/>
                  </a:cubicBezTo>
                  <a:cubicBezTo>
                    <a:pt x="3778" y="225"/>
                    <a:pt x="3177" y="0"/>
                    <a:pt x="25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3" name="Google Shape;6033;p85"/>
            <p:cNvSpPr/>
            <p:nvPr/>
          </p:nvSpPr>
          <p:spPr>
            <a:xfrm>
              <a:off x="-31816600" y="4062950"/>
              <a:ext cx="144150" cy="140600"/>
            </a:xfrm>
            <a:custGeom>
              <a:avLst/>
              <a:gdLst/>
              <a:ahLst/>
              <a:cxnLst/>
              <a:rect l="l" t="t" r="r" b="b"/>
              <a:pathLst>
                <a:path w="5766" h="5624" extrusionOk="0">
                  <a:moveTo>
                    <a:pt x="4080" y="1504"/>
                  </a:moveTo>
                  <a:cubicBezTo>
                    <a:pt x="4167" y="1504"/>
                    <a:pt x="4253" y="1528"/>
                    <a:pt x="4316" y="1575"/>
                  </a:cubicBezTo>
                  <a:cubicBezTo>
                    <a:pt x="4442" y="1701"/>
                    <a:pt x="4442" y="1953"/>
                    <a:pt x="4316" y="2048"/>
                  </a:cubicBezTo>
                  <a:lnTo>
                    <a:pt x="2205" y="4159"/>
                  </a:lnTo>
                  <a:cubicBezTo>
                    <a:pt x="2158" y="4206"/>
                    <a:pt x="2072" y="4230"/>
                    <a:pt x="1985" y="4230"/>
                  </a:cubicBezTo>
                  <a:cubicBezTo>
                    <a:pt x="1898" y="4230"/>
                    <a:pt x="1812" y="4206"/>
                    <a:pt x="1764" y="4159"/>
                  </a:cubicBezTo>
                  <a:cubicBezTo>
                    <a:pt x="1638" y="4033"/>
                    <a:pt x="1638" y="3781"/>
                    <a:pt x="1764" y="3686"/>
                  </a:cubicBezTo>
                  <a:lnTo>
                    <a:pt x="3844" y="1575"/>
                  </a:lnTo>
                  <a:cubicBezTo>
                    <a:pt x="3907" y="1528"/>
                    <a:pt x="3993" y="1504"/>
                    <a:pt x="4080" y="1504"/>
                  </a:cubicBezTo>
                  <a:close/>
                  <a:moveTo>
                    <a:pt x="3844" y="0"/>
                  </a:moveTo>
                  <a:lnTo>
                    <a:pt x="567" y="3277"/>
                  </a:lnTo>
                  <a:cubicBezTo>
                    <a:pt x="0" y="3844"/>
                    <a:pt x="0" y="4694"/>
                    <a:pt x="567" y="5198"/>
                  </a:cubicBezTo>
                  <a:cubicBezTo>
                    <a:pt x="835" y="5482"/>
                    <a:pt x="1189" y="5624"/>
                    <a:pt x="1540" y="5624"/>
                  </a:cubicBezTo>
                  <a:cubicBezTo>
                    <a:pt x="1890" y="5624"/>
                    <a:pt x="2237" y="5482"/>
                    <a:pt x="2489" y="5198"/>
                  </a:cubicBezTo>
                  <a:lnTo>
                    <a:pt x="5766" y="1953"/>
                  </a:lnTo>
                  <a:lnTo>
                    <a:pt x="384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85"/>
            <p:cNvSpPr/>
            <p:nvPr/>
          </p:nvSpPr>
          <p:spPr>
            <a:xfrm>
              <a:off x="-31648050" y="3910025"/>
              <a:ext cx="129175" cy="127725"/>
            </a:xfrm>
            <a:custGeom>
              <a:avLst/>
              <a:gdLst/>
              <a:ahLst/>
              <a:cxnLst/>
              <a:rect l="l" t="t" r="r" b="b"/>
              <a:pathLst>
                <a:path w="5167" h="5109" extrusionOk="0">
                  <a:moveTo>
                    <a:pt x="4249" y="1"/>
                  </a:moveTo>
                  <a:cubicBezTo>
                    <a:pt x="4179" y="1"/>
                    <a:pt x="4106" y="24"/>
                    <a:pt x="4033" y="68"/>
                  </a:cubicBezTo>
                  <a:lnTo>
                    <a:pt x="2206" y="1171"/>
                  </a:lnTo>
                  <a:cubicBezTo>
                    <a:pt x="2017" y="1265"/>
                    <a:pt x="1985" y="1549"/>
                    <a:pt x="2143" y="1706"/>
                  </a:cubicBezTo>
                  <a:lnTo>
                    <a:pt x="2300" y="1864"/>
                  </a:lnTo>
                  <a:lnTo>
                    <a:pt x="0" y="4164"/>
                  </a:lnTo>
                  <a:lnTo>
                    <a:pt x="945" y="5109"/>
                  </a:lnTo>
                  <a:lnTo>
                    <a:pt x="3245" y="2809"/>
                  </a:lnTo>
                  <a:lnTo>
                    <a:pt x="3434" y="2998"/>
                  </a:lnTo>
                  <a:cubicBezTo>
                    <a:pt x="3502" y="3066"/>
                    <a:pt x="3594" y="3099"/>
                    <a:pt x="3684" y="3099"/>
                  </a:cubicBezTo>
                  <a:cubicBezTo>
                    <a:pt x="3802" y="3099"/>
                    <a:pt x="3916" y="3042"/>
                    <a:pt x="3970" y="2935"/>
                  </a:cubicBezTo>
                  <a:lnTo>
                    <a:pt x="5073" y="1108"/>
                  </a:lnTo>
                  <a:cubicBezTo>
                    <a:pt x="5167" y="1013"/>
                    <a:pt x="5167" y="793"/>
                    <a:pt x="5041" y="698"/>
                  </a:cubicBezTo>
                  <a:lnTo>
                    <a:pt x="4474" y="100"/>
                  </a:lnTo>
                  <a:cubicBezTo>
                    <a:pt x="4406" y="32"/>
                    <a:pt x="4330" y="1"/>
                    <a:pt x="42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5" name="Google Shape;6035;p85"/>
          <p:cNvGrpSpPr/>
          <p:nvPr/>
        </p:nvGrpSpPr>
        <p:grpSpPr>
          <a:xfrm>
            <a:off x="3952234" y="3200743"/>
            <a:ext cx="354616" cy="354586"/>
            <a:chOff x="-30354000" y="3569100"/>
            <a:chExt cx="292250" cy="292225"/>
          </a:xfrm>
        </p:grpSpPr>
        <p:sp>
          <p:nvSpPr>
            <p:cNvPr id="6036" name="Google Shape;6036;p85"/>
            <p:cNvSpPr/>
            <p:nvPr/>
          </p:nvSpPr>
          <p:spPr>
            <a:xfrm>
              <a:off x="-30354000" y="3604550"/>
              <a:ext cx="137875" cy="256000"/>
            </a:xfrm>
            <a:custGeom>
              <a:avLst/>
              <a:gdLst/>
              <a:ahLst/>
              <a:cxnLst/>
              <a:rect l="l" t="t" r="r" b="b"/>
              <a:pathLst>
                <a:path w="5515" h="10240" extrusionOk="0">
                  <a:moveTo>
                    <a:pt x="662" y="0"/>
                  </a:moveTo>
                  <a:cubicBezTo>
                    <a:pt x="284" y="0"/>
                    <a:pt x="1" y="315"/>
                    <a:pt x="1" y="662"/>
                  </a:cubicBezTo>
                  <a:lnTo>
                    <a:pt x="1" y="4411"/>
                  </a:lnTo>
                  <a:cubicBezTo>
                    <a:pt x="1" y="4632"/>
                    <a:pt x="64" y="4884"/>
                    <a:pt x="190" y="5073"/>
                  </a:cubicBezTo>
                  <a:lnTo>
                    <a:pt x="1639" y="7467"/>
                  </a:lnTo>
                  <a:cubicBezTo>
                    <a:pt x="1891" y="7877"/>
                    <a:pt x="2049" y="8097"/>
                    <a:pt x="2049" y="8538"/>
                  </a:cubicBezTo>
                  <a:lnTo>
                    <a:pt x="2049" y="9861"/>
                  </a:lnTo>
                  <a:cubicBezTo>
                    <a:pt x="2049" y="10082"/>
                    <a:pt x="2206" y="10239"/>
                    <a:pt x="2395" y="10239"/>
                  </a:cubicBezTo>
                  <a:lnTo>
                    <a:pt x="5514" y="10239"/>
                  </a:lnTo>
                  <a:lnTo>
                    <a:pt x="5514" y="6364"/>
                  </a:lnTo>
                  <a:cubicBezTo>
                    <a:pt x="5514" y="5986"/>
                    <a:pt x="5357" y="5671"/>
                    <a:pt x="5168" y="5419"/>
                  </a:cubicBezTo>
                  <a:cubicBezTo>
                    <a:pt x="5167" y="5420"/>
                    <a:pt x="5165" y="5421"/>
                    <a:pt x="5163" y="5421"/>
                  </a:cubicBezTo>
                  <a:cubicBezTo>
                    <a:pt x="5042" y="5421"/>
                    <a:pt x="3214" y="3623"/>
                    <a:pt x="3183" y="3592"/>
                  </a:cubicBezTo>
                  <a:cubicBezTo>
                    <a:pt x="3041" y="3432"/>
                    <a:pt x="2828" y="3332"/>
                    <a:pt x="2613" y="3332"/>
                  </a:cubicBezTo>
                  <a:cubicBezTo>
                    <a:pt x="2448" y="3332"/>
                    <a:pt x="2280" y="3392"/>
                    <a:pt x="2143" y="3529"/>
                  </a:cubicBezTo>
                  <a:cubicBezTo>
                    <a:pt x="1891" y="3812"/>
                    <a:pt x="1923" y="4285"/>
                    <a:pt x="2112" y="4442"/>
                  </a:cubicBezTo>
                  <a:lnTo>
                    <a:pt x="3970" y="6301"/>
                  </a:lnTo>
                  <a:cubicBezTo>
                    <a:pt x="4097" y="6427"/>
                    <a:pt x="4097" y="6648"/>
                    <a:pt x="3970" y="6774"/>
                  </a:cubicBezTo>
                  <a:cubicBezTo>
                    <a:pt x="3907" y="6821"/>
                    <a:pt x="3821" y="6845"/>
                    <a:pt x="3734" y="6845"/>
                  </a:cubicBezTo>
                  <a:cubicBezTo>
                    <a:pt x="3648" y="6845"/>
                    <a:pt x="3561" y="6821"/>
                    <a:pt x="3498" y="6774"/>
                  </a:cubicBezTo>
                  <a:lnTo>
                    <a:pt x="1639" y="4915"/>
                  </a:lnTo>
                  <a:cubicBezTo>
                    <a:pt x="1450" y="4726"/>
                    <a:pt x="1324" y="4442"/>
                    <a:pt x="1324" y="4190"/>
                  </a:cubicBezTo>
                  <a:lnTo>
                    <a:pt x="1324" y="662"/>
                  </a:lnTo>
                  <a:cubicBezTo>
                    <a:pt x="1324" y="252"/>
                    <a:pt x="1009"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85"/>
            <p:cNvSpPr/>
            <p:nvPr/>
          </p:nvSpPr>
          <p:spPr>
            <a:xfrm>
              <a:off x="-30198825" y="3604550"/>
              <a:ext cx="137075" cy="256775"/>
            </a:xfrm>
            <a:custGeom>
              <a:avLst/>
              <a:gdLst/>
              <a:ahLst/>
              <a:cxnLst/>
              <a:rect l="l" t="t" r="r" b="b"/>
              <a:pathLst>
                <a:path w="5483" h="10271" extrusionOk="0">
                  <a:moveTo>
                    <a:pt x="4758" y="0"/>
                  </a:moveTo>
                  <a:cubicBezTo>
                    <a:pt x="4380" y="0"/>
                    <a:pt x="4096" y="315"/>
                    <a:pt x="4096" y="662"/>
                  </a:cubicBezTo>
                  <a:lnTo>
                    <a:pt x="4096" y="4190"/>
                  </a:lnTo>
                  <a:cubicBezTo>
                    <a:pt x="4096" y="4474"/>
                    <a:pt x="3970" y="4758"/>
                    <a:pt x="3781" y="4915"/>
                  </a:cubicBezTo>
                  <a:lnTo>
                    <a:pt x="1922" y="6774"/>
                  </a:lnTo>
                  <a:cubicBezTo>
                    <a:pt x="1875" y="6821"/>
                    <a:pt x="1788" y="6845"/>
                    <a:pt x="1698" y="6845"/>
                  </a:cubicBezTo>
                  <a:cubicBezTo>
                    <a:pt x="1607" y="6845"/>
                    <a:pt x="1513" y="6821"/>
                    <a:pt x="1450" y="6774"/>
                  </a:cubicBezTo>
                  <a:cubicBezTo>
                    <a:pt x="1355" y="6648"/>
                    <a:pt x="1355" y="6427"/>
                    <a:pt x="1450" y="6301"/>
                  </a:cubicBezTo>
                  <a:lnTo>
                    <a:pt x="3308" y="4442"/>
                  </a:lnTo>
                  <a:cubicBezTo>
                    <a:pt x="3497" y="4285"/>
                    <a:pt x="3560" y="3812"/>
                    <a:pt x="3277" y="3529"/>
                  </a:cubicBezTo>
                  <a:cubicBezTo>
                    <a:pt x="3140" y="3392"/>
                    <a:pt x="2972" y="3332"/>
                    <a:pt x="2807" y="3332"/>
                  </a:cubicBezTo>
                  <a:cubicBezTo>
                    <a:pt x="2592" y="3332"/>
                    <a:pt x="2379" y="3432"/>
                    <a:pt x="2237" y="3592"/>
                  </a:cubicBezTo>
                  <a:cubicBezTo>
                    <a:pt x="2237" y="3592"/>
                    <a:pt x="347" y="5419"/>
                    <a:pt x="347" y="5482"/>
                  </a:cubicBezTo>
                  <a:cubicBezTo>
                    <a:pt x="158" y="5671"/>
                    <a:pt x="0" y="6018"/>
                    <a:pt x="0" y="6427"/>
                  </a:cubicBezTo>
                  <a:lnTo>
                    <a:pt x="0" y="8129"/>
                  </a:lnTo>
                  <a:lnTo>
                    <a:pt x="0" y="8412"/>
                  </a:lnTo>
                  <a:lnTo>
                    <a:pt x="0" y="10271"/>
                  </a:lnTo>
                  <a:lnTo>
                    <a:pt x="3088" y="10271"/>
                  </a:lnTo>
                  <a:cubicBezTo>
                    <a:pt x="3277" y="10271"/>
                    <a:pt x="3434" y="10113"/>
                    <a:pt x="3434" y="9924"/>
                  </a:cubicBezTo>
                  <a:lnTo>
                    <a:pt x="3434" y="8570"/>
                  </a:lnTo>
                  <a:cubicBezTo>
                    <a:pt x="3434" y="8129"/>
                    <a:pt x="3623" y="7908"/>
                    <a:pt x="3812" y="7530"/>
                  </a:cubicBezTo>
                  <a:lnTo>
                    <a:pt x="5293" y="5104"/>
                  </a:lnTo>
                  <a:cubicBezTo>
                    <a:pt x="5388" y="4915"/>
                    <a:pt x="5482" y="4663"/>
                    <a:pt x="5482" y="4411"/>
                  </a:cubicBezTo>
                  <a:lnTo>
                    <a:pt x="5482" y="662"/>
                  </a:lnTo>
                  <a:cubicBezTo>
                    <a:pt x="5451" y="284"/>
                    <a:pt x="5136" y="0"/>
                    <a:pt x="47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85"/>
            <p:cNvSpPr/>
            <p:nvPr/>
          </p:nvSpPr>
          <p:spPr>
            <a:xfrm>
              <a:off x="-30139750" y="3636850"/>
              <a:ext cx="26000" cy="37825"/>
            </a:xfrm>
            <a:custGeom>
              <a:avLst/>
              <a:gdLst/>
              <a:ahLst/>
              <a:cxnLst/>
              <a:rect l="l" t="t" r="r" b="b"/>
              <a:pathLst>
                <a:path w="1040" h="1513" extrusionOk="0">
                  <a:moveTo>
                    <a:pt x="504" y="0"/>
                  </a:moveTo>
                  <a:cubicBezTo>
                    <a:pt x="252" y="32"/>
                    <a:pt x="0" y="284"/>
                    <a:pt x="0" y="567"/>
                  </a:cubicBezTo>
                  <a:lnTo>
                    <a:pt x="0" y="1418"/>
                  </a:lnTo>
                  <a:cubicBezTo>
                    <a:pt x="126" y="1386"/>
                    <a:pt x="252" y="1355"/>
                    <a:pt x="410" y="1355"/>
                  </a:cubicBezTo>
                  <a:cubicBezTo>
                    <a:pt x="630" y="1355"/>
                    <a:pt x="819" y="1386"/>
                    <a:pt x="1040" y="1512"/>
                  </a:cubicBezTo>
                  <a:lnTo>
                    <a:pt x="1040" y="504"/>
                  </a:lnTo>
                  <a:cubicBezTo>
                    <a:pt x="1040" y="252"/>
                    <a:pt x="788" y="0"/>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85"/>
            <p:cNvSpPr/>
            <p:nvPr/>
          </p:nvSpPr>
          <p:spPr>
            <a:xfrm>
              <a:off x="-30302800" y="3638950"/>
              <a:ext cx="25225" cy="36500"/>
            </a:xfrm>
            <a:custGeom>
              <a:avLst/>
              <a:gdLst/>
              <a:ahLst/>
              <a:cxnLst/>
              <a:rect l="l" t="t" r="r" b="b"/>
              <a:pathLst>
                <a:path w="1009" h="1460" extrusionOk="0">
                  <a:moveTo>
                    <a:pt x="418" y="1"/>
                  </a:moveTo>
                  <a:cubicBezTo>
                    <a:pt x="177" y="1"/>
                    <a:pt x="1" y="229"/>
                    <a:pt x="1" y="483"/>
                  </a:cubicBezTo>
                  <a:lnTo>
                    <a:pt x="1" y="1460"/>
                  </a:lnTo>
                  <a:cubicBezTo>
                    <a:pt x="190" y="1334"/>
                    <a:pt x="379" y="1302"/>
                    <a:pt x="631" y="1302"/>
                  </a:cubicBezTo>
                  <a:cubicBezTo>
                    <a:pt x="725" y="1302"/>
                    <a:pt x="883" y="1334"/>
                    <a:pt x="1009" y="1365"/>
                  </a:cubicBezTo>
                  <a:lnTo>
                    <a:pt x="1009" y="515"/>
                  </a:lnTo>
                  <a:cubicBezTo>
                    <a:pt x="1009" y="231"/>
                    <a:pt x="788" y="11"/>
                    <a:pt x="505" y="11"/>
                  </a:cubicBezTo>
                  <a:cubicBezTo>
                    <a:pt x="475" y="4"/>
                    <a:pt x="446" y="1"/>
                    <a:pt x="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85"/>
            <p:cNvSpPr/>
            <p:nvPr/>
          </p:nvSpPr>
          <p:spPr>
            <a:xfrm>
              <a:off x="-30242925" y="3569100"/>
              <a:ext cx="68525" cy="68550"/>
            </a:xfrm>
            <a:custGeom>
              <a:avLst/>
              <a:gdLst/>
              <a:ahLst/>
              <a:cxnLst/>
              <a:rect l="l" t="t" r="r" b="b"/>
              <a:pathLst>
                <a:path w="2741" h="2742" extrusionOk="0">
                  <a:moveTo>
                    <a:pt x="1386" y="1"/>
                  </a:moveTo>
                  <a:cubicBezTo>
                    <a:pt x="630" y="1"/>
                    <a:pt x="0" y="631"/>
                    <a:pt x="0" y="1387"/>
                  </a:cubicBezTo>
                  <a:cubicBezTo>
                    <a:pt x="0" y="2174"/>
                    <a:pt x="630" y="2742"/>
                    <a:pt x="1386" y="2742"/>
                  </a:cubicBezTo>
                  <a:cubicBezTo>
                    <a:pt x="2111" y="2742"/>
                    <a:pt x="2741" y="2111"/>
                    <a:pt x="2741" y="1387"/>
                  </a:cubicBezTo>
                  <a:cubicBezTo>
                    <a:pt x="2741" y="631"/>
                    <a:pt x="2111" y="1"/>
                    <a:pt x="13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85"/>
            <p:cNvSpPr/>
            <p:nvPr/>
          </p:nvSpPr>
          <p:spPr>
            <a:xfrm>
              <a:off x="-30262625" y="3654950"/>
              <a:ext cx="107925" cy="68550"/>
            </a:xfrm>
            <a:custGeom>
              <a:avLst/>
              <a:gdLst/>
              <a:ahLst/>
              <a:cxnLst/>
              <a:rect l="l" t="t" r="r" b="b"/>
              <a:pathLst>
                <a:path w="4317" h="2742" extrusionOk="0">
                  <a:moveTo>
                    <a:pt x="2174" y="1"/>
                  </a:moveTo>
                  <a:cubicBezTo>
                    <a:pt x="1292" y="1"/>
                    <a:pt x="505" y="379"/>
                    <a:pt x="0" y="1040"/>
                  </a:cubicBezTo>
                  <a:lnTo>
                    <a:pt x="32" y="1103"/>
                  </a:lnTo>
                  <a:cubicBezTo>
                    <a:pt x="946" y="1985"/>
                    <a:pt x="1450" y="2458"/>
                    <a:pt x="1702" y="2742"/>
                  </a:cubicBezTo>
                  <a:lnTo>
                    <a:pt x="2647" y="2742"/>
                  </a:lnTo>
                  <a:lnTo>
                    <a:pt x="4254" y="1135"/>
                  </a:lnTo>
                  <a:lnTo>
                    <a:pt x="4317" y="1040"/>
                  </a:lnTo>
                  <a:cubicBezTo>
                    <a:pt x="3813" y="410"/>
                    <a:pt x="3025" y="1"/>
                    <a:pt x="21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2" name="Google Shape;6042;p85"/>
          <p:cNvGrpSpPr/>
          <p:nvPr/>
        </p:nvGrpSpPr>
        <p:grpSpPr>
          <a:xfrm>
            <a:off x="1730812" y="1380546"/>
            <a:ext cx="342148" cy="353645"/>
            <a:chOff x="-35118325" y="3202075"/>
            <a:chExt cx="281975" cy="291450"/>
          </a:xfrm>
        </p:grpSpPr>
        <p:sp>
          <p:nvSpPr>
            <p:cNvPr id="6043" name="Google Shape;6043;p85"/>
            <p:cNvSpPr/>
            <p:nvPr/>
          </p:nvSpPr>
          <p:spPr>
            <a:xfrm>
              <a:off x="-35008050" y="3202075"/>
              <a:ext cx="171700" cy="171250"/>
            </a:xfrm>
            <a:custGeom>
              <a:avLst/>
              <a:gdLst/>
              <a:ahLst/>
              <a:cxnLst/>
              <a:rect l="l" t="t" r="r" b="b"/>
              <a:pathLst>
                <a:path w="6868" h="6850" extrusionOk="0">
                  <a:moveTo>
                    <a:pt x="3466" y="1355"/>
                  </a:moveTo>
                  <a:cubicBezTo>
                    <a:pt x="4222" y="1355"/>
                    <a:pt x="4852" y="1985"/>
                    <a:pt x="4852" y="2741"/>
                  </a:cubicBezTo>
                  <a:lnTo>
                    <a:pt x="4852" y="4127"/>
                  </a:lnTo>
                  <a:cubicBezTo>
                    <a:pt x="4852" y="4348"/>
                    <a:pt x="4757" y="4600"/>
                    <a:pt x="4631" y="4821"/>
                  </a:cubicBezTo>
                  <a:lnTo>
                    <a:pt x="4726" y="4915"/>
                  </a:lnTo>
                  <a:cubicBezTo>
                    <a:pt x="4852" y="5041"/>
                    <a:pt x="4852" y="5262"/>
                    <a:pt x="4726" y="5388"/>
                  </a:cubicBezTo>
                  <a:cubicBezTo>
                    <a:pt x="4663" y="5451"/>
                    <a:pt x="4576" y="5482"/>
                    <a:pt x="4489" y="5482"/>
                  </a:cubicBezTo>
                  <a:cubicBezTo>
                    <a:pt x="4403" y="5482"/>
                    <a:pt x="4316" y="5451"/>
                    <a:pt x="4253" y="5388"/>
                  </a:cubicBezTo>
                  <a:lnTo>
                    <a:pt x="4190" y="5293"/>
                  </a:lnTo>
                  <a:cubicBezTo>
                    <a:pt x="3970" y="5419"/>
                    <a:pt x="3749" y="5514"/>
                    <a:pt x="3466" y="5514"/>
                  </a:cubicBezTo>
                  <a:cubicBezTo>
                    <a:pt x="2709" y="5514"/>
                    <a:pt x="2079" y="4884"/>
                    <a:pt x="2079" y="4127"/>
                  </a:cubicBezTo>
                  <a:lnTo>
                    <a:pt x="2079" y="2741"/>
                  </a:lnTo>
                  <a:cubicBezTo>
                    <a:pt x="2079" y="1985"/>
                    <a:pt x="2709" y="1355"/>
                    <a:pt x="3466" y="1355"/>
                  </a:cubicBezTo>
                  <a:close/>
                  <a:moveTo>
                    <a:pt x="3466" y="0"/>
                  </a:moveTo>
                  <a:cubicBezTo>
                    <a:pt x="1575" y="0"/>
                    <a:pt x="32" y="1576"/>
                    <a:pt x="32" y="3403"/>
                  </a:cubicBezTo>
                  <a:cubicBezTo>
                    <a:pt x="32" y="4001"/>
                    <a:pt x="189" y="4569"/>
                    <a:pt x="473" y="5104"/>
                  </a:cubicBezTo>
                  <a:lnTo>
                    <a:pt x="32" y="6396"/>
                  </a:lnTo>
                  <a:cubicBezTo>
                    <a:pt x="0" y="6522"/>
                    <a:pt x="32" y="6679"/>
                    <a:pt x="126" y="6774"/>
                  </a:cubicBezTo>
                  <a:cubicBezTo>
                    <a:pt x="172" y="6820"/>
                    <a:pt x="269" y="6849"/>
                    <a:pt x="367" y="6849"/>
                  </a:cubicBezTo>
                  <a:cubicBezTo>
                    <a:pt x="403" y="6849"/>
                    <a:pt x="439" y="6845"/>
                    <a:pt x="473" y="6837"/>
                  </a:cubicBezTo>
                  <a:lnTo>
                    <a:pt x="1764" y="6396"/>
                  </a:lnTo>
                  <a:cubicBezTo>
                    <a:pt x="2300" y="6679"/>
                    <a:pt x="2867" y="6837"/>
                    <a:pt x="3466" y="6837"/>
                  </a:cubicBezTo>
                  <a:cubicBezTo>
                    <a:pt x="5356" y="6837"/>
                    <a:pt x="6868" y="5293"/>
                    <a:pt x="6868" y="3403"/>
                  </a:cubicBezTo>
                  <a:cubicBezTo>
                    <a:pt x="6868" y="1513"/>
                    <a:pt x="5356" y="0"/>
                    <a:pt x="34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85"/>
            <p:cNvSpPr/>
            <p:nvPr/>
          </p:nvSpPr>
          <p:spPr>
            <a:xfrm>
              <a:off x="-34937975" y="3254050"/>
              <a:ext cx="33125" cy="67775"/>
            </a:xfrm>
            <a:custGeom>
              <a:avLst/>
              <a:gdLst/>
              <a:ahLst/>
              <a:cxnLst/>
              <a:rect l="l" t="t" r="r" b="b"/>
              <a:pathLst>
                <a:path w="1325" h="2711" extrusionOk="0">
                  <a:moveTo>
                    <a:pt x="663" y="1"/>
                  </a:moveTo>
                  <a:cubicBezTo>
                    <a:pt x="253" y="1"/>
                    <a:pt x="1" y="316"/>
                    <a:pt x="1" y="662"/>
                  </a:cubicBezTo>
                  <a:lnTo>
                    <a:pt x="1" y="2048"/>
                  </a:lnTo>
                  <a:cubicBezTo>
                    <a:pt x="1" y="2427"/>
                    <a:pt x="316" y="2710"/>
                    <a:pt x="663" y="2710"/>
                  </a:cubicBezTo>
                  <a:cubicBezTo>
                    <a:pt x="694" y="2710"/>
                    <a:pt x="789" y="2710"/>
                    <a:pt x="820" y="2679"/>
                  </a:cubicBezTo>
                  <a:lnTo>
                    <a:pt x="757" y="2584"/>
                  </a:lnTo>
                  <a:cubicBezTo>
                    <a:pt x="631" y="2490"/>
                    <a:pt x="631" y="2238"/>
                    <a:pt x="757" y="2111"/>
                  </a:cubicBezTo>
                  <a:cubicBezTo>
                    <a:pt x="804" y="2064"/>
                    <a:pt x="891" y="2041"/>
                    <a:pt x="978" y="2041"/>
                  </a:cubicBezTo>
                  <a:cubicBezTo>
                    <a:pt x="1064" y="2041"/>
                    <a:pt x="1151" y="2064"/>
                    <a:pt x="1198" y="2111"/>
                  </a:cubicBezTo>
                  <a:lnTo>
                    <a:pt x="1293" y="2206"/>
                  </a:lnTo>
                  <a:cubicBezTo>
                    <a:pt x="1293" y="2175"/>
                    <a:pt x="1324" y="2080"/>
                    <a:pt x="1324" y="2048"/>
                  </a:cubicBezTo>
                  <a:lnTo>
                    <a:pt x="1324" y="662"/>
                  </a:lnTo>
                  <a:cubicBezTo>
                    <a:pt x="1324" y="284"/>
                    <a:pt x="1041" y="1"/>
                    <a:pt x="6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85"/>
            <p:cNvSpPr/>
            <p:nvPr/>
          </p:nvSpPr>
          <p:spPr>
            <a:xfrm>
              <a:off x="-35085250" y="3338325"/>
              <a:ext cx="69325" cy="69350"/>
            </a:xfrm>
            <a:custGeom>
              <a:avLst/>
              <a:gdLst/>
              <a:ahLst/>
              <a:cxnLst/>
              <a:rect l="l" t="t" r="r" b="b"/>
              <a:pathLst>
                <a:path w="2773" h="2774" extrusionOk="0">
                  <a:moveTo>
                    <a:pt x="1387" y="1"/>
                  </a:moveTo>
                  <a:cubicBezTo>
                    <a:pt x="631" y="1"/>
                    <a:pt x="1" y="631"/>
                    <a:pt x="1" y="1387"/>
                  </a:cubicBezTo>
                  <a:cubicBezTo>
                    <a:pt x="64" y="2143"/>
                    <a:pt x="631" y="2773"/>
                    <a:pt x="1387" y="2773"/>
                  </a:cubicBezTo>
                  <a:cubicBezTo>
                    <a:pt x="2143" y="2773"/>
                    <a:pt x="2773" y="2143"/>
                    <a:pt x="2773" y="1387"/>
                  </a:cubicBezTo>
                  <a:cubicBezTo>
                    <a:pt x="2773"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85"/>
            <p:cNvSpPr/>
            <p:nvPr/>
          </p:nvSpPr>
          <p:spPr>
            <a:xfrm>
              <a:off x="-35118325" y="3424175"/>
              <a:ext cx="137075" cy="69350"/>
            </a:xfrm>
            <a:custGeom>
              <a:avLst/>
              <a:gdLst/>
              <a:ahLst/>
              <a:cxnLst/>
              <a:rect l="l" t="t" r="r" b="b"/>
              <a:pathLst>
                <a:path w="5483" h="2774" extrusionOk="0">
                  <a:moveTo>
                    <a:pt x="2741" y="1"/>
                  </a:moveTo>
                  <a:cubicBezTo>
                    <a:pt x="1387" y="1"/>
                    <a:pt x="221" y="1040"/>
                    <a:pt x="32" y="2364"/>
                  </a:cubicBezTo>
                  <a:cubicBezTo>
                    <a:pt x="0" y="2553"/>
                    <a:pt x="158" y="2773"/>
                    <a:pt x="347" y="2773"/>
                  </a:cubicBezTo>
                  <a:lnTo>
                    <a:pt x="5104" y="2773"/>
                  </a:lnTo>
                  <a:cubicBezTo>
                    <a:pt x="5325" y="2773"/>
                    <a:pt x="5482" y="2553"/>
                    <a:pt x="5482" y="2364"/>
                  </a:cubicBezTo>
                  <a:cubicBezTo>
                    <a:pt x="5262" y="1040"/>
                    <a:pt x="4127"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7" name="Google Shape;6047;p85"/>
          <p:cNvGrpSpPr/>
          <p:nvPr/>
        </p:nvGrpSpPr>
        <p:grpSpPr>
          <a:xfrm>
            <a:off x="1724593" y="1821799"/>
            <a:ext cx="354586" cy="353221"/>
            <a:chOff x="-35123050" y="3561225"/>
            <a:chExt cx="292225" cy="291100"/>
          </a:xfrm>
        </p:grpSpPr>
        <p:sp>
          <p:nvSpPr>
            <p:cNvPr id="6048" name="Google Shape;6048;p85"/>
            <p:cNvSpPr/>
            <p:nvPr/>
          </p:nvSpPr>
          <p:spPr>
            <a:xfrm>
              <a:off x="-35123050" y="3629750"/>
              <a:ext cx="205575" cy="222575"/>
            </a:xfrm>
            <a:custGeom>
              <a:avLst/>
              <a:gdLst/>
              <a:ahLst/>
              <a:cxnLst/>
              <a:rect l="l" t="t" r="r" b="b"/>
              <a:pathLst>
                <a:path w="8223" h="8903" extrusionOk="0">
                  <a:moveTo>
                    <a:pt x="2080" y="2710"/>
                  </a:moveTo>
                  <a:cubicBezTo>
                    <a:pt x="2458" y="2710"/>
                    <a:pt x="2741" y="3056"/>
                    <a:pt x="2741" y="3403"/>
                  </a:cubicBezTo>
                  <a:cubicBezTo>
                    <a:pt x="2741" y="3781"/>
                    <a:pt x="2426" y="4065"/>
                    <a:pt x="2080" y="4065"/>
                  </a:cubicBezTo>
                  <a:cubicBezTo>
                    <a:pt x="1733" y="4065"/>
                    <a:pt x="1418" y="3750"/>
                    <a:pt x="1418" y="3403"/>
                  </a:cubicBezTo>
                  <a:cubicBezTo>
                    <a:pt x="1418" y="3056"/>
                    <a:pt x="1670" y="2710"/>
                    <a:pt x="2080" y="2710"/>
                  </a:cubicBezTo>
                  <a:close/>
                  <a:moveTo>
                    <a:pt x="4127" y="2710"/>
                  </a:moveTo>
                  <a:cubicBezTo>
                    <a:pt x="4506" y="2710"/>
                    <a:pt x="4789" y="3056"/>
                    <a:pt x="4789" y="3403"/>
                  </a:cubicBezTo>
                  <a:cubicBezTo>
                    <a:pt x="4789" y="3781"/>
                    <a:pt x="4474" y="4065"/>
                    <a:pt x="4127" y="4065"/>
                  </a:cubicBezTo>
                  <a:cubicBezTo>
                    <a:pt x="3718" y="4065"/>
                    <a:pt x="3466" y="3750"/>
                    <a:pt x="3466" y="3403"/>
                  </a:cubicBezTo>
                  <a:cubicBezTo>
                    <a:pt x="3466" y="3056"/>
                    <a:pt x="3718" y="2710"/>
                    <a:pt x="4127" y="2710"/>
                  </a:cubicBezTo>
                  <a:close/>
                  <a:moveTo>
                    <a:pt x="6207" y="2710"/>
                  </a:moveTo>
                  <a:cubicBezTo>
                    <a:pt x="6616" y="2710"/>
                    <a:pt x="6868" y="3056"/>
                    <a:pt x="6868" y="3403"/>
                  </a:cubicBezTo>
                  <a:cubicBezTo>
                    <a:pt x="6868" y="3781"/>
                    <a:pt x="6553" y="4065"/>
                    <a:pt x="6207" y="4065"/>
                  </a:cubicBezTo>
                  <a:cubicBezTo>
                    <a:pt x="5829" y="4065"/>
                    <a:pt x="5545" y="3750"/>
                    <a:pt x="5545" y="3403"/>
                  </a:cubicBezTo>
                  <a:cubicBezTo>
                    <a:pt x="5514" y="3056"/>
                    <a:pt x="5829" y="2710"/>
                    <a:pt x="6207" y="2710"/>
                  </a:cubicBezTo>
                  <a:close/>
                  <a:moveTo>
                    <a:pt x="1733" y="0"/>
                  </a:moveTo>
                  <a:cubicBezTo>
                    <a:pt x="788" y="0"/>
                    <a:pt x="0" y="757"/>
                    <a:pt x="0" y="1702"/>
                  </a:cubicBezTo>
                  <a:lnTo>
                    <a:pt x="0" y="5136"/>
                  </a:lnTo>
                  <a:cubicBezTo>
                    <a:pt x="0" y="5955"/>
                    <a:pt x="630" y="6616"/>
                    <a:pt x="1418" y="6774"/>
                  </a:cubicBezTo>
                  <a:lnTo>
                    <a:pt x="1418" y="8570"/>
                  </a:lnTo>
                  <a:cubicBezTo>
                    <a:pt x="1418" y="8696"/>
                    <a:pt x="1481" y="8822"/>
                    <a:pt x="1607" y="8885"/>
                  </a:cubicBezTo>
                  <a:cubicBezTo>
                    <a:pt x="1649" y="8895"/>
                    <a:pt x="1695" y="8902"/>
                    <a:pt x="1739" y="8902"/>
                  </a:cubicBezTo>
                  <a:cubicBezTo>
                    <a:pt x="1828" y="8902"/>
                    <a:pt x="1912" y="8874"/>
                    <a:pt x="1954" y="8790"/>
                  </a:cubicBezTo>
                  <a:lnTo>
                    <a:pt x="3938" y="6837"/>
                  </a:lnTo>
                  <a:lnTo>
                    <a:pt x="6522" y="6837"/>
                  </a:lnTo>
                  <a:cubicBezTo>
                    <a:pt x="7467" y="6837"/>
                    <a:pt x="8223" y="6081"/>
                    <a:pt x="8223" y="5136"/>
                  </a:cubicBezTo>
                  <a:lnTo>
                    <a:pt x="8223" y="1702"/>
                  </a:lnTo>
                  <a:cubicBezTo>
                    <a:pt x="8223" y="757"/>
                    <a:pt x="7467" y="0"/>
                    <a:pt x="65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85"/>
            <p:cNvSpPr/>
            <p:nvPr/>
          </p:nvSpPr>
          <p:spPr>
            <a:xfrm>
              <a:off x="-35053750" y="3561225"/>
              <a:ext cx="222925" cy="221825"/>
            </a:xfrm>
            <a:custGeom>
              <a:avLst/>
              <a:gdLst/>
              <a:ahLst/>
              <a:cxnLst/>
              <a:rect l="l" t="t" r="r" b="b"/>
              <a:pathLst>
                <a:path w="8917" h="8873" extrusionOk="0">
                  <a:moveTo>
                    <a:pt x="1702" y="1"/>
                  </a:moveTo>
                  <a:cubicBezTo>
                    <a:pt x="757" y="1"/>
                    <a:pt x="1" y="725"/>
                    <a:pt x="1" y="1702"/>
                  </a:cubicBezTo>
                  <a:lnTo>
                    <a:pt x="1" y="2048"/>
                  </a:lnTo>
                  <a:lnTo>
                    <a:pt x="3781" y="2048"/>
                  </a:lnTo>
                  <a:cubicBezTo>
                    <a:pt x="5136" y="2048"/>
                    <a:pt x="6207" y="3088"/>
                    <a:pt x="6207" y="4443"/>
                  </a:cubicBezTo>
                  <a:lnTo>
                    <a:pt x="6207" y="7877"/>
                  </a:lnTo>
                  <a:lnTo>
                    <a:pt x="6207" y="8003"/>
                  </a:lnTo>
                  <a:lnTo>
                    <a:pt x="6995" y="8790"/>
                  </a:lnTo>
                  <a:cubicBezTo>
                    <a:pt x="7055" y="8850"/>
                    <a:pt x="7127" y="8872"/>
                    <a:pt x="7205" y="8872"/>
                  </a:cubicBezTo>
                  <a:cubicBezTo>
                    <a:pt x="7249" y="8872"/>
                    <a:pt x="7295" y="8865"/>
                    <a:pt x="7341" y="8853"/>
                  </a:cubicBezTo>
                  <a:cubicBezTo>
                    <a:pt x="7467" y="8822"/>
                    <a:pt x="7530" y="8664"/>
                    <a:pt x="7530" y="8538"/>
                  </a:cubicBezTo>
                  <a:lnTo>
                    <a:pt x="7530" y="6806"/>
                  </a:lnTo>
                  <a:cubicBezTo>
                    <a:pt x="8318" y="6648"/>
                    <a:pt x="8917" y="5955"/>
                    <a:pt x="8917" y="5104"/>
                  </a:cubicBezTo>
                  <a:lnTo>
                    <a:pt x="8917" y="1702"/>
                  </a:lnTo>
                  <a:cubicBezTo>
                    <a:pt x="8917" y="725"/>
                    <a:pt x="8129" y="1"/>
                    <a:pt x="71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0" name="Google Shape;6050;p85"/>
          <p:cNvGrpSpPr/>
          <p:nvPr/>
        </p:nvGrpSpPr>
        <p:grpSpPr>
          <a:xfrm>
            <a:off x="1766652" y="2256940"/>
            <a:ext cx="270467" cy="353615"/>
            <a:chOff x="-35089175" y="3919600"/>
            <a:chExt cx="222900" cy="291425"/>
          </a:xfrm>
        </p:grpSpPr>
        <p:sp>
          <p:nvSpPr>
            <p:cNvPr id="6051" name="Google Shape;6051;p85"/>
            <p:cNvSpPr/>
            <p:nvPr/>
          </p:nvSpPr>
          <p:spPr>
            <a:xfrm>
              <a:off x="-35089175" y="3919600"/>
              <a:ext cx="222900" cy="291425"/>
            </a:xfrm>
            <a:custGeom>
              <a:avLst/>
              <a:gdLst/>
              <a:ahLst/>
              <a:cxnLst/>
              <a:rect l="l" t="t" r="r" b="b"/>
              <a:pathLst>
                <a:path w="8916" h="11657" extrusionOk="0">
                  <a:moveTo>
                    <a:pt x="4474" y="1418"/>
                  </a:moveTo>
                  <a:cubicBezTo>
                    <a:pt x="6143" y="1418"/>
                    <a:pt x="7530" y="2804"/>
                    <a:pt x="7530" y="4474"/>
                  </a:cubicBezTo>
                  <a:cubicBezTo>
                    <a:pt x="7561" y="6175"/>
                    <a:pt x="6143" y="7561"/>
                    <a:pt x="4474" y="7561"/>
                  </a:cubicBezTo>
                  <a:cubicBezTo>
                    <a:pt x="2772" y="7561"/>
                    <a:pt x="1386" y="6175"/>
                    <a:pt x="1386" y="4474"/>
                  </a:cubicBezTo>
                  <a:cubicBezTo>
                    <a:pt x="1386" y="2804"/>
                    <a:pt x="2772" y="1418"/>
                    <a:pt x="4474" y="1418"/>
                  </a:cubicBezTo>
                  <a:close/>
                  <a:moveTo>
                    <a:pt x="4474" y="0"/>
                  </a:moveTo>
                  <a:cubicBezTo>
                    <a:pt x="2016" y="0"/>
                    <a:pt x="0" y="2017"/>
                    <a:pt x="0" y="4442"/>
                  </a:cubicBezTo>
                  <a:cubicBezTo>
                    <a:pt x="0" y="5419"/>
                    <a:pt x="315" y="6333"/>
                    <a:pt x="914" y="7120"/>
                  </a:cubicBezTo>
                  <a:lnTo>
                    <a:pt x="4190" y="11531"/>
                  </a:lnTo>
                  <a:cubicBezTo>
                    <a:pt x="4253" y="11626"/>
                    <a:pt x="4348" y="11657"/>
                    <a:pt x="4474" y="11657"/>
                  </a:cubicBezTo>
                  <a:cubicBezTo>
                    <a:pt x="4568" y="11657"/>
                    <a:pt x="4663" y="11626"/>
                    <a:pt x="4726" y="11531"/>
                  </a:cubicBezTo>
                  <a:lnTo>
                    <a:pt x="8002" y="7120"/>
                  </a:lnTo>
                  <a:cubicBezTo>
                    <a:pt x="8601" y="6333"/>
                    <a:pt x="8916" y="5419"/>
                    <a:pt x="8916" y="4442"/>
                  </a:cubicBezTo>
                  <a:cubicBezTo>
                    <a:pt x="8916" y="2017"/>
                    <a:pt x="6931" y="0"/>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85"/>
            <p:cNvSpPr/>
            <p:nvPr/>
          </p:nvSpPr>
          <p:spPr>
            <a:xfrm>
              <a:off x="-35038000" y="3971575"/>
              <a:ext cx="120525" cy="120525"/>
            </a:xfrm>
            <a:custGeom>
              <a:avLst/>
              <a:gdLst/>
              <a:ahLst/>
              <a:cxnLst/>
              <a:rect l="l" t="t" r="r" b="b"/>
              <a:pathLst>
                <a:path w="4821" h="4821" extrusionOk="0">
                  <a:moveTo>
                    <a:pt x="2427" y="662"/>
                  </a:moveTo>
                  <a:cubicBezTo>
                    <a:pt x="2616" y="662"/>
                    <a:pt x="2773" y="820"/>
                    <a:pt x="2773" y="1040"/>
                  </a:cubicBezTo>
                  <a:cubicBezTo>
                    <a:pt x="2773" y="1229"/>
                    <a:pt x="2616" y="1387"/>
                    <a:pt x="2427" y="1387"/>
                  </a:cubicBezTo>
                  <a:cubicBezTo>
                    <a:pt x="2206" y="1387"/>
                    <a:pt x="2049" y="1229"/>
                    <a:pt x="2049" y="1040"/>
                  </a:cubicBezTo>
                  <a:cubicBezTo>
                    <a:pt x="2049" y="820"/>
                    <a:pt x="2206" y="662"/>
                    <a:pt x="2427" y="662"/>
                  </a:cubicBezTo>
                  <a:close/>
                  <a:moveTo>
                    <a:pt x="2427" y="2017"/>
                  </a:moveTo>
                  <a:cubicBezTo>
                    <a:pt x="2616" y="2017"/>
                    <a:pt x="2773" y="2174"/>
                    <a:pt x="2773" y="2363"/>
                  </a:cubicBezTo>
                  <a:lnTo>
                    <a:pt x="2773" y="3750"/>
                  </a:lnTo>
                  <a:cubicBezTo>
                    <a:pt x="2773" y="3939"/>
                    <a:pt x="2616" y="4096"/>
                    <a:pt x="2427" y="4096"/>
                  </a:cubicBezTo>
                  <a:cubicBezTo>
                    <a:pt x="2206" y="4096"/>
                    <a:pt x="2049" y="3939"/>
                    <a:pt x="2049" y="3750"/>
                  </a:cubicBezTo>
                  <a:lnTo>
                    <a:pt x="2049" y="2363"/>
                  </a:lnTo>
                  <a:cubicBezTo>
                    <a:pt x="2049" y="2174"/>
                    <a:pt x="2206" y="2017"/>
                    <a:pt x="2427" y="2017"/>
                  </a:cubicBezTo>
                  <a:close/>
                  <a:moveTo>
                    <a:pt x="2427" y="1"/>
                  </a:moveTo>
                  <a:cubicBezTo>
                    <a:pt x="1072" y="1"/>
                    <a:pt x="1" y="1072"/>
                    <a:pt x="1" y="2395"/>
                  </a:cubicBezTo>
                  <a:cubicBezTo>
                    <a:pt x="1" y="3750"/>
                    <a:pt x="1072" y="4821"/>
                    <a:pt x="2427" y="4821"/>
                  </a:cubicBezTo>
                  <a:cubicBezTo>
                    <a:pt x="3750" y="4821"/>
                    <a:pt x="4821" y="3750"/>
                    <a:pt x="4821" y="2395"/>
                  </a:cubicBezTo>
                  <a:cubicBezTo>
                    <a:pt x="4821" y="1072"/>
                    <a:pt x="3750" y="1"/>
                    <a:pt x="2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3" name="Google Shape;6053;p85"/>
          <p:cNvGrpSpPr/>
          <p:nvPr/>
        </p:nvGrpSpPr>
        <p:grpSpPr>
          <a:xfrm>
            <a:off x="3963648" y="1380303"/>
            <a:ext cx="336445" cy="354131"/>
            <a:chOff x="-33277650" y="3226875"/>
            <a:chExt cx="277275" cy="291850"/>
          </a:xfrm>
        </p:grpSpPr>
        <p:sp>
          <p:nvSpPr>
            <p:cNvPr id="6054" name="Google Shape;6054;p85"/>
            <p:cNvSpPr/>
            <p:nvPr/>
          </p:nvSpPr>
          <p:spPr>
            <a:xfrm>
              <a:off x="-33071300" y="3440725"/>
              <a:ext cx="33100" cy="33900"/>
            </a:xfrm>
            <a:custGeom>
              <a:avLst/>
              <a:gdLst/>
              <a:ahLst/>
              <a:cxnLst/>
              <a:rect l="l" t="t" r="r" b="b"/>
              <a:pathLst>
                <a:path w="1324" h="1356" extrusionOk="0">
                  <a:moveTo>
                    <a:pt x="662" y="0"/>
                  </a:moveTo>
                  <a:cubicBezTo>
                    <a:pt x="284" y="0"/>
                    <a:pt x="1" y="315"/>
                    <a:pt x="1" y="693"/>
                  </a:cubicBezTo>
                  <a:cubicBezTo>
                    <a:pt x="1" y="1040"/>
                    <a:pt x="284" y="1355"/>
                    <a:pt x="662" y="1355"/>
                  </a:cubicBezTo>
                  <a:cubicBezTo>
                    <a:pt x="1040" y="1355"/>
                    <a:pt x="1324" y="1040"/>
                    <a:pt x="1324" y="693"/>
                  </a:cubicBezTo>
                  <a:cubicBezTo>
                    <a:pt x="1324" y="315"/>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85"/>
            <p:cNvSpPr/>
            <p:nvPr/>
          </p:nvSpPr>
          <p:spPr>
            <a:xfrm>
              <a:off x="-33157925" y="3227275"/>
              <a:ext cx="17350" cy="103200"/>
            </a:xfrm>
            <a:custGeom>
              <a:avLst/>
              <a:gdLst/>
              <a:ahLst/>
              <a:cxnLst/>
              <a:rect l="l" t="t" r="r" b="b"/>
              <a:pathLst>
                <a:path w="694" h="4128" extrusionOk="0">
                  <a:moveTo>
                    <a:pt x="347" y="1"/>
                  </a:moveTo>
                  <a:cubicBezTo>
                    <a:pt x="158" y="1"/>
                    <a:pt x="0" y="158"/>
                    <a:pt x="0" y="347"/>
                  </a:cubicBezTo>
                  <a:lnTo>
                    <a:pt x="0" y="4128"/>
                  </a:lnTo>
                  <a:cubicBezTo>
                    <a:pt x="95" y="4096"/>
                    <a:pt x="221" y="4096"/>
                    <a:pt x="347" y="4096"/>
                  </a:cubicBezTo>
                  <a:cubicBezTo>
                    <a:pt x="473" y="4096"/>
                    <a:pt x="567" y="4096"/>
                    <a:pt x="693" y="412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85"/>
            <p:cNvSpPr/>
            <p:nvPr/>
          </p:nvSpPr>
          <p:spPr>
            <a:xfrm>
              <a:off x="-33175250" y="3347650"/>
              <a:ext cx="51200" cy="51350"/>
            </a:xfrm>
            <a:custGeom>
              <a:avLst/>
              <a:gdLst/>
              <a:ahLst/>
              <a:cxnLst/>
              <a:rect l="l" t="t" r="r" b="b"/>
              <a:pathLst>
                <a:path w="2048" h="2054" extrusionOk="0">
                  <a:moveTo>
                    <a:pt x="938" y="0"/>
                  </a:moveTo>
                  <a:cubicBezTo>
                    <a:pt x="417" y="0"/>
                    <a:pt x="0" y="451"/>
                    <a:pt x="0" y="1014"/>
                  </a:cubicBezTo>
                  <a:cubicBezTo>
                    <a:pt x="0" y="1549"/>
                    <a:pt x="473" y="2054"/>
                    <a:pt x="1040" y="2054"/>
                  </a:cubicBezTo>
                  <a:cubicBezTo>
                    <a:pt x="1575" y="2054"/>
                    <a:pt x="2048" y="1581"/>
                    <a:pt x="2048" y="1014"/>
                  </a:cubicBezTo>
                  <a:cubicBezTo>
                    <a:pt x="2048" y="447"/>
                    <a:pt x="1575" y="6"/>
                    <a:pt x="1040" y="6"/>
                  </a:cubicBezTo>
                  <a:cubicBezTo>
                    <a:pt x="1006" y="2"/>
                    <a:pt x="972" y="0"/>
                    <a:pt x="9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85"/>
            <p:cNvSpPr/>
            <p:nvPr/>
          </p:nvSpPr>
          <p:spPr>
            <a:xfrm>
              <a:off x="-33224875" y="3404500"/>
              <a:ext cx="159900" cy="114225"/>
            </a:xfrm>
            <a:custGeom>
              <a:avLst/>
              <a:gdLst/>
              <a:ahLst/>
              <a:cxnLst/>
              <a:rect l="l" t="t" r="r" b="b"/>
              <a:pathLst>
                <a:path w="6396" h="4569" extrusionOk="0">
                  <a:moveTo>
                    <a:pt x="1954" y="0"/>
                  </a:moveTo>
                  <a:lnTo>
                    <a:pt x="0" y="2520"/>
                  </a:lnTo>
                  <a:lnTo>
                    <a:pt x="0" y="4222"/>
                  </a:lnTo>
                  <a:cubicBezTo>
                    <a:pt x="0" y="4411"/>
                    <a:pt x="158" y="4568"/>
                    <a:pt x="347" y="4568"/>
                  </a:cubicBezTo>
                  <a:lnTo>
                    <a:pt x="3781" y="4568"/>
                  </a:lnTo>
                  <a:cubicBezTo>
                    <a:pt x="3970" y="4568"/>
                    <a:pt x="4127" y="4411"/>
                    <a:pt x="4127" y="4222"/>
                  </a:cubicBezTo>
                  <a:lnTo>
                    <a:pt x="4127" y="3875"/>
                  </a:lnTo>
                  <a:lnTo>
                    <a:pt x="5136" y="3875"/>
                  </a:lnTo>
                  <a:cubicBezTo>
                    <a:pt x="5577" y="3844"/>
                    <a:pt x="6018" y="3718"/>
                    <a:pt x="6396" y="3434"/>
                  </a:cubicBezTo>
                  <a:cubicBezTo>
                    <a:pt x="5986" y="3277"/>
                    <a:pt x="5608" y="2930"/>
                    <a:pt x="5514" y="2489"/>
                  </a:cubicBezTo>
                  <a:lnTo>
                    <a:pt x="4442" y="2489"/>
                  </a:lnTo>
                  <a:cubicBezTo>
                    <a:pt x="3497" y="2489"/>
                    <a:pt x="2741" y="1733"/>
                    <a:pt x="2741" y="788"/>
                  </a:cubicBezTo>
                  <a:lnTo>
                    <a:pt x="2741" y="410"/>
                  </a:lnTo>
                  <a:cubicBezTo>
                    <a:pt x="2426" y="315"/>
                    <a:pt x="2206" y="189"/>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85"/>
            <p:cNvSpPr/>
            <p:nvPr/>
          </p:nvSpPr>
          <p:spPr>
            <a:xfrm>
              <a:off x="-33141400" y="3312350"/>
              <a:ext cx="127625" cy="138625"/>
            </a:xfrm>
            <a:custGeom>
              <a:avLst/>
              <a:gdLst/>
              <a:ahLst/>
              <a:cxnLst/>
              <a:rect l="l" t="t" r="r" b="b"/>
              <a:pathLst>
                <a:path w="5105" h="5545" extrusionOk="0">
                  <a:moveTo>
                    <a:pt x="4128" y="0"/>
                  </a:moveTo>
                  <a:lnTo>
                    <a:pt x="694" y="662"/>
                  </a:lnTo>
                  <a:lnTo>
                    <a:pt x="694" y="1040"/>
                  </a:lnTo>
                  <a:cubicBezTo>
                    <a:pt x="1103" y="1355"/>
                    <a:pt x="1387" y="1827"/>
                    <a:pt x="1387" y="2426"/>
                  </a:cubicBezTo>
                  <a:cubicBezTo>
                    <a:pt x="1387" y="3245"/>
                    <a:pt x="788" y="3938"/>
                    <a:pt x="1" y="4127"/>
                  </a:cubicBezTo>
                  <a:lnTo>
                    <a:pt x="1" y="4505"/>
                  </a:lnTo>
                  <a:cubicBezTo>
                    <a:pt x="1" y="5072"/>
                    <a:pt x="473" y="5545"/>
                    <a:pt x="1009" y="5545"/>
                  </a:cubicBezTo>
                  <a:lnTo>
                    <a:pt x="2080" y="5545"/>
                  </a:lnTo>
                  <a:cubicBezTo>
                    <a:pt x="2238" y="4946"/>
                    <a:pt x="2742" y="4505"/>
                    <a:pt x="3372" y="4505"/>
                  </a:cubicBezTo>
                  <a:cubicBezTo>
                    <a:pt x="3624" y="4505"/>
                    <a:pt x="3844" y="4600"/>
                    <a:pt x="4065" y="4726"/>
                  </a:cubicBezTo>
                  <a:lnTo>
                    <a:pt x="4065" y="4127"/>
                  </a:lnTo>
                  <a:lnTo>
                    <a:pt x="4128" y="4127"/>
                  </a:lnTo>
                  <a:cubicBezTo>
                    <a:pt x="4443" y="4064"/>
                    <a:pt x="4758" y="3938"/>
                    <a:pt x="4916" y="3655"/>
                  </a:cubicBezTo>
                  <a:cubicBezTo>
                    <a:pt x="5105" y="3340"/>
                    <a:pt x="5105" y="2993"/>
                    <a:pt x="4947" y="2678"/>
                  </a:cubicBezTo>
                  <a:lnTo>
                    <a:pt x="4128" y="1008"/>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85"/>
            <p:cNvSpPr/>
            <p:nvPr/>
          </p:nvSpPr>
          <p:spPr>
            <a:xfrm>
              <a:off x="-33122500" y="3226875"/>
              <a:ext cx="122125" cy="83925"/>
            </a:xfrm>
            <a:custGeom>
              <a:avLst/>
              <a:gdLst/>
              <a:ahLst/>
              <a:cxnLst/>
              <a:rect l="l" t="t" r="r" b="b"/>
              <a:pathLst>
                <a:path w="4885" h="3357" extrusionOk="0">
                  <a:moveTo>
                    <a:pt x="3376" y="1"/>
                  </a:moveTo>
                  <a:cubicBezTo>
                    <a:pt x="3025" y="1"/>
                    <a:pt x="2679" y="143"/>
                    <a:pt x="2427" y="426"/>
                  </a:cubicBezTo>
                  <a:lnTo>
                    <a:pt x="2143" y="678"/>
                  </a:lnTo>
                  <a:lnTo>
                    <a:pt x="1" y="678"/>
                  </a:lnTo>
                  <a:lnTo>
                    <a:pt x="1" y="3356"/>
                  </a:lnTo>
                  <a:lnTo>
                    <a:pt x="4191" y="2537"/>
                  </a:lnTo>
                  <a:lnTo>
                    <a:pt x="4349" y="2379"/>
                  </a:lnTo>
                  <a:cubicBezTo>
                    <a:pt x="4884" y="1844"/>
                    <a:pt x="4884" y="962"/>
                    <a:pt x="4349" y="426"/>
                  </a:cubicBezTo>
                  <a:cubicBezTo>
                    <a:pt x="4081" y="143"/>
                    <a:pt x="3726" y="1"/>
                    <a:pt x="33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85"/>
            <p:cNvSpPr/>
            <p:nvPr/>
          </p:nvSpPr>
          <p:spPr>
            <a:xfrm>
              <a:off x="-33277650" y="3245400"/>
              <a:ext cx="102400" cy="198500"/>
            </a:xfrm>
            <a:custGeom>
              <a:avLst/>
              <a:gdLst/>
              <a:ahLst/>
              <a:cxnLst/>
              <a:rect l="l" t="t" r="r" b="b"/>
              <a:pathLst>
                <a:path w="4096" h="7940" extrusionOk="0">
                  <a:moveTo>
                    <a:pt x="4096" y="0"/>
                  </a:moveTo>
                  <a:cubicBezTo>
                    <a:pt x="1828" y="95"/>
                    <a:pt x="0" y="1985"/>
                    <a:pt x="0" y="4316"/>
                  </a:cubicBezTo>
                  <a:cubicBezTo>
                    <a:pt x="0" y="5766"/>
                    <a:pt x="757" y="7120"/>
                    <a:pt x="1954" y="7939"/>
                  </a:cubicBezTo>
                  <a:lnTo>
                    <a:pt x="3592" y="5829"/>
                  </a:lnTo>
                  <a:cubicBezTo>
                    <a:pt x="3466" y="5576"/>
                    <a:pt x="3434" y="5356"/>
                    <a:pt x="3434" y="5104"/>
                  </a:cubicBezTo>
                  <a:cubicBezTo>
                    <a:pt x="3434" y="4568"/>
                    <a:pt x="3718" y="4033"/>
                    <a:pt x="4096" y="3718"/>
                  </a:cubicBezTo>
                  <a:lnTo>
                    <a:pt x="40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1" name="Google Shape;6061;p85"/>
          <p:cNvGrpSpPr/>
          <p:nvPr/>
        </p:nvGrpSpPr>
        <p:grpSpPr>
          <a:xfrm>
            <a:off x="3955048" y="1821587"/>
            <a:ext cx="353645" cy="353645"/>
            <a:chOff x="-33286325" y="3586425"/>
            <a:chExt cx="291450" cy="291450"/>
          </a:xfrm>
        </p:grpSpPr>
        <p:sp>
          <p:nvSpPr>
            <p:cNvPr id="6062" name="Google Shape;6062;p85"/>
            <p:cNvSpPr/>
            <p:nvPr/>
          </p:nvSpPr>
          <p:spPr>
            <a:xfrm>
              <a:off x="-33114625" y="3586425"/>
              <a:ext cx="119750" cy="120525"/>
            </a:xfrm>
            <a:custGeom>
              <a:avLst/>
              <a:gdLst/>
              <a:ahLst/>
              <a:cxnLst/>
              <a:rect l="l" t="t" r="r" b="b"/>
              <a:pathLst>
                <a:path w="4790" h="4821" extrusionOk="0">
                  <a:moveTo>
                    <a:pt x="2395" y="631"/>
                  </a:moveTo>
                  <a:cubicBezTo>
                    <a:pt x="2584" y="631"/>
                    <a:pt x="2742" y="788"/>
                    <a:pt x="2742" y="1009"/>
                  </a:cubicBezTo>
                  <a:lnTo>
                    <a:pt x="2742" y="2017"/>
                  </a:lnTo>
                  <a:lnTo>
                    <a:pt x="3782" y="2017"/>
                  </a:lnTo>
                  <a:cubicBezTo>
                    <a:pt x="3971" y="2017"/>
                    <a:pt x="4128" y="2175"/>
                    <a:pt x="4128" y="2364"/>
                  </a:cubicBezTo>
                  <a:cubicBezTo>
                    <a:pt x="4128" y="2584"/>
                    <a:pt x="3971" y="2742"/>
                    <a:pt x="3782" y="2742"/>
                  </a:cubicBezTo>
                  <a:lnTo>
                    <a:pt x="2395" y="2742"/>
                  </a:lnTo>
                  <a:cubicBezTo>
                    <a:pt x="2206" y="2742"/>
                    <a:pt x="2049" y="2584"/>
                    <a:pt x="2049" y="2364"/>
                  </a:cubicBezTo>
                  <a:lnTo>
                    <a:pt x="2049" y="1009"/>
                  </a:lnTo>
                  <a:cubicBezTo>
                    <a:pt x="2049" y="788"/>
                    <a:pt x="2206" y="631"/>
                    <a:pt x="2395" y="631"/>
                  </a:cubicBezTo>
                  <a:close/>
                  <a:moveTo>
                    <a:pt x="2395" y="1"/>
                  </a:moveTo>
                  <a:cubicBezTo>
                    <a:pt x="1041" y="1"/>
                    <a:pt x="1" y="1072"/>
                    <a:pt x="1" y="2427"/>
                  </a:cubicBezTo>
                  <a:cubicBezTo>
                    <a:pt x="1" y="3750"/>
                    <a:pt x="1041" y="4821"/>
                    <a:pt x="2395" y="4821"/>
                  </a:cubicBezTo>
                  <a:cubicBezTo>
                    <a:pt x="3719" y="4821"/>
                    <a:pt x="4790" y="3750"/>
                    <a:pt x="4790" y="2427"/>
                  </a:cubicBezTo>
                  <a:cubicBezTo>
                    <a:pt x="4790" y="1072"/>
                    <a:pt x="3719"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85"/>
            <p:cNvSpPr/>
            <p:nvPr/>
          </p:nvSpPr>
          <p:spPr>
            <a:xfrm>
              <a:off x="-33286325" y="3825875"/>
              <a:ext cx="241050" cy="52000"/>
            </a:xfrm>
            <a:custGeom>
              <a:avLst/>
              <a:gdLst/>
              <a:ahLst/>
              <a:cxnLst/>
              <a:rect l="l" t="t" r="r" b="b"/>
              <a:pathLst>
                <a:path w="9642" h="2080" extrusionOk="0">
                  <a:moveTo>
                    <a:pt x="32" y="0"/>
                  </a:moveTo>
                  <a:lnTo>
                    <a:pt x="32" y="1764"/>
                  </a:lnTo>
                  <a:cubicBezTo>
                    <a:pt x="1" y="1922"/>
                    <a:pt x="158" y="2079"/>
                    <a:pt x="347" y="2079"/>
                  </a:cubicBezTo>
                  <a:lnTo>
                    <a:pt x="9295" y="2079"/>
                  </a:lnTo>
                  <a:cubicBezTo>
                    <a:pt x="9484" y="2079"/>
                    <a:pt x="9641" y="1922"/>
                    <a:pt x="9641" y="1733"/>
                  </a:cubicBezTo>
                  <a:lnTo>
                    <a:pt x="9641" y="1040"/>
                  </a:lnTo>
                  <a:cubicBezTo>
                    <a:pt x="9641" y="473"/>
                    <a:pt x="9169" y="0"/>
                    <a:pt x="86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85"/>
            <p:cNvSpPr/>
            <p:nvPr/>
          </p:nvSpPr>
          <p:spPr>
            <a:xfrm>
              <a:off x="-33183925" y="3756550"/>
              <a:ext cx="103200" cy="52025"/>
            </a:xfrm>
            <a:custGeom>
              <a:avLst/>
              <a:gdLst/>
              <a:ahLst/>
              <a:cxnLst/>
              <a:rect l="l" t="t" r="r" b="b"/>
              <a:pathLst>
                <a:path w="4128" h="2081" extrusionOk="0">
                  <a:moveTo>
                    <a:pt x="1040" y="1"/>
                  </a:moveTo>
                  <a:cubicBezTo>
                    <a:pt x="473" y="1"/>
                    <a:pt x="1" y="505"/>
                    <a:pt x="1" y="1040"/>
                  </a:cubicBezTo>
                  <a:lnTo>
                    <a:pt x="1" y="2080"/>
                  </a:lnTo>
                  <a:lnTo>
                    <a:pt x="4128" y="2080"/>
                  </a:lnTo>
                  <a:lnTo>
                    <a:pt x="4128" y="1040"/>
                  </a:lnTo>
                  <a:cubicBezTo>
                    <a:pt x="4128" y="505"/>
                    <a:pt x="3687" y="1"/>
                    <a:pt x="3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85"/>
            <p:cNvSpPr/>
            <p:nvPr/>
          </p:nvSpPr>
          <p:spPr>
            <a:xfrm>
              <a:off x="-33252450" y="3636850"/>
              <a:ext cx="68550" cy="69325"/>
            </a:xfrm>
            <a:custGeom>
              <a:avLst/>
              <a:gdLst/>
              <a:ahLst/>
              <a:cxnLst/>
              <a:rect l="l" t="t" r="r" b="b"/>
              <a:pathLst>
                <a:path w="2742" h="2773" extrusionOk="0">
                  <a:moveTo>
                    <a:pt x="1387" y="0"/>
                  </a:moveTo>
                  <a:cubicBezTo>
                    <a:pt x="599" y="0"/>
                    <a:pt x="1" y="630"/>
                    <a:pt x="1" y="1386"/>
                  </a:cubicBezTo>
                  <a:cubicBezTo>
                    <a:pt x="1" y="2142"/>
                    <a:pt x="599" y="2772"/>
                    <a:pt x="1387" y="2772"/>
                  </a:cubicBezTo>
                  <a:cubicBezTo>
                    <a:pt x="2143" y="2772"/>
                    <a:pt x="2742" y="2142"/>
                    <a:pt x="2742" y="1386"/>
                  </a:cubicBezTo>
                  <a:cubicBezTo>
                    <a:pt x="2742"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85"/>
            <p:cNvSpPr/>
            <p:nvPr/>
          </p:nvSpPr>
          <p:spPr>
            <a:xfrm>
              <a:off x="-33286325" y="3723050"/>
              <a:ext cx="116600" cy="85525"/>
            </a:xfrm>
            <a:custGeom>
              <a:avLst/>
              <a:gdLst/>
              <a:ahLst/>
              <a:cxnLst/>
              <a:rect l="l" t="t" r="r" b="b"/>
              <a:pathLst>
                <a:path w="4664" h="3421" extrusionOk="0">
                  <a:moveTo>
                    <a:pt x="2788" y="1"/>
                  </a:moveTo>
                  <a:cubicBezTo>
                    <a:pt x="2690" y="1"/>
                    <a:pt x="2591" y="6"/>
                    <a:pt x="2490" y="18"/>
                  </a:cubicBezTo>
                  <a:cubicBezTo>
                    <a:pt x="1072" y="144"/>
                    <a:pt x="1" y="1435"/>
                    <a:pt x="1" y="2853"/>
                  </a:cubicBezTo>
                  <a:lnTo>
                    <a:pt x="1" y="3105"/>
                  </a:lnTo>
                  <a:cubicBezTo>
                    <a:pt x="1" y="3263"/>
                    <a:pt x="158" y="3420"/>
                    <a:pt x="347" y="3420"/>
                  </a:cubicBezTo>
                  <a:lnTo>
                    <a:pt x="3435" y="3420"/>
                  </a:lnTo>
                  <a:lnTo>
                    <a:pt x="3435" y="2380"/>
                  </a:lnTo>
                  <a:cubicBezTo>
                    <a:pt x="3435" y="1624"/>
                    <a:pt x="3939" y="963"/>
                    <a:pt x="4664" y="774"/>
                  </a:cubicBezTo>
                  <a:cubicBezTo>
                    <a:pt x="4164" y="302"/>
                    <a:pt x="3517" y="1"/>
                    <a:pt x="27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7" name="Google Shape;6067;p85"/>
          <p:cNvGrpSpPr/>
          <p:nvPr/>
        </p:nvGrpSpPr>
        <p:grpSpPr>
          <a:xfrm>
            <a:off x="3955048" y="2255969"/>
            <a:ext cx="353645" cy="355557"/>
            <a:chOff x="-33286325" y="3944800"/>
            <a:chExt cx="291450" cy="293025"/>
          </a:xfrm>
        </p:grpSpPr>
        <p:sp>
          <p:nvSpPr>
            <p:cNvPr id="6068" name="Google Shape;6068;p85"/>
            <p:cNvSpPr/>
            <p:nvPr/>
          </p:nvSpPr>
          <p:spPr>
            <a:xfrm>
              <a:off x="-33194950" y="3996000"/>
              <a:ext cx="200075" cy="241825"/>
            </a:xfrm>
            <a:custGeom>
              <a:avLst/>
              <a:gdLst/>
              <a:ahLst/>
              <a:cxnLst/>
              <a:rect l="l" t="t" r="r" b="b"/>
              <a:pathLst>
                <a:path w="8003" h="9673" extrusionOk="0">
                  <a:moveTo>
                    <a:pt x="2300" y="0"/>
                  </a:moveTo>
                  <a:cubicBezTo>
                    <a:pt x="2017" y="0"/>
                    <a:pt x="1796" y="252"/>
                    <a:pt x="1796" y="536"/>
                  </a:cubicBezTo>
                  <a:lnTo>
                    <a:pt x="1796" y="2962"/>
                  </a:lnTo>
                  <a:lnTo>
                    <a:pt x="694" y="4064"/>
                  </a:lnTo>
                  <a:cubicBezTo>
                    <a:pt x="95" y="4663"/>
                    <a:pt x="0" y="5640"/>
                    <a:pt x="536" y="6301"/>
                  </a:cubicBezTo>
                  <a:lnTo>
                    <a:pt x="1576" y="7719"/>
                  </a:lnTo>
                  <a:cubicBezTo>
                    <a:pt x="1702" y="7876"/>
                    <a:pt x="1796" y="8128"/>
                    <a:pt x="1796" y="8349"/>
                  </a:cubicBezTo>
                  <a:lnTo>
                    <a:pt x="1796" y="9294"/>
                  </a:lnTo>
                  <a:cubicBezTo>
                    <a:pt x="1796" y="9515"/>
                    <a:pt x="1954" y="9672"/>
                    <a:pt x="2143" y="9672"/>
                  </a:cubicBezTo>
                  <a:lnTo>
                    <a:pt x="6932" y="9672"/>
                  </a:lnTo>
                  <a:cubicBezTo>
                    <a:pt x="7152" y="9672"/>
                    <a:pt x="7310" y="9515"/>
                    <a:pt x="7310" y="9294"/>
                  </a:cubicBezTo>
                  <a:lnTo>
                    <a:pt x="7310" y="8349"/>
                  </a:lnTo>
                  <a:cubicBezTo>
                    <a:pt x="7310" y="8128"/>
                    <a:pt x="7373" y="7939"/>
                    <a:pt x="7530" y="7782"/>
                  </a:cubicBezTo>
                  <a:cubicBezTo>
                    <a:pt x="7814" y="7498"/>
                    <a:pt x="7971" y="7089"/>
                    <a:pt x="7971" y="6711"/>
                  </a:cubicBezTo>
                  <a:lnTo>
                    <a:pt x="7971" y="3938"/>
                  </a:lnTo>
                  <a:cubicBezTo>
                    <a:pt x="8003" y="3686"/>
                    <a:pt x="7782" y="3434"/>
                    <a:pt x="7499" y="3434"/>
                  </a:cubicBezTo>
                  <a:cubicBezTo>
                    <a:pt x="7215" y="3434"/>
                    <a:pt x="6995" y="3686"/>
                    <a:pt x="6995" y="3938"/>
                  </a:cubicBezTo>
                  <a:lnTo>
                    <a:pt x="6995" y="4474"/>
                  </a:lnTo>
                  <a:cubicBezTo>
                    <a:pt x="6995" y="4663"/>
                    <a:pt x="6837" y="4820"/>
                    <a:pt x="6617" y="4820"/>
                  </a:cubicBezTo>
                  <a:cubicBezTo>
                    <a:pt x="6427" y="4820"/>
                    <a:pt x="6270" y="4663"/>
                    <a:pt x="6270" y="4474"/>
                  </a:cubicBezTo>
                  <a:lnTo>
                    <a:pt x="6270" y="3277"/>
                  </a:lnTo>
                  <a:cubicBezTo>
                    <a:pt x="6270" y="2993"/>
                    <a:pt x="6049" y="2773"/>
                    <a:pt x="5766" y="2773"/>
                  </a:cubicBezTo>
                  <a:cubicBezTo>
                    <a:pt x="5482" y="2773"/>
                    <a:pt x="5262" y="2993"/>
                    <a:pt x="5262" y="3277"/>
                  </a:cubicBezTo>
                  <a:lnTo>
                    <a:pt x="5262" y="4474"/>
                  </a:lnTo>
                  <a:cubicBezTo>
                    <a:pt x="5262" y="4663"/>
                    <a:pt x="5104" y="4820"/>
                    <a:pt x="4884" y="4820"/>
                  </a:cubicBezTo>
                  <a:cubicBezTo>
                    <a:pt x="4695" y="4820"/>
                    <a:pt x="4537" y="4663"/>
                    <a:pt x="4537" y="4474"/>
                  </a:cubicBezTo>
                  <a:lnTo>
                    <a:pt x="4537" y="1890"/>
                  </a:lnTo>
                  <a:cubicBezTo>
                    <a:pt x="4537" y="1638"/>
                    <a:pt x="4317" y="1386"/>
                    <a:pt x="4033" y="1386"/>
                  </a:cubicBezTo>
                  <a:cubicBezTo>
                    <a:pt x="3750" y="1386"/>
                    <a:pt x="3529" y="1638"/>
                    <a:pt x="3529" y="1890"/>
                  </a:cubicBezTo>
                  <a:lnTo>
                    <a:pt x="3529" y="4474"/>
                  </a:lnTo>
                  <a:cubicBezTo>
                    <a:pt x="3529" y="4663"/>
                    <a:pt x="3371" y="4820"/>
                    <a:pt x="3151" y="4820"/>
                  </a:cubicBezTo>
                  <a:cubicBezTo>
                    <a:pt x="2962" y="4820"/>
                    <a:pt x="2804" y="4663"/>
                    <a:pt x="2804" y="4474"/>
                  </a:cubicBezTo>
                  <a:lnTo>
                    <a:pt x="2804" y="4159"/>
                  </a:lnTo>
                  <a:lnTo>
                    <a:pt x="2804" y="536"/>
                  </a:lnTo>
                  <a:cubicBezTo>
                    <a:pt x="2804" y="252"/>
                    <a:pt x="2584"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85"/>
            <p:cNvSpPr/>
            <p:nvPr/>
          </p:nvSpPr>
          <p:spPr>
            <a:xfrm>
              <a:off x="-33027975" y="3962900"/>
              <a:ext cx="33100" cy="105575"/>
            </a:xfrm>
            <a:custGeom>
              <a:avLst/>
              <a:gdLst/>
              <a:ahLst/>
              <a:cxnLst/>
              <a:rect l="l" t="t" r="r" b="b"/>
              <a:pathLst>
                <a:path w="1324" h="4223" extrusionOk="0">
                  <a:moveTo>
                    <a:pt x="1" y="1"/>
                  </a:moveTo>
                  <a:lnTo>
                    <a:pt x="1" y="3782"/>
                  </a:lnTo>
                  <a:cubicBezTo>
                    <a:pt x="95" y="3908"/>
                    <a:pt x="221" y="4065"/>
                    <a:pt x="253" y="4223"/>
                  </a:cubicBezTo>
                  <a:cubicBezTo>
                    <a:pt x="410" y="4128"/>
                    <a:pt x="631" y="4065"/>
                    <a:pt x="820" y="4065"/>
                  </a:cubicBezTo>
                  <a:cubicBezTo>
                    <a:pt x="1009" y="4065"/>
                    <a:pt x="1166" y="4097"/>
                    <a:pt x="1324" y="4160"/>
                  </a:cubicBezTo>
                  <a:lnTo>
                    <a:pt x="1324" y="285"/>
                  </a:lnTo>
                  <a:cubicBezTo>
                    <a:pt x="1324" y="127"/>
                    <a:pt x="116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85"/>
            <p:cNvSpPr/>
            <p:nvPr/>
          </p:nvSpPr>
          <p:spPr>
            <a:xfrm>
              <a:off x="-33286325" y="3962125"/>
              <a:ext cx="96125" cy="205600"/>
            </a:xfrm>
            <a:custGeom>
              <a:avLst/>
              <a:gdLst/>
              <a:ahLst/>
              <a:cxnLst/>
              <a:rect l="l" t="t" r="r" b="b"/>
              <a:pathLst>
                <a:path w="3845" h="8224" extrusionOk="0">
                  <a:moveTo>
                    <a:pt x="379" y="0"/>
                  </a:moveTo>
                  <a:cubicBezTo>
                    <a:pt x="158" y="0"/>
                    <a:pt x="1" y="127"/>
                    <a:pt x="1" y="347"/>
                  </a:cubicBezTo>
                  <a:lnTo>
                    <a:pt x="1" y="7877"/>
                  </a:lnTo>
                  <a:cubicBezTo>
                    <a:pt x="1" y="8066"/>
                    <a:pt x="158" y="8223"/>
                    <a:pt x="347" y="8223"/>
                  </a:cubicBezTo>
                  <a:lnTo>
                    <a:pt x="3844" y="8223"/>
                  </a:lnTo>
                  <a:lnTo>
                    <a:pt x="3718" y="8066"/>
                  </a:lnTo>
                  <a:cubicBezTo>
                    <a:pt x="3435" y="7719"/>
                    <a:pt x="3277" y="7278"/>
                    <a:pt x="3246" y="6837"/>
                  </a:cubicBezTo>
                  <a:lnTo>
                    <a:pt x="2458" y="6837"/>
                  </a:lnTo>
                  <a:cubicBezTo>
                    <a:pt x="1891" y="6837"/>
                    <a:pt x="1419" y="6364"/>
                    <a:pt x="1419" y="5829"/>
                  </a:cubicBezTo>
                  <a:lnTo>
                    <a:pt x="1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85"/>
            <p:cNvSpPr/>
            <p:nvPr/>
          </p:nvSpPr>
          <p:spPr>
            <a:xfrm>
              <a:off x="-33235125" y="3944800"/>
              <a:ext cx="189050" cy="171725"/>
            </a:xfrm>
            <a:custGeom>
              <a:avLst/>
              <a:gdLst/>
              <a:ahLst/>
              <a:cxnLst/>
              <a:rect l="l" t="t" r="r" b="b"/>
              <a:pathLst>
                <a:path w="7562" h="6869" extrusionOk="0">
                  <a:moveTo>
                    <a:pt x="379" y="0"/>
                  </a:moveTo>
                  <a:cubicBezTo>
                    <a:pt x="158" y="0"/>
                    <a:pt x="1" y="158"/>
                    <a:pt x="1" y="347"/>
                  </a:cubicBezTo>
                  <a:lnTo>
                    <a:pt x="1" y="6522"/>
                  </a:lnTo>
                  <a:cubicBezTo>
                    <a:pt x="1" y="6711"/>
                    <a:pt x="158" y="6868"/>
                    <a:pt x="379" y="6868"/>
                  </a:cubicBezTo>
                  <a:lnTo>
                    <a:pt x="1198" y="6868"/>
                  </a:lnTo>
                  <a:cubicBezTo>
                    <a:pt x="1261" y="6427"/>
                    <a:pt x="1513" y="5986"/>
                    <a:pt x="1828" y="5640"/>
                  </a:cubicBezTo>
                  <a:lnTo>
                    <a:pt x="2742" y="4726"/>
                  </a:lnTo>
                  <a:lnTo>
                    <a:pt x="2742" y="2584"/>
                  </a:lnTo>
                  <a:cubicBezTo>
                    <a:pt x="2742" y="1891"/>
                    <a:pt x="3277" y="1387"/>
                    <a:pt x="3907" y="1387"/>
                  </a:cubicBezTo>
                  <a:cubicBezTo>
                    <a:pt x="4537" y="1387"/>
                    <a:pt x="5105" y="1922"/>
                    <a:pt x="5105" y="2584"/>
                  </a:cubicBezTo>
                  <a:lnTo>
                    <a:pt x="5105" y="2836"/>
                  </a:lnTo>
                  <a:cubicBezTo>
                    <a:pt x="5262" y="2773"/>
                    <a:pt x="5420" y="2710"/>
                    <a:pt x="5609" y="2710"/>
                  </a:cubicBezTo>
                  <a:cubicBezTo>
                    <a:pt x="6270" y="2710"/>
                    <a:pt x="6774" y="3277"/>
                    <a:pt x="6774" y="3907"/>
                  </a:cubicBezTo>
                  <a:lnTo>
                    <a:pt x="6774" y="4191"/>
                  </a:lnTo>
                  <a:cubicBezTo>
                    <a:pt x="7058" y="4159"/>
                    <a:pt x="7215" y="4096"/>
                    <a:pt x="7404" y="4096"/>
                  </a:cubicBezTo>
                  <a:cubicBezTo>
                    <a:pt x="7499" y="4096"/>
                    <a:pt x="7530" y="4096"/>
                    <a:pt x="7562" y="4159"/>
                  </a:cubicBezTo>
                  <a:lnTo>
                    <a:pt x="7562" y="347"/>
                  </a:lnTo>
                  <a:cubicBezTo>
                    <a:pt x="7562" y="158"/>
                    <a:pt x="7404" y="0"/>
                    <a:pt x="7215" y="0"/>
                  </a:cubicBezTo>
                  <a:lnTo>
                    <a:pt x="5168" y="0"/>
                  </a:lnTo>
                  <a:cubicBezTo>
                    <a:pt x="4600" y="0"/>
                    <a:pt x="4096" y="284"/>
                    <a:pt x="3781" y="725"/>
                  </a:cubicBezTo>
                  <a:cubicBezTo>
                    <a:pt x="3466" y="284"/>
                    <a:pt x="2994"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2" name="Google Shape;6072;p85"/>
          <p:cNvGrpSpPr/>
          <p:nvPr/>
        </p:nvGrpSpPr>
        <p:grpSpPr>
          <a:xfrm>
            <a:off x="2613445" y="2729129"/>
            <a:ext cx="353645" cy="356527"/>
            <a:chOff x="-31452725" y="3191825"/>
            <a:chExt cx="291450" cy="293825"/>
          </a:xfrm>
        </p:grpSpPr>
        <p:sp>
          <p:nvSpPr>
            <p:cNvPr id="6073" name="Google Shape;6073;p85"/>
            <p:cNvSpPr/>
            <p:nvPr/>
          </p:nvSpPr>
          <p:spPr>
            <a:xfrm>
              <a:off x="-31314900" y="3278475"/>
              <a:ext cx="103200" cy="18125"/>
            </a:xfrm>
            <a:custGeom>
              <a:avLst/>
              <a:gdLst/>
              <a:ahLst/>
              <a:cxnLst/>
              <a:rect l="l" t="t" r="r" b="b"/>
              <a:pathLst>
                <a:path w="4128" h="725" extrusionOk="0">
                  <a:moveTo>
                    <a:pt x="1" y="0"/>
                  </a:moveTo>
                  <a:lnTo>
                    <a:pt x="1" y="725"/>
                  </a:lnTo>
                  <a:lnTo>
                    <a:pt x="4128" y="725"/>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85"/>
            <p:cNvSpPr/>
            <p:nvPr/>
          </p:nvSpPr>
          <p:spPr>
            <a:xfrm>
              <a:off x="-31367675" y="3227275"/>
              <a:ext cx="206400" cy="221350"/>
            </a:xfrm>
            <a:custGeom>
              <a:avLst/>
              <a:gdLst/>
              <a:ahLst/>
              <a:cxnLst/>
              <a:rect l="l" t="t" r="r" b="b"/>
              <a:pathLst>
                <a:path w="8256" h="8854" extrusionOk="0">
                  <a:moveTo>
                    <a:pt x="6554" y="1387"/>
                  </a:moveTo>
                  <a:cubicBezTo>
                    <a:pt x="6743" y="1387"/>
                    <a:pt x="6901" y="1544"/>
                    <a:pt x="6901" y="1733"/>
                  </a:cubicBezTo>
                  <a:lnTo>
                    <a:pt x="6901" y="3119"/>
                  </a:lnTo>
                  <a:cubicBezTo>
                    <a:pt x="6901" y="3309"/>
                    <a:pt x="6743" y="3466"/>
                    <a:pt x="6554" y="3466"/>
                  </a:cubicBezTo>
                  <a:lnTo>
                    <a:pt x="1734" y="3466"/>
                  </a:lnTo>
                  <a:cubicBezTo>
                    <a:pt x="1545" y="3466"/>
                    <a:pt x="1387" y="3309"/>
                    <a:pt x="1387" y="3119"/>
                  </a:cubicBezTo>
                  <a:lnTo>
                    <a:pt x="1387" y="1733"/>
                  </a:lnTo>
                  <a:cubicBezTo>
                    <a:pt x="1387" y="1544"/>
                    <a:pt x="1545" y="1387"/>
                    <a:pt x="1734" y="1387"/>
                  </a:cubicBezTo>
                  <a:close/>
                  <a:moveTo>
                    <a:pt x="2427" y="4096"/>
                  </a:moveTo>
                  <a:cubicBezTo>
                    <a:pt x="2616" y="4096"/>
                    <a:pt x="2773" y="4254"/>
                    <a:pt x="2773" y="4443"/>
                  </a:cubicBezTo>
                  <a:cubicBezTo>
                    <a:pt x="2773" y="4663"/>
                    <a:pt x="2616" y="4821"/>
                    <a:pt x="2427" y="4821"/>
                  </a:cubicBezTo>
                  <a:lnTo>
                    <a:pt x="1734" y="4821"/>
                  </a:lnTo>
                  <a:cubicBezTo>
                    <a:pt x="1545" y="4821"/>
                    <a:pt x="1387" y="4663"/>
                    <a:pt x="1387" y="4443"/>
                  </a:cubicBezTo>
                  <a:cubicBezTo>
                    <a:pt x="1387" y="4254"/>
                    <a:pt x="1545" y="4096"/>
                    <a:pt x="1734" y="4096"/>
                  </a:cubicBezTo>
                  <a:close/>
                  <a:moveTo>
                    <a:pt x="4475" y="4096"/>
                  </a:moveTo>
                  <a:cubicBezTo>
                    <a:pt x="4664" y="4096"/>
                    <a:pt x="4821" y="4254"/>
                    <a:pt x="4821" y="4443"/>
                  </a:cubicBezTo>
                  <a:cubicBezTo>
                    <a:pt x="4821" y="4663"/>
                    <a:pt x="4664" y="4821"/>
                    <a:pt x="4475" y="4821"/>
                  </a:cubicBezTo>
                  <a:lnTo>
                    <a:pt x="3782" y="4821"/>
                  </a:lnTo>
                  <a:cubicBezTo>
                    <a:pt x="3593" y="4821"/>
                    <a:pt x="3435" y="4663"/>
                    <a:pt x="3435" y="4443"/>
                  </a:cubicBezTo>
                  <a:cubicBezTo>
                    <a:pt x="3435" y="4254"/>
                    <a:pt x="3593" y="4096"/>
                    <a:pt x="3782" y="4096"/>
                  </a:cubicBezTo>
                  <a:close/>
                  <a:moveTo>
                    <a:pt x="6554" y="4096"/>
                  </a:moveTo>
                  <a:cubicBezTo>
                    <a:pt x="6743" y="4096"/>
                    <a:pt x="6901" y="4254"/>
                    <a:pt x="6901" y="4443"/>
                  </a:cubicBezTo>
                  <a:cubicBezTo>
                    <a:pt x="6901" y="4663"/>
                    <a:pt x="6743" y="4821"/>
                    <a:pt x="6554" y="4821"/>
                  </a:cubicBezTo>
                  <a:lnTo>
                    <a:pt x="5892" y="4821"/>
                  </a:lnTo>
                  <a:cubicBezTo>
                    <a:pt x="5672" y="4821"/>
                    <a:pt x="5514" y="4663"/>
                    <a:pt x="5514" y="4443"/>
                  </a:cubicBezTo>
                  <a:cubicBezTo>
                    <a:pt x="5514" y="4254"/>
                    <a:pt x="5672" y="4096"/>
                    <a:pt x="5892" y="4096"/>
                  </a:cubicBezTo>
                  <a:close/>
                  <a:moveTo>
                    <a:pt x="2427" y="5482"/>
                  </a:moveTo>
                  <a:cubicBezTo>
                    <a:pt x="2616" y="5482"/>
                    <a:pt x="2773" y="5640"/>
                    <a:pt x="2773" y="5829"/>
                  </a:cubicBezTo>
                  <a:cubicBezTo>
                    <a:pt x="2773" y="6018"/>
                    <a:pt x="2616" y="6175"/>
                    <a:pt x="2427" y="6175"/>
                  </a:cubicBezTo>
                  <a:lnTo>
                    <a:pt x="1734" y="6175"/>
                  </a:lnTo>
                  <a:cubicBezTo>
                    <a:pt x="1545" y="6175"/>
                    <a:pt x="1387" y="6018"/>
                    <a:pt x="1387" y="5829"/>
                  </a:cubicBezTo>
                  <a:cubicBezTo>
                    <a:pt x="1387" y="5640"/>
                    <a:pt x="1545" y="5482"/>
                    <a:pt x="1734" y="5482"/>
                  </a:cubicBezTo>
                  <a:close/>
                  <a:moveTo>
                    <a:pt x="4475" y="5482"/>
                  </a:moveTo>
                  <a:cubicBezTo>
                    <a:pt x="4664" y="5482"/>
                    <a:pt x="4821" y="5640"/>
                    <a:pt x="4821" y="5829"/>
                  </a:cubicBezTo>
                  <a:cubicBezTo>
                    <a:pt x="4821" y="6018"/>
                    <a:pt x="4664" y="6175"/>
                    <a:pt x="4475" y="6175"/>
                  </a:cubicBezTo>
                  <a:lnTo>
                    <a:pt x="3782" y="6175"/>
                  </a:lnTo>
                  <a:cubicBezTo>
                    <a:pt x="3593" y="6175"/>
                    <a:pt x="3435" y="6018"/>
                    <a:pt x="3435" y="5829"/>
                  </a:cubicBezTo>
                  <a:cubicBezTo>
                    <a:pt x="3435" y="5640"/>
                    <a:pt x="3593" y="5482"/>
                    <a:pt x="3782" y="5482"/>
                  </a:cubicBezTo>
                  <a:close/>
                  <a:moveTo>
                    <a:pt x="6554" y="5482"/>
                  </a:moveTo>
                  <a:cubicBezTo>
                    <a:pt x="6743" y="5482"/>
                    <a:pt x="6901" y="5640"/>
                    <a:pt x="6901" y="5829"/>
                  </a:cubicBezTo>
                  <a:cubicBezTo>
                    <a:pt x="6901" y="6018"/>
                    <a:pt x="6743" y="6175"/>
                    <a:pt x="6554" y="6175"/>
                  </a:cubicBezTo>
                  <a:lnTo>
                    <a:pt x="5892" y="6175"/>
                  </a:lnTo>
                  <a:cubicBezTo>
                    <a:pt x="5672" y="6175"/>
                    <a:pt x="5514" y="6018"/>
                    <a:pt x="5514" y="5829"/>
                  </a:cubicBezTo>
                  <a:cubicBezTo>
                    <a:pt x="5514" y="5640"/>
                    <a:pt x="5672" y="5482"/>
                    <a:pt x="5892" y="5482"/>
                  </a:cubicBezTo>
                  <a:close/>
                  <a:moveTo>
                    <a:pt x="2427" y="6869"/>
                  </a:moveTo>
                  <a:cubicBezTo>
                    <a:pt x="2616" y="6869"/>
                    <a:pt x="2773" y="7026"/>
                    <a:pt x="2773" y="7215"/>
                  </a:cubicBezTo>
                  <a:cubicBezTo>
                    <a:pt x="2773" y="7404"/>
                    <a:pt x="2616" y="7562"/>
                    <a:pt x="2427" y="7562"/>
                  </a:cubicBezTo>
                  <a:lnTo>
                    <a:pt x="1734" y="7562"/>
                  </a:lnTo>
                  <a:cubicBezTo>
                    <a:pt x="1545" y="7562"/>
                    <a:pt x="1387" y="7404"/>
                    <a:pt x="1387" y="7215"/>
                  </a:cubicBezTo>
                  <a:cubicBezTo>
                    <a:pt x="1387" y="7026"/>
                    <a:pt x="1545" y="6869"/>
                    <a:pt x="1734" y="6869"/>
                  </a:cubicBezTo>
                  <a:close/>
                  <a:moveTo>
                    <a:pt x="4475" y="6869"/>
                  </a:moveTo>
                  <a:cubicBezTo>
                    <a:pt x="4664" y="6869"/>
                    <a:pt x="4821" y="7026"/>
                    <a:pt x="4821" y="7215"/>
                  </a:cubicBezTo>
                  <a:cubicBezTo>
                    <a:pt x="4821" y="7404"/>
                    <a:pt x="4664" y="7562"/>
                    <a:pt x="4475" y="7562"/>
                  </a:cubicBezTo>
                  <a:lnTo>
                    <a:pt x="3782" y="7562"/>
                  </a:lnTo>
                  <a:cubicBezTo>
                    <a:pt x="3593" y="7562"/>
                    <a:pt x="3435" y="7404"/>
                    <a:pt x="3435" y="7215"/>
                  </a:cubicBezTo>
                  <a:cubicBezTo>
                    <a:pt x="3435" y="7026"/>
                    <a:pt x="3593" y="6869"/>
                    <a:pt x="3782" y="6869"/>
                  </a:cubicBezTo>
                  <a:close/>
                  <a:moveTo>
                    <a:pt x="6554" y="6869"/>
                  </a:moveTo>
                  <a:cubicBezTo>
                    <a:pt x="6743" y="6869"/>
                    <a:pt x="6901" y="7026"/>
                    <a:pt x="6901" y="7215"/>
                  </a:cubicBezTo>
                  <a:cubicBezTo>
                    <a:pt x="6901" y="7404"/>
                    <a:pt x="6743" y="7562"/>
                    <a:pt x="6554" y="7562"/>
                  </a:cubicBezTo>
                  <a:lnTo>
                    <a:pt x="5892" y="7562"/>
                  </a:lnTo>
                  <a:cubicBezTo>
                    <a:pt x="5672" y="7562"/>
                    <a:pt x="5514" y="7404"/>
                    <a:pt x="5514" y="7215"/>
                  </a:cubicBezTo>
                  <a:cubicBezTo>
                    <a:pt x="5514" y="7026"/>
                    <a:pt x="5672" y="6869"/>
                    <a:pt x="5892" y="6869"/>
                  </a:cubicBezTo>
                  <a:close/>
                  <a:moveTo>
                    <a:pt x="694" y="1"/>
                  </a:moveTo>
                  <a:lnTo>
                    <a:pt x="694" y="95"/>
                  </a:lnTo>
                  <a:cubicBezTo>
                    <a:pt x="694" y="631"/>
                    <a:pt x="442" y="1198"/>
                    <a:pt x="64" y="1576"/>
                  </a:cubicBezTo>
                  <a:lnTo>
                    <a:pt x="1" y="1607"/>
                  </a:lnTo>
                  <a:lnTo>
                    <a:pt x="1" y="5860"/>
                  </a:lnTo>
                  <a:lnTo>
                    <a:pt x="64" y="5923"/>
                  </a:lnTo>
                  <a:cubicBezTo>
                    <a:pt x="442" y="6301"/>
                    <a:pt x="694" y="6869"/>
                    <a:pt x="694" y="7404"/>
                  </a:cubicBezTo>
                  <a:cubicBezTo>
                    <a:pt x="694" y="7971"/>
                    <a:pt x="442" y="8475"/>
                    <a:pt x="95" y="8853"/>
                  </a:cubicBezTo>
                  <a:lnTo>
                    <a:pt x="7184" y="8853"/>
                  </a:lnTo>
                  <a:cubicBezTo>
                    <a:pt x="7720" y="8853"/>
                    <a:pt x="8192" y="8381"/>
                    <a:pt x="8192" y="7845"/>
                  </a:cubicBezTo>
                  <a:lnTo>
                    <a:pt x="8192" y="946"/>
                  </a:lnTo>
                  <a:cubicBezTo>
                    <a:pt x="8255" y="473"/>
                    <a:pt x="7814" y="1"/>
                    <a:pt x="72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85"/>
            <p:cNvSpPr/>
            <p:nvPr/>
          </p:nvSpPr>
          <p:spPr>
            <a:xfrm>
              <a:off x="-31452725" y="3191825"/>
              <a:ext cx="86650" cy="259150"/>
            </a:xfrm>
            <a:custGeom>
              <a:avLst/>
              <a:gdLst/>
              <a:ahLst/>
              <a:cxnLst/>
              <a:rect l="l" t="t" r="r" b="b"/>
              <a:pathLst>
                <a:path w="3466" h="10366" extrusionOk="0">
                  <a:moveTo>
                    <a:pt x="1450" y="1"/>
                  </a:moveTo>
                  <a:cubicBezTo>
                    <a:pt x="662" y="1"/>
                    <a:pt x="0" y="662"/>
                    <a:pt x="0" y="1450"/>
                  </a:cubicBezTo>
                  <a:cubicBezTo>
                    <a:pt x="0" y="1860"/>
                    <a:pt x="158" y="2206"/>
                    <a:pt x="410" y="2490"/>
                  </a:cubicBezTo>
                  <a:lnTo>
                    <a:pt x="694" y="2773"/>
                  </a:lnTo>
                  <a:lnTo>
                    <a:pt x="694" y="7593"/>
                  </a:lnTo>
                  <a:lnTo>
                    <a:pt x="410" y="7877"/>
                  </a:lnTo>
                  <a:cubicBezTo>
                    <a:pt x="158" y="8161"/>
                    <a:pt x="0" y="8507"/>
                    <a:pt x="0" y="8917"/>
                  </a:cubicBezTo>
                  <a:cubicBezTo>
                    <a:pt x="0" y="9704"/>
                    <a:pt x="662" y="10366"/>
                    <a:pt x="1450" y="10366"/>
                  </a:cubicBezTo>
                  <a:lnTo>
                    <a:pt x="1985" y="10366"/>
                  </a:lnTo>
                  <a:cubicBezTo>
                    <a:pt x="2773" y="10366"/>
                    <a:pt x="3466" y="9704"/>
                    <a:pt x="3466" y="8917"/>
                  </a:cubicBezTo>
                  <a:cubicBezTo>
                    <a:pt x="3466" y="8507"/>
                    <a:pt x="3308" y="8161"/>
                    <a:pt x="3025" y="7877"/>
                  </a:cubicBezTo>
                  <a:lnTo>
                    <a:pt x="2741" y="7593"/>
                  </a:lnTo>
                  <a:lnTo>
                    <a:pt x="2741" y="2773"/>
                  </a:lnTo>
                  <a:lnTo>
                    <a:pt x="3025" y="2490"/>
                  </a:lnTo>
                  <a:cubicBezTo>
                    <a:pt x="3308" y="2206"/>
                    <a:pt x="3466" y="1860"/>
                    <a:pt x="3466" y="1450"/>
                  </a:cubicBezTo>
                  <a:cubicBezTo>
                    <a:pt x="3466" y="662"/>
                    <a:pt x="2773" y="1"/>
                    <a:pt x="19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85"/>
            <p:cNvSpPr/>
            <p:nvPr/>
          </p:nvSpPr>
          <p:spPr>
            <a:xfrm>
              <a:off x="-31409400" y="3468275"/>
              <a:ext cx="92950" cy="17375"/>
            </a:xfrm>
            <a:custGeom>
              <a:avLst/>
              <a:gdLst/>
              <a:ahLst/>
              <a:cxnLst/>
              <a:rect l="l" t="t" r="r" b="b"/>
              <a:pathLst>
                <a:path w="3718" h="695" extrusionOk="0">
                  <a:moveTo>
                    <a:pt x="0" y="1"/>
                  </a:moveTo>
                  <a:cubicBezTo>
                    <a:pt x="0" y="379"/>
                    <a:pt x="315" y="694"/>
                    <a:pt x="662" y="694"/>
                  </a:cubicBezTo>
                  <a:lnTo>
                    <a:pt x="3056" y="694"/>
                  </a:lnTo>
                  <a:cubicBezTo>
                    <a:pt x="3466" y="694"/>
                    <a:pt x="3718" y="379"/>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7" name="Google Shape;6077;p85"/>
          <p:cNvGrpSpPr/>
          <p:nvPr/>
        </p:nvGrpSpPr>
        <p:grpSpPr>
          <a:xfrm>
            <a:off x="2612975" y="3200744"/>
            <a:ext cx="354586" cy="354586"/>
            <a:chOff x="-31452725" y="3551775"/>
            <a:chExt cx="292225" cy="292225"/>
          </a:xfrm>
        </p:grpSpPr>
        <p:sp>
          <p:nvSpPr>
            <p:cNvPr id="6078" name="Google Shape;6078;p85"/>
            <p:cNvSpPr/>
            <p:nvPr/>
          </p:nvSpPr>
          <p:spPr>
            <a:xfrm>
              <a:off x="-31452725" y="3756550"/>
              <a:ext cx="155175" cy="34675"/>
            </a:xfrm>
            <a:custGeom>
              <a:avLst/>
              <a:gdLst/>
              <a:ahLst/>
              <a:cxnLst/>
              <a:rect l="l" t="t" r="r" b="b"/>
              <a:pathLst>
                <a:path w="6207" h="1387" extrusionOk="0">
                  <a:moveTo>
                    <a:pt x="32" y="1"/>
                  </a:moveTo>
                  <a:lnTo>
                    <a:pt x="32" y="1040"/>
                  </a:lnTo>
                  <a:cubicBezTo>
                    <a:pt x="0" y="1292"/>
                    <a:pt x="158" y="1387"/>
                    <a:pt x="347" y="1387"/>
                  </a:cubicBezTo>
                  <a:lnTo>
                    <a:pt x="6207" y="1387"/>
                  </a:lnTo>
                  <a:lnTo>
                    <a:pt x="62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85"/>
            <p:cNvSpPr/>
            <p:nvPr/>
          </p:nvSpPr>
          <p:spPr>
            <a:xfrm>
              <a:off x="-31452725" y="3551775"/>
              <a:ext cx="183525" cy="188275"/>
            </a:xfrm>
            <a:custGeom>
              <a:avLst/>
              <a:gdLst/>
              <a:ahLst/>
              <a:cxnLst/>
              <a:rect l="l" t="t" r="r" b="b"/>
              <a:pathLst>
                <a:path w="7341" h="7531" extrusionOk="0">
                  <a:moveTo>
                    <a:pt x="4474" y="0"/>
                  </a:moveTo>
                  <a:cubicBezTo>
                    <a:pt x="3939" y="0"/>
                    <a:pt x="3466" y="473"/>
                    <a:pt x="3466" y="1040"/>
                  </a:cubicBezTo>
                  <a:cubicBezTo>
                    <a:pt x="3466" y="1576"/>
                    <a:pt x="3939" y="2080"/>
                    <a:pt x="4474" y="2080"/>
                  </a:cubicBezTo>
                  <a:cubicBezTo>
                    <a:pt x="4600" y="2080"/>
                    <a:pt x="4726" y="2017"/>
                    <a:pt x="4852" y="1985"/>
                  </a:cubicBezTo>
                  <a:lnTo>
                    <a:pt x="4852" y="2773"/>
                  </a:lnTo>
                  <a:lnTo>
                    <a:pt x="2741" y="2773"/>
                  </a:lnTo>
                  <a:cubicBezTo>
                    <a:pt x="1261" y="2773"/>
                    <a:pt x="0" y="4002"/>
                    <a:pt x="0" y="5482"/>
                  </a:cubicBezTo>
                  <a:lnTo>
                    <a:pt x="0" y="7530"/>
                  </a:lnTo>
                  <a:lnTo>
                    <a:pt x="6175" y="7530"/>
                  </a:lnTo>
                  <a:lnTo>
                    <a:pt x="6175" y="5167"/>
                  </a:lnTo>
                  <a:cubicBezTo>
                    <a:pt x="6175" y="4191"/>
                    <a:pt x="6648" y="3372"/>
                    <a:pt x="7341" y="2773"/>
                  </a:cubicBezTo>
                  <a:lnTo>
                    <a:pt x="5514" y="2773"/>
                  </a:lnTo>
                  <a:lnTo>
                    <a:pt x="5514" y="1040"/>
                  </a:lnTo>
                  <a:cubicBezTo>
                    <a:pt x="5514" y="505"/>
                    <a:pt x="5041" y="0"/>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85"/>
            <p:cNvSpPr/>
            <p:nvPr/>
          </p:nvSpPr>
          <p:spPr>
            <a:xfrm>
              <a:off x="-31366100" y="3808550"/>
              <a:ext cx="52025" cy="35450"/>
            </a:xfrm>
            <a:custGeom>
              <a:avLst/>
              <a:gdLst/>
              <a:ahLst/>
              <a:cxnLst/>
              <a:rect l="l" t="t" r="r" b="b"/>
              <a:pathLst>
                <a:path w="2081" h="1418" extrusionOk="0">
                  <a:moveTo>
                    <a:pt x="32" y="0"/>
                  </a:moveTo>
                  <a:lnTo>
                    <a:pt x="32" y="1040"/>
                  </a:lnTo>
                  <a:lnTo>
                    <a:pt x="1" y="1040"/>
                  </a:lnTo>
                  <a:cubicBezTo>
                    <a:pt x="1" y="1260"/>
                    <a:pt x="159" y="1418"/>
                    <a:pt x="348" y="1418"/>
                  </a:cubicBezTo>
                  <a:lnTo>
                    <a:pt x="1734" y="1418"/>
                  </a:lnTo>
                  <a:cubicBezTo>
                    <a:pt x="1923" y="1418"/>
                    <a:pt x="2080" y="1260"/>
                    <a:pt x="2080" y="1040"/>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85"/>
            <p:cNvSpPr/>
            <p:nvPr/>
          </p:nvSpPr>
          <p:spPr>
            <a:xfrm>
              <a:off x="-31281025" y="3621075"/>
              <a:ext cx="120525" cy="171725"/>
            </a:xfrm>
            <a:custGeom>
              <a:avLst/>
              <a:gdLst/>
              <a:ahLst/>
              <a:cxnLst/>
              <a:rect l="l" t="t" r="r" b="b"/>
              <a:pathLst>
                <a:path w="4821" h="6869" extrusionOk="0">
                  <a:moveTo>
                    <a:pt x="3435" y="2017"/>
                  </a:moveTo>
                  <a:cubicBezTo>
                    <a:pt x="3624" y="2017"/>
                    <a:pt x="3781" y="2175"/>
                    <a:pt x="3781" y="2364"/>
                  </a:cubicBezTo>
                  <a:cubicBezTo>
                    <a:pt x="3750" y="2553"/>
                    <a:pt x="3592" y="2710"/>
                    <a:pt x="3435" y="2710"/>
                  </a:cubicBezTo>
                  <a:lnTo>
                    <a:pt x="1387" y="2710"/>
                  </a:lnTo>
                  <a:cubicBezTo>
                    <a:pt x="1198" y="2710"/>
                    <a:pt x="1040" y="2553"/>
                    <a:pt x="1040" y="2364"/>
                  </a:cubicBezTo>
                  <a:cubicBezTo>
                    <a:pt x="1040" y="2175"/>
                    <a:pt x="1198" y="2017"/>
                    <a:pt x="1387" y="2017"/>
                  </a:cubicBezTo>
                  <a:close/>
                  <a:moveTo>
                    <a:pt x="3088" y="4128"/>
                  </a:moveTo>
                  <a:cubicBezTo>
                    <a:pt x="3466" y="4128"/>
                    <a:pt x="3750" y="4443"/>
                    <a:pt x="3750" y="4821"/>
                  </a:cubicBezTo>
                  <a:cubicBezTo>
                    <a:pt x="3750" y="5168"/>
                    <a:pt x="3466" y="5483"/>
                    <a:pt x="3088" y="5483"/>
                  </a:cubicBezTo>
                  <a:lnTo>
                    <a:pt x="1702" y="5483"/>
                  </a:lnTo>
                  <a:cubicBezTo>
                    <a:pt x="1324" y="5483"/>
                    <a:pt x="1040" y="5168"/>
                    <a:pt x="1040" y="4821"/>
                  </a:cubicBezTo>
                  <a:cubicBezTo>
                    <a:pt x="1040" y="4412"/>
                    <a:pt x="1355" y="4128"/>
                    <a:pt x="1702" y="4128"/>
                  </a:cubicBezTo>
                  <a:close/>
                  <a:moveTo>
                    <a:pt x="2426" y="1"/>
                  </a:moveTo>
                  <a:cubicBezTo>
                    <a:pt x="1072" y="1"/>
                    <a:pt x="1" y="1072"/>
                    <a:pt x="1" y="2395"/>
                  </a:cubicBezTo>
                  <a:lnTo>
                    <a:pt x="1" y="6869"/>
                  </a:lnTo>
                  <a:lnTo>
                    <a:pt x="4474" y="6869"/>
                  </a:lnTo>
                  <a:cubicBezTo>
                    <a:pt x="4663" y="6869"/>
                    <a:pt x="4821" y="6711"/>
                    <a:pt x="4821" y="6491"/>
                  </a:cubicBezTo>
                  <a:lnTo>
                    <a:pt x="4821" y="2395"/>
                  </a:lnTo>
                  <a:cubicBezTo>
                    <a:pt x="4789" y="1072"/>
                    <a:pt x="3718"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2" name="Google Shape;6082;p85"/>
          <p:cNvGrpSpPr/>
          <p:nvPr/>
        </p:nvGrpSpPr>
        <p:grpSpPr>
          <a:xfrm>
            <a:off x="2611534" y="3664729"/>
            <a:ext cx="357468" cy="356497"/>
            <a:chOff x="-31455100" y="3909350"/>
            <a:chExt cx="294600" cy="293800"/>
          </a:xfrm>
        </p:grpSpPr>
        <p:sp>
          <p:nvSpPr>
            <p:cNvPr id="6083" name="Google Shape;6083;p85"/>
            <p:cNvSpPr/>
            <p:nvPr/>
          </p:nvSpPr>
          <p:spPr>
            <a:xfrm>
              <a:off x="-31455100" y="3909350"/>
              <a:ext cx="294600" cy="293800"/>
            </a:xfrm>
            <a:custGeom>
              <a:avLst/>
              <a:gdLst/>
              <a:ahLst/>
              <a:cxnLst/>
              <a:rect l="l" t="t" r="r" b="b"/>
              <a:pathLst>
                <a:path w="11784" h="11752" extrusionOk="0">
                  <a:moveTo>
                    <a:pt x="5199" y="1"/>
                  </a:moveTo>
                  <a:cubicBezTo>
                    <a:pt x="5042" y="1"/>
                    <a:pt x="4916" y="127"/>
                    <a:pt x="4884" y="284"/>
                  </a:cubicBezTo>
                  <a:lnTo>
                    <a:pt x="4727" y="883"/>
                  </a:lnTo>
                  <a:cubicBezTo>
                    <a:pt x="4191" y="977"/>
                    <a:pt x="3655" y="1229"/>
                    <a:pt x="3151" y="1513"/>
                  </a:cubicBezTo>
                  <a:lnTo>
                    <a:pt x="2647" y="1229"/>
                  </a:lnTo>
                  <a:cubicBezTo>
                    <a:pt x="2599" y="1205"/>
                    <a:pt x="2542" y="1195"/>
                    <a:pt x="2482" y="1195"/>
                  </a:cubicBezTo>
                  <a:cubicBezTo>
                    <a:pt x="2386" y="1195"/>
                    <a:pt x="2284" y="1222"/>
                    <a:pt x="2206" y="1261"/>
                  </a:cubicBezTo>
                  <a:lnTo>
                    <a:pt x="1261" y="2206"/>
                  </a:lnTo>
                  <a:cubicBezTo>
                    <a:pt x="1135" y="2332"/>
                    <a:pt x="1135" y="2490"/>
                    <a:pt x="1230" y="2647"/>
                  </a:cubicBezTo>
                  <a:lnTo>
                    <a:pt x="1513" y="3151"/>
                  </a:lnTo>
                  <a:cubicBezTo>
                    <a:pt x="1198" y="3624"/>
                    <a:pt x="978" y="4191"/>
                    <a:pt x="883" y="4726"/>
                  </a:cubicBezTo>
                  <a:lnTo>
                    <a:pt x="284" y="4884"/>
                  </a:lnTo>
                  <a:cubicBezTo>
                    <a:pt x="127" y="4947"/>
                    <a:pt x="1" y="5041"/>
                    <a:pt x="1" y="5199"/>
                  </a:cubicBezTo>
                  <a:lnTo>
                    <a:pt x="1" y="6585"/>
                  </a:lnTo>
                  <a:cubicBezTo>
                    <a:pt x="1" y="6743"/>
                    <a:pt x="127" y="6869"/>
                    <a:pt x="284" y="6900"/>
                  </a:cubicBezTo>
                  <a:lnTo>
                    <a:pt x="883" y="7058"/>
                  </a:lnTo>
                  <a:cubicBezTo>
                    <a:pt x="946" y="7404"/>
                    <a:pt x="1072" y="7782"/>
                    <a:pt x="1230" y="8129"/>
                  </a:cubicBezTo>
                  <a:cubicBezTo>
                    <a:pt x="1504" y="7854"/>
                    <a:pt x="2843" y="6486"/>
                    <a:pt x="2841" y="6486"/>
                  </a:cubicBezTo>
                  <a:lnTo>
                    <a:pt x="2841" y="6486"/>
                  </a:lnTo>
                  <a:cubicBezTo>
                    <a:pt x="2841" y="6486"/>
                    <a:pt x="2839" y="6488"/>
                    <a:pt x="2836" y="6491"/>
                  </a:cubicBezTo>
                  <a:cubicBezTo>
                    <a:pt x="2836" y="6459"/>
                    <a:pt x="2805" y="6050"/>
                    <a:pt x="2805" y="5955"/>
                  </a:cubicBezTo>
                  <a:cubicBezTo>
                    <a:pt x="2773" y="4222"/>
                    <a:pt x="4191" y="2836"/>
                    <a:pt x="5861" y="2836"/>
                  </a:cubicBezTo>
                  <a:cubicBezTo>
                    <a:pt x="7562" y="2836"/>
                    <a:pt x="8948" y="4222"/>
                    <a:pt x="8948" y="5924"/>
                  </a:cubicBezTo>
                  <a:cubicBezTo>
                    <a:pt x="8948" y="7499"/>
                    <a:pt x="7751" y="8822"/>
                    <a:pt x="6113" y="8948"/>
                  </a:cubicBezTo>
                  <a:cubicBezTo>
                    <a:pt x="6066" y="8948"/>
                    <a:pt x="5963" y="8956"/>
                    <a:pt x="5821" y="8956"/>
                  </a:cubicBezTo>
                  <a:cubicBezTo>
                    <a:pt x="5680" y="8956"/>
                    <a:pt x="5499" y="8948"/>
                    <a:pt x="5294" y="8917"/>
                  </a:cubicBezTo>
                  <a:lnTo>
                    <a:pt x="3655" y="10523"/>
                  </a:lnTo>
                  <a:cubicBezTo>
                    <a:pt x="4034" y="10681"/>
                    <a:pt x="4349" y="10807"/>
                    <a:pt x="4727" y="10870"/>
                  </a:cubicBezTo>
                  <a:lnTo>
                    <a:pt x="4884" y="11468"/>
                  </a:lnTo>
                  <a:cubicBezTo>
                    <a:pt x="4916" y="11626"/>
                    <a:pt x="5042" y="11752"/>
                    <a:pt x="5199" y="11752"/>
                  </a:cubicBezTo>
                  <a:lnTo>
                    <a:pt x="6585" y="11752"/>
                  </a:lnTo>
                  <a:cubicBezTo>
                    <a:pt x="6743" y="11752"/>
                    <a:pt x="6869" y="11626"/>
                    <a:pt x="6901" y="11468"/>
                  </a:cubicBezTo>
                  <a:lnTo>
                    <a:pt x="7058" y="10870"/>
                  </a:lnTo>
                  <a:cubicBezTo>
                    <a:pt x="7594" y="10775"/>
                    <a:pt x="8129" y="10523"/>
                    <a:pt x="8633" y="10240"/>
                  </a:cubicBezTo>
                  <a:lnTo>
                    <a:pt x="9137" y="10523"/>
                  </a:lnTo>
                  <a:cubicBezTo>
                    <a:pt x="9185" y="10547"/>
                    <a:pt x="9243" y="10558"/>
                    <a:pt x="9302" y="10558"/>
                  </a:cubicBezTo>
                  <a:cubicBezTo>
                    <a:pt x="9399" y="10558"/>
                    <a:pt x="9501" y="10531"/>
                    <a:pt x="9578" y="10492"/>
                  </a:cubicBezTo>
                  <a:lnTo>
                    <a:pt x="10524" y="9547"/>
                  </a:lnTo>
                  <a:cubicBezTo>
                    <a:pt x="10650" y="9421"/>
                    <a:pt x="10650" y="9263"/>
                    <a:pt x="10555" y="9106"/>
                  </a:cubicBezTo>
                  <a:lnTo>
                    <a:pt x="10303" y="8601"/>
                  </a:lnTo>
                  <a:cubicBezTo>
                    <a:pt x="10618" y="8129"/>
                    <a:pt x="10807" y="7562"/>
                    <a:pt x="10933" y="7026"/>
                  </a:cubicBezTo>
                  <a:lnTo>
                    <a:pt x="11500" y="6869"/>
                  </a:lnTo>
                  <a:cubicBezTo>
                    <a:pt x="11658" y="6806"/>
                    <a:pt x="11784" y="6711"/>
                    <a:pt x="11784" y="6554"/>
                  </a:cubicBezTo>
                  <a:lnTo>
                    <a:pt x="11784" y="5167"/>
                  </a:lnTo>
                  <a:cubicBezTo>
                    <a:pt x="11752" y="5041"/>
                    <a:pt x="11658" y="4915"/>
                    <a:pt x="11500" y="4884"/>
                  </a:cubicBezTo>
                  <a:lnTo>
                    <a:pt x="10902" y="4726"/>
                  </a:lnTo>
                  <a:cubicBezTo>
                    <a:pt x="10807" y="4191"/>
                    <a:pt x="10555" y="3687"/>
                    <a:pt x="10272" y="3151"/>
                  </a:cubicBezTo>
                  <a:lnTo>
                    <a:pt x="10555" y="2647"/>
                  </a:lnTo>
                  <a:cubicBezTo>
                    <a:pt x="10650" y="2521"/>
                    <a:pt x="10587" y="2332"/>
                    <a:pt x="10524" y="2206"/>
                  </a:cubicBezTo>
                  <a:lnTo>
                    <a:pt x="9578" y="1261"/>
                  </a:lnTo>
                  <a:cubicBezTo>
                    <a:pt x="9509" y="1209"/>
                    <a:pt x="9430" y="1185"/>
                    <a:pt x="9347" y="1185"/>
                  </a:cubicBezTo>
                  <a:cubicBezTo>
                    <a:pt x="9279" y="1185"/>
                    <a:pt x="9208" y="1201"/>
                    <a:pt x="9137" y="1229"/>
                  </a:cubicBezTo>
                  <a:lnTo>
                    <a:pt x="8633" y="1513"/>
                  </a:lnTo>
                  <a:cubicBezTo>
                    <a:pt x="8161" y="1198"/>
                    <a:pt x="7594" y="977"/>
                    <a:pt x="7058" y="883"/>
                  </a:cubicBezTo>
                  <a:lnTo>
                    <a:pt x="6901" y="284"/>
                  </a:lnTo>
                  <a:cubicBezTo>
                    <a:pt x="6869" y="127"/>
                    <a:pt x="6743" y="1"/>
                    <a:pt x="6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85"/>
            <p:cNvSpPr/>
            <p:nvPr/>
          </p:nvSpPr>
          <p:spPr>
            <a:xfrm>
              <a:off x="-31455100" y="3997350"/>
              <a:ext cx="215050" cy="205025"/>
            </a:xfrm>
            <a:custGeom>
              <a:avLst/>
              <a:gdLst/>
              <a:ahLst/>
              <a:cxnLst/>
              <a:rect l="l" t="t" r="r" b="b"/>
              <a:pathLst>
                <a:path w="8602" h="8201" extrusionOk="0">
                  <a:moveTo>
                    <a:pt x="5939" y="0"/>
                  </a:moveTo>
                  <a:cubicBezTo>
                    <a:pt x="4729" y="0"/>
                    <a:pt x="3750" y="854"/>
                    <a:pt x="3561" y="1963"/>
                  </a:cubicBezTo>
                  <a:cubicBezTo>
                    <a:pt x="3466" y="2404"/>
                    <a:pt x="3498" y="2813"/>
                    <a:pt x="3624" y="3223"/>
                  </a:cubicBezTo>
                  <a:lnTo>
                    <a:pt x="410" y="6468"/>
                  </a:lnTo>
                  <a:cubicBezTo>
                    <a:pt x="1" y="6846"/>
                    <a:pt x="1" y="7507"/>
                    <a:pt x="410" y="7917"/>
                  </a:cubicBezTo>
                  <a:cubicBezTo>
                    <a:pt x="600" y="8106"/>
                    <a:pt x="852" y="8200"/>
                    <a:pt x="1111" y="8200"/>
                  </a:cubicBezTo>
                  <a:cubicBezTo>
                    <a:pt x="1371" y="8200"/>
                    <a:pt x="1639" y="8106"/>
                    <a:pt x="1860" y="7917"/>
                  </a:cubicBezTo>
                  <a:lnTo>
                    <a:pt x="5136" y="4640"/>
                  </a:lnTo>
                  <a:cubicBezTo>
                    <a:pt x="5388" y="4735"/>
                    <a:pt x="5664" y="4782"/>
                    <a:pt x="5947" y="4782"/>
                  </a:cubicBezTo>
                  <a:cubicBezTo>
                    <a:pt x="6231" y="4782"/>
                    <a:pt x="6522" y="4735"/>
                    <a:pt x="6806" y="4640"/>
                  </a:cubicBezTo>
                  <a:cubicBezTo>
                    <a:pt x="7846" y="4294"/>
                    <a:pt x="8602" y="3065"/>
                    <a:pt x="8224" y="1773"/>
                  </a:cubicBezTo>
                  <a:cubicBezTo>
                    <a:pt x="8192" y="1647"/>
                    <a:pt x="8129" y="1553"/>
                    <a:pt x="8003" y="1521"/>
                  </a:cubicBezTo>
                  <a:cubicBezTo>
                    <a:pt x="7972" y="1514"/>
                    <a:pt x="7942" y="1510"/>
                    <a:pt x="7914" y="1510"/>
                  </a:cubicBezTo>
                  <a:cubicBezTo>
                    <a:pt x="7830" y="1510"/>
                    <a:pt x="7759" y="1545"/>
                    <a:pt x="7688" y="1616"/>
                  </a:cubicBezTo>
                  <a:lnTo>
                    <a:pt x="6901" y="2404"/>
                  </a:lnTo>
                  <a:cubicBezTo>
                    <a:pt x="6759" y="2530"/>
                    <a:pt x="6578" y="2593"/>
                    <a:pt x="6400" y="2593"/>
                  </a:cubicBezTo>
                  <a:cubicBezTo>
                    <a:pt x="6223" y="2593"/>
                    <a:pt x="6050" y="2530"/>
                    <a:pt x="5924" y="2404"/>
                  </a:cubicBezTo>
                  <a:cubicBezTo>
                    <a:pt x="5640" y="2120"/>
                    <a:pt x="5640" y="1679"/>
                    <a:pt x="5924" y="1395"/>
                  </a:cubicBezTo>
                  <a:lnTo>
                    <a:pt x="6711" y="608"/>
                  </a:lnTo>
                  <a:cubicBezTo>
                    <a:pt x="6774" y="545"/>
                    <a:pt x="6806" y="419"/>
                    <a:pt x="6774" y="293"/>
                  </a:cubicBezTo>
                  <a:cubicBezTo>
                    <a:pt x="6743" y="198"/>
                    <a:pt x="6648" y="104"/>
                    <a:pt x="6554" y="72"/>
                  </a:cubicBezTo>
                  <a:cubicBezTo>
                    <a:pt x="6344" y="23"/>
                    <a:pt x="6139" y="0"/>
                    <a:pt x="5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5" name="Google Shape;6085;p85"/>
          <p:cNvGrpSpPr/>
          <p:nvPr/>
        </p:nvGrpSpPr>
        <p:grpSpPr>
          <a:xfrm>
            <a:off x="3952719" y="3665684"/>
            <a:ext cx="353645" cy="354586"/>
            <a:chOff x="-30345325" y="3918800"/>
            <a:chExt cx="291450" cy="292225"/>
          </a:xfrm>
        </p:grpSpPr>
        <p:sp>
          <p:nvSpPr>
            <p:cNvPr id="6086" name="Google Shape;6086;p85"/>
            <p:cNvSpPr/>
            <p:nvPr/>
          </p:nvSpPr>
          <p:spPr>
            <a:xfrm>
              <a:off x="-30174425" y="3988125"/>
              <a:ext cx="120550" cy="120175"/>
            </a:xfrm>
            <a:custGeom>
              <a:avLst/>
              <a:gdLst/>
              <a:ahLst/>
              <a:cxnLst/>
              <a:rect l="l" t="t" r="r" b="b"/>
              <a:pathLst>
                <a:path w="4822" h="4807" extrusionOk="0">
                  <a:moveTo>
                    <a:pt x="1041" y="0"/>
                  </a:moveTo>
                  <a:cubicBezTo>
                    <a:pt x="474" y="0"/>
                    <a:pt x="1" y="473"/>
                    <a:pt x="1" y="1040"/>
                  </a:cubicBezTo>
                  <a:lnTo>
                    <a:pt x="1" y="2426"/>
                  </a:lnTo>
                  <a:cubicBezTo>
                    <a:pt x="1" y="2962"/>
                    <a:pt x="474" y="3434"/>
                    <a:pt x="1041" y="3434"/>
                  </a:cubicBezTo>
                  <a:lnTo>
                    <a:pt x="1387" y="3434"/>
                  </a:lnTo>
                  <a:lnTo>
                    <a:pt x="1387" y="4474"/>
                  </a:lnTo>
                  <a:cubicBezTo>
                    <a:pt x="1387" y="4631"/>
                    <a:pt x="1482" y="4726"/>
                    <a:pt x="1576" y="4789"/>
                  </a:cubicBezTo>
                  <a:cubicBezTo>
                    <a:pt x="1618" y="4799"/>
                    <a:pt x="1664" y="4806"/>
                    <a:pt x="1709" y="4806"/>
                  </a:cubicBezTo>
                  <a:cubicBezTo>
                    <a:pt x="1800" y="4806"/>
                    <a:pt x="1891" y="4778"/>
                    <a:pt x="1954" y="4694"/>
                  </a:cubicBezTo>
                  <a:lnTo>
                    <a:pt x="3214" y="3434"/>
                  </a:lnTo>
                  <a:lnTo>
                    <a:pt x="3750" y="3434"/>
                  </a:lnTo>
                  <a:cubicBezTo>
                    <a:pt x="4317" y="3434"/>
                    <a:pt x="4790" y="2962"/>
                    <a:pt x="4790" y="2426"/>
                  </a:cubicBezTo>
                  <a:lnTo>
                    <a:pt x="4790" y="1040"/>
                  </a:lnTo>
                  <a:cubicBezTo>
                    <a:pt x="4821" y="473"/>
                    <a:pt x="4380" y="0"/>
                    <a:pt x="37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85"/>
            <p:cNvSpPr/>
            <p:nvPr/>
          </p:nvSpPr>
          <p:spPr>
            <a:xfrm>
              <a:off x="-30345325" y="3988125"/>
              <a:ext cx="119750" cy="120175"/>
            </a:xfrm>
            <a:custGeom>
              <a:avLst/>
              <a:gdLst/>
              <a:ahLst/>
              <a:cxnLst/>
              <a:rect l="l" t="t" r="r" b="b"/>
              <a:pathLst>
                <a:path w="4790" h="4807" extrusionOk="0">
                  <a:moveTo>
                    <a:pt x="1009" y="0"/>
                  </a:moveTo>
                  <a:cubicBezTo>
                    <a:pt x="473" y="0"/>
                    <a:pt x="0" y="473"/>
                    <a:pt x="0" y="1040"/>
                  </a:cubicBezTo>
                  <a:lnTo>
                    <a:pt x="0" y="2395"/>
                  </a:lnTo>
                  <a:cubicBezTo>
                    <a:pt x="0" y="2962"/>
                    <a:pt x="473" y="3434"/>
                    <a:pt x="1009" y="3434"/>
                  </a:cubicBezTo>
                  <a:lnTo>
                    <a:pt x="1576" y="3434"/>
                  </a:lnTo>
                  <a:lnTo>
                    <a:pt x="2836" y="4694"/>
                  </a:lnTo>
                  <a:cubicBezTo>
                    <a:pt x="2920" y="4778"/>
                    <a:pt x="3018" y="4806"/>
                    <a:pt x="3102" y="4806"/>
                  </a:cubicBezTo>
                  <a:cubicBezTo>
                    <a:pt x="3144" y="4806"/>
                    <a:pt x="3182" y="4799"/>
                    <a:pt x="3214" y="4789"/>
                  </a:cubicBezTo>
                  <a:cubicBezTo>
                    <a:pt x="3340" y="4726"/>
                    <a:pt x="3434" y="4568"/>
                    <a:pt x="3434" y="4474"/>
                  </a:cubicBezTo>
                  <a:lnTo>
                    <a:pt x="3434" y="3434"/>
                  </a:lnTo>
                  <a:lnTo>
                    <a:pt x="3781" y="3434"/>
                  </a:lnTo>
                  <a:cubicBezTo>
                    <a:pt x="4348" y="3434"/>
                    <a:pt x="4789" y="2962"/>
                    <a:pt x="4789" y="2395"/>
                  </a:cubicBezTo>
                  <a:lnTo>
                    <a:pt x="4789" y="1040"/>
                  </a:lnTo>
                  <a:cubicBezTo>
                    <a:pt x="4789" y="473"/>
                    <a:pt x="4348"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85"/>
            <p:cNvSpPr/>
            <p:nvPr/>
          </p:nvSpPr>
          <p:spPr>
            <a:xfrm>
              <a:off x="-30293350" y="4159025"/>
              <a:ext cx="188275" cy="52000"/>
            </a:xfrm>
            <a:custGeom>
              <a:avLst/>
              <a:gdLst/>
              <a:ahLst/>
              <a:cxnLst/>
              <a:rect l="l" t="t" r="r" b="b"/>
              <a:pathLst>
                <a:path w="7531" h="2080" extrusionOk="0">
                  <a:moveTo>
                    <a:pt x="1" y="1"/>
                  </a:moveTo>
                  <a:lnTo>
                    <a:pt x="1" y="1040"/>
                  </a:lnTo>
                  <a:cubicBezTo>
                    <a:pt x="1" y="1607"/>
                    <a:pt x="473" y="2080"/>
                    <a:pt x="1040" y="2080"/>
                  </a:cubicBezTo>
                  <a:lnTo>
                    <a:pt x="6491" y="2080"/>
                  </a:lnTo>
                  <a:cubicBezTo>
                    <a:pt x="7058" y="2080"/>
                    <a:pt x="7530" y="1607"/>
                    <a:pt x="7530" y="1040"/>
                  </a:cubicBezTo>
                  <a:lnTo>
                    <a:pt x="75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85"/>
            <p:cNvSpPr/>
            <p:nvPr/>
          </p:nvSpPr>
          <p:spPr>
            <a:xfrm>
              <a:off x="-30293350" y="3918800"/>
              <a:ext cx="188275" cy="34675"/>
            </a:xfrm>
            <a:custGeom>
              <a:avLst/>
              <a:gdLst/>
              <a:ahLst/>
              <a:cxnLst/>
              <a:rect l="l" t="t" r="r" b="b"/>
              <a:pathLst>
                <a:path w="7531" h="1387" extrusionOk="0">
                  <a:moveTo>
                    <a:pt x="1040" y="1"/>
                  </a:moveTo>
                  <a:cubicBezTo>
                    <a:pt x="473" y="1"/>
                    <a:pt x="1" y="473"/>
                    <a:pt x="1" y="1040"/>
                  </a:cubicBezTo>
                  <a:lnTo>
                    <a:pt x="1" y="1387"/>
                  </a:lnTo>
                  <a:lnTo>
                    <a:pt x="7530" y="1387"/>
                  </a:lnTo>
                  <a:lnTo>
                    <a:pt x="7530" y="1040"/>
                  </a:lnTo>
                  <a:cubicBezTo>
                    <a:pt x="7530" y="505"/>
                    <a:pt x="7058"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0" name="Google Shape;6090;p85"/>
            <p:cNvSpPr/>
            <p:nvPr/>
          </p:nvSpPr>
          <p:spPr>
            <a:xfrm>
              <a:off x="-30294125" y="3970800"/>
              <a:ext cx="188250" cy="170925"/>
            </a:xfrm>
            <a:custGeom>
              <a:avLst/>
              <a:gdLst/>
              <a:ahLst/>
              <a:cxnLst/>
              <a:rect l="l" t="t" r="r" b="b"/>
              <a:pathLst>
                <a:path w="7530" h="6837" extrusionOk="0">
                  <a:moveTo>
                    <a:pt x="1733" y="0"/>
                  </a:moveTo>
                  <a:cubicBezTo>
                    <a:pt x="2678" y="0"/>
                    <a:pt x="3434" y="756"/>
                    <a:pt x="3434" y="1701"/>
                  </a:cubicBezTo>
                  <a:lnTo>
                    <a:pt x="3434" y="3056"/>
                  </a:lnTo>
                  <a:cubicBezTo>
                    <a:pt x="3434" y="3907"/>
                    <a:pt x="2836" y="4568"/>
                    <a:pt x="2048" y="4757"/>
                  </a:cubicBezTo>
                  <a:lnTo>
                    <a:pt x="2048" y="5167"/>
                  </a:lnTo>
                  <a:cubicBezTo>
                    <a:pt x="2048" y="5576"/>
                    <a:pt x="1828" y="5954"/>
                    <a:pt x="1418" y="6112"/>
                  </a:cubicBezTo>
                  <a:cubicBezTo>
                    <a:pt x="1307" y="6162"/>
                    <a:pt x="1184" y="6187"/>
                    <a:pt x="1058" y="6187"/>
                  </a:cubicBezTo>
                  <a:cubicBezTo>
                    <a:pt x="789" y="6187"/>
                    <a:pt x="508" y="6075"/>
                    <a:pt x="315" y="5860"/>
                  </a:cubicBezTo>
                  <a:lnTo>
                    <a:pt x="0" y="5545"/>
                  </a:lnTo>
                  <a:lnTo>
                    <a:pt x="0" y="6837"/>
                  </a:lnTo>
                  <a:lnTo>
                    <a:pt x="7530" y="6837"/>
                  </a:lnTo>
                  <a:lnTo>
                    <a:pt x="7530" y="5545"/>
                  </a:lnTo>
                  <a:lnTo>
                    <a:pt x="7215" y="5860"/>
                  </a:lnTo>
                  <a:cubicBezTo>
                    <a:pt x="7022" y="6075"/>
                    <a:pt x="6756" y="6187"/>
                    <a:pt x="6496" y="6187"/>
                  </a:cubicBezTo>
                  <a:cubicBezTo>
                    <a:pt x="6374" y="6187"/>
                    <a:pt x="6254" y="6162"/>
                    <a:pt x="6144" y="6112"/>
                  </a:cubicBezTo>
                  <a:cubicBezTo>
                    <a:pt x="5734" y="5954"/>
                    <a:pt x="5514" y="5576"/>
                    <a:pt x="5514" y="5167"/>
                  </a:cubicBezTo>
                  <a:lnTo>
                    <a:pt x="5514" y="4757"/>
                  </a:lnTo>
                  <a:cubicBezTo>
                    <a:pt x="4726" y="4600"/>
                    <a:pt x="4127" y="3907"/>
                    <a:pt x="4127" y="3056"/>
                  </a:cubicBezTo>
                  <a:lnTo>
                    <a:pt x="4127" y="1701"/>
                  </a:lnTo>
                  <a:cubicBezTo>
                    <a:pt x="4127" y="756"/>
                    <a:pt x="4884"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1" name="Google Shape;6091;p85"/>
          <p:cNvGrpSpPr/>
          <p:nvPr/>
        </p:nvGrpSpPr>
        <p:grpSpPr>
          <a:xfrm>
            <a:off x="2172184" y="1821587"/>
            <a:ext cx="353645" cy="353645"/>
            <a:chOff x="-34763900" y="3561225"/>
            <a:chExt cx="291450" cy="291450"/>
          </a:xfrm>
        </p:grpSpPr>
        <p:sp>
          <p:nvSpPr>
            <p:cNvPr id="6092" name="Google Shape;6092;p85"/>
            <p:cNvSpPr/>
            <p:nvPr/>
          </p:nvSpPr>
          <p:spPr>
            <a:xfrm>
              <a:off x="-34693800" y="3629750"/>
              <a:ext cx="152025" cy="152825"/>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85"/>
            <p:cNvSpPr/>
            <p:nvPr/>
          </p:nvSpPr>
          <p:spPr>
            <a:xfrm>
              <a:off x="-34763900" y="3561225"/>
              <a:ext cx="291450" cy="291450"/>
            </a:xfrm>
            <a:custGeom>
              <a:avLst/>
              <a:gdLst/>
              <a:ahLst/>
              <a:cxnLst/>
              <a:rect l="l" t="t" r="r" b="b"/>
              <a:pathLst>
                <a:path w="11658" h="11658" extrusionOk="0">
                  <a:moveTo>
                    <a:pt x="6522" y="2048"/>
                  </a:moveTo>
                  <a:cubicBezTo>
                    <a:pt x="6743" y="2048"/>
                    <a:pt x="6900" y="2206"/>
                    <a:pt x="6900" y="2395"/>
                  </a:cubicBezTo>
                  <a:lnTo>
                    <a:pt x="6900" y="2899"/>
                  </a:lnTo>
                  <a:cubicBezTo>
                    <a:pt x="6995" y="2962"/>
                    <a:pt x="7089" y="2994"/>
                    <a:pt x="7152" y="3025"/>
                  </a:cubicBezTo>
                  <a:lnTo>
                    <a:pt x="7530" y="2678"/>
                  </a:lnTo>
                  <a:cubicBezTo>
                    <a:pt x="7578" y="2615"/>
                    <a:pt x="7664" y="2584"/>
                    <a:pt x="7755" y="2584"/>
                  </a:cubicBezTo>
                  <a:cubicBezTo>
                    <a:pt x="7845" y="2584"/>
                    <a:pt x="7940" y="2615"/>
                    <a:pt x="8003" y="2678"/>
                  </a:cubicBezTo>
                  <a:lnTo>
                    <a:pt x="8979" y="3655"/>
                  </a:lnTo>
                  <a:cubicBezTo>
                    <a:pt x="9106" y="3781"/>
                    <a:pt x="9106" y="4002"/>
                    <a:pt x="8979" y="4128"/>
                  </a:cubicBezTo>
                  <a:lnTo>
                    <a:pt x="8633" y="4474"/>
                  </a:lnTo>
                  <a:cubicBezTo>
                    <a:pt x="8664" y="4569"/>
                    <a:pt x="8696" y="4695"/>
                    <a:pt x="8727" y="4758"/>
                  </a:cubicBezTo>
                  <a:lnTo>
                    <a:pt x="9263" y="4758"/>
                  </a:lnTo>
                  <a:cubicBezTo>
                    <a:pt x="9452" y="4758"/>
                    <a:pt x="9610" y="4915"/>
                    <a:pt x="9610" y="5104"/>
                  </a:cubicBezTo>
                  <a:lnTo>
                    <a:pt x="9610" y="6491"/>
                  </a:lnTo>
                  <a:cubicBezTo>
                    <a:pt x="9610" y="6680"/>
                    <a:pt x="9452" y="6837"/>
                    <a:pt x="9263" y="6837"/>
                  </a:cubicBezTo>
                  <a:lnTo>
                    <a:pt x="8727" y="6837"/>
                  </a:lnTo>
                  <a:cubicBezTo>
                    <a:pt x="8696" y="6963"/>
                    <a:pt x="8664" y="7026"/>
                    <a:pt x="8633" y="7121"/>
                  </a:cubicBezTo>
                  <a:lnTo>
                    <a:pt x="8979" y="7467"/>
                  </a:lnTo>
                  <a:cubicBezTo>
                    <a:pt x="9106" y="7593"/>
                    <a:pt x="9106" y="7814"/>
                    <a:pt x="8979" y="7940"/>
                  </a:cubicBezTo>
                  <a:lnTo>
                    <a:pt x="8003" y="8916"/>
                  </a:lnTo>
                  <a:cubicBezTo>
                    <a:pt x="7940" y="8979"/>
                    <a:pt x="7845" y="9011"/>
                    <a:pt x="7755" y="9011"/>
                  </a:cubicBezTo>
                  <a:cubicBezTo>
                    <a:pt x="7664" y="9011"/>
                    <a:pt x="7578" y="8979"/>
                    <a:pt x="7530" y="8916"/>
                  </a:cubicBezTo>
                  <a:lnTo>
                    <a:pt x="7152" y="8570"/>
                  </a:lnTo>
                  <a:cubicBezTo>
                    <a:pt x="7089" y="8601"/>
                    <a:pt x="6963" y="8664"/>
                    <a:pt x="6900" y="8696"/>
                  </a:cubicBezTo>
                  <a:lnTo>
                    <a:pt x="6900" y="9200"/>
                  </a:lnTo>
                  <a:cubicBezTo>
                    <a:pt x="6900" y="9389"/>
                    <a:pt x="6743" y="9547"/>
                    <a:pt x="6522" y="9547"/>
                  </a:cubicBezTo>
                  <a:lnTo>
                    <a:pt x="5167" y="9547"/>
                  </a:lnTo>
                  <a:cubicBezTo>
                    <a:pt x="4947" y="9547"/>
                    <a:pt x="4789" y="9389"/>
                    <a:pt x="4789" y="9200"/>
                  </a:cubicBezTo>
                  <a:lnTo>
                    <a:pt x="4789" y="8696"/>
                  </a:lnTo>
                  <a:cubicBezTo>
                    <a:pt x="4695" y="8664"/>
                    <a:pt x="4600" y="8601"/>
                    <a:pt x="4537" y="8570"/>
                  </a:cubicBezTo>
                  <a:lnTo>
                    <a:pt x="4159" y="8916"/>
                  </a:lnTo>
                  <a:cubicBezTo>
                    <a:pt x="4112" y="8979"/>
                    <a:pt x="4025" y="9011"/>
                    <a:pt x="3935" y="9011"/>
                  </a:cubicBezTo>
                  <a:cubicBezTo>
                    <a:pt x="3844" y="9011"/>
                    <a:pt x="3750" y="8979"/>
                    <a:pt x="3687" y="8916"/>
                  </a:cubicBezTo>
                  <a:lnTo>
                    <a:pt x="2710" y="7940"/>
                  </a:lnTo>
                  <a:cubicBezTo>
                    <a:pt x="2584" y="7814"/>
                    <a:pt x="2584" y="7593"/>
                    <a:pt x="2710" y="7467"/>
                  </a:cubicBezTo>
                  <a:lnTo>
                    <a:pt x="3057" y="7121"/>
                  </a:lnTo>
                  <a:cubicBezTo>
                    <a:pt x="3025" y="7026"/>
                    <a:pt x="2994" y="6932"/>
                    <a:pt x="2962" y="6837"/>
                  </a:cubicBezTo>
                  <a:lnTo>
                    <a:pt x="2426" y="6837"/>
                  </a:lnTo>
                  <a:cubicBezTo>
                    <a:pt x="2237" y="6837"/>
                    <a:pt x="2080" y="6680"/>
                    <a:pt x="2080" y="6491"/>
                  </a:cubicBezTo>
                  <a:lnTo>
                    <a:pt x="2080" y="5104"/>
                  </a:lnTo>
                  <a:cubicBezTo>
                    <a:pt x="2080" y="4915"/>
                    <a:pt x="2237" y="4758"/>
                    <a:pt x="2426" y="4758"/>
                  </a:cubicBezTo>
                  <a:lnTo>
                    <a:pt x="2962" y="4758"/>
                  </a:lnTo>
                  <a:cubicBezTo>
                    <a:pt x="2994" y="4632"/>
                    <a:pt x="3025" y="4569"/>
                    <a:pt x="3057" y="4474"/>
                  </a:cubicBezTo>
                  <a:lnTo>
                    <a:pt x="2710" y="4128"/>
                  </a:lnTo>
                  <a:cubicBezTo>
                    <a:pt x="2584" y="4002"/>
                    <a:pt x="2584" y="3781"/>
                    <a:pt x="2710" y="3655"/>
                  </a:cubicBezTo>
                  <a:lnTo>
                    <a:pt x="3687" y="2678"/>
                  </a:lnTo>
                  <a:cubicBezTo>
                    <a:pt x="3750" y="2615"/>
                    <a:pt x="3844" y="2584"/>
                    <a:pt x="3935" y="2584"/>
                  </a:cubicBezTo>
                  <a:cubicBezTo>
                    <a:pt x="4025" y="2584"/>
                    <a:pt x="4112" y="2615"/>
                    <a:pt x="4159" y="2678"/>
                  </a:cubicBezTo>
                  <a:lnTo>
                    <a:pt x="4537" y="3025"/>
                  </a:lnTo>
                  <a:cubicBezTo>
                    <a:pt x="4600" y="2994"/>
                    <a:pt x="4726" y="2962"/>
                    <a:pt x="4789" y="2899"/>
                  </a:cubicBezTo>
                  <a:lnTo>
                    <a:pt x="4789" y="2395"/>
                  </a:lnTo>
                  <a:cubicBezTo>
                    <a:pt x="4789" y="2206"/>
                    <a:pt x="4947" y="2048"/>
                    <a:pt x="5167" y="2048"/>
                  </a:cubicBezTo>
                  <a:close/>
                  <a:moveTo>
                    <a:pt x="5829" y="1"/>
                  </a:moveTo>
                  <a:cubicBezTo>
                    <a:pt x="2647" y="1"/>
                    <a:pt x="1" y="2647"/>
                    <a:pt x="1" y="5829"/>
                  </a:cubicBezTo>
                  <a:cubicBezTo>
                    <a:pt x="1" y="6837"/>
                    <a:pt x="284" y="7877"/>
                    <a:pt x="820" y="8790"/>
                  </a:cubicBezTo>
                  <a:lnTo>
                    <a:pt x="32" y="11185"/>
                  </a:lnTo>
                  <a:cubicBezTo>
                    <a:pt x="1" y="11311"/>
                    <a:pt x="32" y="11468"/>
                    <a:pt x="127" y="11531"/>
                  </a:cubicBezTo>
                  <a:cubicBezTo>
                    <a:pt x="174" y="11602"/>
                    <a:pt x="274" y="11638"/>
                    <a:pt x="375" y="11638"/>
                  </a:cubicBezTo>
                  <a:cubicBezTo>
                    <a:pt x="408" y="11638"/>
                    <a:pt x="442" y="11634"/>
                    <a:pt x="473" y="11626"/>
                  </a:cubicBezTo>
                  <a:lnTo>
                    <a:pt x="2868" y="10838"/>
                  </a:lnTo>
                  <a:cubicBezTo>
                    <a:pt x="3781" y="11374"/>
                    <a:pt x="4789" y="11657"/>
                    <a:pt x="5829" y="11657"/>
                  </a:cubicBezTo>
                  <a:cubicBezTo>
                    <a:pt x="9011" y="11657"/>
                    <a:pt x="11657" y="9011"/>
                    <a:pt x="11657" y="5829"/>
                  </a:cubicBezTo>
                  <a:cubicBezTo>
                    <a:pt x="11657" y="2584"/>
                    <a:pt x="9011"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85"/>
            <p:cNvSpPr/>
            <p:nvPr/>
          </p:nvSpPr>
          <p:spPr>
            <a:xfrm>
              <a:off x="-34644175" y="3680950"/>
              <a:ext cx="51225" cy="51225"/>
            </a:xfrm>
            <a:custGeom>
              <a:avLst/>
              <a:gdLst/>
              <a:ahLst/>
              <a:cxnLst/>
              <a:rect l="l" t="t" r="r" b="b"/>
              <a:pathLst>
                <a:path w="2049" h="2049" extrusionOk="0">
                  <a:moveTo>
                    <a:pt x="1040" y="0"/>
                  </a:moveTo>
                  <a:cubicBezTo>
                    <a:pt x="473" y="0"/>
                    <a:pt x="0" y="473"/>
                    <a:pt x="0" y="1040"/>
                  </a:cubicBezTo>
                  <a:cubicBezTo>
                    <a:pt x="0" y="1576"/>
                    <a:pt x="473" y="2048"/>
                    <a:pt x="1040" y="2048"/>
                  </a:cubicBezTo>
                  <a:cubicBezTo>
                    <a:pt x="1576" y="2048"/>
                    <a:pt x="2048" y="1576"/>
                    <a:pt x="2048" y="1040"/>
                  </a:cubicBezTo>
                  <a:cubicBezTo>
                    <a:pt x="2048" y="441"/>
                    <a:pt x="1576"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95" name="Google Shape;6095;p85"/>
          <p:cNvSpPr/>
          <p:nvPr/>
        </p:nvSpPr>
        <p:spPr>
          <a:xfrm>
            <a:off x="2171583" y="2257019"/>
            <a:ext cx="353645" cy="353615"/>
          </a:xfrm>
          <a:custGeom>
            <a:avLst/>
            <a:gdLst/>
            <a:ahLst/>
            <a:cxnLst/>
            <a:rect l="l" t="t" r="r" b="b"/>
            <a:pathLst>
              <a:path w="11658" h="11657" extrusionOk="0">
                <a:moveTo>
                  <a:pt x="5955" y="1733"/>
                </a:moveTo>
                <a:cubicBezTo>
                  <a:pt x="7089" y="1733"/>
                  <a:pt x="8003" y="2647"/>
                  <a:pt x="8003" y="3781"/>
                </a:cubicBezTo>
                <a:cubicBezTo>
                  <a:pt x="7877" y="4442"/>
                  <a:pt x="7562" y="5041"/>
                  <a:pt x="7058" y="5419"/>
                </a:cubicBezTo>
                <a:cubicBezTo>
                  <a:pt x="6837" y="5577"/>
                  <a:pt x="6522" y="5892"/>
                  <a:pt x="6522" y="6333"/>
                </a:cubicBezTo>
                <a:lnTo>
                  <a:pt x="6522" y="6522"/>
                </a:lnTo>
                <a:cubicBezTo>
                  <a:pt x="6522" y="6931"/>
                  <a:pt x="6207" y="7215"/>
                  <a:pt x="5861" y="7215"/>
                </a:cubicBezTo>
                <a:cubicBezTo>
                  <a:pt x="5482" y="7215"/>
                  <a:pt x="5199" y="6900"/>
                  <a:pt x="5199" y="6522"/>
                </a:cubicBezTo>
                <a:lnTo>
                  <a:pt x="5199" y="6333"/>
                </a:lnTo>
                <a:cubicBezTo>
                  <a:pt x="5199" y="5577"/>
                  <a:pt x="5577" y="4852"/>
                  <a:pt x="6302" y="4316"/>
                </a:cubicBezTo>
                <a:cubicBezTo>
                  <a:pt x="6491" y="4190"/>
                  <a:pt x="6585" y="4001"/>
                  <a:pt x="6585" y="3781"/>
                </a:cubicBezTo>
                <a:cubicBezTo>
                  <a:pt x="6585" y="3371"/>
                  <a:pt x="6270" y="3119"/>
                  <a:pt x="5892" y="3119"/>
                </a:cubicBezTo>
                <a:cubicBezTo>
                  <a:pt x="5514" y="3119"/>
                  <a:pt x="5230" y="3434"/>
                  <a:pt x="5230" y="3781"/>
                </a:cubicBezTo>
                <a:cubicBezTo>
                  <a:pt x="5230" y="4159"/>
                  <a:pt x="4915" y="4442"/>
                  <a:pt x="4569" y="4442"/>
                </a:cubicBezTo>
                <a:cubicBezTo>
                  <a:pt x="4191" y="4442"/>
                  <a:pt x="3907" y="4127"/>
                  <a:pt x="3907" y="3781"/>
                </a:cubicBezTo>
                <a:cubicBezTo>
                  <a:pt x="3907" y="2647"/>
                  <a:pt x="4821" y="1733"/>
                  <a:pt x="5955" y="1733"/>
                </a:cubicBezTo>
                <a:close/>
                <a:moveTo>
                  <a:pt x="5829" y="8570"/>
                </a:moveTo>
                <a:cubicBezTo>
                  <a:pt x="6176" y="8570"/>
                  <a:pt x="6491" y="8885"/>
                  <a:pt x="6491" y="9263"/>
                </a:cubicBezTo>
                <a:cubicBezTo>
                  <a:pt x="6491" y="9641"/>
                  <a:pt x="6207" y="9924"/>
                  <a:pt x="5829" y="9924"/>
                </a:cubicBezTo>
                <a:cubicBezTo>
                  <a:pt x="5419" y="9924"/>
                  <a:pt x="5167" y="9609"/>
                  <a:pt x="5167" y="9263"/>
                </a:cubicBezTo>
                <a:cubicBezTo>
                  <a:pt x="5167" y="8853"/>
                  <a:pt x="5482" y="8570"/>
                  <a:pt x="5829" y="8570"/>
                </a:cubicBezTo>
                <a:close/>
                <a:moveTo>
                  <a:pt x="5829" y="0"/>
                </a:moveTo>
                <a:cubicBezTo>
                  <a:pt x="2647" y="0"/>
                  <a:pt x="1" y="2615"/>
                  <a:pt x="1" y="5829"/>
                </a:cubicBezTo>
                <a:cubicBezTo>
                  <a:pt x="1" y="9011"/>
                  <a:pt x="2647" y="11657"/>
                  <a:pt x="5829" y="11657"/>
                </a:cubicBezTo>
                <a:cubicBezTo>
                  <a:pt x="9011" y="11657"/>
                  <a:pt x="11657" y="9011"/>
                  <a:pt x="11657" y="5829"/>
                </a:cubicBezTo>
                <a:cubicBezTo>
                  <a:pt x="11657" y="2647"/>
                  <a:pt x="9011"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96" name="Google Shape;6096;p85"/>
          <p:cNvGrpSpPr/>
          <p:nvPr/>
        </p:nvGrpSpPr>
        <p:grpSpPr>
          <a:xfrm>
            <a:off x="827081" y="2730099"/>
            <a:ext cx="354586" cy="354586"/>
            <a:chOff x="-32927950" y="3227275"/>
            <a:chExt cx="292225" cy="292225"/>
          </a:xfrm>
        </p:grpSpPr>
        <p:sp>
          <p:nvSpPr>
            <p:cNvPr id="6097" name="Google Shape;6097;p85"/>
            <p:cNvSpPr/>
            <p:nvPr/>
          </p:nvSpPr>
          <p:spPr>
            <a:xfrm>
              <a:off x="-32927950" y="3228075"/>
              <a:ext cx="69325" cy="291425"/>
            </a:xfrm>
            <a:custGeom>
              <a:avLst/>
              <a:gdLst/>
              <a:ahLst/>
              <a:cxnLst/>
              <a:rect l="l" t="t" r="r" b="b"/>
              <a:pathLst>
                <a:path w="2773" h="11657" extrusionOk="0">
                  <a:moveTo>
                    <a:pt x="1733" y="0"/>
                  </a:moveTo>
                  <a:cubicBezTo>
                    <a:pt x="1198" y="0"/>
                    <a:pt x="725" y="473"/>
                    <a:pt x="725" y="1040"/>
                  </a:cubicBezTo>
                  <a:lnTo>
                    <a:pt x="725" y="1386"/>
                  </a:lnTo>
                  <a:lnTo>
                    <a:pt x="347" y="1386"/>
                  </a:lnTo>
                  <a:cubicBezTo>
                    <a:pt x="158" y="1386"/>
                    <a:pt x="1" y="1544"/>
                    <a:pt x="1" y="1733"/>
                  </a:cubicBezTo>
                  <a:cubicBezTo>
                    <a:pt x="1" y="1922"/>
                    <a:pt x="158" y="2079"/>
                    <a:pt x="347" y="2079"/>
                  </a:cubicBezTo>
                  <a:lnTo>
                    <a:pt x="725" y="2079"/>
                  </a:lnTo>
                  <a:lnTo>
                    <a:pt x="725" y="3466"/>
                  </a:lnTo>
                  <a:lnTo>
                    <a:pt x="347" y="3466"/>
                  </a:lnTo>
                  <a:cubicBezTo>
                    <a:pt x="158" y="3466"/>
                    <a:pt x="1" y="3623"/>
                    <a:pt x="1" y="3812"/>
                  </a:cubicBezTo>
                  <a:cubicBezTo>
                    <a:pt x="1" y="4033"/>
                    <a:pt x="158" y="4190"/>
                    <a:pt x="347" y="4190"/>
                  </a:cubicBezTo>
                  <a:lnTo>
                    <a:pt x="725" y="4190"/>
                  </a:lnTo>
                  <a:lnTo>
                    <a:pt x="725" y="5608"/>
                  </a:lnTo>
                  <a:lnTo>
                    <a:pt x="347" y="5608"/>
                  </a:lnTo>
                  <a:cubicBezTo>
                    <a:pt x="158" y="5608"/>
                    <a:pt x="1" y="5765"/>
                    <a:pt x="1" y="5954"/>
                  </a:cubicBezTo>
                  <a:cubicBezTo>
                    <a:pt x="1" y="6143"/>
                    <a:pt x="158" y="6301"/>
                    <a:pt x="347" y="6301"/>
                  </a:cubicBezTo>
                  <a:lnTo>
                    <a:pt x="725" y="6301"/>
                  </a:lnTo>
                  <a:lnTo>
                    <a:pt x="725" y="7687"/>
                  </a:lnTo>
                  <a:lnTo>
                    <a:pt x="347" y="7687"/>
                  </a:lnTo>
                  <a:cubicBezTo>
                    <a:pt x="158" y="7687"/>
                    <a:pt x="1" y="7845"/>
                    <a:pt x="1" y="8034"/>
                  </a:cubicBezTo>
                  <a:cubicBezTo>
                    <a:pt x="1" y="8223"/>
                    <a:pt x="158" y="8380"/>
                    <a:pt x="347" y="8380"/>
                  </a:cubicBezTo>
                  <a:lnTo>
                    <a:pt x="725" y="8380"/>
                  </a:lnTo>
                  <a:lnTo>
                    <a:pt x="725" y="9767"/>
                  </a:lnTo>
                  <a:lnTo>
                    <a:pt x="347" y="9767"/>
                  </a:lnTo>
                  <a:lnTo>
                    <a:pt x="347" y="9577"/>
                  </a:lnTo>
                  <a:cubicBezTo>
                    <a:pt x="158" y="9577"/>
                    <a:pt x="1" y="9735"/>
                    <a:pt x="1" y="9924"/>
                  </a:cubicBezTo>
                  <a:cubicBezTo>
                    <a:pt x="1" y="10113"/>
                    <a:pt x="158" y="10271"/>
                    <a:pt x="347" y="10271"/>
                  </a:cubicBezTo>
                  <a:lnTo>
                    <a:pt x="725" y="10271"/>
                  </a:lnTo>
                  <a:lnTo>
                    <a:pt x="725" y="10649"/>
                  </a:lnTo>
                  <a:cubicBezTo>
                    <a:pt x="725" y="11184"/>
                    <a:pt x="1198" y="11657"/>
                    <a:pt x="1733" y="11657"/>
                  </a:cubicBezTo>
                  <a:lnTo>
                    <a:pt x="2773" y="11657"/>
                  </a:ln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8" name="Google Shape;6098;p85"/>
            <p:cNvSpPr/>
            <p:nvPr/>
          </p:nvSpPr>
          <p:spPr>
            <a:xfrm>
              <a:off x="-32841300" y="3227275"/>
              <a:ext cx="154400" cy="291450"/>
            </a:xfrm>
            <a:custGeom>
              <a:avLst/>
              <a:gdLst/>
              <a:ahLst/>
              <a:cxnLst/>
              <a:rect l="l" t="t" r="r" b="b"/>
              <a:pathLst>
                <a:path w="6176" h="11658" extrusionOk="0">
                  <a:moveTo>
                    <a:pt x="4096" y="2048"/>
                  </a:moveTo>
                  <a:cubicBezTo>
                    <a:pt x="4285" y="2048"/>
                    <a:pt x="4442" y="2206"/>
                    <a:pt x="4442" y="2395"/>
                  </a:cubicBezTo>
                  <a:lnTo>
                    <a:pt x="4442" y="3750"/>
                  </a:lnTo>
                  <a:cubicBezTo>
                    <a:pt x="4442" y="3939"/>
                    <a:pt x="4285" y="4096"/>
                    <a:pt x="4096" y="4096"/>
                  </a:cubicBezTo>
                  <a:lnTo>
                    <a:pt x="3088" y="4096"/>
                  </a:lnTo>
                  <a:lnTo>
                    <a:pt x="3088" y="7562"/>
                  </a:lnTo>
                  <a:lnTo>
                    <a:pt x="4096" y="7562"/>
                  </a:lnTo>
                  <a:cubicBezTo>
                    <a:pt x="4285" y="7562"/>
                    <a:pt x="4442" y="7719"/>
                    <a:pt x="4442" y="7908"/>
                  </a:cubicBezTo>
                  <a:lnTo>
                    <a:pt x="4442" y="9294"/>
                  </a:lnTo>
                  <a:cubicBezTo>
                    <a:pt x="4442" y="9483"/>
                    <a:pt x="4285" y="9641"/>
                    <a:pt x="4096" y="9641"/>
                  </a:cubicBezTo>
                  <a:lnTo>
                    <a:pt x="3088" y="9641"/>
                  </a:lnTo>
                  <a:cubicBezTo>
                    <a:pt x="2332" y="9641"/>
                    <a:pt x="1701" y="9011"/>
                    <a:pt x="1701" y="8255"/>
                  </a:cubicBezTo>
                  <a:lnTo>
                    <a:pt x="1701" y="3435"/>
                  </a:lnTo>
                  <a:cubicBezTo>
                    <a:pt x="1701" y="2678"/>
                    <a:pt x="2332" y="2048"/>
                    <a:pt x="3088" y="2048"/>
                  </a:cubicBezTo>
                  <a:close/>
                  <a:moveTo>
                    <a:pt x="0" y="1"/>
                  </a:moveTo>
                  <a:lnTo>
                    <a:pt x="0" y="11657"/>
                  </a:lnTo>
                  <a:lnTo>
                    <a:pt x="5167" y="11657"/>
                  </a:lnTo>
                  <a:cubicBezTo>
                    <a:pt x="5703" y="11657"/>
                    <a:pt x="6175" y="11185"/>
                    <a:pt x="6175" y="10618"/>
                  </a:cubicBezTo>
                  <a:lnTo>
                    <a:pt x="6175" y="1009"/>
                  </a:lnTo>
                  <a:cubicBezTo>
                    <a:pt x="6175" y="473"/>
                    <a:pt x="5703" y="1"/>
                    <a:pt x="5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85"/>
            <p:cNvSpPr/>
            <p:nvPr/>
          </p:nvSpPr>
          <p:spPr>
            <a:xfrm>
              <a:off x="-32669600" y="3261925"/>
              <a:ext cx="33875" cy="51225"/>
            </a:xfrm>
            <a:custGeom>
              <a:avLst/>
              <a:gdLst/>
              <a:ahLst/>
              <a:cxnLst/>
              <a:rect l="l" t="t" r="r" b="b"/>
              <a:pathLst>
                <a:path w="1355" h="2049" extrusionOk="0">
                  <a:moveTo>
                    <a:pt x="0" y="1"/>
                  </a:moveTo>
                  <a:lnTo>
                    <a:pt x="0" y="2049"/>
                  </a:lnTo>
                  <a:lnTo>
                    <a:pt x="1355" y="2049"/>
                  </a:lnTo>
                  <a:lnTo>
                    <a:pt x="1355" y="347"/>
                  </a:lnTo>
                  <a:cubicBezTo>
                    <a:pt x="1355" y="158"/>
                    <a:pt x="1197"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85"/>
            <p:cNvSpPr/>
            <p:nvPr/>
          </p:nvSpPr>
          <p:spPr>
            <a:xfrm>
              <a:off x="-32669600" y="3329675"/>
              <a:ext cx="33875" cy="35450"/>
            </a:xfrm>
            <a:custGeom>
              <a:avLst/>
              <a:gdLst/>
              <a:ahLst/>
              <a:cxnLst/>
              <a:rect l="l" t="t" r="r" b="b"/>
              <a:pathLst>
                <a:path w="1355" h="1418" extrusionOk="0">
                  <a:moveTo>
                    <a:pt x="0" y="0"/>
                  </a:moveTo>
                  <a:lnTo>
                    <a:pt x="0" y="1418"/>
                  </a:lnTo>
                  <a:lnTo>
                    <a:pt x="1355" y="1418"/>
                  </a:ln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85"/>
            <p:cNvSpPr/>
            <p:nvPr/>
          </p:nvSpPr>
          <p:spPr>
            <a:xfrm>
              <a:off x="-32669600" y="3381650"/>
              <a:ext cx="33875" cy="51225"/>
            </a:xfrm>
            <a:custGeom>
              <a:avLst/>
              <a:gdLst/>
              <a:ahLst/>
              <a:cxnLst/>
              <a:rect l="l" t="t" r="r" b="b"/>
              <a:pathLst>
                <a:path w="1355" h="2049" extrusionOk="0">
                  <a:moveTo>
                    <a:pt x="0" y="0"/>
                  </a:moveTo>
                  <a:lnTo>
                    <a:pt x="0" y="2048"/>
                  </a:lnTo>
                  <a:lnTo>
                    <a:pt x="1008" y="2048"/>
                  </a:lnTo>
                  <a:cubicBezTo>
                    <a:pt x="1197" y="2048"/>
                    <a:pt x="1355" y="1891"/>
                    <a:pt x="1355" y="1702"/>
                  </a:cubicBez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2" name="Google Shape;6102;p85"/>
          <p:cNvGrpSpPr/>
          <p:nvPr/>
        </p:nvGrpSpPr>
        <p:grpSpPr>
          <a:xfrm>
            <a:off x="826596" y="3201213"/>
            <a:ext cx="355557" cy="353645"/>
            <a:chOff x="-32927950" y="3586425"/>
            <a:chExt cx="293025" cy="291450"/>
          </a:xfrm>
        </p:grpSpPr>
        <p:sp>
          <p:nvSpPr>
            <p:cNvPr id="6103" name="Google Shape;6103;p85"/>
            <p:cNvSpPr/>
            <p:nvPr/>
          </p:nvSpPr>
          <p:spPr>
            <a:xfrm>
              <a:off x="-32927950" y="3843975"/>
              <a:ext cx="293025" cy="33900"/>
            </a:xfrm>
            <a:custGeom>
              <a:avLst/>
              <a:gdLst/>
              <a:ahLst/>
              <a:cxnLst/>
              <a:rect l="l" t="t" r="r" b="b"/>
              <a:pathLst>
                <a:path w="11721" h="1356" extrusionOk="0">
                  <a:moveTo>
                    <a:pt x="662" y="1"/>
                  </a:moveTo>
                  <a:cubicBezTo>
                    <a:pt x="284" y="1"/>
                    <a:pt x="1" y="316"/>
                    <a:pt x="1" y="662"/>
                  </a:cubicBezTo>
                  <a:lnTo>
                    <a:pt x="1" y="1009"/>
                  </a:lnTo>
                  <a:cubicBezTo>
                    <a:pt x="1" y="1198"/>
                    <a:pt x="158" y="1355"/>
                    <a:pt x="347" y="1355"/>
                  </a:cubicBezTo>
                  <a:lnTo>
                    <a:pt x="11342" y="1355"/>
                  </a:lnTo>
                  <a:cubicBezTo>
                    <a:pt x="11563" y="1355"/>
                    <a:pt x="11720" y="1198"/>
                    <a:pt x="11720" y="1009"/>
                  </a:cubicBezTo>
                  <a:lnTo>
                    <a:pt x="11720" y="694"/>
                  </a:lnTo>
                  <a:cubicBezTo>
                    <a:pt x="11689" y="316"/>
                    <a:pt x="11374" y="1"/>
                    <a:pt x="109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85"/>
            <p:cNvSpPr/>
            <p:nvPr/>
          </p:nvSpPr>
          <p:spPr>
            <a:xfrm>
              <a:off x="-32872025" y="3723475"/>
              <a:ext cx="180400" cy="52000"/>
            </a:xfrm>
            <a:custGeom>
              <a:avLst/>
              <a:gdLst/>
              <a:ahLst/>
              <a:cxnLst/>
              <a:rect l="l" t="t" r="r" b="b"/>
              <a:pathLst>
                <a:path w="7216" h="2080" extrusionOk="0">
                  <a:moveTo>
                    <a:pt x="757" y="1"/>
                  </a:moveTo>
                  <a:lnTo>
                    <a:pt x="0" y="2080"/>
                  </a:lnTo>
                  <a:lnTo>
                    <a:pt x="7215" y="2080"/>
                  </a:lnTo>
                  <a:lnTo>
                    <a:pt x="65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85"/>
            <p:cNvSpPr/>
            <p:nvPr/>
          </p:nvSpPr>
          <p:spPr>
            <a:xfrm>
              <a:off x="-32890150" y="3792775"/>
              <a:ext cx="217425" cy="33900"/>
            </a:xfrm>
            <a:custGeom>
              <a:avLst/>
              <a:gdLst/>
              <a:ahLst/>
              <a:cxnLst/>
              <a:rect l="l" t="t" r="r" b="b"/>
              <a:pathLst>
                <a:path w="8697" h="1356" extrusionOk="0">
                  <a:moveTo>
                    <a:pt x="505" y="1"/>
                  </a:moveTo>
                  <a:lnTo>
                    <a:pt x="1" y="1356"/>
                  </a:lnTo>
                  <a:lnTo>
                    <a:pt x="8696" y="1356"/>
                  </a:lnTo>
                  <a:lnTo>
                    <a:pt x="822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85"/>
            <p:cNvSpPr/>
            <p:nvPr/>
          </p:nvSpPr>
          <p:spPr>
            <a:xfrm>
              <a:off x="-32822400" y="3586425"/>
              <a:ext cx="82725" cy="52800"/>
            </a:xfrm>
            <a:custGeom>
              <a:avLst/>
              <a:gdLst/>
              <a:ahLst/>
              <a:cxnLst/>
              <a:rect l="l" t="t" r="r" b="b"/>
              <a:pathLst>
                <a:path w="3309" h="2112" extrusionOk="0">
                  <a:moveTo>
                    <a:pt x="1639" y="1"/>
                  </a:moveTo>
                  <a:cubicBezTo>
                    <a:pt x="1103" y="1"/>
                    <a:pt x="599" y="379"/>
                    <a:pt x="441" y="883"/>
                  </a:cubicBezTo>
                  <a:lnTo>
                    <a:pt x="0" y="2112"/>
                  </a:lnTo>
                  <a:lnTo>
                    <a:pt x="3308" y="2112"/>
                  </a:lnTo>
                  <a:lnTo>
                    <a:pt x="2867" y="883"/>
                  </a:lnTo>
                  <a:cubicBezTo>
                    <a:pt x="2678" y="316"/>
                    <a:pt x="2206" y="1"/>
                    <a:pt x="1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85"/>
            <p:cNvSpPr/>
            <p:nvPr/>
          </p:nvSpPr>
          <p:spPr>
            <a:xfrm>
              <a:off x="-32846825" y="3655750"/>
              <a:ext cx="131550" cy="51200"/>
            </a:xfrm>
            <a:custGeom>
              <a:avLst/>
              <a:gdLst/>
              <a:ahLst/>
              <a:cxnLst/>
              <a:rect l="l" t="t" r="r" b="b"/>
              <a:pathLst>
                <a:path w="5262" h="2048" extrusionOk="0">
                  <a:moveTo>
                    <a:pt x="694" y="0"/>
                  </a:moveTo>
                  <a:lnTo>
                    <a:pt x="1" y="2048"/>
                  </a:lnTo>
                  <a:lnTo>
                    <a:pt x="5262" y="2048"/>
                  </a:lnTo>
                  <a:lnTo>
                    <a:pt x="45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8" name="Google Shape;6108;p85"/>
          <p:cNvGrpSpPr/>
          <p:nvPr/>
        </p:nvGrpSpPr>
        <p:grpSpPr>
          <a:xfrm>
            <a:off x="827081" y="3665198"/>
            <a:ext cx="354586" cy="355557"/>
            <a:chOff x="-32927950" y="3944800"/>
            <a:chExt cx="292225" cy="293025"/>
          </a:xfrm>
        </p:grpSpPr>
        <p:sp>
          <p:nvSpPr>
            <p:cNvPr id="6109" name="Google Shape;6109;p85"/>
            <p:cNvSpPr/>
            <p:nvPr/>
          </p:nvSpPr>
          <p:spPr>
            <a:xfrm>
              <a:off x="-32927950" y="3944800"/>
              <a:ext cx="69325" cy="292225"/>
            </a:xfrm>
            <a:custGeom>
              <a:avLst/>
              <a:gdLst/>
              <a:ahLst/>
              <a:cxnLst/>
              <a:rect l="l" t="t" r="r" b="b"/>
              <a:pathLst>
                <a:path w="2773" h="11689" extrusionOk="0">
                  <a:moveTo>
                    <a:pt x="1418" y="0"/>
                  </a:moveTo>
                  <a:cubicBezTo>
                    <a:pt x="1072" y="0"/>
                    <a:pt x="757" y="315"/>
                    <a:pt x="757" y="662"/>
                  </a:cubicBezTo>
                  <a:lnTo>
                    <a:pt x="757" y="9578"/>
                  </a:lnTo>
                  <a:cubicBezTo>
                    <a:pt x="757" y="9830"/>
                    <a:pt x="914" y="10050"/>
                    <a:pt x="1103" y="10176"/>
                  </a:cubicBezTo>
                  <a:lnTo>
                    <a:pt x="1103" y="10996"/>
                  </a:lnTo>
                  <a:lnTo>
                    <a:pt x="347" y="10996"/>
                  </a:lnTo>
                  <a:cubicBezTo>
                    <a:pt x="158" y="10996"/>
                    <a:pt x="1" y="11153"/>
                    <a:pt x="1" y="11342"/>
                  </a:cubicBezTo>
                  <a:cubicBezTo>
                    <a:pt x="1" y="11531"/>
                    <a:pt x="158" y="11689"/>
                    <a:pt x="347" y="11689"/>
                  </a:cubicBezTo>
                  <a:lnTo>
                    <a:pt x="2395" y="11689"/>
                  </a:lnTo>
                  <a:cubicBezTo>
                    <a:pt x="2616" y="11689"/>
                    <a:pt x="2773" y="11531"/>
                    <a:pt x="2773" y="11342"/>
                  </a:cubicBezTo>
                  <a:cubicBezTo>
                    <a:pt x="2773" y="11153"/>
                    <a:pt x="2616" y="10996"/>
                    <a:pt x="2395" y="10996"/>
                  </a:cubicBezTo>
                  <a:lnTo>
                    <a:pt x="1733" y="10996"/>
                  </a:lnTo>
                  <a:lnTo>
                    <a:pt x="1733" y="10176"/>
                  </a:lnTo>
                  <a:cubicBezTo>
                    <a:pt x="1922" y="10050"/>
                    <a:pt x="2080" y="9861"/>
                    <a:pt x="2080" y="9578"/>
                  </a:cubicBezTo>
                  <a:lnTo>
                    <a:pt x="2080" y="662"/>
                  </a:lnTo>
                  <a:cubicBezTo>
                    <a:pt x="2080" y="284"/>
                    <a:pt x="176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85"/>
            <p:cNvSpPr/>
            <p:nvPr/>
          </p:nvSpPr>
          <p:spPr>
            <a:xfrm>
              <a:off x="-32720800" y="4057425"/>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190"/>
                    <a:pt x="3182"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85"/>
            <p:cNvSpPr/>
            <p:nvPr/>
          </p:nvSpPr>
          <p:spPr>
            <a:xfrm>
              <a:off x="-32720800" y="4099950"/>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221"/>
                    <a:pt x="3182"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85"/>
            <p:cNvSpPr/>
            <p:nvPr/>
          </p:nvSpPr>
          <p:spPr>
            <a:xfrm>
              <a:off x="-32720800" y="4141700"/>
              <a:ext cx="67750" cy="26025"/>
            </a:xfrm>
            <a:custGeom>
              <a:avLst/>
              <a:gdLst/>
              <a:ahLst/>
              <a:cxnLst/>
              <a:rect l="l" t="t" r="r" b="b"/>
              <a:pathLst>
                <a:path w="2710" h="1041" extrusionOk="0">
                  <a:moveTo>
                    <a:pt x="505" y="1"/>
                  </a:moveTo>
                  <a:cubicBezTo>
                    <a:pt x="221" y="1"/>
                    <a:pt x="0" y="253"/>
                    <a:pt x="0" y="536"/>
                  </a:cubicBezTo>
                  <a:cubicBezTo>
                    <a:pt x="0" y="788"/>
                    <a:pt x="221" y="1040"/>
                    <a:pt x="505" y="1040"/>
                  </a:cubicBezTo>
                  <a:lnTo>
                    <a:pt x="2206" y="1040"/>
                  </a:lnTo>
                  <a:cubicBezTo>
                    <a:pt x="2458" y="1040"/>
                    <a:pt x="2710" y="788"/>
                    <a:pt x="2710" y="536"/>
                  </a:cubicBezTo>
                  <a:cubicBezTo>
                    <a:pt x="2710" y="253"/>
                    <a:pt x="2521" y="1"/>
                    <a:pt x="22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3" name="Google Shape;6113;p85"/>
            <p:cNvSpPr/>
            <p:nvPr/>
          </p:nvSpPr>
          <p:spPr>
            <a:xfrm>
              <a:off x="-32754675" y="3944800"/>
              <a:ext cx="51225" cy="52000"/>
            </a:xfrm>
            <a:custGeom>
              <a:avLst/>
              <a:gdLst/>
              <a:ahLst/>
              <a:cxnLst/>
              <a:rect l="l" t="t" r="r" b="b"/>
              <a:pathLst>
                <a:path w="2049" h="2080" extrusionOk="0">
                  <a:moveTo>
                    <a:pt x="1702" y="0"/>
                  </a:moveTo>
                  <a:cubicBezTo>
                    <a:pt x="757" y="0"/>
                    <a:pt x="1" y="788"/>
                    <a:pt x="1" y="1733"/>
                  </a:cubicBezTo>
                  <a:lnTo>
                    <a:pt x="1" y="2080"/>
                  </a:lnTo>
                  <a:lnTo>
                    <a:pt x="2049" y="2080"/>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4" name="Google Shape;6114;p85"/>
            <p:cNvSpPr/>
            <p:nvPr/>
          </p:nvSpPr>
          <p:spPr>
            <a:xfrm>
              <a:off x="-32687725" y="3944800"/>
              <a:ext cx="34675" cy="55150"/>
            </a:xfrm>
            <a:custGeom>
              <a:avLst/>
              <a:gdLst/>
              <a:ahLst/>
              <a:cxnLst/>
              <a:rect l="l" t="t" r="r" b="b"/>
              <a:pathLst>
                <a:path w="1387" h="2206" extrusionOk="0">
                  <a:moveTo>
                    <a:pt x="1" y="0"/>
                  </a:moveTo>
                  <a:lnTo>
                    <a:pt x="1" y="2111"/>
                  </a:lnTo>
                  <a:lnTo>
                    <a:pt x="883" y="2111"/>
                  </a:lnTo>
                  <a:cubicBezTo>
                    <a:pt x="1072" y="2111"/>
                    <a:pt x="1261" y="2143"/>
                    <a:pt x="1387" y="2206"/>
                  </a:cubicBezTo>
                  <a:lnTo>
                    <a:pt x="1387" y="1040"/>
                  </a:lnTo>
                  <a:cubicBezTo>
                    <a:pt x="1387" y="473"/>
                    <a:pt x="91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85"/>
            <p:cNvSpPr/>
            <p:nvPr/>
          </p:nvSpPr>
          <p:spPr>
            <a:xfrm>
              <a:off x="-32860200" y="4014100"/>
              <a:ext cx="207150" cy="153625"/>
            </a:xfrm>
            <a:custGeom>
              <a:avLst/>
              <a:gdLst/>
              <a:ahLst/>
              <a:cxnLst/>
              <a:rect l="l" t="t" r="r" b="b"/>
              <a:pathLst>
                <a:path w="8286" h="6145" extrusionOk="0">
                  <a:moveTo>
                    <a:pt x="0" y="1"/>
                  </a:moveTo>
                  <a:lnTo>
                    <a:pt x="0" y="6144"/>
                  </a:lnTo>
                  <a:lnTo>
                    <a:pt x="378" y="6144"/>
                  </a:lnTo>
                  <a:cubicBezTo>
                    <a:pt x="756" y="6144"/>
                    <a:pt x="1071" y="5892"/>
                    <a:pt x="1260" y="5577"/>
                  </a:cubicBezTo>
                  <a:lnTo>
                    <a:pt x="2016" y="5955"/>
                  </a:lnTo>
                  <a:cubicBezTo>
                    <a:pt x="2268" y="6050"/>
                    <a:pt x="2552" y="6144"/>
                    <a:pt x="2773" y="6144"/>
                  </a:cubicBezTo>
                  <a:lnTo>
                    <a:pt x="3497" y="6144"/>
                  </a:lnTo>
                  <a:lnTo>
                    <a:pt x="3497" y="3057"/>
                  </a:lnTo>
                  <a:cubicBezTo>
                    <a:pt x="3214" y="3309"/>
                    <a:pt x="2867" y="3435"/>
                    <a:pt x="2457" y="3435"/>
                  </a:cubicBezTo>
                  <a:cubicBezTo>
                    <a:pt x="2268" y="3435"/>
                    <a:pt x="2111" y="3277"/>
                    <a:pt x="2111" y="3057"/>
                  </a:cubicBezTo>
                  <a:cubicBezTo>
                    <a:pt x="2111" y="2868"/>
                    <a:pt x="2268" y="2710"/>
                    <a:pt x="2457" y="2710"/>
                  </a:cubicBezTo>
                  <a:cubicBezTo>
                    <a:pt x="3025" y="2710"/>
                    <a:pt x="3497" y="2238"/>
                    <a:pt x="3497" y="1702"/>
                  </a:cubicBezTo>
                  <a:lnTo>
                    <a:pt x="3497" y="1009"/>
                  </a:lnTo>
                  <a:lnTo>
                    <a:pt x="7782" y="1009"/>
                  </a:lnTo>
                  <a:cubicBezTo>
                    <a:pt x="8065" y="1009"/>
                    <a:pt x="8286" y="788"/>
                    <a:pt x="8286" y="505"/>
                  </a:cubicBezTo>
                  <a:cubicBezTo>
                    <a:pt x="8286" y="221"/>
                    <a:pt x="8065" y="1"/>
                    <a:pt x="7782" y="1"/>
                  </a:cubicBezTo>
                  <a:lnTo>
                    <a:pt x="3560" y="1"/>
                  </a:lnTo>
                  <a:cubicBezTo>
                    <a:pt x="3308" y="1"/>
                    <a:pt x="2899" y="158"/>
                    <a:pt x="2583" y="442"/>
                  </a:cubicBezTo>
                  <a:cubicBezTo>
                    <a:pt x="2426" y="599"/>
                    <a:pt x="2205" y="662"/>
                    <a:pt x="1985" y="662"/>
                  </a:cubicBezTo>
                  <a:lnTo>
                    <a:pt x="1323" y="662"/>
                  </a:lnTo>
                  <a:cubicBezTo>
                    <a:pt x="1166" y="284"/>
                    <a:pt x="788"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85"/>
            <p:cNvSpPr/>
            <p:nvPr/>
          </p:nvSpPr>
          <p:spPr>
            <a:xfrm>
              <a:off x="-32755450" y="4055850"/>
              <a:ext cx="51200" cy="181175"/>
            </a:xfrm>
            <a:custGeom>
              <a:avLst/>
              <a:gdLst/>
              <a:ahLst/>
              <a:cxnLst/>
              <a:rect l="l" t="t" r="r" b="b"/>
              <a:pathLst>
                <a:path w="2048" h="7247" extrusionOk="0">
                  <a:moveTo>
                    <a:pt x="0" y="1"/>
                  </a:moveTo>
                  <a:lnTo>
                    <a:pt x="0" y="64"/>
                  </a:lnTo>
                  <a:lnTo>
                    <a:pt x="0" y="5514"/>
                  </a:lnTo>
                  <a:cubicBezTo>
                    <a:pt x="0" y="6459"/>
                    <a:pt x="756" y="7247"/>
                    <a:pt x="1701" y="7247"/>
                  </a:cubicBezTo>
                  <a:lnTo>
                    <a:pt x="2048" y="7247"/>
                  </a:lnTo>
                  <a:lnTo>
                    <a:pt x="2048" y="5167"/>
                  </a:lnTo>
                  <a:lnTo>
                    <a:pt x="1891" y="5167"/>
                  </a:lnTo>
                  <a:cubicBezTo>
                    <a:pt x="1229" y="5167"/>
                    <a:pt x="725" y="4632"/>
                    <a:pt x="725" y="4002"/>
                  </a:cubicBezTo>
                  <a:cubicBezTo>
                    <a:pt x="725" y="3624"/>
                    <a:pt x="882" y="3372"/>
                    <a:pt x="1071" y="3120"/>
                  </a:cubicBezTo>
                  <a:cubicBezTo>
                    <a:pt x="819" y="2899"/>
                    <a:pt x="725" y="2615"/>
                    <a:pt x="725" y="2269"/>
                  </a:cubicBezTo>
                  <a:cubicBezTo>
                    <a:pt x="725" y="1922"/>
                    <a:pt x="882" y="1639"/>
                    <a:pt x="1071" y="1387"/>
                  </a:cubicBezTo>
                  <a:cubicBezTo>
                    <a:pt x="819" y="1166"/>
                    <a:pt x="725" y="883"/>
                    <a:pt x="725" y="536"/>
                  </a:cubicBezTo>
                  <a:cubicBezTo>
                    <a:pt x="725" y="316"/>
                    <a:pt x="756" y="190"/>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85"/>
            <p:cNvSpPr/>
            <p:nvPr/>
          </p:nvSpPr>
          <p:spPr>
            <a:xfrm>
              <a:off x="-32686925" y="4182650"/>
              <a:ext cx="34675" cy="55175"/>
            </a:xfrm>
            <a:custGeom>
              <a:avLst/>
              <a:gdLst/>
              <a:ahLst/>
              <a:cxnLst/>
              <a:rect l="l" t="t" r="r" b="b"/>
              <a:pathLst>
                <a:path w="1387" h="2207" extrusionOk="0">
                  <a:moveTo>
                    <a:pt x="1386" y="1"/>
                  </a:moveTo>
                  <a:cubicBezTo>
                    <a:pt x="1229" y="64"/>
                    <a:pt x="1071" y="95"/>
                    <a:pt x="882" y="95"/>
                  </a:cubicBezTo>
                  <a:lnTo>
                    <a:pt x="0" y="95"/>
                  </a:lnTo>
                  <a:lnTo>
                    <a:pt x="0" y="2206"/>
                  </a:lnTo>
                  <a:lnTo>
                    <a:pt x="378" y="2206"/>
                  </a:lnTo>
                  <a:cubicBezTo>
                    <a:pt x="914" y="2206"/>
                    <a:pt x="1386" y="1734"/>
                    <a:pt x="1386" y="1167"/>
                  </a:cubicBezTo>
                  <a:lnTo>
                    <a:pt x="13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8" name="Google Shape;6118;p85"/>
          <p:cNvGrpSpPr/>
          <p:nvPr/>
        </p:nvGrpSpPr>
        <p:grpSpPr>
          <a:xfrm>
            <a:off x="3055873" y="2730449"/>
            <a:ext cx="354586" cy="353888"/>
            <a:chOff x="-31094350" y="3194000"/>
            <a:chExt cx="292225" cy="291650"/>
          </a:xfrm>
        </p:grpSpPr>
        <p:sp>
          <p:nvSpPr>
            <p:cNvPr id="6119" name="Google Shape;6119;p85"/>
            <p:cNvSpPr/>
            <p:nvPr/>
          </p:nvSpPr>
          <p:spPr>
            <a:xfrm>
              <a:off x="-31033700" y="3194000"/>
              <a:ext cx="103200" cy="34100"/>
            </a:xfrm>
            <a:custGeom>
              <a:avLst/>
              <a:gdLst/>
              <a:ahLst/>
              <a:cxnLst/>
              <a:rect l="l" t="t" r="r" b="b"/>
              <a:pathLst>
                <a:path w="4128" h="1364" extrusionOk="0">
                  <a:moveTo>
                    <a:pt x="645" y="0"/>
                  </a:moveTo>
                  <a:cubicBezTo>
                    <a:pt x="263" y="0"/>
                    <a:pt x="0" y="296"/>
                    <a:pt x="0" y="670"/>
                  </a:cubicBezTo>
                  <a:lnTo>
                    <a:pt x="0" y="1016"/>
                  </a:lnTo>
                  <a:cubicBezTo>
                    <a:pt x="0" y="1205"/>
                    <a:pt x="158" y="1363"/>
                    <a:pt x="347" y="1363"/>
                  </a:cubicBezTo>
                  <a:lnTo>
                    <a:pt x="3781" y="1363"/>
                  </a:lnTo>
                  <a:cubicBezTo>
                    <a:pt x="3970" y="1363"/>
                    <a:pt x="4127" y="1205"/>
                    <a:pt x="4127" y="1016"/>
                  </a:cubicBezTo>
                  <a:lnTo>
                    <a:pt x="4127" y="670"/>
                  </a:lnTo>
                  <a:cubicBezTo>
                    <a:pt x="4127" y="260"/>
                    <a:pt x="3812" y="8"/>
                    <a:pt x="3466" y="8"/>
                  </a:cubicBezTo>
                  <a:lnTo>
                    <a:pt x="756" y="8"/>
                  </a:lnTo>
                  <a:cubicBezTo>
                    <a:pt x="718" y="3"/>
                    <a:pt x="681" y="0"/>
                    <a:pt x="6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85"/>
            <p:cNvSpPr/>
            <p:nvPr/>
          </p:nvSpPr>
          <p:spPr>
            <a:xfrm>
              <a:off x="-31042375" y="3346200"/>
              <a:ext cx="16550" cy="18150"/>
            </a:xfrm>
            <a:custGeom>
              <a:avLst/>
              <a:gdLst/>
              <a:ahLst/>
              <a:cxnLst/>
              <a:rect l="l" t="t" r="r" b="b"/>
              <a:pathLst>
                <a:path w="662" h="726" extrusionOk="0">
                  <a:moveTo>
                    <a:pt x="1" y="1"/>
                  </a:moveTo>
                  <a:lnTo>
                    <a:pt x="1" y="725"/>
                  </a:lnTo>
                  <a:lnTo>
                    <a:pt x="662" y="725"/>
                  </a:ln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85"/>
            <p:cNvSpPr/>
            <p:nvPr/>
          </p:nvSpPr>
          <p:spPr>
            <a:xfrm>
              <a:off x="-31042375" y="3278475"/>
              <a:ext cx="16550" cy="16550"/>
            </a:xfrm>
            <a:custGeom>
              <a:avLst/>
              <a:gdLst/>
              <a:ahLst/>
              <a:cxnLst/>
              <a:rect l="l" t="t" r="r" b="b"/>
              <a:pathLst>
                <a:path w="662" h="662" extrusionOk="0">
                  <a:moveTo>
                    <a:pt x="1" y="0"/>
                  </a:moveTo>
                  <a:lnTo>
                    <a:pt x="1" y="662"/>
                  </a:lnTo>
                  <a:lnTo>
                    <a:pt x="662" y="662"/>
                  </a:lnTo>
                  <a:lnTo>
                    <a:pt x="6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85"/>
            <p:cNvSpPr/>
            <p:nvPr/>
          </p:nvSpPr>
          <p:spPr>
            <a:xfrm>
              <a:off x="-31042375" y="3416300"/>
              <a:ext cx="16550" cy="16575"/>
            </a:xfrm>
            <a:custGeom>
              <a:avLst/>
              <a:gdLst/>
              <a:ahLst/>
              <a:cxnLst/>
              <a:rect l="l" t="t" r="r" b="b"/>
              <a:pathLst>
                <a:path w="662" h="663" extrusionOk="0">
                  <a:moveTo>
                    <a:pt x="1" y="1"/>
                  </a:moveTo>
                  <a:lnTo>
                    <a:pt x="1" y="662"/>
                  </a:lnTo>
                  <a:lnTo>
                    <a:pt x="662" y="662"/>
                  </a:ln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85"/>
            <p:cNvSpPr/>
            <p:nvPr/>
          </p:nvSpPr>
          <p:spPr>
            <a:xfrm>
              <a:off x="-31094350" y="3210725"/>
              <a:ext cx="222900" cy="274925"/>
            </a:xfrm>
            <a:custGeom>
              <a:avLst/>
              <a:gdLst/>
              <a:ahLst/>
              <a:cxnLst/>
              <a:rect l="l" t="t" r="r" b="b"/>
              <a:pathLst>
                <a:path w="8916" h="10997" extrusionOk="0">
                  <a:moveTo>
                    <a:pt x="7183" y="2049"/>
                  </a:moveTo>
                  <a:cubicBezTo>
                    <a:pt x="7404" y="2049"/>
                    <a:pt x="7561" y="2206"/>
                    <a:pt x="7561" y="2395"/>
                  </a:cubicBezTo>
                  <a:cubicBezTo>
                    <a:pt x="7561" y="2584"/>
                    <a:pt x="7404" y="2742"/>
                    <a:pt x="7183" y="2742"/>
                  </a:cubicBezTo>
                  <a:lnTo>
                    <a:pt x="4474" y="2742"/>
                  </a:lnTo>
                  <a:cubicBezTo>
                    <a:pt x="4285" y="2742"/>
                    <a:pt x="4127" y="2584"/>
                    <a:pt x="4127" y="2395"/>
                  </a:cubicBezTo>
                  <a:cubicBezTo>
                    <a:pt x="4127" y="2206"/>
                    <a:pt x="4285" y="2049"/>
                    <a:pt x="4474" y="2049"/>
                  </a:cubicBezTo>
                  <a:close/>
                  <a:moveTo>
                    <a:pt x="3151" y="2017"/>
                  </a:moveTo>
                  <a:cubicBezTo>
                    <a:pt x="3340" y="2017"/>
                    <a:pt x="3497" y="2175"/>
                    <a:pt x="3497" y="2364"/>
                  </a:cubicBezTo>
                  <a:lnTo>
                    <a:pt x="3497" y="3750"/>
                  </a:lnTo>
                  <a:cubicBezTo>
                    <a:pt x="3497" y="3939"/>
                    <a:pt x="3340" y="4097"/>
                    <a:pt x="3151" y="4097"/>
                  </a:cubicBezTo>
                  <a:lnTo>
                    <a:pt x="1764" y="4097"/>
                  </a:lnTo>
                  <a:cubicBezTo>
                    <a:pt x="1575" y="4097"/>
                    <a:pt x="1418" y="3939"/>
                    <a:pt x="1418" y="3750"/>
                  </a:cubicBezTo>
                  <a:lnTo>
                    <a:pt x="1418" y="2364"/>
                  </a:lnTo>
                  <a:cubicBezTo>
                    <a:pt x="1418" y="2175"/>
                    <a:pt x="1575" y="2017"/>
                    <a:pt x="1764" y="2017"/>
                  </a:cubicBezTo>
                  <a:close/>
                  <a:moveTo>
                    <a:pt x="5860" y="3372"/>
                  </a:moveTo>
                  <a:cubicBezTo>
                    <a:pt x="6049" y="3372"/>
                    <a:pt x="6207" y="3529"/>
                    <a:pt x="6207" y="3750"/>
                  </a:cubicBezTo>
                  <a:cubicBezTo>
                    <a:pt x="6207" y="3939"/>
                    <a:pt x="6049" y="4097"/>
                    <a:pt x="5860" y="4097"/>
                  </a:cubicBezTo>
                  <a:lnTo>
                    <a:pt x="4474" y="4097"/>
                  </a:lnTo>
                  <a:cubicBezTo>
                    <a:pt x="4285" y="4097"/>
                    <a:pt x="4127" y="3939"/>
                    <a:pt x="4127" y="3750"/>
                  </a:cubicBezTo>
                  <a:cubicBezTo>
                    <a:pt x="4127" y="3529"/>
                    <a:pt x="4285" y="3372"/>
                    <a:pt x="4474" y="3372"/>
                  </a:cubicBezTo>
                  <a:close/>
                  <a:moveTo>
                    <a:pt x="7183" y="4758"/>
                  </a:moveTo>
                  <a:cubicBezTo>
                    <a:pt x="7404" y="4758"/>
                    <a:pt x="7561" y="4916"/>
                    <a:pt x="7561" y="5105"/>
                  </a:cubicBezTo>
                  <a:cubicBezTo>
                    <a:pt x="7561" y="5325"/>
                    <a:pt x="7404" y="5483"/>
                    <a:pt x="7183" y="5483"/>
                  </a:cubicBezTo>
                  <a:lnTo>
                    <a:pt x="4474" y="5483"/>
                  </a:lnTo>
                  <a:cubicBezTo>
                    <a:pt x="4285" y="5483"/>
                    <a:pt x="4127" y="5325"/>
                    <a:pt x="4127" y="5105"/>
                  </a:cubicBezTo>
                  <a:cubicBezTo>
                    <a:pt x="4127" y="4916"/>
                    <a:pt x="4285" y="4758"/>
                    <a:pt x="4474" y="4758"/>
                  </a:cubicBezTo>
                  <a:close/>
                  <a:moveTo>
                    <a:pt x="3151" y="4758"/>
                  </a:moveTo>
                  <a:cubicBezTo>
                    <a:pt x="3340" y="4758"/>
                    <a:pt x="3497" y="4916"/>
                    <a:pt x="3497" y="5105"/>
                  </a:cubicBezTo>
                  <a:lnTo>
                    <a:pt x="3497" y="6491"/>
                  </a:lnTo>
                  <a:cubicBezTo>
                    <a:pt x="3497" y="6680"/>
                    <a:pt x="3340" y="6837"/>
                    <a:pt x="3151" y="6837"/>
                  </a:cubicBezTo>
                  <a:lnTo>
                    <a:pt x="1764" y="6837"/>
                  </a:lnTo>
                  <a:cubicBezTo>
                    <a:pt x="1575" y="6837"/>
                    <a:pt x="1418" y="6680"/>
                    <a:pt x="1418" y="6491"/>
                  </a:cubicBezTo>
                  <a:lnTo>
                    <a:pt x="1418" y="5105"/>
                  </a:lnTo>
                  <a:cubicBezTo>
                    <a:pt x="1418" y="4916"/>
                    <a:pt x="1575" y="4758"/>
                    <a:pt x="1764" y="4758"/>
                  </a:cubicBezTo>
                  <a:close/>
                  <a:moveTo>
                    <a:pt x="5860" y="6144"/>
                  </a:moveTo>
                  <a:cubicBezTo>
                    <a:pt x="6049" y="6144"/>
                    <a:pt x="6207" y="6302"/>
                    <a:pt x="6207" y="6491"/>
                  </a:cubicBezTo>
                  <a:cubicBezTo>
                    <a:pt x="6207" y="6680"/>
                    <a:pt x="6049" y="6837"/>
                    <a:pt x="5860" y="6837"/>
                  </a:cubicBezTo>
                  <a:lnTo>
                    <a:pt x="4474" y="6837"/>
                  </a:lnTo>
                  <a:cubicBezTo>
                    <a:pt x="4285" y="6837"/>
                    <a:pt x="4127" y="6680"/>
                    <a:pt x="4127" y="6491"/>
                  </a:cubicBezTo>
                  <a:cubicBezTo>
                    <a:pt x="4127" y="6302"/>
                    <a:pt x="4285" y="6144"/>
                    <a:pt x="4474" y="6144"/>
                  </a:cubicBezTo>
                  <a:close/>
                  <a:moveTo>
                    <a:pt x="7183" y="7562"/>
                  </a:moveTo>
                  <a:cubicBezTo>
                    <a:pt x="7404" y="7562"/>
                    <a:pt x="7561" y="7720"/>
                    <a:pt x="7561" y="7909"/>
                  </a:cubicBezTo>
                  <a:cubicBezTo>
                    <a:pt x="7561" y="8098"/>
                    <a:pt x="7404" y="8255"/>
                    <a:pt x="7183" y="8255"/>
                  </a:cubicBezTo>
                  <a:lnTo>
                    <a:pt x="4474" y="8255"/>
                  </a:lnTo>
                  <a:cubicBezTo>
                    <a:pt x="4285" y="8255"/>
                    <a:pt x="4127" y="8098"/>
                    <a:pt x="4127" y="7909"/>
                  </a:cubicBezTo>
                  <a:cubicBezTo>
                    <a:pt x="4127" y="7720"/>
                    <a:pt x="4285" y="7562"/>
                    <a:pt x="4474" y="7562"/>
                  </a:cubicBezTo>
                  <a:close/>
                  <a:moveTo>
                    <a:pt x="3151" y="7531"/>
                  </a:moveTo>
                  <a:cubicBezTo>
                    <a:pt x="3340" y="7531"/>
                    <a:pt x="3497" y="7657"/>
                    <a:pt x="3497" y="7877"/>
                  </a:cubicBezTo>
                  <a:lnTo>
                    <a:pt x="3497" y="9232"/>
                  </a:lnTo>
                  <a:cubicBezTo>
                    <a:pt x="3497" y="9452"/>
                    <a:pt x="3340" y="9610"/>
                    <a:pt x="3151" y="9610"/>
                  </a:cubicBezTo>
                  <a:lnTo>
                    <a:pt x="1764" y="9610"/>
                  </a:lnTo>
                  <a:cubicBezTo>
                    <a:pt x="1575" y="9610"/>
                    <a:pt x="1418" y="9452"/>
                    <a:pt x="1418" y="9232"/>
                  </a:cubicBezTo>
                  <a:lnTo>
                    <a:pt x="1418" y="7877"/>
                  </a:lnTo>
                  <a:cubicBezTo>
                    <a:pt x="1418" y="7657"/>
                    <a:pt x="1575" y="7531"/>
                    <a:pt x="1764" y="7531"/>
                  </a:cubicBezTo>
                  <a:close/>
                  <a:moveTo>
                    <a:pt x="5860" y="8885"/>
                  </a:moveTo>
                  <a:cubicBezTo>
                    <a:pt x="6049" y="8885"/>
                    <a:pt x="6207" y="9043"/>
                    <a:pt x="6207" y="9232"/>
                  </a:cubicBezTo>
                  <a:cubicBezTo>
                    <a:pt x="6207" y="9452"/>
                    <a:pt x="6049" y="9610"/>
                    <a:pt x="5860" y="9610"/>
                  </a:cubicBezTo>
                  <a:lnTo>
                    <a:pt x="4474" y="9610"/>
                  </a:lnTo>
                  <a:cubicBezTo>
                    <a:pt x="4285" y="9610"/>
                    <a:pt x="4127" y="9452"/>
                    <a:pt x="4127" y="9232"/>
                  </a:cubicBezTo>
                  <a:cubicBezTo>
                    <a:pt x="4127" y="9043"/>
                    <a:pt x="4285" y="8885"/>
                    <a:pt x="4474" y="8885"/>
                  </a:cubicBezTo>
                  <a:close/>
                  <a:moveTo>
                    <a:pt x="1040" y="1"/>
                  </a:moveTo>
                  <a:cubicBezTo>
                    <a:pt x="504" y="1"/>
                    <a:pt x="0" y="473"/>
                    <a:pt x="0" y="1009"/>
                  </a:cubicBezTo>
                  <a:lnTo>
                    <a:pt x="0" y="9956"/>
                  </a:lnTo>
                  <a:cubicBezTo>
                    <a:pt x="32" y="10524"/>
                    <a:pt x="504" y="10996"/>
                    <a:pt x="1040" y="10996"/>
                  </a:cubicBezTo>
                  <a:lnTo>
                    <a:pt x="7908" y="10996"/>
                  </a:lnTo>
                  <a:cubicBezTo>
                    <a:pt x="8444" y="10996"/>
                    <a:pt x="8916" y="10524"/>
                    <a:pt x="8916" y="9956"/>
                  </a:cubicBezTo>
                  <a:lnTo>
                    <a:pt x="8916" y="1009"/>
                  </a:lnTo>
                  <a:cubicBezTo>
                    <a:pt x="8916" y="473"/>
                    <a:pt x="8444" y="1"/>
                    <a:pt x="7908" y="1"/>
                  </a:cubicBezTo>
                  <a:lnTo>
                    <a:pt x="7183" y="1"/>
                  </a:lnTo>
                  <a:lnTo>
                    <a:pt x="7183" y="347"/>
                  </a:lnTo>
                  <a:cubicBezTo>
                    <a:pt x="7183" y="915"/>
                    <a:pt x="6711" y="1387"/>
                    <a:pt x="6175" y="1387"/>
                  </a:cubicBezTo>
                  <a:lnTo>
                    <a:pt x="2741" y="1387"/>
                  </a:lnTo>
                  <a:cubicBezTo>
                    <a:pt x="2206" y="1387"/>
                    <a:pt x="1733" y="915"/>
                    <a:pt x="1733" y="347"/>
                  </a:cubicBezTo>
                  <a:lnTo>
                    <a:pt x="173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85"/>
            <p:cNvSpPr/>
            <p:nvPr/>
          </p:nvSpPr>
          <p:spPr>
            <a:xfrm>
              <a:off x="-30853350" y="3295000"/>
              <a:ext cx="51225" cy="104000"/>
            </a:xfrm>
            <a:custGeom>
              <a:avLst/>
              <a:gdLst/>
              <a:ahLst/>
              <a:cxnLst/>
              <a:rect l="l" t="t" r="r" b="b"/>
              <a:pathLst>
                <a:path w="2049" h="4160" extrusionOk="0">
                  <a:moveTo>
                    <a:pt x="1" y="1"/>
                  </a:moveTo>
                  <a:lnTo>
                    <a:pt x="1" y="4160"/>
                  </a:lnTo>
                  <a:lnTo>
                    <a:pt x="2049" y="4160"/>
                  </a:lnTo>
                  <a:lnTo>
                    <a:pt x="2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85"/>
            <p:cNvSpPr/>
            <p:nvPr/>
          </p:nvSpPr>
          <p:spPr>
            <a:xfrm>
              <a:off x="-30853350" y="3227275"/>
              <a:ext cx="51225" cy="51225"/>
            </a:xfrm>
            <a:custGeom>
              <a:avLst/>
              <a:gdLst/>
              <a:ahLst/>
              <a:cxnLst/>
              <a:rect l="l" t="t" r="r" b="b"/>
              <a:pathLst>
                <a:path w="2049" h="2049" extrusionOk="0">
                  <a:moveTo>
                    <a:pt x="1009" y="1"/>
                  </a:moveTo>
                  <a:cubicBezTo>
                    <a:pt x="473" y="1"/>
                    <a:pt x="1" y="473"/>
                    <a:pt x="1" y="1040"/>
                  </a:cubicBezTo>
                  <a:lnTo>
                    <a:pt x="1" y="2048"/>
                  </a:lnTo>
                  <a:lnTo>
                    <a:pt x="2049" y="2048"/>
                  </a:lnTo>
                  <a:lnTo>
                    <a:pt x="2049" y="1040"/>
                  </a:lnTo>
                  <a:cubicBezTo>
                    <a:pt x="2049" y="473"/>
                    <a:pt x="157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85"/>
            <p:cNvSpPr/>
            <p:nvPr/>
          </p:nvSpPr>
          <p:spPr>
            <a:xfrm>
              <a:off x="-30851775" y="3416300"/>
              <a:ext cx="46500" cy="51225"/>
            </a:xfrm>
            <a:custGeom>
              <a:avLst/>
              <a:gdLst/>
              <a:ahLst/>
              <a:cxnLst/>
              <a:rect l="l" t="t" r="r" b="b"/>
              <a:pathLst>
                <a:path w="1860" h="2049" extrusionOk="0">
                  <a:moveTo>
                    <a:pt x="1" y="1"/>
                  </a:moveTo>
                  <a:lnTo>
                    <a:pt x="599" y="1796"/>
                  </a:lnTo>
                  <a:cubicBezTo>
                    <a:pt x="694" y="1985"/>
                    <a:pt x="788" y="2048"/>
                    <a:pt x="946" y="2048"/>
                  </a:cubicBezTo>
                  <a:cubicBezTo>
                    <a:pt x="1103" y="2048"/>
                    <a:pt x="1229" y="1985"/>
                    <a:pt x="1261" y="1796"/>
                  </a:cubicBezTo>
                  <a:lnTo>
                    <a:pt x="18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27" name="Google Shape;6127;p85"/>
          <p:cNvGrpSpPr/>
          <p:nvPr/>
        </p:nvGrpSpPr>
        <p:grpSpPr>
          <a:xfrm>
            <a:off x="3056343" y="3200941"/>
            <a:ext cx="353645" cy="354191"/>
            <a:chOff x="-31093575" y="3552550"/>
            <a:chExt cx="291450" cy="291900"/>
          </a:xfrm>
        </p:grpSpPr>
        <p:sp>
          <p:nvSpPr>
            <p:cNvPr id="6128" name="Google Shape;6128;p85"/>
            <p:cNvSpPr/>
            <p:nvPr/>
          </p:nvSpPr>
          <p:spPr>
            <a:xfrm>
              <a:off x="-31011650" y="3745525"/>
              <a:ext cx="7900" cy="12625"/>
            </a:xfrm>
            <a:custGeom>
              <a:avLst/>
              <a:gdLst/>
              <a:ahLst/>
              <a:cxnLst/>
              <a:rect l="l" t="t" r="r" b="b"/>
              <a:pathLst>
                <a:path w="316" h="505" extrusionOk="0">
                  <a:moveTo>
                    <a:pt x="158" y="1"/>
                  </a:moveTo>
                  <a:lnTo>
                    <a:pt x="0" y="505"/>
                  </a:lnTo>
                  <a:lnTo>
                    <a:pt x="315" y="505"/>
                  </a:lnTo>
                  <a:lnTo>
                    <a:pt x="1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85"/>
            <p:cNvSpPr/>
            <p:nvPr/>
          </p:nvSpPr>
          <p:spPr>
            <a:xfrm>
              <a:off x="-31093575" y="3671500"/>
              <a:ext cx="171725" cy="172950"/>
            </a:xfrm>
            <a:custGeom>
              <a:avLst/>
              <a:gdLst/>
              <a:ahLst/>
              <a:cxnLst/>
              <a:rect l="l" t="t" r="r" b="b"/>
              <a:pathLst>
                <a:path w="6869" h="6918" extrusionOk="0">
                  <a:moveTo>
                    <a:pt x="3427" y="1449"/>
                  </a:moveTo>
                  <a:cubicBezTo>
                    <a:pt x="3569" y="1449"/>
                    <a:pt x="3718" y="1512"/>
                    <a:pt x="3781" y="1638"/>
                  </a:cubicBezTo>
                  <a:lnTo>
                    <a:pt x="4317" y="3466"/>
                  </a:lnTo>
                  <a:lnTo>
                    <a:pt x="4474" y="3466"/>
                  </a:lnTo>
                  <a:cubicBezTo>
                    <a:pt x="4695" y="3466"/>
                    <a:pt x="4852" y="3623"/>
                    <a:pt x="4852" y="3812"/>
                  </a:cubicBezTo>
                  <a:cubicBezTo>
                    <a:pt x="4852" y="3970"/>
                    <a:pt x="4726" y="4127"/>
                    <a:pt x="4537" y="4127"/>
                  </a:cubicBezTo>
                  <a:lnTo>
                    <a:pt x="4789" y="5072"/>
                  </a:lnTo>
                  <a:cubicBezTo>
                    <a:pt x="4852" y="5262"/>
                    <a:pt x="4758" y="5419"/>
                    <a:pt x="4569" y="5514"/>
                  </a:cubicBezTo>
                  <a:cubicBezTo>
                    <a:pt x="4545" y="5518"/>
                    <a:pt x="4521" y="5520"/>
                    <a:pt x="4498" y="5520"/>
                  </a:cubicBezTo>
                  <a:cubicBezTo>
                    <a:pt x="4341" y="5520"/>
                    <a:pt x="4210" y="5427"/>
                    <a:pt x="4128" y="5262"/>
                  </a:cubicBezTo>
                  <a:lnTo>
                    <a:pt x="3781" y="4127"/>
                  </a:lnTo>
                  <a:lnTo>
                    <a:pt x="3057" y="4127"/>
                  </a:lnTo>
                  <a:lnTo>
                    <a:pt x="2710" y="5262"/>
                  </a:lnTo>
                  <a:cubicBezTo>
                    <a:pt x="2683" y="5427"/>
                    <a:pt x="2535" y="5520"/>
                    <a:pt x="2351" y="5520"/>
                  </a:cubicBezTo>
                  <a:cubicBezTo>
                    <a:pt x="2325" y="5520"/>
                    <a:pt x="2297" y="5518"/>
                    <a:pt x="2269" y="5514"/>
                  </a:cubicBezTo>
                  <a:cubicBezTo>
                    <a:pt x="2080" y="5451"/>
                    <a:pt x="2017" y="5262"/>
                    <a:pt x="2049" y="5072"/>
                  </a:cubicBezTo>
                  <a:lnTo>
                    <a:pt x="2332" y="4127"/>
                  </a:lnTo>
                  <a:cubicBezTo>
                    <a:pt x="2175" y="4096"/>
                    <a:pt x="2017" y="3970"/>
                    <a:pt x="2017" y="3812"/>
                  </a:cubicBezTo>
                  <a:cubicBezTo>
                    <a:pt x="2049" y="3623"/>
                    <a:pt x="2206" y="3466"/>
                    <a:pt x="2395" y="3466"/>
                  </a:cubicBezTo>
                  <a:lnTo>
                    <a:pt x="2553" y="3466"/>
                  </a:lnTo>
                  <a:lnTo>
                    <a:pt x="3120" y="1638"/>
                  </a:lnTo>
                  <a:cubicBezTo>
                    <a:pt x="3151" y="1512"/>
                    <a:pt x="3285" y="1449"/>
                    <a:pt x="3427" y="1449"/>
                  </a:cubicBezTo>
                  <a:close/>
                  <a:moveTo>
                    <a:pt x="3435" y="0"/>
                  </a:moveTo>
                  <a:cubicBezTo>
                    <a:pt x="1544" y="0"/>
                    <a:pt x="1" y="1544"/>
                    <a:pt x="1" y="3434"/>
                  </a:cubicBezTo>
                  <a:cubicBezTo>
                    <a:pt x="1" y="5356"/>
                    <a:pt x="1544" y="6900"/>
                    <a:pt x="3435" y="6900"/>
                  </a:cubicBezTo>
                  <a:cubicBezTo>
                    <a:pt x="4065" y="6900"/>
                    <a:pt x="4632" y="6742"/>
                    <a:pt x="5168" y="6427"/>
                  </a:cubicBezTo>
                  <a:lnTo>
                    <a:pt x="6365" y="6900"/>
                  </a:lnTo>
                  <a:cubicBezTo>
                    <a:pt x="6407" y="6910"/>
                    <a:pt x="6449" y="6917"/>
                    <a:pt x="6491" y="6917"/>
                  </a:cubicBezTo>
                  <a:cubicBezTo>
                    <a:pt x="6575" y="6917"/>
                    <a:pt x="6659" y="6889"/>
                    <a:pt x="6743" y="6805"/>
                  </a:cubicBezTo>
                  <a:cubicBezTo>
                    <a:pt x="6806" y="6742"/>
                    <a:pt x="6869" y="6616"/>
                    <a:pt x="6869" y="6459"/>
                  </a:cubicBezTo>
                  <a:lnTo>
                    <a:pt x="6491" y="5009"/>
                  </a:lnTo>
                  <a:cubicBezTo>
                    <a:pt x="6743" y="4537"/>
                    <a:pt x="6869" y="4001"/>
                    <a:pt x="6869" y="3466"/>
                  </a:cubicBezTo>
                  <a:cubicBezTo>
                    <a:pt x="6869" y="3119"/>
                    <a:pt x="6774" y="2804"/>
                    <a:pt x="6711" y="2489"/>
                  </a:cubicBezTo>
                  <a:cubicBezTo>
                    <a:pt x="6617" y="2426"/>
                    <a:pt x="6491" y="2395"/>
                    <a:pt x="6428" y="2363"/>
                  </a:cubicBezTo>
                  <a:lnTo>
                    <a:pt x="5514" y="2710"/>
                  </a:lnTo>
                  <a:cubicBezTo>
                    <a:pt x="5389" y="2755"/>
                    <a:pt x="5256" y="2780"/>
                    <a:pt x="5125" y="2780"/>
                  </a:cubicBezTo>
                  <a:cubicBezTo>
                    <a:pt x="4892" y="2780"/>
                    <a:pt x="4667" y="2702"/>
                    <a:pt x="4506" y="2521"/>
                  </a:cubicBezTo>
                  <a:cubicBezTo>
                    <a:pt x="4222" y="2269"/>
                    <a:pt x="4096" y="1891"/>
                    <a:pt x="4159" y="1481"/>
                  </a:cubicBezTo>
                  <a:lnTo>
                    <a:pt x="4443" y="221"/>
                  </a:lnTo>
                  <a:cubicBezTo>
                    <a:pt x="4443" y="189"/>
                    <a:pt x="4443" y="189"/>
                    <a:pt x="4411" y="158"/>
                  </a:cubicBezTo>
                  <a:cubicBezTo>
                    <a:pt x="4096" y="63"/>
                    <a:pt x="3781" y="0"/>
                    <a:pt x="34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85"/>
            <p:cNvSpPr/>
            <p:nvPr/>
          </p:nvSpPr>
          <p:spPr>
            <a:xfrm>
              <a:off x="-30895875" y="3621075"/>
              <a:ext cx="15775" cy="26025"/>
            </a:xfrm>
            <a:custGeom>
              <a:avLst/>
              <a:gdLst/>
              <a:ahLst/>
              <a:cxnLst/>
              <a:rect l="l" t="t" r="r" b="b"/>
              <a:pathLst>
                <a:path w="631" h="1041" extrusionOk="0">
                  <a:moveTo>
                    <a:pt x="0" y="1"/>
                  </a:moveTo>
                  <a:cubicBezTo>
                    <a:pt x="32" y="410"/>
                    <a:pt x="126" y="694"/>
                    <a:pt x="315" y="1041"/>
                  </a:cubicBezTo>
                  <a:cubicBezTo>
                    <a:pt x="473" y="694"/>
                    <a:pt x="599" y="347"/>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85"/>
            <p:cNvSpPr/>
            <p:nvPr/>
          </p:nvSpPr>
          <p:spPr>
            <a:xfrm>
              <a:off x="-30974650" y="3552550"/>
              <a:ext cx="172525" cy="172400"/>
            </a:xfrm>
            <a:custGeom>
              <a:avLst/>
              <a:gdLst/>
              <a:ahLst/>
              <a:cxnLst/>
              <a:rect l="l" t="t" r="r" b="b"/>
              <a:pathLst>
                <a:path w="6901" h="6896" extrusionOk="0">
                  <a:moveTo>
                    <a:pt x="3435" y="1356"/>
                  </a:moveTo>
                  <a:cubicBezTo>
                    <a:pt x="3624" y="1356"/>
                    <a:pt x="3782" y="1513"/>
                    <a:pt x="3782" y="1734"/>
                  </a:cubicBezTo>
                  <a:lnTo>
                    <a:pt x="3782" y="2080"/>
                  </a:lnTo>
                  <a:lnTo>
                    <a:pt x="4821" y="2080"/>
                  </a:lnTo>
                  <a:cubicBezTo>
                    <a:pt x="5010" y="2080"/>
                    <a:pt x="5168" y="2238"/>
                    <a:pt x="5168" y="2427"/>
                  </a:cubicBezTo>
                  <a:cubicBezTo>
                    <a:pt x="5168" y="2616"/>
                    <a:pt x="5010" y="2742"/>
                    <a:pt x="4821" y="2742"/>
                  </a:cubicBezTo>
                  <a:lnTo>
                    <a:pt x="4412" y="2742"/>
                  </a:lnTo>
                  <a:cubicBezTo>
                    <a:pt x="4380" y="3341"/>
                    <a:pt x="4191" y="3876"/>
                    <a:pt x="3876" y="4412"/>
                  </a:cubicBezTo>
                  <a:cubicBezTo>
                    <a:pt x="3908" y="4443"/>
                    <a:pt x="3908" y="4475"/>
                    <a:pt x="3939" y="4506"/>
                  </a:cubicBezTo>
                  <a:lnTo>
                    <a:pt x="4349" y="4916"/>
                  </a:lnTo>
                  <a:cubicBezTo>
                    <a:pt x="4443" y="5042"/>
                    <a:pt x="4443" y="5262"/>
                    <a:pt x="4349" y="5388"/>
                  </a:cubicBezTo>
                  <a:cubicBezTo>
                    <a:pt x="4286" y="5451"/>
                    <a:pt x="4191" y="5483"/>
                    <a:pt x="4101" y="5483"/>
                  </a:cubicBezTo>
                  <a:cubicBezTo>
                    <a:pt x="4010" y="5483"/>
                    <a:pt x="3923" y="5451"/>
                    <a:pt x="3876" y="5388"/>
                  </a:cubicBezTo>
                  <a:lnTo>
                    <a:pt x="3466" y="4979"/>
                  </a:lnTo>
                  <a:lnTo>
                    <a:pt x="3435" y="4947"/>
                  </a:lnTo>
                  <a:lnTo>
                    <a:pt x="3403" y="4979"/>
                  </a:lnTo>
                  <a:lnTo>
                    <a:pt x="2994" y="5388"/>
                  </a:lnTo>
                  <a:cubicBezTo>
                    <a:pt x="2931" y="5451"/>
                    <a:pt x="2844" y="5483"/>
                    <a:pt x="2758" y="5483"/>
                  </a:cubicBezTo>
                  <a:cubicBezTo>
                    <a:pt x="2671" y="5483"/>
                    <a:pt x="2584" y="5451"/>
                    <a:pt x="2521" y="5388"/>
                  </a:cubicBezTo>
                  <a:cubicBezTo>
                    <a:pt x="2395" y="5262"/>
                    <a:pt x="2395" y="5042"/>
                    <a:pt x="2521" y="4916"/>
                  </a:cubicBezTo>
                  <a:lnTo>
                    <a:pt x="2931" y="4506"/>
                  </a:lnTo>
                  <a:cubicBezTo>
                    <a:pt x="2962" y="4475"/>
                    <a:pt x="2962" y="4443"/>
                    <a:pt x="2994" y="4412"/>
                  </a:cubicBezTo>
                  <a:cubicBezTo>
                    <a:pt x="2679" y="3939"/>
                    <a:pt x="2490" y="3341"/>
                    <a:pt x="2458" y="2742"/>
                  </a:cubicBezTo>
                  <a:lnTo>
                    <a:pt x="2049" y="2742"/>
                  </a:lnTo>
                  <a:cubicBezTo>
                    <a:pt x="1860" y="2742"/>
                    <a:pt x="1702" y="2584"/>
                    <a:pt x="1702" y="2395"/>
                  </a:cubicBezTo>
                  <a:cubicBezTo>
                    <a:pt x="1702" y="2206"/>
                    <a:pt x="1860" y="2049"/>
                    <a:pt x="2049" y="2049"/>
                  </a:cubicBezTo>
                  <a:lnTo>
                    <a:pt x="3088" y="2049"/>
                  </a:lnTo>
                  <a:lnTo>
                    <a:pt x="3088" y="1734"/>
                  </a:lnTo>
                  <a:cubicBezTo>
                    <a:pt x="3088" y="1513"/>
                    <a:pt x="3246" y="1356"/>
                    <a:pt x="3435" y="1356"/>
                  </a:cubicBezTo>
                  <a:close/>
                  <a:moveTo>
                    <a:pt x="3466" y="1"/>
                  </a:moveTo>
                  <a:cubicBezTo>
                    <a:pt x="1576" y="1"/>
                    <a:pt x="32" y="1576"/>
                    <a:pt x="32" y="3467"/>
                  </a:cubicBezTo>
                  <a:cubicBezTo>
                    <a:pt x="32" y="3971"/>
                    <a:pt x="158" y="4506"/>
                    <a:pt x="411" y="4979"/>
                  </a:cubicBezTo>
                  <a:lnTo>
                    <a:pt x="32" y="6459"/>
                  </a:lnTo>
                  <a:cubicBezTo>
                    <a:pt x="1" y="6554"/>
                    <a:pt x="32" y="6680"/>
                    <a:pt x="158" y="6806"/>
                  </a:cubicBezTo>
                  <a:cubicBezTo>
                    <a:pt x="225" y="6851"/>
                    <a:pt x="324" y="6895"/>
                    <a:pt x="420" y="6895"/>
                  </a:cubicBezTo>
                  <a:cubicBezTo>
                    <a:pt x="460" y="6895"/>
                    <a:pt x="500" y="6887"/>
                    <a:pt x="537" y="6869"/>
                  </a:cubicBezTo>
                  <a:lnTo>
                    <a:pt x="1734" y="6396"/>
                  </a:lnTo>
                  <a:cubicBezTo>
                    <a:pt x="2269" y="6712"/>
                    <a:pt x="2899" y="6869"/>
                    <a:pt x="3466" y="6869"/>
                  </a:cubicBezTo>
                  <a:cubicBezTo>
                    <a:pt x="5357" y="6869"/>
                    <a:pt x="6901" y="5357"/>
                    <a:pt x="6901" y="3435"/>
                  </a:cubicBezTo>
                  <a:cubicBezTo>
                    <a:pt x="6901" y="1576"/>
                    <a:pt x="5325"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2" name="Google Shape;6132;p85"/>
          <p:cNvGrpSpPr/>
          <p:nvPr/>
        </p:nvGrpSpPr>
        <p:grpSpPr>
          <a:xfrm>
            <a:off x="2182711" y="1380546"/>
            <a:ext cx="332593" cy="353645"/>
            <a:chOff x="-34755225" y="3202075"/>
            <a:chExt cx="274100" cy="291450"/>
          </a:xfrm>
        </p:grpSpPr>
        <p:sp>
          <p:nvSpPr>
            <p:cNvPr id="6133" name="Google Shape;6133;p85"/>
            <p:cNvSpPr/>
            <p:nvPr/>
          </p:nvSpPr>
          <p:spPr>
            <a:xfrm>
              <a:off x="-34703250" y="3389525"/>
              <a:ext cx="84300" cy="34675"/>
            </a:xfrm>
            <a:custGeom>
              <a:avLst/>
              <a:gdLst/>
              <a:ahLst/>
              <a:cxnLst/>
              <a:rect l="l" t="t" r="r" b="b"/>
              <a:pathLst>
                <a:path w="3372" h="1387" extrusionOk="0">
                  <a:moveTo>
                    <a:pt x="1670" y="1"/>
                  </a:moveTo>
                  <a:cubicBezTo>
                    <a:pt x="883" y="1"/>
                    <a:pt x="158" y="599"/>
                    <a:pt x="0" y="1387"/>
                  </a:cubicBezTo>
                  <a:lnTo>
                    <a:pt x="3371" y="1387"/>
                  </a:lnTo>
                  <a:cubicBezTo>
                    <a:pt x="3214" y="599"/>
                    <a:pt x="2489"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85"/>
            <p:cNvSpPr/>
            <p:nvPr/>
          </p:nvSpPr>
          <p:spPr>
            <a:xfrm>
              <a:off x="-34636300" y="3348575"/>
              <a:ext cx="69325" cy="75625"/>
            </a:xfrm>
            <a:custGeom>
              <a:avLst/>
              <a:gdLst/>
              <a:ahLst/>
              <a:cxnLst/>
              <a:rect l="l" t="t" r="r" b="b"/>
              <a:pathLst>
                <a:path w="2773" h="3025" extrusionOk="0">
                  <a:moveTo>
                    <a:pt x="2111" y="0"/>
                  </a:moveTo>
                  <a:lnTo>
                    <a:pt x="1387" y="221"/>
                  </a:lnTo>
                  <a:cubicBezTo>
                    <a:pt x="1298" y="265"/>
                    <a:pt x="1179" y="290"/>
                    <a:pt x="1049" y="290"/>
                  </a:cubicBezTo>
                  <a:cubicBezTo>
                    <a:pt x="808" y="290"/>
                    <a:pt x="531" y="205"/>
                    <a:pt x="347" y="0"/>
                  </a:cubicBezTo>
                  <a:lnTo>
                    <a:pt x="347" y="0"/>
                  </a:lnTo>
                  <a:cubicBezTo>
                    <a:pt x="378" y="63"/>
                    <a:pt x="378" y="189"/>
                    <a:pt x="378" y="315"/>
                  </a:cubicBezTo>
                  <a:cubicBezTo>
                    <a:pt x="378" y="662"/>
                    <a:pt x="221" y="977"/>
                    <a:pt x="0" y="1229"/>
                  </a:cubicBezTo>
                  <a:cubicBezTo>
                    <a:pt x="725" y="1575"/>
                    <a:pt x="1229" y="2237"/>
                    <a:pt x="1355" y="3025"/>
                  </a:cubicBezTo>
                  <a:lnTo>
                    <a:pt x="2773" y="3025"/>
                  </a:lnTo>
                  <a:lnTo>
                    <a:pt x="2773" y="221"/>
                  </a:lnTo>
                  <a:cubicBezTo>
                    <a:pt x="2521" y="189"/>
                    <a:pt x="2300" y="126"/>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85"/>
            <p:cNvSpPr/>
            <p:nvPr/>
          </p:nvSpPr>
          <p:spPr>
            <a:xfrm>
              <a:off x="-34752875" y="3253275"/>
              <a:ext cx="126050" cy="170925"/>
            </a:xfrm>
            <a:custGeom>
              <a:avLst/>
              <a:gdLst/>
              <a:ahLst/>
              <a:cxnLst/>
              <a:rect l="l" t="t" r="r" b="b"/>
              <a:pathLst>
                <a:path w="5042" h="6837" extrusionOk="0">
                  <a:moveTo>
                    <a:pt x="1" y="0"/>
                  </a:moveTo>
                  <a:lnTo>
                    <a:pt x="1" y="6837"/>
                  </a:lnTo>
                  <a:lnTo>
                    <a:pt x="1418" y="6837"/>
                  </a:lnTo>
                  <a:cubicBezTo>
                    <a:pt x="1450" y="6018"/>
                    <a:pt x="1954" y="5356"/>
                    <a:pt x="2679" y="4978"/>
                  </a:cubicBezTo>
                  <a:cubicBezTo>
                    <a:pt x="2427" y="4757"/>
                    <a:pt x="2301" y="4442"/>
                    <a:pt x="2301" y="4064"/>
                  </a:cubicBezTo>
                  <a:cubicBezTo>
                    <a:pt x="2301" y="3340"/>
                    <a:pt x="2931" y="2710"/>
                    <a:pt x="3687" y="2710"/>
                  </a:cubicBezTo>
                  <a:cubicBezTo>
                    <a:pt x="4128" y="2710"/>
                    <a:pt x="4474" y="2899"/>
                    <a:pt x="4758" y="3214"/>
                  </a:cubicBezTo>
                  <a:cubicBezTo>
                    <a:pt x="4726" y="3056"/>
                    <a:pt x="4758" y="2899"/>
                    <a:pt x="4789" y="2741"/>
                  </a:cubicBezTo>
                  <a:lnTo>
                    <a:pt x="5041" y="2016"/>
                  </a:lnTo>
                  <a:cubicBezTo>
                    <a:pt x="4821" y="1607"/>
                    <a:pt x="4758" y="1134"/>
                    <a:pt x="4758" y="662"/>
                  </a:cubicBezTo>
                  <a:cubicBezTo>
                    <a:pt x="4758" y="410"/>
                    <a:pt x="4789" y="189"/>
                    <a:pt x="4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85"/>
            <p:cNvSpPr/>
            <p:nvPr/>
          </p:nvSpPr>
          <p:spPr>
            <a:xfrm>
              <a:off x="-34677250" y="3338325"/>
              <a:ext cx="33875" cy="33900"/>
            </a:xfrm>
            <a:custGeom>
              <a:avLst/>
              <a:gdLst/>
              <a:ahLst/>
              <a:cxnLst/>
              <a:rect l="l" t="t" r="r" b="b"/>
              <a:pathLst>
                <a:path w="1355" h="1356" extrusionOk="0">
                  <a:moveTo>
                    <a:pt x="662" y="1"/>
                  </a:moveTo>
                  <a:cubicBezTo>
                    <a:pt x="315" y="1"/>
                    <a:pt x="0" y="316"/>
                    <a:pt x="0" y="694"/>
                  </a:cubicBezTo>
                  <a:cubicBezTo>
                    <a:pt x="0" y="1040"/>
                    <a:pt x="315" y="1355"/>
                    <a:pt x="662" y="1355"/>
                  </a:cubicBezTo>
                  <a:cubicBezTo>
                    <a:pt x="1040" y="1355"/>
                    <a:pt x="1355" y="1040"/>
                    <a:pt x="1355" y="694"/>
                  </a:cubicBezTo>
                  <a:cubicBezTo>
                    <a:pt x="1355" y="316"/>
                    <a:pt x="1040"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85"/>
            <p:cNvSpPr/>
            <p:nvPr/>
          </p:nvSpPr>
          <p:spPr>
            <a:xfrm>
              <a:off x="-34618200" y="3202500"/>
              <a:ext cx="137075" cy="135850"/>
            </a:xfrm>
            <a:custGeom>
              <a:avLst/>
              <a:gdLst/>
              <a:ahLst/>
              <a:cxnLst/>
              <a:rect l="l" t="t" r="r" b="b"/>
              <a:pathLst>
                <a:path w="5483" h="5434" extrusionOk="0">
                  <a:moveTo>
                    <a:pt x="2710" y="992"/>
                  </a:moveTo>
                  <a:cubicBezTo>
                    <a:pt x="2899" y="992"/>
                    <a:pt x="3057" y="1149"/>
                    <a:pt x="3057" y="1338"/>
                  </a:cubicBezTo>
                  <a:cubicBezTo>
                    <a:pt x="3057" y="1559"/>
                    <a:pt x="2899" y="1716"/>
                    <a:pt x="2710" y="1716"/>
                  </a:cubicBezTo>
                  <a:cubicBezTo>
                    <a:pt x="2521" y="1716"/>
                    <a:pt x="2364" y="1559"/>
                    <a:pt x="2364" y="1338"/>
                  </a:cubicBezTo>
                  <a:cubicBezTo>
                    <a:pt x="2395" y="1149"/>
                    <a:pt x="2553" y="992"/>
                    <a:pt x="2710" y="992"/>
                  </a:cubicBezTo>
                  <a:close/>
                  <a:moveTo>
                    <a:pt x="2742" y="2346"/>
                  </a:moveTo>
                  <a:cubicBezTo>
                    <a:pt x="2962" y="2346"/>
                    <a:pt x="3120" y="2504"/>
                    <a:pt x="3120" y="2693"/>
                  </a:cubicBezTo>
                  <a:lnTo>
                    <a:pt x="3120" y="4079"/>
                  </a:lnTo>
                  <a:cubicBezTo>
                    <a:pt x="3120" y="4268"/>
                    <a:pt x="2962" y="4426"/>
                    <a:pt x="2742" y="4426"/>
                  </a:cubicBezTo>
                  <a:cubicBezTo>
                    <a:pt x="2553" y="4426"/>
                    <a:pt x="2395" y="4268"/>
                    <a:pt x="2395" y="4079"/>
                  </a:cubicBezTo>
                  <a:lnTo>
                    <a:pt x="2395" y="2693"/>
                  </a:lnTo>
                  <a:cubicBezTo>
                    <a:pt x="2395" y="2504"/>
                    <a:pt x="2553" y="2346"/>
                    <a:pt x="2742" y="2346"/>
                  </a:cubicBezTo>
                  <a:close/>
                  <a:moveTo>
                    <a:pt x="2646" y="0"/>
                  </a:moveTo>
                  <a:cubicBezTo>
                    <a:pt x="1359" y="0"/>
                    <a:pt x="1" y="1099"/>
                    <a:pt x="1" y="2724"/>
                  </a:cubicBezTo>
                  <a:cubicBezTo>
                    <a:pt x="1" y="3197"/>
                    <a:pt x="127" y="3638"/>
                    <a:pt x="348" y="4016"/>
                  </a:cubicBezTo>
                  <a:lnTo>
                    <a:pt x="33" y="4961"/>
                  </a:lnTo>
                  <a:cubicBezTo>
                    <a:pt x="1" y="5087"/>
                    <a:pt x="33" y="5245"/>
                    <a:pt x="127" y="5339"/>
                  </a:cubicBezTo>
                  <a:cubicBezTo>
                    <a:pt x="167" y="5399"/>
                    <a:pt x="245" y="5421"/>
                    <a:pt x="329" y="5421"/>
                  </a:cubicBezTo>
                  <a:cubicBezTo>
                    <a:pt x="377" y="5421"/>
                    <a:pt x="427" y="5414"/>
                    <a:pt x="474" y="5402"/>
                  </a:cubicBezTo>
                  <a:lnTo>
                    <a:pt x="1419" y="5087"/>
                  </a:lnTo>
                  <a:cubicBezTo>
                    <a:pt x="1797" y="5339"/>
                    <a:pt x="2238" y="5434"/>
                    <a:pt x="2742" y="5434"/>
                  </a:cubicBezTo>
                  <a:cubicBezTo>
                    <a:pt x="4254" y="5434"/>
                    <a:pt x="5483" y="4237"/>
                    <a:pt x="5483" y="2724"/>
                  </a:cubicBezTo>
                  <a:cubicBezTo>
                    <a:pt x="5483" y="1275"/>
                    <a:pt x="4317" y="78"/>
                    <a:pt x="2899" y="15"/>
                  </a:cubicBezTo>
                  <a:cubicBezTo>
                    <a:pt x="2815" y="5"/>
                    <a:pt x="2731" y="0"/>
                    <a:pt x="26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85"/>
            <p:cNvSpPr/>
            <p:nvPr/>
          </p:nvSpPr>
          <p:spPr>
            <a:xfrm>
              <a:off x="-34755225" y="3440725"/>
              <a:ext cx="188250" cy="52800"/>
            </a:xfrm>
            <a:custGeom>
              <a:avLst/>
              <a:gdLst/>
              <a:ahLst/>
              <a:cxnLst/>
              <a:rect l="l" t="t" r="r" b="b"/>
              <a:pathLst>
                <a:path w="7530" h="2112" extrusionOk="0">
                  <a:moveTo>
                    <a:pt x="0" y="0"/>
                  </a:moveTo>
                  <a:lnTo>
                    <a:pt x="0" y="1071"/>
                  </a:lnTo>
                  <a:cubicBezTo>
                    <a:pt x="0" y="1670"/>
                    <a:pt x="473" y="2111"/>
                    <a:pt x="1040" y="2111"/>
                  </a:cubicBezTo>
                  <a:lnTo>
                    <a:pt x="6490" y="2111"/>
                  </a:lnTo>
                  <a:cubicBezTo>
                    <a:pt x="7057" y="2111"/>
                    <a:pt x="7530" y="1639"/>
                    <a:pt x="7530" y="1071"/>
                  </a:cubicBezTo>
                  <a:lnTo>
                    <a:pt x="75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85"/>
            <p:cNvSpPr/>
            <p:nvPr/>
          </p:nvSpPr>
          <p:spPr>
            <a:xfrm>
              <a:off x="-34754450" y="3202075"/>
              <a:ext cx="153600" cy="33900"/>
            </a:xfrm>
            <a:custGeom>
              <a:avLst/>
              <a:gdLst/>
              <a:ahLst/>
              <a:cxnLst/>
              <a:rect l="l" t="t" r="r" b="b"/>
              <a:pathLst>
                <a:path w="6144" h="1356" extrusionOk="0">
                  <a:moveTo>
                    <a:pt x="1040" y="0"/>
                  </a:moveTo>
                  <a:cubicBezTo>
                    <a:pt x="473" y="0"/>
                    <a:pt x="1" y="473"/>
                    <a:pt x="1" y="1009"/>
                  </a:cubicBezTo>
                  <a:lnTo>
                    <a:pt x="1" y="1355"/>
                  </a:lnTo>
                  <a:lnTo>
                    <a:pt x="5104" y="1355"/>
                  </a:lnTo>
                  <a:cubicBezTo>
                    <a:pt x="5293" y="819"/>
                    <a:pt x="5672" y="347"/>
                    <a:pt x="61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0" name="Google Shape;6140;p85"/>
          <p:cNvGrpSpPr/>
          <p:nvPr/>
        </p:nvGrpSpPr>
        <p:grpSpPr>
          <a:xfrm>
            <a:off x="3056343" y="3666169"/>
            <a:ext cx="353645" cy="353615"/>
            <a:chOff x="-31093575" y="3911725"/>
            <a:chExt cx="291450" cy="291425"/>
          </a:xfrm>
        </p:grpSpPr>
        <p:sp>
          <p:nvSpPr>
            <p:cNvPr id="6141" name="Google Shape;6141;p85"/>
            <p:cNvSpPr/>
            <p:nvPr/>
          </p:nvSpPr>
          <p:spPr>
            <a:xfrm>
              <a:off x="-31093575" y="3911725"/>
              <a:ext cx="291450" cy="291425"/>
            </a:xfrm>
            <a:custGeom>
              <a:avLst/>
              <a:gdLst/>
              <a:ahLst/>
              <a:cxnLst/>
              <a:rect l="l" t="t" r="r" b="b"/>
              <a:pathLst>
                <a:path w="11658" h="11657" extrusionOk="0">
                  <a:moveTo>
                    <a:pt x="5829" y="0"/>
                  </a:moveTo>
                  <a:cubicBezTo>
                    <a:pt x="3372" y="0"/>
                    <a:pt x="1261" y="1796"/>
                    <a:pt x="788" y="4159"/>
                  </a:cubicBezTo>
                  <a:cubicBezTo>
                    <a:pt x="347" y="4285"/>
                    <a:pt x="1" y="4694"/>
                    <a:pt x="1" y="5167"/>
                  </a:cubicBezTo>
                  <a:lnTo>
                    <a:pt x="1" y="7876"/>
                  </a:lnTo>
                  <a:cubicBezTo>
                    <a:pt x="1" y="8412"/>
                    <a:pt x="473" y="8885"/>
                    <a:pt x="1009" y="8885"/>
                  </a:cubicBezTo>
                  <a:lnTo>
                    <a:pt x="1702" y="8885"/>
                  </a:lnTo>
                  <a:cubicBezTo>
                    <a:pt x="1891" y="8885"/>
                    <a:pt x="2049" y="8727"/>
                    <a:pt x="2049" y="8538"/>
                  </a:cubicBezTo>
                  <a:lnTo>
                    <a:pt x="2049" y="4442"/>
                  </a:lnTo>
                  <a:cubicBezTo>
                    <a:pt x="2049" y="4253"/>
                    <a:pt x="1891" y="4096"/>
                    <a:pt x="1702" y="4096"/>
                  </a:cubicBezTo>
                  <a:lnTo>
                    <a:pt x="1481" y="4096"/>
                  </a:lnTo>
                  <a:cubicBezTo>
                    <a:pt x="1954" y="2111"/>
                    <a:pt x="3781" y="630"/>
                    <a:pt x="5829" y="630"/>
                  </a:cubicBezTo>
                  <a:cubicBezTo>
                    <a:pt x="7877" y="630"/>
                    <a:pt x="9673" y="2111"/>
                    <a:pt x="10145" y="4096"/>
                  </a:cubicBezTo>
                  <a:lnTo>
                    <a:pt x="9956" y="4096"/>
                  </a:lnTo>
                  <a:cubicBezTo>
                    <a:pt x="9767" y="4096"/>
                    <a:pt x="9610" y="4253"/>
                    <a:pt x="9610" y="4442"/>
                  </a:cubicBezTo>
                  <a:lnTo>
                    <a:pt x="9610" y="8538"/>
                  </a:lnTo>
                  <a:cubicBezTo>
                    <a:pt x="9610" y="8727"/>
                    <a:pt x="9767" y="8885"/>
                    <a:pt x="9956" y="8885"/>
                  </a:cubicBezTo>
                  <a:lnTo>
                    <a:pt x="10271" y="8885"/>
                  </a:lnTo>
                  <a:cubicBezTo>
                    <a:pt x="10114" y="9672"/>
                    <a:pt x="9421" y="10271"/>
                    <a:pt x="8570" y="10271"/>
                  </a:cubicBezTo>
                  <a:lnTo>
                    <a:pt x="6774" y="10271"/>
                  </a:lnTo>
                  <a:cubicBezTo>
                    <a:pt x="6617" y="9893"/>
                    <a:pt x="6270" y="9609"/>
                    <a:pt x="5829" y="9609"/>
                  </a:cubicBezTo>
                  <a:cubicBezTo>
                    <a:pt x="5262" y="9609"/>
                    <a:pt x="4789" y="10082"/>
                    <a:pt x="4789" y="10617"/>
                  </a:cubicBezTo>
                  <a:cubicBezTo>
                    <a:pt x="4789" y="11184"/>
                    <a:pt x="5262" y="11657"/>
                    <a:pt x="5829" y="11657"/>
                  </a:cubicBezTo>
                  <a:cubicBezTo>
                    <a:pt x="6270" y="11657"/>
                    <a:pt x="6648" y="11373"/>
                    <a:pt x="6774" y="10995"/>
                  </a:cubicBezTo>
                  <a:lnTo>
                    <a:pt x="8570" y="10995"/>
                  </a:lnTo>
                  <a:cubicBezTo>
                    <a:pt x="9799" y="10995"/>
                    <a:pt x="10775" y="10082"/>
                    <a:pt x="10933" y="8885"/>
                  </a:cubicBezTo>
                  <a:cubicBezTo>
                    <a:pt x="11342" y="8790"/>
                    <a:pt x="11658" y="8380"/>
                    <a:pt x="11658" y="7908"/>
                  </a:cubicBezTo>
                  <a:lnTo>
                    <a:pt x="11658" y="5198"/>
                  </a:lnTo>
                  <a:cubicBezTo>
                    <a:pt x="11658" y="4694"/>
                    <a:pt x="11311" y="4253"/>
                    <a:pt x="10870" y="4159"/>
                  </a:cubicBezTo>
                  <a:cubicBezTo>
                    <a:pt x="10397" y="1796"/>
                    <a:pt x="8255"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85"/>
            <p:cNvSpPr/>
            <p:nvPr/>
          </p:nvSpPr>
          <p:spPr>
            <a:xfrm>
              <a:off x="-31025825" y="3980250"/>
              <a:ext cx="156750" cy="154250"/>
            </a:xfrm>
            <a:custGeom>
              <a:avLst/>
              <a:gdLst/>
              <a:ahLst/>
              <a:cxnLst/>
              <a:rect l="l" t="t" r="r" b="b"/>
              <a:pathLst>
                <a:path w="6270" h="6170" extrusionOk="0">
                  <a:moveTo>
                    <a:pt x="3119" y="1386"/>
                  </a:moveTo>
                  <a:cubicBezTo>
                    <a:pt x="3308" y="1386"/>
                    <a:pt x="3466" y="1544"/>
                    <a:pt x="3466" y="1733"/>
                  </a:cubicBezTo>
                  <a:cubicBezTo>
                    <a:pt x="3466" y="1953"/>
                    <a:pt x="3308" y="2079"/>
                    <a:pt x="3119" y="2079"/>
                  </a:cubicBezTo>
                  <a:cubicBezTo>
                    <a:pt x="2930" y="2079"/>
                    <a:pt x="2773" y="1953"/>
                    <a:pt x="2773" y="1733"/>
                  </a:cubicBezTo>
                  <a:cubicBezTo>
                    <a:pt x="2773" y="1544"/>
                    <a:pt x="2930" y="1386"/>
                    <a:pt x="3119" y="1386"/>
                  </a:cubicBezTo>
                  <a:close/>
                  <a:moveTo>
                    <a:pt x="3119" y="2741"/>
                  </a:moveTo>
                  <a:cubicBezTo>
                    <a:pt x="3308" y="2741"/>
                    <a:pt x="3466" y="2867"/>
                    <a:pt x="3466" y="3088"/>
                  </a:cubicBezTo>
                  <a:lnTo>
                    <a:pt x="3466" y="4474"/>
                  </a:lnTo>
                  <a:cubicBezTo>
                    <a:pt x="3466" y="4663"/>
                    <a:pt x="3308" y="4820"/>
                    <a:pt x="3119" y="4820"/>
                  </a:cubicBezTo>
                  <a:cubicBezTo>
                    <a:pt x="2930" y="4820"/>
                    <a:pt x="2773" y="4663"/>
                    <a:pt x="2773" y="4474"/>
                  </a:cubicBezTo>
                  <a:lnTo>
                    <a:pt x="2773" y="3088"/>
                  </a:lnTo>
                  <a:cubicBezTo>
                    <a:pt x="2773" y="2867"/>
                    <a:pt x="2930" y="2741"/>
                    <a:pt x="3119" y="2741"/>
                  </a:cubicBezTo>
                  <a:close/>
                  <a:moveTo>
                    <a:pt x="3151" y="0"/>
                  </a:moveTo>
                  <a:cubicBezTo>
                    <a:pt x="1449" y="0"/>
                    <a:pt x="63" y="1386"/>
                    <a:pt x="63" y="3088"/>
                  </a:cubicBezTo>
                  <a:cubicBezTo>
                    <a:pt x="63" y="3592"/>
                    <a:pt x="158" y="4096"/>
                    <a:pt x="441" y="4568"/>
                  </a:cubicBezTo>
                  <a:lnTo>
                    <a:pt x="63" y="5734"/>
                  </a:lnTo>
                  <a:cubicBezTo>
                    <a:pt x="0" y="5828"/>
                    <a:pt x="0" y="5955"/>
                    <a:pt x="126" y="6081"/>
                  </a:cubicBezTo>
                  <a:cubicBezTo>
                    <a:pt x="171" y="6125"/>
                    <a:pt x="263" y="6170"/>
                    <a:pt x="357" y="6170"/>
                  </a:cubicBezTo>
                  <a:cubicBezTo>
                    <a:pt x="396" y="6170"/>
                    <a:pt x="436" y="6162"/>
                    <a:pt x="473" y="6144"/>
                  </a:cubicBezTo>
                  <a:lnTo>
                    <a:pt x="1638" y="5765"/>
                  </a:lnTo>
                  <a:cubicBezTo>
                    <a:pt x="2079" y="6049"/>
                    <a:pt x="2615" y="6144"/>
                    <a:pt x="3151" y="6144"/>
                  </a:cubicBezTo>
                  <a:cubicBezTo>
                    <a:pt x="4852" y="6144"/>
                    <a:pt x="6270" y="4789"/>
                    <a:pt x="6270" y="3088"/>
                  </a:cubicBezTo>
                  <a:cubicBezTo>
                    <a:pt x="6270" y="1386"/>
                    <a:pt x="4852"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3" name="Google Shape;6143;p85"/>
          <p:cNvGrpSpPr/>
          <p:nvPr/>
        </p:nvGrpSpPr>
        <p:grpSpPr>
          <a:xfrm>
            <a:off x="2165773" y="4123136"/>
            <a:ext cx="356497" cy="354586"/>
            <a:chOff x="-29946000" y="3183175"/>
            <a:chExt cx="293800" cy="292225"/>
          </a:xfrm>
        </p:grpSpPr>
        <p:sp>
          <p:nvSpPr>
            <p:cNvPr id="6144" name="Google Shape;6144;p85"/>
            <p:cNvSpPr/>
            <p:nvPr/>
          </p:nvSpPr>
          <p:spPr>
            <a:xfrm>
              <a:off x="-29839675" y="3355650"/>
              <a:ext cx="186700" cy="33900"/>
            </a:xfrm>
            <a:custGeom>
              <a:avLst/>
              <a:gdLst/>
              <a:ahLst/>
              <a:cxnLst/>
              <a:rect l="l" t="t" r="r" b="b"/>
              <a:pathLst>
                <a:path w="7468" h="1356" extrusionOk="0">
                  <a:moveTo>
                    <a:pt x="568" y="1"/>
                  </a:moveTo>
                  <a:cubicBezTo>
                    <a:pt x="568" y="505"/>
                    <a:pt x="379" y="977"/>
                    <a:pt x="1" y="1356"/>
                  </a:cubicBezTo>
                  <a:lnTo>
                    <a:pt x="7467" y="1356"/>
                  </a:lnTo>
                  <a:lnTo>
                    <a:pt x="7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85"/>
            <p:cNvSpPr/>
            <p:nvPr/>
          </p:nvSpPr>
          <p:spPr>
            <a:xfrm>
              <a:off x="-29824700" y="3406850"/>
              <a:ext cx="172500" cy="68550"/>
            </a:xfrm>
            <a:custGeom>
              <a:avLst/>
              <a:gdLst/>
              <a:ahLst/>
              <a:cxnLst/>
              <a:rect l="l" t="t" r="r" b="b"/>
              <a:pathLst>
                <a:path w="6900" h="2742" extrusionOk="0">
                  <a:moveTo>
                    <a:pt x="0" y="1"/>
                  </a:moveTo>
                  <a:cubicBezTo>
                    <a:pt x="662" y="505"/>
                    <a:pt x="1134" y="1292"/>
                    <a:pt x="1292" y="2237"/>
                  </a:cubicBezTo>
                  <a:cubicBezTo>
                    <a:pt x="1355" y="2395"/>
                    <a:pt x="1292" y="2584"/>
                    <a:pt x="1260" y="2742"/>
                  </a:cubicBezTo>
                  <a:lnTo>
                    <a:pt x="6553" y="2742"/>
                  </a:lnTo>
                  <a:cubicBezTo>
                    <a:pt x="6742" y="2742"/>
                    <a:pt x="6900" y="2584"/>
                    <a:pt x="6900" y="2395"/>
                  </a:cubicBezTo>
                  <a:lnTo>
                    <a:pt x="69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6" name="Google Shape;6146;p85"/>
            <p:cNvSpPr/>
            <p:nvPr/>
          </p:nvSpPr>
          <p:spPr>
            <a:xfrm>
              <a:off x="-29756975" y="3183175"/>
              <a:ext cx="69325" cy="68550"/>
            </a:xfrm>
            <a:custGeom>
              <a:avLst/>
              <a:gdLst/>
              <a:ahLst/>
              <a:cxnLst/>
              <a:rect l="l" t="t" r="r" b="b"/>
              <a:pathLst>
                <a:path w="2773" h="2742" extrusionOk="0">
                  <a:moveTo>
                    <a:pt x="1387" y="0"/>
                  </a:moveTo>
                  <a:cubicBezTo>
                    <a:pt x="631" y="0"/>
                    <a:pt x="1" y="630"/>
                    <a:pt x="1" y="1386"/>
                  </a:cubicBezTo>
                  <a:cubicBezTo>
                    <a:pt x="1" y="2111"/>
                    <a:pt x="631" y="2741"/>
                    <a:pt x="1387" y="2741"/>
                  </a:cubicBezTo>
                  <a:cubicBezTo>
                    <a:pt x="2143" y="2741"/>
                    <a:pt x="2773" y="2174"/>
                    <a:pt x="2773" y="1386"/>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7" name="Google Shape;6147;p85"/>
            <p:cNvSpPr/>
            <p:nvPr/>
          </p:nvSpPr>
          <p:spPr>
            <a:xfrm>
              <a:off x="-29790850" y="3269025"/>
              <a:ext cx="137875" cy="68550"/>
            </a:xfrm>
            <a:custGeom>
              <a:avLst/>
              <a:gdLst/>
              <a:ahLst/>
              <a:cxnLst/>
              <a:rect l="l" t="t" r="r" b="b"/>
              <a:pathLst>
                <a:path w="5515" h="2742" extrusionOk="0">
                  <a:moveTo>
                    <a:pt x="2773" y="0"/>
                  </a:moveTo>
                  <a:cubicBezTo>
                    <a:pt x="1419" y="0"/>
                    <a:pt x="221" y="1040"/>
                    <a:pt x="32" y="2363"/>
                  </a:cubicBezTo>
                  <a:cubicBezTo>
                    <a:pt x="1" y="2552"/>
                    <a:pt x="158" y="2741"/>
                    <a:pt x="379" y="2741"/>
                  </a:cubicBezTo>
                  <a:lnTo>
                    <a:pt x="5136" y="2741"/>
                  </a:lnTo>
                  <a:cubicBezTo>
                    <a:pt x="5357" y="2741"/>
                    <a:pt x="5514" y="2552"/>
                    <a:pt x="5514" y="2363"/>
                  </a:cubicBezTo>
                  <a:cubicBezTo>
                    <a:pt x="5294" y="1008"/>
                    <a:pt x="4160" y="0"/>
                    <a:pt x="27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85"/>
            <p:cNvSpPr/>
            <p:nvPr/>
          </p:nvSpPr>
          <p:spPr>
            <a:xfrm>
              <a:off x="-29911350" y="3321000"/>
              <a:ext cx="69325" cy="68550"/>
            </a:xfrm>
            <a:custGeom>
              <a:avLst/>
              <a:gdLst/>
              <a:ahLst/>
              <a:cxnLst/>
              <a:rect l="l" t="t" r="r" b="b"/>
              <a:pathLst>
                <a:path w="2773" h="2742" extrusionOk="0">
                  <a:moveTo>
                    <a:pt x="1387" y="1"/>
                  </a:moveTo>
                  <a:cubicBezTo>
                    <a:pt x="631" y="1"/>
                    <a:pt x="1" y="599"/>
                    <a:pt x="1" y="1387"/>
                  </a:cubicBezTo>
                  <a:cubicBezTo>
                    <a:pt x="1" y="2143"/>
                    <a:pt x="631" y="2742"/>
                    <a:pt x="1387" y="2742"/>
                  </a:cubicBezTo>
                  <a:cubicBezTo>
                    <a:pt x="2143" y="2742"/>
                    <a:pt x="2773" y="2143"/>
                    <a:pt x="2773" y="1387"/>
                  </a:cubicBezTo>
                  <a:cubicBezTo>
                    <a:pt x="2773" y="599"/>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9" name="Google Shape;6149;p85"/>
            <p:cNvSpPr/>
            <p:nvPr/>
          </p:nvSpPr>
          <p:spPr>
            <a:xfrm>
              <a:off x="-29946000" y="3406850"/>
              <a:ext cx="137075" cy="67775"/>
            </a:xfrm>
            <a:custGeom>
              <a:avLst/>
              <a:gdLst/>
              <a:ahLst/>
              <a:cxnLst/>
              <a:rect l="l" t="t" r="r" b="b"/>
              <a:pathLst>
                <a:path w="5483" h="2711" extrusionOk="0">
                  <a:moveTo>
                    <a:pt x="2773" y="1"/>
                  </a:moveTo>
                  <a:cubicBezTo>
                    <a:pt x="1387" y="1"/>
                    <a:pt x="252" y="1009"/>
                    <a:pt x="63" y="2300"/>
                  </a:cubicBezTo>
                  <a:cubicBezTo>
                    <a:pt x="0" y="2521"/>
                    <a:pt x="158" y="2710"/>
                    <a:pt x="410" y="2710"/>
                  </a:cubicBezTo>
                  <a:lnTo>
                    <a:pt x="5136" y="2710"/>
                  </a:lnTo>
                  <a:cubicBezTo>
                    <a:pt x="5325" y="2710"/>
                    <a:pt x="5482" y="2521"/>
                    <a:pt x="5482" y="2300"/>
                  </a:cubicBezTo>
                  <a:cubicBezTo>
                    <a:pt x="5293" y="1009"/>
                    <a:pt x="4159" y="1"/>
                    <a:pt x="27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0" name="Google Shape;6150;p85"/>
          <p:cNvGrpSpPr/>
          <p:nvPr/>
        </p:nvGrpSpPr>
        <p:grpSpPr>
          <a:xfrm>
            <a:off x="2610305" y="1380289"/>
            <a:ext cx="358408" cy="354161"/>
            <a:chOff x="-34408675" y="3202075"/>
            <a:chExt cx="295375" cy="291875"/>
          </a:xfrm>
        </p:grpSpPr>
        <p:sp>
          <p:nvSpPr>
            <p:cNvPr id="6151" name="Google Shape;6151;p85"/>
            <p:cNvSpPr/>
            <p:nvPr/>
          </p:nvSpPr>
          <p:spPr>
            <a:xfrm>
              <a:off x="-34274775" y="3202075"/>
              <a:ext cx="161475" cy="161475"/>
            </a:xfrm>
            <a:custGeom>
              <a:avLst/>
              <a:gdLst/>
              <a:ahLst/>
              <a:cxnLst/>
              <a:rect l="l" t="t" r="r" b="b"/>
              <a:pathLst>
                <a:path w="6459" h="6459" extrusionOk="0">
                  <a:moveTo>
                    <a:pt x="3718" y="0"/>
                  </a:moveTo>
                  <a:cubicBezTo>
                    <a:pt x="3560" y="0"/>
                    <a:pt x="3434" y="63"/>
                    <a:pt x="3403" y="189"/>
                  </a:cubicBezTo>
                  <a:cubicBezTo>
                    <a:pt x="3340" y="315"/>
                    <a:pt x="3340" y="473"/>
                    <a:pt x="3466" y="536"/>
                  </a:cubicBezTo>
                  <a:lnTo>
                    <a:pt x="4190" y="1261"/>
                  </a:lnTo>
                  <a:lnTo>
                    <a:pt x="1260" y="4159"/>
                  </a:lnTo>
                  <a:lnTo>
                    <a:pt x="567" y="3466"/>
                  </a:lnTo>
                  <a:cubicBezTo>
                    <a:pt x="496" y="3395"/>
                    <a:pt x="390" y="3360"/>
                    <a:pt x="288" y="3360"/>
                  </a:cubicBezTo>
                  <a:cubicBezTo>
                    <a:pt x="254" y="3360"/>
                    <a:pt x="221" y="3363"/>
                    <a:pt x="189" y="3371"/>
                  </a:cubicBezTo>
                  <a:cubicBezTo>
                    <a:pt x="95" y="3403"/>
                    <a:pt x="0" y="3560"/>
                    <a:pt x="0" y="3686"/>
                  </a:cubicBezTo>
                  <a:lnTo>
                    <a:pt x="0" y="6081"/>
                  </a:lnTo>
                  <a:cubicBezTo>
                    <a:pt x="0" y="6301"/>
                    <a:pt x="158" y="6459"/>
                    <a:pt x="347" y="6459"/>
                  </a:cubicBezTo>
                  <a:lnTo>
                    <a:pt x="2773" y="6459"/>
                  </a:lnTo>
                  <a:cubicBezTo>
                    <a:pt x="2930" y="6459"/>
                    <a:pt x="3025" y="6364"/>
                    <a:pt x="3088" y="6238"/>
                  </a:cubicBezTo>
                  <a:cubicBezTo>
                    <a:pt x="3119" y="6144"/>
                    <a:pt x="3119" y="5986"/>
                    <a:pt x="2993" y="5892"/>
                  </a:cubicBezTo>
                  <a:lnTo>
                    <a:pt x="2300" y="5199"/>
                  </a:lnTo>
                  <a:lnTo>
                    <a:pt x="5198" y="2269"/>
                  </a:lnTo>
                  <a:lnTo>
                    <a:pt x="5923" y="2993"/>
                  </a:lnTo>
                  <a:cubicBezTo>
                    <a:pt x="5969" y="3039"/>
                    <a:pt x="6066" y="3069"/>
                    <a:pt x="6164" y="3069"/>
                  </a:cubicBezTo>
                  <a:cubicBezTo>
                    <a:pt x="6200" y="3069"/>
                    <a:pt x="6236" y="3065"/>
                    <a:pt x="6270" y="3056"/>
                  </a:cubicBezTo>
                  <a:cubicBezTo>
                    <a:pt x="6396" y="3025"/>
                    <a:pt x="6459" y="2867"/>
                    <a:pt x="6459" y="2741"/>
                  </a:cubicBezTo>
                  <a:lnTo>
                    <a:pt x="6459" y="347"/>
                  </a:lnTo>
                  <a:cubicBezTo>
                    <a:pt x="6459" y="158"/>
                    <a:pt x="6301" y="0"/>
                    <a:pt x="6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2" name="Google Shape;6152;p85"/>
            <p:cNvSpPr/>
            <p:nvPr/>
          </p:nvSpPr>
          <p:spPr>
            <a:xfrm>
              <a:off x="-34378750" y="3263175"/>
              <a:ext cx="76425" cy="73600"/>
            </a:xfrm>
            <a:custGeom>
              <a:avLst/>
              <a:gdLst/>
              <a:ahLst/>
              <a:cxnLst/>
              <a:rect l="l" t="t" r="r" b="b"/>
              <a:pathLst>
                <a:path w="3057" h="2944" extrusionOk="0">
                  <a:moveTo>
                    <a:pt x="970" y="1"/>
                  </a:moveTo>
                  <a:cubicBezTo>
                    <a:pt x="685" y="1"/>
                    <a:pt x="405" y="114"/>
                    <a:pt x="221" y="297"/>
                  </a:cubicBezTo>
                  <a:lnTo>
                    <a:pt x="1" y="549"/>
                  </a:lnTo>
                  <a:lnTo>
                    <a:pt x="2395" y="2944"/>
                  </a:lnTo>
                  <a:lnTo>
                    <a:pt x="2678" y="2755"/>
                  </a:lnTo>
                  <a:cubicBezTo>
                    <a:pt x="3056" y="2345"/>
                    <a:pt x="3056" y="1683"/>
                    <a:pt x="2678" y="1274"/>
                  </a:cubicBezTo>
                  <a:lnTo>
                    <a:pt x="1670" y="297"/>
                  </a:lnTo>
                  <a:cubicBezTo>
                    <a:pt x="1478" y="90"/>
                    <a:pt x="1222" y="1"/>
                    <a:pt x="9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85"/>
            <p:cNvSpPr/>
            <p:nvPr/>
          </p:nvSpPr>
          <p:spPr>
            <a:xfrm>
              <a:off x="-34250375" y="3392300"/>
              <a:ext cx="77225" cy="74425"/>
            </a:xfrm>
            <a:custGeom>
              <a:avLst/>
              <a:gdLst/>
              <a:ahLst/>
              <a:cxnLst/>
              <a:rect l="l" t="t" r="r" b="b"/>
              <a:pathLst>
                <a:path w="3089" h="2977" extrusionOk="0">
                  <a:moveTo>
                    <a:pt x="999" y="0"/>
                  </a:moveTo>
                  <a:cubicBezTo>
                    <a:pt x="787" y="0"/>
                    <a:pt x="577" y="66"/>
                    <a:pt x="410" y="205"/>
                  </a:cubicBezTo>
                  <a:cubicBezTo>
                    <a:pt x="379" y="205"/>
                    <a:pt x="316" y="268"/>
                    <a:pt x="284" y="299"/>
                  </a:cubicBezTo>
                  <a:lnTo>
                    <a:pt x="1" y="583"/>
                  </a:lnTo>
                  <a:lnTo>
                    <a:pt x="2427" y="2977"/>
                  </a:lnTo>
                  <a:lnTo>
                    <a:pt x="2679" y="2693"/>
                  </a:lnTo>
                  <a:cubicBezTo>
                    <a:pt x="3088" y="2315"/>
                    <a:pt x="3088" y="1622"/>
                    <a:pt x="2679" y="1244"/>
                  </a:cubicBezTo>
                  <a:lnTo>
                    <a:pt x="1734" y="299"/>
                  </a:lnTo>
                  <a:cubicBezTo>
                    <a:pt x="1540" y="105"/>
                    <a:pt x="1267" y="0"/>
                    <a:pt x="9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85"/>
            <p:cNvSpPr/>
            <p:nvPr/>
          </p:nvSpPr>
          <p:spPr>
            <a:xfrm>
              <a:off x="-34408675" y="3290275"/>
              <a:ext cx="207150" cy="203675"/>
            </a:xfrm>
            <a:custGeom>
              <a:avLst/>
              <a:gdLst/>
              <a:ahLst/>
              <a:cxnLst/>
              <a:rect l="l" t="t" r="r" b="b"/>
              <a:pathLst>
                <a:path w="8286" h="8147" extrusionOk="0">
                  <a:moveTo>
                    <a:pt x="725" y="1"/>
                  </a:moveTo>
                  <a:cubicBezTo>
                    <a:pt x="95" y="631"/>
                    <a:pt x="0" y="1387"/>
                    <a:pt x="284" y="2017"/>
                  </a:cubicBezTo>
                  <a:cubicBezTo>
                    <a:pt x="1387" y="4223"/>
                    <a:pt x="3938" y="6774"/>
                    <a:pt x="6270" y="7972"/>
                  </a:cubicBezTo>
                  <a:cubicBezTo>
                    <a:pt x="6499" y="8086"/>
                    <a:pt x="6745" y="8147"/>
                    <a:pt x="6996" y="8147"/>
                  </a:cubicBezTo>
                  <a:cubicBezTo>
                    <a:pt x="7434" y="8147"/>
                    <a:pt x="7886" y="7963"/>
                    <a:pt x="8286" y="7562"/>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5" name="Google Shape;6155;p85"/>
          <p:cNvGrpSpPr/>
          <p:nvPr/>
        </p:nvGrpSpPr>
        <p:grpSpPr>
          <a:xfrm>
            <a:off x="2612216" y="1820283"/>
            <a:ext cx="354586" cy="356254"/>
            <a:chOff x="-34405525" y="3558075"/>
            <a:chExt cx="292225" cy="293600"/>
          </a:xfrm>
        </p:grpSpPr>
        <p:sp>
          <p:nvSpPr>
            <p:cNvPr id="6156" name="Google Shape;6156;p85"/>
            <p:cNvSpPr/>
            <p:nvPr/>
          </p:nvSpPr>
          <p:spPr>
            <a:xfrm>
              <a:off x="-34303150" y="3663825"/>
              <a:ext cx="189850" cy="187850"/>
            </a:xfrm>
            <a:custGeom>
              <a:avLst/>
              <a:gdLst/>
              <a:ahLst/>
              <a:cxnLst/>
              <a:rect l="l" t="t" r="r" b="b"/>
              <a:pathLst>
                <a:path w="7594" h="7514" extrusionOk="0">
                  <a:moveTo>
                    <a:pt x="5487" y="0"/>
                  </a:moveTo>
                  <a:cubicBezTo>
                    <a:pt x="5380" y="0"/>
                    <a:pt x="5278" y="8"/>
                    <a:pt x="5168" y="24"/>
                  </a:cubicBezTo>
                  <a:cubicBezTo>
                    <a:pt x="4349" y="181"/>
                    <a:pt x="3656" y="843"/>
                    <a:pt x="3561" y="1630"/>
                  </a:cubicBezTo>
                  <a:cubicBezTo>
                    <a:pt x="3467" y="2198"/>
                    <a:pt x="3561" y="2513"/>
                    <a:pt x="3719" y="2891"/>
                  </a:cubicBezTo>
                  <a:lnTo>
                    <a:pt x="285" y="6325"/>
                  </a:lnTo>
                  <a:cubicBezTo>
                    <a:pt x="1" y="6608"/>
                    <a:pt x="1" y="7049"/>
                    <a:pt x="285" y="7301"/>
                  </a:cubicBezTo>
                  <a:cubicBezTo>
                    <a:pt x="426" y="7443"/>
                    <a:pt x="600" y="7514"/>
                    <a:pt x="773" y="7514"/>
                  </a:cubicBezTo>
                  <a:cubicBezTo>
                    <a:pt x="946" y="7514"/>
                    <a:pt x="1119" y="7443"/>
                    <a:pt x="1261" y="7301"/>
                  </a:cubicBezTo>
                  <a:lnTo>
                    <a:pt x="4695" y="3899"/>
                  </a:lnTo>
                  <a:cubicBezTo>
                    <a:pt x="5022" y="4016"/>
                    <a:pt x="5280" y="4080"/>
                    <a:pt x="5597" y="4080"/>
                  </a:cubicBezTo>
                  <a:cubicBezTo>
                    <a:pt x="5708" y="4080"/>
                    <a:pt x="5825" y="4073"/>
                    <a:pt x="5955" y="4056"/>
                  </a:cubicBezTo>
                  <a:cubicBezTo>
                    <a:pt x="6775" y="3899"/>
                    <a:pt x="7436" y="3206"/>
                    <a:pt x="7562" y="2418"/>
                  </a:cubicBezTo>
                  <a:cubicBezTo>
                    <a:pt x="7594" y="2198"/>
                    <a:pt x="7594" y="1945"/>
                    <a:pt x="7562" y="1756"/>
                  </a:cubicBezTo>
                  <a:cubicBezTo>
                    <a:pt x="7562" y="1630"/>
                    <a:pt x="7436" y="1504"/>
                    <a:pt x="7310" y="1473"/>
                  </a:cubicBezTo>
                  <a:cubicBezTo>
                    <a:pt x="7287" y="1465"/>
                    <a:pt x="7259" y="1461"/>
                    <a:pt x="7229" y="1461"/>
                  </a:cubicBezTo>
                  <a:cubicBezTo>
                    <a:pt x="7141" y="1461"/>
                    <a:pt x="7034" y="1497"/>
                    <a:pt x="6964" y="1567"/>
                  </a:cubicBezTo>
                  <a:lnTo>
                    <a:pt x="6491" y="2040"/>
                  </a:lnTo>
                  <a:cubicBezTo>
                    <a:pt x="6365" y="2166"/>
                    <a:pt x="6192" y="2229"/>
                    <a:pt x="6014" y="2229"/>
                  </a:cubicBezTo>
                  <a:cubicBezTo>
                    <a:pt x="5837" y="2229"/>
                    <a:pt x="5656" y="2166"/>
                    <a:pt x="5514" y="2040"/>
                  </a:cubicBezTo>
                  <a:cubicBezTo>
                    <a:pt x="5231" y="1756"/>
                    <a:pt x="5231" y="1315"/>
                    <a:pt x="5514" y="1032"/>
                  </a:cubicBezTo>
                  <a:lnTo>
                    <a:pt x="6018" y="622"/>
                  </a:lnTo>
                  <a:cubicBezTo>
                    <a:pt x="6113" y="528"/>
                    <a:pt x="6144" y="370"/>
                    <a:pt x="6113" y="276"/>
                  </a:cubicBezTo>
                  <a:cubicBezTo>
                    <a:pt x="6050" y="150"/>
                    <a:pt x="5955" y="55"/>
                    <a:pt x="5829" y="24"/>
                  </a:cubicBezTo>
                  <a:cubicBezTo>
                    <a:pt x="5703" y="8"/>
                    <a:pt x="5593" y="0"/>
                    <a:pt x="54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85"/>
            <p:cNvSpPr/>
            <p:nvPr/>
          </p:nvSpPr>
          <p:spPr>
            <a:xfrm>
              <a:off x="-34250375" y="3565950"/>
              <a:ext cx="46500" cy="46500"/>
            </a:xfrm>
            <a:custGeom>
              <a:avLst/>
              <a:gdLst/>
              <a:ahLst/>
              <a:cxnLst/>
              <a:rect l="l" t="t" r="r" b="b"/>
              <a:pathLst>
                <a:path w="1860" h="1860" extrusionOk="0">
                  <a:moveTo>
                    <a:pt x="1" y="1"/>
                  </a:moveTo>
                  <a:lnTo>
                    <a:pt x="1" y="1859"/>
                  </a:lnTo>
                  <a:lnTo>
                    <a:pt x="1860" y="1859"/>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85"/>
            <p:cNvSpPr/>
            <p:nvPr/>
          </p:nvSpPr>
          <p:spPr>
            <a:xfrm>
              <a:off x="-34405525" y="3558075"/>
              <a:ext cx="206375" cy="276475"/>
            </a:xfrm>
            <a:custGeom>
              <a:avLst/>
              <a:gdLst/>
              <a:ahLst/>
              <a:cxnLst/>
              <a:rect l="l" t="t" r="r" b="b"/>
              <a:pathLst>
                <a:path w="8255" h="11059" extrusionOk="0">
                  <a:moveTo>
                    <a:pt x="3812" y="1450"/>
                  </a:moveTo>
                  <a:cubicBezTo>
                    <a:pt x="4001" y="1450"/>
                    <a:pt x="4159" y="1607"/>
                    <a:pt x="4159" y="1796"/>
                  </a:cubicBezTo>
                  <a:cubicBezTo>
                    <a:pt x="4159" y="2017"/>
                    <a:pt x="4001" y="2174"/>
                    <a:pt x="3812" y="2174"/>
                  </a:cubicBezTo>
                  <a:cubicBezTo>
                    <a:pt x="3623" y="2174"/>
                    <a:pt x="3466" y="2017"/>
                    <a:pt x="3466" y="1796"/>
                  </a:cubicBezTo>
                  <a:cubicBezTo>
                    <a:pt x="3466" y="1607"/>
                    <a:pt x="3623" y="1450"/>
                    <a:pt x="3812" y="1450"/>
                  </a:cubicBezTo>
                  <a:close/>
                  <a:moveTo>
                    <a:pt x="3812" y="2836"/>
                  </a:moveTo>
                  <a:cubicBezTo>
                    <a:pt x="4001" y="2836"/>
                    <a:pt x="4159" y="2993"/>
                    <a:pt x="4159" y="3183"/>
                  </a:cubicBezTo>
                  <a:lnTo>
                    <a:pt x="4159" y="5293"/>
                  </a:lnTo>
                  <a:cubicBezTo>
                    <a:pt x="4159" y="5482"/>
                    <a:pt x="4001" y="5640"/>
                    <a:pt x="3812" y="5640"/>
                  </a:cubicBezTo>
                  <a:cubicBezTo>
                    <a:pt x="3623" y="5640"/>
                    <a:pt x="3466" y="5482"/>
                    <a:pt x="3466" y="5293"/>
                  </a:cubicBezTo>
                  <a:lnTo>
                    <a:pt x="3466" y="3183"/>
                  </a:lnTo>
                  <a:cubicBezTo>
                    <a:pt x="3466" y="2993"/>
                    <a:pt x="3623" y="2836"/>
                    <a:pt x="3812" y="2836"/>
                  </a:cubicBezTo>
                  <a:close/>
                  <a:moveTo>
                    <a:pt x="5860" y="6301"/>
                  </a:moveTo>
                  <a:cubicBezTo>
                    <a:pt x="6049" y="6301"/>
                    <a:pt x="6207" y="6459"/>
                    <a:pt x="6207" y="6648"/>
                  </a:cubicBezTo>
                  <a:cubicBezTo>
                    <a:pt x="6207" y="6837"/>
                    <a:pt x="6049" y="6995"/>
                    <a:pt x="5860" y="6995"/>
                  </a:cubicBezTo>
                  <a:lnTo>
                    <a:pt x="1733" y="6995"/>
                  </a:lnTo>
                  <a:cubicBezTo>
                    <a:pt x="1544" y="6995"/>
                    <a:pt x="1387" y="6837"/>
                    <a:pt x="1387" y="6648"/>
                  </a:cubicBezTo>
                  <a:cubicBezTo>
                    <a:pt x="1387" y="6459"/>
                    <a:pt x="1544" y="6301"/>
                    <a:pt x="1733" y="6301"/>
                  </a:cubicBezTo>
                  <a:close/>
                  <a:moveTo>
                    <a:pt x="4537" y="7688"/>
                  </a:moveTo>
                  <a:cubicBezTo>
                    <a:pt x="4726" y="7688"/>
                    <a:pt x="4884" y="7845"/>
                    <a:pt x="4884" y="8034"/>
                  </a:cubicBezTo>
                  <a:cubicBezTo>
                    <a:pt x="4884" y="8223"/>
                    <a:pt x="4726" y="8381"/>
                    <a:pt x="4537" y="8381"/>
                  </a:cubicBezTo>
                  <a:lnTo>
                    <a:pt x="1733" y="8381"/>
                  </a:lnTo>
                  <a:cubicBezTo>
                    <a:pt x="1544" y="8381"/>
                    <a:pt x="1387" y="8223"/>
                    <a:pt x="1387" y="8034"/>
                  </a:cubicBezTo>
                  <a:cubicBezTo>
                    <a:pt x="1387" y="7845"/>
                    <a:pt x="1544" y="7688"/>
                    <a:pt x="1733" y="7688"/>
                  </a:cubicBezTo>
                  <a:close/>
                  <a:moveTo>
                    <a:pt x="347" y="1"/>
                  </a:moveTo>
                  <a:cubicBezTo>
                    <a:pt x="158" y="1"/>
                    <a:pt x="0" y="158"/>
                    <a:pt x="0" y="347"/>
                  </a:cubicBezTo>
                  <a:lnTo>
                    <a:pt x="0" y="10681"/>
                  </a:lnTo>
                  <a:cubicBezTo>
                    <a:pt x="0" y="10964"/>
                    <a:pt x="158" y="11059"/>
                    <a:pt x="347" y="11059"/>
                  </a:cubicBezTo>
                  <a:lnTo>
                    <a:pt x="3466" y="11059"/>
                  </a:lnTo>
                  <a:cubicBezTo>
                    <a:pt x="3466" y="10712"/>
                    <a:pt x="3592" y="10366"/>
                    <a:pt x="3844" y="10082"/>
                  </a:cubicBezTo>
                  <a:lnTo>
                    <a:pt x="4254" y="9704"/>
                  </a:lnTo>
                  <a:lnTo>
                    <a:pt x="1702" y="9704"/>
                  </a:lnTo>
                  <a:cubicBezTo>
                    <a:pt x="1481" y="9704"/>
                    <a:pt x="1324" y="9546"/>
                    <a:pt x="1324" y="9326"/>
                  </a:cubicBezTo>
                  <a:cubicBezTo>
                    <a:pt x="1324" y="9137"/>
                    <a:pt x="1481" y="8979"/>
                    <a:pt x="1702" y="8979"/>
                  </a:cubicBezTo>
                  <a:lnTo>
                    <a:pt x="4915" y="8979"/>
                  </a:lnTo>
                  <a:lnTo>
                    <a:pt x="6963" y="6932"/>
                  </a:lnTo>
                  <a:cubicBezTo>
                    <a:pt x="6900" y="6585"/>
                    <a:pt x="6805" y="6238"/>
                    <a:pt x="6931" y="5703"/>
                  </a:cubicBezTo>
                  <a:cubicBezTo>
                    <a:pt x="7089" y="4915"/>
                    <a:pt x="7562" y="4254"/>
                    <a:pt x="8255" y="3876"/>
                  </a:cubicBezTo>
                  <a:lnTo>
                    <a:pt x="8255" y="2773"/>
                  </a:lnTo>
                  <a:lnTo>
                    <a:pt x="5860" y="2773"/>
                  </a:lnTo>
                  <a:cubicBezTo>
                    <a:pt x="5671" y="2773"/>
                    <a:pt x="5514" y="2615"/>
                    <a:pt x="5514" y="2395"/>
                  </a:cubicBezTo>
                  <a:lnTo>
                    <a:pt x="55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9" name="Google Shape;6159;p85"/>
          <p:cNvGrpSpPr/>
          <p:nvPr/>
        </p:nvGrpSpPr>
        <p:grpSpPr>
          <a:xfrm>
            <a:off x="2611730" y="2256940"/>
            <a:ext cx="355557" cy="353615"/>
            <a:chOff x="-34406325" y="3919600"/>
            <a:chExt cx="293025" cy="291425"/>
          </a:xfrm>
        </p:grpSpPr>
        <p:sp>
          <p:nvSpPr>
            <p:cNvPr id="6160" name="Google Shape;6160;p85"/>
            <p:cNvSpPr/>
            <p:nvPr/>
          </p:nvSpPr>
          <p:spPr>
            <a:xfrm>
              <a:off x="-34167675" y="3932000"/>
              <a:ext cx="42550" cy="40575"/>
            </a:xfrm>
            <a:custGeom>
              <a:avLst/>
              <a:gdLst/>
              <a:ahLst/>
              <a:cxnLst/>
              <a:rect l="l" t="t" r="r" b="b"/>
              <a:pathLst>
                <a:path w="1702" h="1623" extrusionOk="0">
                  <a:moveTo>
                    <a:pt x="1352" y="0"/>
                  </a:moveTo>
                  <a:cubicBezTo>
                    <a:pt x="1261" y="0"/>
                    <a:pt x="1167" y="24"/>
                    <a:pt x="1104" y="71"/>
                  </a:cubicBezTo>
                  <a:lnTo>
                    <a:pt x="127" y="1079"/>
                  </a:lnTo>
                  <a:cubicBezTo>
                    <a:pt x="1" y="1205"/>
                    <a:pt x="1" y="1426"/>
                    <a:pt x="127" y="1552"/>
                  </a:cubicBezTo>
                  <a:cubicBezTo>
                    <a:pt x="190" y="1599"/>
                    <a:pt x="284" y="1623"/>
                    <a:pt x="375" y="1623"/>
                  </a:cubicBezTo>
                  <a:cubicBezTo>
                    <a:pt x="466" y="1623"/>
                    <a:pt x="552" y="1599"/>
                    <a:pt x="599" y="1552"/>
                  </a:cubicBezTo>
                  <a:lnTo>
                    <a:pt x="1576" y="544"/>
                  </a:lnTo>
                  <a:cubicBezTo>
                    <a:pt x="1702" y="449"/>
                    <a:pt x="1702" y="260"/>
                    <a:pt x="1576" y="71"/>
                  </a:cubicBezTo>
                  <a:cubicBezTo>
                    <a:pt x="1529" y="24"/>
                    <a:pt x="1442" y="0"/>
                    <a:pt x="13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85"/>
            <p:cNvSpPr/>
            <p:nvPr/>
          </p:nvSpPr>
          <p:spPr>
            <a:xfrm>
              <a:off x="-34286600" y="3922950"/>
              <a:ext cx="171725" cy="167575"/>
            </a:xfrm>
            <a:custGeom>
              <a:avLst/>
              <a:gdLst/>
              <a:ahLst/>
              <a:cxnLst/>
              <a:rect l="l" t="t" r="r" b="b"/>
              <a:pathLst>
                <a:path w="6869" h="6703" extrusionOk="0">
                  <a:moveTo>
                    <a:pt x="772" y="0"/>
                  </a:moveTo>
                  <a:cubicBezTo>
                    <a:pt x="599" y="0"/>
                    <a:pt x="426" y="71"/>
                    <a:pt x="284" y="213"/>
                  </a:cubicBezTo>
                  <a:cubicBezTo>
                    <a:pt x="1" y="496"/>
                    <a:pt x="1" y="937"/>
                    <a:pt x="284" y="1189"/>
                  </a:cubicBezTo>
                  <a:lnTo>
                    <a:pt x="5608" y="6514"/>
                  </a:lnTo>
                  <a:cubicBezTo>
                    <a:pt x="5734" y="6640"/>
                    <a:pt x="5908" y="6703"/>
                    <a:pt x="6085" y="6703"/>
                  </a:cubicBezTo>
                  <a:cubicBezTo>
                    <a:pt x="6262" y="6703"/>
                    <a:pt x="6443" y="6640"/>
                    <a:pt x="6585" y="6514"/>
                  </a:cubicBezTo>
                  <a:cubicBezTo>
                    <a:pt x="6869" y="6230"/>
                    <a:pt x="6869" y="5821"/>
                    <a:pt x="6585" y="5537"/>
                  </a:cubicBezTo>
                  <a:lnTo>
                    <a:pt x="1261" y="213"/>
                  </a:lnTo>
                  <a:cubicBezTo>
                    <a:pt x="1119" y="71"/>
                    <a:pt x="946" y="0"/>
                    <a:pt x="7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85"/>
            <p:cNvSpPr/>
            <p:nvPr/>
          </p:nvSpPr>
          <p:spPr>
            <a:xfrm>
              <a:off x="-34406325" y="4115900"/>
              <a:ext cx="98475" cy="95125"/>
            </a:xfrm>
            <a:custGeom>
              <a:avLst/>
              <a:gdLst/>
              <a:ahLst/>
              <a:cxnLst/>
              <a:rect l="l" t="t" r="r" b="b"/>
              <a:pathLst>
                <a:path w="3939" h="3805" extrusionOk="0">
                  <a:moveTo>
                    <a:pt x="757" y="1"/>
                  </a:moveTo>
                  <a:cubicBezTo>
                    <a:pt x="576" y="1"/>
                    <a:pt x="395" y="72"/>
                    <a:pt x="253" y="213"/>
                  </a:cubicBezTo>
                  <a:cubicBezTo>
                    <a:pt x="1" y="497"/>
                    <a:pt x="1" y="938"/>
                    <a:pt x="253" y="1190"/>
                  </a:cubicBezTo>
                  <a:lnTo>
                    <a:pt x="2679" y="3616"/>
                  </a:lnTo>
                  <a:cubicBezTo>
                    <a:pt x="2805" y="3742"/>
                    <a:pt x="2978" y="3805"/>
                    <a:pt x="3155" y="3805"/>
                  </a:cubicBezTo>
                  <a:cubicBezTo>
                    <a:pt x="3332" y="3805"/>
                    <a:pt x="3514" y="3742"/>
                    <a:pt x="3655" y="3616"/>
                  </a:cubicBezTo>
                  <a:cubicBezTo>
                    <a:pt x="3939" y="3332"/>
                    <a:pt x="3939" y="2891"/>
                    <a:pt x="3655" y="2608"/>
                  </a:cubicBezTo>
                  <a:lnTo>
                    <a:pt x="1261" y="213"/>
                  </a:lnTo>
                  <a:cubicBezTo>
                    <a:pt x="1119" y="72"/>
                    <a:pt x="938"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85"/>
            <p:cNvSpPr/>
            <p:nvPr/>
          </p:nvSpPr>
          <p:spPr>
            <a:xfrm>
              <a:off x="-34364575" y="3966850"/>
              <a:ext cx="204025" cy="204025"/>
            </a:xfrm>
            <a:custGeom>
              <a:avLst/>
              <a:gdLst/>
              <a:ahLst/>
              <a:cxnLst/>
              <a:rect l="l" t="t" r="r" b="b"/>
              <a:pathLst>
                <a:path w="8161" h="8161" extrusionOk="0">
                  <a:moveTo>
                    <a:pt x="2994" y="1"/>
                  </a:moveTo>
                  <a:lnTo>
                    <a:pt x="2489" y="1576"/>
                  </a:lnTo>
                  <a:cubicBezTo>
                    <a:pt x="1985" y="3088"/>
                    <a:pt x="1166" y="4474"/>
                    <a:pt x="1" y="5703"/>
                  </a:cubicBezTo>
                  <a:lnTo>
                    <a:pt x="2458" y="8160"/>
                  </a:lnTo>
                  <a:cubicBezTo>
                    <a:pt x="3687" y="6995"/>
                    <a:pt x="5104" y="6175"/>
                    <a:pt x="6585" y="5671"/>
                  </a:cubicBezTo>
                  <a:lnTo>
                    <a:pt x="8160" y="5136"/>
                  </a:lnTo>
                  <a:lnTo>
                    <a:pt x="29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85"/>
            <p:cNvSpPr/>
            <p:nvPr/>
          </p:nvSpPr>
          <p:spPr>
            <a:xfrm>
              <a:off x="-34200750" y="3919600"/>
              <a:ext cx="17350" cy="33875"/>
            </a:xfrm>
            <a:custGeom>
              <a:avLst/>
              <a:gdLst/>
              <a:ahLst/>
              <a:cxnLst/>
              <a:rect l="l" t="t" r="r" b="b"/>
              <a:pathLst>
                <a:path w="694" h="1355" extrusionOk="0">
                  <a:moveTo>
                    <a:pt x="347" y="0"/>
                  </a:moveTo>
                  <a:cubicBezTo>
                    <a:pt x="158" y="0"/>
                    <a:pt x="1" y="158"/>
                    <a:pt x="1" y="347"/>
                  </a:cubicBezTo>
                  <a:lnTo>
                    <a:pt x="1" y="1008"/>
                  </a:lnTo>
                  <a:cubicBezTo>
                    <a:pt x="1" y="1229"/>
                    <a:pt x="158" y="1355"/>
                    <a:pt x="347" y="1355"/>
                  </a:cubicBezTo>
                  <a:cubicBezTo>
                    <a:pt x="536" y="1355"/>
                    <a:pt x="694" y="1229"/>
                    <a:pt x="694" y="1008"/>
                  </a:cubicBezTo>
                  <a:lnTo>
                    <a:pt x="694" y="347"/>
                  </a:ln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85"/>
            <p:cNvSpPr/>
            <p:nvPr/>
          </p:nvSpPr>
          <p:spPr>
            <a:xfrm>
              <a:off x="-34147975" y="3989700"/>
              <a:ext cx="34675" cy="17350"/>
            </a:xfrm>
            <a:custGeom>
              <a:avLst/>
              <a:gdLst/>
              <a:ahLst/>
              <a:cxnLst/>
              <a:rect l="l" t="t" r="r" b="b"/>
              <a:pathLst>
                <a:path w="1387" h="694" extrusionOk="0">
                  <a:moveTo>
                    <a:pt x="379" y="0"/>
                  </a:moveTo>
                  <a:cubicBezTo>
                    <a:pt x="158" y="0"/>
                    <a:pt x="0" y="126"/>
                    <a:pt x="0" y="347"/>
                  </a:cubicBezTo>
                  <a:cubicBezTo>
                    <a:pt x="0" y="536"/>
                    <a:pt x="158" y="693"/>
                    <a:pt x="379" y="693"/>
                  </a:cubicBezTo>
                  <a:lnTo>
                    <a:pt x="1040" y="693"/>
                  </a:lnTo>
                  <a:cubicBezTo>
                    <a:pt x="1229" y="693"/>
                    <a:pt x="1387" y="536"/>
                    <a:pt x="1387" y="347"/>
                  </a:cubicBezTo>
                  <a:cubicBezTo>
                    <a:pt x="1387" y="126"/>
                    <a:pt x="122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85"/>
            <p:cNvSpPr/>
            <p:nvPr/>
          </p:nvSpPr>
          <p:spPr>
            <a:xfrm>
              <a:off x="-34278725" y="4116500"/>
              <a:ext cx="116600" cy="68600"/>
            </a:xfrm>
            <a:custGeom>
              <a:avLst/>
              <a:gdLst/>
              <a:ahLst/>
              <a:cxnLst/>
              <a:rect l="l" t="t" r="r" b="b"/>
              <a:pathLst>
                <a:path w="4664" h="2744" extrusionOk="0">
                  <a:moveTo>
                    <a:pt x="4411" y="0"/>
                  </a:moveTo>
                  <a:lnTo>
                    <a:pt x="3750" y="221"/>
                  </a:lnTo>
                  <a:cubicBezTo>
                    <a:pt x="3907" y="378"/>
                    <a:pt x="3813" y="631"/>
                    <a:pt x="3624" y="694"/>
                  </a:cubicBezTo>
                  <a:lnTo>
                    <a:pt x="1072" y="2017"/>
                  </a:lnTo>
                  <a:cubicBezTo>
                    <a:pt x="1030" y="2038"/>
                    <a:pt x="984" y="2048"/>
                    <a:pt x="938" y="2048"/>
                  </a:cubicBezTo>
                  <a:cubicBezTo>
                    <a:pt x="844" y="2048"/>
                    <a:pt x="746" y="2006"/>
                    <a:pt x="662" y="1922"/>
                  </a:cubicBezTo>
                  <a:lnTo>
                    <a:pt x="568" y="1796"/>
                  </a:lnTo>
                  <a:cubicBezTo>
                    <a:pt x="347" y="1922"/>
                    <a:pt x="190" y="2080"/>
                    <a:pt x="1" y="2237"/>
                  </a:cubicBezTo>
                  <a:lnTo>
                    <a:pt x="190" y="2426"/>
                  </a:lnTo>
                  <a:cubicBezTo>
                    <a:pt x="395" y="2632"/>
                    <a:pt x="669" y="2744"/>
                    <a:pt x="947" y="2744"/>
                  </a:cubicBezTo>
                  <a:cubicBezTo>
                    <a:pt x="1095" y="2744"/>
                    <a:pt x="1245" y="2712"/>
                    <a:pt x="1387" y="2647"/>
                  </a:cubicBezTo>
                  <a:lnTo>
                    <a:pt x="3939" y="1324"/>
                  </a:lnTo>
                  <a:cubicBezTo>
                    <a:pt x="4411" y="1103"/>
                    <a:pt x="4663" y="505"/>
                    <a:pt x="44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67" name="Google Shape;6167;p85"/>
          <p:cNvGrpSpPr/>
          <p:nvPr/>
        </p:nvGrpSpPr>
        <p:grpSpPr>
          <a:xfrm>
            <a:off x="1275628" y="2736303"/>
            <a:ext cx="353645" cy="342179"/>
            <a:chOff x="-32568800" y="3232000"/>
            <a:chExt cx="291450" cy="282000"/>
          </a:xfrm>
        </p:grpSpPr>
        <p:sp>
          <p:nvSpPr>
            <p:cNvPr id="6168" name="Google Shape;6168;p85"/>
            <p:cNvSpPr/>
            <p:nvPr/>
          </p:nvSpPr>
          <p:spPr>
            <a:xfrm>
              <a:off x="-32545150" y="3232000"/>
              <a:ext cx="244175" cy="246550"/>
            </a:xfrm>
            <a:custGeom>
              <a:avLst/>
              <a:gdLst/>
              <a:ahLst/>
              <a:cxnLst/>
              <a:rect l="l" t="t" r="r" b="b"/>
              <a:pathLst>
                <a:path w="9767" h="9862" extrusionOk="0">
                  <a:moveTo>
                    <a:pt x="4883" y="1"/>
                  </a:moveTo>
                  <a:cubicBezTo>
                    <a:pt x="4505" y="1"/>
                    <a:pt x="4222" y="316"/>
                    <a:pt x="4222" y="662"/>
                  </a:cubicBezTo>
                  <a:lnTo>
                    <a:pt x="4222" y="4128"/>
                  </a:lnTo>
                  <a:cubicBezTo>
                    <a:pt x="4159" y="4033"/>
                    <a:pt x="2899" y="1859"/>
                    <a:pt x="2772" y="1702"/>
                  </a:cubicBezTo>
                  <a:cubicBezTo>
                    <a:pt x="2639" y="1479"/>
                    <a:pt x="2394" y="1350"/>
                    <a:pt x="2151" y="1350"/>
                  </a:cubicBezTo>
                  <a:cubicBezTo>
                    <a:pt x="2051" y="1350"/>
                    <a:pt x="1951" y="1372"/>
                    <a:pt x="1859" y="1418"/>
                  </a:cubicBezTo>
                  <a:cubicBezTo>
                    <a:pt x="1512" y="1576"/>
                    <a:pt x="1386" y="2017"/>
                    <a:pt x="1544" y="2332"/>
                  </a:cubicBezTo>
                  <a:cubicBezTo>
                    <a:pt x="1544" y="2363"/>
                    <a:pt x="2804" y="4947"/>
                    <a:pt x="2836" y="4947"/>
                  </a:cubicBezTo>
                  <a:cubicBezTo>
                    <a:pt x="3434" y="4947"/>
                    <a:pt x="5261" y="4947"/>
                    <a:pt x="5261" y="6617"/>
                  </a:cubicBezTo>
                  <a:cubicBezTo>
                    <a:pt x="5261" y="6806"/>
                    <a:pt x="5104" y="6963"/>
                    <a:pt x="4883" y="6963"/>
                  </a:cubicBezTo>
                  <a:cubicBezTo>
                    <a:pt x="4694" y="6963"/>
                    <a:pt x="4537" y="6806"/>
                    <a:pt x="4537" y="6617"/>
                  </a:cubicBezTo>
                  <a:cubicBezTo>
                    <a:pt x="4537" y="6018"/>
                    <a:pt x="4253" y="5640"/>
                    <a:pt x="3056" y="5608"/>
                  </a:cubicBezTo>
                  <a:cubicBezTo>
                    <a:pt x="3056" y="5608"/>
                    <a:pt x="1260" y="4254"/>
                    <a:pt x="1197" y="4191"/>
                  </a:cubicBezTo>
                  <a:cubicBezTo>
                    <a:pt x="1060" y="4084"/>
                    <a:pt x="901" y="4029"/>
                    <a:pt x="745" y="4029"/>
                  </a:cubicBezTo>
                  <a:cubicBezTo>
                    <a:pt x="578" y="4029"/>
                    <a:pt x="414" y="4092"/>
                    <a:pt x="284" y="4222"/>
                  </a:cubicBezTo>
                  <a:cubicBezTo>
                    <a:pt x="0" y="4506"/>
                    <a:pt x="0" y="4915"/>
                    <a:pt x="284" y="5199"/>
                  </a:cubicBezTo>
                  <a:lnTo>
                    <a:pt x="1859" y="6774"/>
                  </a:lnTo>
                  <a:cubicBezTo>
                    <a:pt x="2048" y="6963"/>
                    <a:pt x="2142" y="7215"/>
                    <a:pt x="2142" y="7436"/>
                  </a:cubicBezTo>
                  <a:cubicBezTo>
                    <a:pt x="2142" y="8034"/>
                    <a:pt x="2520" y="8538"/>
                    <a:pt x="3088" y="8759"/>
                  </a:cubicBezTo>
                  <a:cubicBezTo>
                    <a:pt x="3245" y="8790"/>
                    <a:pt x="3371" y="8948"/>
                    <a:pt x="3434" y="9074"/>
                  </a:cubicBezTo>
                  <a:cubicBezTo>
                    <a:pt x="2426" y="8979"/>
                    <a:pt x="1260" y="8790"/>
                    <a:pt x="1103" y="8475"/>
                  </a:cubicBezTo>
                  <a:cubicBezTo>
                    <a:pt x="1103" y="8475"/>
                    <a:pt x="1197" y="8349"/>
                    <a:pt x="1638" y="8192"/>
                  </a:cubicBezTo>
                  <a:cubicBezTo>
                    <a:pt x="1544" y="8003"/>
                    <a:pt x="1481" y="7751"/>
                    <a:pt x="1481" y="7530"/>
                  </a:cubicBezTo>
                  <a:cubicBezTo>
                    <a:pt x="756" y="7782"/>
                    <a:pt x="441" y="8066"/>
                    <a:pt x="441" y="8475"/>
                  </a:cubicBezTo>
                  <a:cubicBezTo>
                    <a:pt x="441" y="9641"/>
                    <a:pt x="3718" y="9862"/>
                    <a:pt x="4883" y="9862"/>
                  </a:cubicBezTo>
                  <a:cubicBezTo>
                    <a:pt x="6081" y="9862"/>
                    <a:pt x="9357" y="9641"/>
                    <a:pt x="9357" y="8475"/>
                  </a:cubicBezTo>
                  <a:cubicBezTo>
                    <a:pt x="9357" y="8066"/>
                    <a:pt x="8979" y="7751"/>
                    <a:pt x="8317" y="7530"/>
                  </a:cubicBezTo>
                  <a:cubicBezTo>
                    <a:pt x="8317" y="7782"/>
                    <a:pt x="8286" y="8003"/>
                    <a:pt x="8160" y="8192"/>
                  </a:cubicBezTo>
                  <a:cubicBezTo>
                    <a:pt x="8286" y="8255"/>
                    <a:pt x="8349" y="8286"/>
                    <a:pt x="8443" y="8318"/>
                  </a:cubicBezTo>
                  <a:lnTo>
                    <a:pt x="8664" y="8444"/>
                  </a:lnTo>
                  <a:cubicBezTo>
                    <a:pt x="8475" y="8790"/>
                    <a:pt x="7372" y="8948"/>
                    <a:pt x="6364" y="9074"/>
                  </a:cubicBezTo>
                  <a:cubicBezTo>
                    <a:pt x="6427" y="8979"/>
                    <a:pt x="6553" y="8885"/>
                    <a:pt x="6711" y="8822"/>
                  </a:cubicBezTo>
                  <a:cubicBezTo>
                    <a:pt x="7246" y="8633"/>
                    <a:pt x="7656" y="8129"/>
                    <a:pt x="7656" y="7530"/>
                  </a:cubicBezTo>
                  <a:lnTo>
                    <a:pt x="7656" y="6428"/>
                  </a:lnTo>
                  <a:lnTo>
                    <a:pt x="9515" y="4569"/>
                  </a:lnTo>
                  <a:cubicBezTo>
                    <a:pt x="9767" y="4317"/>
                    <a:pt x="9767" y="3876"/>
                    <a:pt x="9515" y="3592"/>
                  </a:cubicBezTo>
                  <a:cubicBezTo>
                    <a:pt x="9373" y="3450"/>
                    <a:pt x="9192" y="3379"/>
                    <a:pt x="9010" y="3379"/>
                  </a:cubicBezTo>
                  <a:cubicBezTo>
                    <a:pt x="8829" y="3379"/>
                    <a:pt x="8648" y="3450"/>
                    <a:pt x="8506" y="3592"/>
                  </a:cubicBezTo>
                  <a:cubicBezTo>
                    <a:pt x="8191" y="3876"/>
                    <a:pt x="7498" y="4411"/>
                    <a:pt x="7026" y="4789"/>
                  </a:cubicBezTo>
                  <a:cubicBezTo>
                    <a:pt x="7089" y="4663"/>
                    <a:pt x="8191" y="2426"/>
                    <a:pt x="8254" y="2332"/>
                  </a:cubicBezTo>
                  <a:cubicBezTo>
                    <a:pt x="8412" y="1985"/>
                    <a:pt x="8286" y="1576"/>
                    <a:pt x="7939" y="1418"/>
                  </a:cubicBezTo>
                  <a:cubicBezTo>
                    <a:pt x="7847" y="1372"/>
                    <a:pt x="7747" y="1350"/>
                    <a:pt x="7647" y="1350"/>
                  </a:cubicBezTo>
                  <a:cubicBezTo>
                    <a:pt x="7404" y="1350"/>
                    <a:pt x="7159" y="1479"/>
                    <a:pt x="7026" y="1702"/>
                  </a:cubicBezTo>
                  <a:cubicBezTo>
                    <a:pt x="6900" y="1859"/>
                    <a:pt x="5639" y="4033"/>
                    <a:pt x="5576" y="4128"/>
                  </a:cubicBezTo>
                  <a:lnTo>
                    <a:pt x="5576" y="662"/>
                  </a:lnTo>
                  <a:cubicBezTo>
                    <a:pt x="5576" y="284"/>
                    <a:pt x="5261" y="1"/>
                    <a:pt x="4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85"/>
            <p:cNvSpPr/>
            <p:nvPr/>
          </p:nvSpPr>
          <p:spPr>
            <a:xfrm>
              <a:off x="-32568800" y="3392675"/>
              <a:ext cx="291450" cy="121325"/>
            </a:xfrm>
            <a:custGeom>
              <a:avLst/>
              <a:gdLst/>
              <a:ahLst/>
              <a:cxnLst/>
              <a:rect l="l" t="t" r="r" b="b"/>
              <a:pathLst>
                <a:path w="11658" h="4853" extrusionOk="0">
                  <a:moveTo>
                    <a:pt x="9578" y="1"/>
                  </a:moveTo>
                  <a:lnTo>
                    <a:pt x="9263" y="316"/>
                  </a:lnTo>
                  <a:lnTo>
                    <a:pt x="9263" y="631"/>
                  </a:lnTo>
                  <a:cubicBezTo>
                    <a:pt x="10335" y="1040"/>
                    <a:pt x="10965" y="1576"/>
                    <a:pt x="10965" y="2143"/>
                  </a:cubicBezTo>
                  <a:cubicBezTo>
                    <a:pt x="10965" y="3119"/>
                    <a:pt x="8885" y="4191"/>
                    <a:pt x="5829" y="4191"/>
                  </a:cubicBezTo>
                  <a:cubicBezTo>
                    <a:pt x="2805" y="4191"/>
                    <a:pt x="726" y="3119"/>
                    <a:pt x="726" y="2143"/>
                  </a:cubicBezTo>
                  <a:cubicBezTo>
                    <a:pt x="726" y="1607"/>
                    <a:pt x="1261" y="1103"/>
                    <a:pt x="2175" y="725"/>
                  </a:cubicBezTo>
                  <a:lnTo>
                    <a:pt x="1671" y="190"/>
                  </a:lnTo>
                  <a:cubicBezTo>
                    <a:pt x="631" y="725"/>
                    <a:pt x="1" y="1387"/>
                    <a:pt x="1" y="2111"/>
                  </a:cubicBezTo>
                  <a:cubicBezTo>
                    <a:pt x="1" y="3655"/>
                    <a:pt x="2584" y="4852"/>
                    <a:pt x="5829" y="4852"/>
                  </a:cubicBezTo>
                  <a:cubicBezTo>
                    <a:pt x="9106" y="4852"/>
                    <a:pt x="11658" y="3624"/>
                    <a:pt x="11658" y="2111"/>
                  </a:cubicBezTo>
                  <a:cubicBezTo>
                    <a:pt x="11658" y="1261"/>
                    <a:pt x="10870" y="505"/>
                    <a:pt x="95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0" name="Google Shape;6170;p85"/>
          <p:cNvGrpSpPr/>
          <p:nvPr/>
        </p:nvGrpSpPr>
        <p:grpSpPr>
          <a:xfrm>
            <a:off x="1275158" y="3201213"/>
            <a:ext cx="354586" cy="353645"/>
            <a:chOff x="-32569575" y="3586425"/>
            <a:chExt cx="292225" cy="291450"/>
          </a:xfrm>
        </p:grpSpPr>
        <p:sp>
          <p:nvSpPr>
            <p:cNvPr id="6171" name="Google Shape;6171;p85"/>
            <p:cNvSpPr/>
            <p:nvPr/>
          </p:nvSpPr>
          <p:spPr>
            <a:xfrm>
              <a:off x="-32569575" y="3672275"/>
              <a:ext cx="292225" cy="205600"/>
            </a:xfrm>
            <a:custGeom>
              <a:avLst/>
              <a:gdLst/>
              <a:ahLst/>
              <a:cxnLst/>
              <a:rect l="l" t="t" r="r" b="b"/>
              <a:pathLst>
                <a:path w="11689" h="8224" extrusionOk="0">
                  <a:moveTo>
                    <a:pt x="5860" y="1"/>
                  </a:moveTo>
                  <a:cubicBezTo>
                    <a:pt x="4506" y="1"/>
                    <a:pt x="3340" y="1040"/>
                    <a:pt x="3151" y="2332"/>
                  </a:cubicBezTo>
                  <a:cubicBezTo>
                    <a:pt x="3119" y="2521"/>
                    <a:pt x="3277" y="2710"/>
                    <a:pt x="3497" y="2710"/>
                  </a:cubicBezTo>
                  <a:lnTo>
                    <a:pt x="5514" y="2710"/>
                  </a:lnTo>
                  <a:lnTo>
                    <a:pt x="5514" y="3435"/>
                  </a:lnTo>
                  <a:lnTo>
                    <a:pt x="2395" y="3435"/>
                  </a:lnTo>
                  <a:cubicBezTo>
                    <a:pt x="1859" y="3435"/>
                    <a:pt x="1387" y="3907"/>
                    <a:pt x="1387" y="4443"/>
                  </a:cubicBezTo>
                  <a:lnTo>
                    <a:pt x="1387" y="4852"/>
                  </a:lnTo>
                  <a:cubicBezTo>
                    <a:pt x="599" y="5010"/>
                    <a:pt x="0" y="5703"/>
                    <a:pt x="0" y="6554"/>
                  </a:cubicBezTo>
                  <a:cubicBezTo>
                    <a:pt x="0" y="7499"/>
                    <a:pt x="757" y="8223"/>
                    <a:pt x="1702" y="8223"/>
                  </a:cubicBezTo>
                  <a:cubicBezTo>
                    <a:pt x="2647" y="8223"/>
                    <a:pt x="3403" y="7499"/>
                    <a:pt x="3403" y="6554"/>
                  </a:cubicBezTo>
                  <a:cubicBezTo>
                    <a:pt x="3403" y="5703"/>
                    <a:pt x="2804" y="5041"/>
                    <a:pt x="2017" y="4852"/>
                  </a:cubicBezTo>
                  <a:lnTo>
                    <a:pt x="2017" y="4443"/>
                  </a:lnTo>
                  <a:cubicBezTo>
                    <a:pt x="2017" y="4254"/>
                    <a:pt x="2174" y="4096"/>
                    <a:pt x="2363" y="4096"/>
                  </a:cubicBezTo>
                  <a:lnTo>
                    <a:pt x="5482" y="4096"/>
                  </a:lnTo>
                  <a:lnTo>
                    <a:pt x="5482" y="4821"/>
                  </a:lnTo>
                  <a:cubicBezTo>
                    <a:pt x="4695" y="4978"/>
                    <a:pt x="4096" y="5672"/>
                    <a:pt x="4096" y="6491"/>
                  </a:cubicBezTo>
                  <a:cubicBezTo>
                    <a:pt x="4096" y="7436"/>
                    <a:pt x="4852" y="8192"/>
                    <a:pt x="5797" y="8192"/>
                  </a:cubicBezTo>
                  <a:cubicBezTo>
                    <a:pt x="6742" y="8192"/>
                    <a:pt x="7499" y="7436"/>
                    <a:pt x="7499" y="6491"/>
                  </a:cubicBezTo>
                  <a:cubicBezTo>
                    <a:pt x="7499" y="5672"/>
                    <a:pt x="6900" y="5010"/>
                    <a:pt x="6112" y="4821"/>
                  </a:cubicBezTo>
                  <a:lnTo>
                    <a:pt x="6112" y="4096"/>
                  </a:lnTo>
                  <a:lnTo>
                    <a:pt x="9231" y="4096"/>
                  </a:lnTo>
                  <a:cubicBezTo>
                    <a:pt x="9420" y="4096"/>
                    <a:pt x="9578" y="4254"/>
                    <a:pt x="9578" y="4443"/>
                  </a:cubicBezTo>
                  <a:lnTo>
                    <a:pt x="9578" y="4852"/>
                  </a:lnTo>
                  <a:cubicBezTo>
                    <a:pt x="8790" y="5010"/>
                    <a:pt x="8192" y="5703"/>
                    <a:pt x="8192" y="6554"/>
                  </a:cubicBezTo>
                  <a:cubicBezTo>
                    <a:pt x="8192" y="7499"/>
                    <a:pt x="8948" y="8223"/>
                    <a:pt x="9893" y="8223"/>
                  </a:cubicBezTo>
                  <a:cubicBezTo>
                    <a:pt x="10838" y="8223"/>
                    <a:pt x="11594" y="7499"/>
                    <a:pt x="11594" y="6554"/>
                  </a:cubicBezTo>
                  <a:cubicBezTo>
                    <a:pt x="11689" y="5703"/>
                    <a:pt x="11153" y="5010"/>
                    <a:pt x="10366" y="4852"/>
                  </a:cubicBezTo>
                  <a:lnTo>
                    <a:pt x="10366" y="4443"/>
                  </a:lnTo>
                  <a:cubicBezTo>
                    <a:pt x="10366" y="3907"/>
                    <a:pt x="9893" y="3435"/>
                    <a:pt x="9326" y="3435"/>
                  </a:cubicBezTo>
                  <a:lnTo>
                    <a:pt x="6238" y="3435"/>
                  </a:lnTo>
                  <a:lnTo>
                    <a:pt x="6238" y="2710"/>
                  </a:lnTo>
                  <a:lnTo>
                    <a:pt x="8223" y="2710"/>
                  </a:lnTo>
                  <a:cubicBezTo>
                    <a:pt x="8444" y="2710"/>
                    <a:pt x="8601" y="2521"/>
                    <a:pt x="8601" y="2332"/>
                  </a:cubicBezTo>
                  <a:cubicBezTo>
                    <a:pt x="8381" y="977"/>
                    <a:pt x="7247" y="1"/>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85"/>
            <p:cNvSpPr/>
            <p:nvPr/>
          </p:nvSpPr>
          <p:spPr>
            <a:xfrm>
              <a:off x="-32456950" y="3586425"/>
              <a:ext cx="68550" cy="69350"/>
            </a:xfrm>
            <a:custGeom>
              <a:avLst/>
              <a:gdLst/>
              <a:ahLst/>
              <a:cxnLst/>
              <a:rect l="l" t="t" r="r" b="b"/>
              <a:pathLst>
                <a:path w="2742" h="2774" extrusionOk="0">
                  <a:moveTo>
                    <a:pt x="1355" y="1"/>
                  </a:moveTo>
                  <a:cubicBezTo>
                    <a:pt x="631" y="1"/>
                    <a:pt x="1" y="631"/>
                    <a:pt x="1" y="1387"/>
                  </a:cubicBezTo>
                  <a:cubicBezTo>
                    <a:pt x="1" y="2143"/>
                    <a:pt x="631" y="2773"/>
                    <a:pt x="1355" y="2773"/>
                  </a:cubicBezTo>
                  <a:cubicBezTo>
                    <a:pt x="2111" y="2773"/>
                    <a:pt x="2742" y="2143"/>
                    <a:pt x="2742" y="1387"/>
                  </a:cubicBezTo>
                  <a:cubicBezTo>
                    <a:pt x="2742"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3" name="Google Shape;6173;p85"/>
          <p:cNvGrpSpPr/>
          <p:nvPr/>
        </p:nvGrpSpPr>
        <p:grpSpPr>
          <a:xfrm>
            <a:off x="1266073" y="3665805"/>
            <a:ext cx="372756" cy="354343"/>
            <a:chOff x="-32576675" y="3944600"/>
            <a:chExt cx="307200" cy="292025"/>
          </a:xfrm>
        </p:grpSpPr>
        <p:sp>
          <p:nvSpPr>
            <p:cNvPr id="6174" name="Google Shape;6174;p85"/>
            <p:cNvSpPr/>
            <p:nvPr/>
          </p:nvSpPr>
          <p:spPr>
            <a:xfrm>
              <a:off x="-32482950" y="3944600"/>
              <a:ext cx="213475" cy="214650"/>
            </a:xfrm>
            <a:custGeom>
              <a:avLst/>
              <a:gdLst/>
              <a:ahLst/>
              <a:cxnLst/>
              <a:rect l="l" t="t" r="r" b="b"/>
              <a:pathLst>
                <a:path w="8539" h="8586" extrusionOk="0">
                  <a:moveTo>
                    <a:pt x="5156" y="1"/>
                  </a:moveTo>
                  <a:cubicBezTo>
                    <a:pt x="4372" y="1"/>
                    <a:pt x="3593" y="308"/>
                    <a:pt x="2994" y="922"/>
                  </a:cubicBezTo>
                  <a:lnTo>
                    <a:pt x="1450" y="2466"/>
                  </a:lnTo>
                  <a:cubicBezTo>
                    <a:pt x="1681" y="2417"/>
                    <a:pt x="1916" y="2392"/>
                    <a:pt x="2152" y="2392"/>
                  </a:cubicBezTo>
                  <a:cubicBezTo>
                    <a:pt x="2529" y="2392"/>
                    <a:pt x="2909" y="2456"/>
                    <a:pt x="3277" y="2592"/>
                  </a:cubicBezTo>
                  <a:lnTo>
                    <a:pt x="3939" y="1899"/>
                  </a:lnTo>
                  <a:cubicBezTo>
                    <a:pt x="4270" y="1568"/>
                    <a:pt x="4703" y="1402"/>
                    <a:pt x="5136" y="1402"/>
                  </a:cubicBezTo>
                  <a:cubicBezTo>
                    <a:pt x="5569" y="1402"/>
                    <a:pt x="6003" y="1568"/>
                    <a:pt x="6333" y="1899"/>
                  </a:cubicBezTo>
                  <a:cubicBezTo>
                    <a:pt x="7027" y="2592"/>
                    <a:pt x="7027" y="3631"/>
                    <a:pt x="6333" y="4325"/>
                  </a:cubicBezTo>
                  <a:lnTo>
                    <a:pt x="3939" y="6719"/>
                  </a:lnTo>
                  <a:cubicBezTo>
                    <a:pt x="3608" y="7050"/>
                    <a:pt x="3175" y="7215"/>
                    <a:pt x="2742" y="7215"/>
                  </a:cubicBezTo>
                  <a:cubicBezTo>
                    <a:pt x="2309" y="7215"/>
                    <a:pt x="1875" y="7050"/>
                    <a:pt x="1545" y="6719"/>
                  </a:cubicBezTo>
                  <a:cubicBezTo>
                    <a:pt x="1261" y="6435"/>
                    <a:pt x="1104" y="6089"/>
                    <a:pt x="1072" y="5742"/>
                  </a:cubicBezTo>
                  <a:lnTo>
                    <a:pt x="1" y="6782"/>
                  </a:lnTo>
                  <a:cubicBezTo>
                    <a:pt x="158" y="7097"/>
                    <a:pt x="348" y="7381"/>
                    <a:pt x="600" y="7664"/>
                  </a:cubicBezTo>
                  <a:cubicBezTo>
                    <a:pt x="1214" y="8278"/>
                    <a:pt x="2002" y="8586"/>
                    <a:pt x="2781" y="8586"/>
                  </a:cubicBezTo>
                  <a:cubicBezTo>
                    <a:pt x="3561" y="8586"/>
                    <a:pt x="4333" y="8278"/>
                    <a:pt x="4916" y="7664"/>
                  </a:cubicBezTo>
                  <a:lnTo>
                    <a:pt x="7342" y="5270"/>
                  </a:lnTo>
                  <a:cubicBezTo>
                    <a:pt x="8539" y="4073"/>
                    <a:pt x="8539" y="2151"/>
                    <a:pt x="7342" y="922"/>
                  </a:cubicBezTo>
                  <a:cubicBezTo>
                    <a:pt x="6727" y="308"/>
                    <a:pt x="5940" y="1"/>
                    <a:pt x="51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85"/>
            <p:cNvSpPr/>
            <p:nvPr/>
          </p:nvSpPr>
          <p:spPr>
            <a:xfrm>
              <a:off x="-32576675" y="4020200"/>
              <a:ext cx="215850" cy="216425"/>
            </a:xfrm>
            <a:custGeom>
              <a:avLst/>
              <a:gdLst/>
              <a:ahLst/>
              <a:cxnLst/>
              <a:rect l="l" t="t" r="r" b="b"/>
              <a:pathLst>
                <a:path w="8634" h="8657" extrusionOk="0">
                  <a:moveTo>
                    <a:pt x="5865" y="1"/>
                  </a:moveTo>
                  <a:cubicBezTo>
                    <a:pt x="5081" y="1"/>
                    <a:pt x="4301" y="308"/>
                    <a:pt x="3718" y="922"/>
                  </a:cubicBezTo>
                  <a:lnTo>
                    <a:pt x="1230" y="3411"/>
                  </a:lnTo>
                  <a:cubicBezTo>
                    <a:pt x="1" y="4640"/>
                    <a:pt x="1" y="6562"/>
                    <a:pt x="1230" y="7759"/>
                  </a:cubicBezTo>
                  <a:cubicBezTo>
                    <a:pt x="1844" y="8358"/>
                    <a:pt x="2632" y="8657"/>
                    <a:pt x="3415" y="8657"/>
                  </a:cubicBezTo>
                  <a:cubicBezTo>
                    <a:pt x="4199" y="8657"/>
                    <a:pt x="4979" y="8358"/>
                    <a:pt x="5577" y="7759"/>
                  </a:cubicBezTo>
                  <a:lnTo>
                    <a:pt x="7152" y="6184"/>
                  </a:lnTo>
                  <a:lnTo>
                    <a:pt x="7152" y="6184"/>
                  </a:lnTo>
                  <a:cubicBezTo>
                    <a:pt x="6938" y="6218"/>
                    <a:pt x="6719" y="6235"/>
                    <a:pt x="6499" y="6235"/>
                  </a:cubicBezTo>
                  <a:cubicBezTo>
                    <a:pt x="6106" y="6235"/>
                    <a:pt x="5709" y="6179"/>
                    <a:pt x="5325" y="6058"/>
                  </a:cubicBezTo>
                  <a:lnTo>
                    <a:pt x="4569" y="6814"/>
                  </a:lnTo>
                  <a:cubicBezTo>
                    <a:pt x="4238" y="7145"/>
                    <a:pt x="3805" y="7310"/>
                    <a:pt x="3372" y="7310"/>
                  </a:cubicBezTo>
                  <a:cubicBezTo>
                    <a:pt x="2939" y="7310"/>
                    <a:pt x="2505" y="7145"/>
                    <a:pt x="2175" y="6814"/>
                  </a:cubicBezTo>
                  <a:cubicBezTo>
                    <a:pt x="1513" y="6121"/>
                    <a:pt x="1513" y="5081"/>
                    <a:pt x="2175" y="4388"/>
                  </a:cubicBezTo>
                  <a:lnTo>
                    <a:pt x="4664" y="1899"/>
                  </a:lnTo>
                  <a:cubicBezTo>
                    <a:pt x="4994" y="1568"/>
                    <a:pt x="5428" y="1403"/>
                    <a:pt x="5861" y="1403"/>
                  </a:cubicBezTo>
                  <a:cubicBezTo>
                    <a:pt x="6294" y="1403"/>
                    <a:pt x="6727" y="1568"/>
                    <a:pt x="7058" y="1899"/>
                  </a:cubicBezTo>
                  <a:cubicBezTo>
                    <a:pt x="7342" y="2183"/>
                    <a:pt x="7499" y="2561"/>
                    <a:pt x="7531" y="2907"/>
                  </a:cubicBezTo>
                  <a:lnTo>
                    <a:pt x="8287" y="2151"/>
                  </a:lnTo>
                  <a:lnTo>
                    <a:pt x="8633" y="1805"/>
                  </a:lnTo>
                  <a:cubicBezTo>
                    <a:pt x="8476" y="1490"/>
                    <a:pt x="8287" y="1206"/>
                    <a:pt x="8035" y="922"/>
                  </a:cubicBezTo>
                  <a:cubicBezTo>
                    <a:pt x="7436" y="308"/>
                    <a:pt x="6648" y="1"/>
                    <a:pt x="58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6" name="Google Shape;6176;p85"/>
          <p:cNvGrpSpPr/>
          <p:nvPr/>
        </p:nvGrpSpPr>
        <p:grpSpPr>
          <a:xfrm>
            <a:off x="3511040" y="2730100"/>
            <a:ext cx="354586" cy="354586"/>
            <a:chOff x="-30735200" y="3192625"/>
            <a:chExt cx="292225" cy="292225"/>
          </a:xfrm>
        </p:grpSpPr>
        <p:sp>
          <p:nvSpPr>
            <p:cNvPr id="6177" name="Google Shape;6177;p85"/>
            <p:cNvSpPr/>
            <p:nvPr/>
          </p:nvSpPr>
          <p:spPr>
            <a:xfrm>
              <a:off x="-30665100" y="3192625"/>
              <a:ext cx="175650" cy="223700"/>
            </a:xfrm>
            <a:custGeom>
              <a:avLst/>
              <a:gdLst/>
              <a:ahLst/>
              <a:cxnLst/>
              <a:rect l="l" t="t" r="r" b="b"/>
              <a:pathLst>
                <a:path w="7026" h="8948" extrusionOk="0">
                  <a:moveTo>
                    <a:pt x="2363" y="0"/>
                  </a:moveTo>
                  <a:cubicBezTo>
                    <a:pt x="2143" y="0"/>
                    <a:pt x="1985" y="158"/>
                    <a:pt x="1985" y="378"/>
                  </a:cubicBezTo>
                  <a:cubicBezTo>
                    <a:pt x="1985" y="567"/>
                    <a:pt x="2143" y="725"/>
                    <a:pt x="2363" y="725"/>
                  </a:cubicBezTo>
                  <a:lnTo>
                    <a:pt x="2710" y="725"/>
                  </a:lnTo>
                  <a:lnTo>
                    <a:pt x="2710" y="1576"/>
                  </a:lnTo>
                  <a:cubicBezTo>
                    <a:pt x="1135" y="2017"/>
                    <a:pt x="0" y="3466"/>
                    <a:pt x="0" y="5199"/>
                  </a:cubicBezTo>
                  <a:cubicBezTo>
                    <a:pt x="0" y="7278"/>
                    <a:pt x="1670" y="8948"/>
                    <a:pt x="3718" y="8948"/>
                  </a:cubicBezTo>
                  <a:cubicBezTo>
                    <a:pt x="3970" y="8948"/>
                    <a:pt x="4159" y="8916"/>
                    <a:pt x="4348" y="8853"/>
                  </a:cubicBezTo>
                  <a:cubicBezTo>
                    <a:pt x="4159" y="8664"/>
                    <a:pt x="4033" y="8381"/>
                    <a:pt x="4033" y="8066"/>
                  </a:cubicBezTo>
                  <a:cubicBezTo>
                    <a:pt x="4033" y="7877"/>
                    <a:pt x="4096" y="7687"/>
                    <a:pt x="4191" y="7530"/>
                  </a:cubicBezTo>
                  <a:lnTo>
                    <a:pt x="4191" y="7530"/>
                  </a:lnTo>
                  <a:cubicBezTo>
                    <a:pt x="4033" y="7561"/>
                    <a:pt x="3876" y="7561"/>
                    <a:pt x="3686" y="7561"/>
                  </a:cubicBezTo>
                  <a:cubicBezTo>
                    <a:pt x="2363" y="7561"/>
                    <a:pt x="1292" y="6522"/>
                    <a:pt x="1292" y="5167"/>
                  </a:cubicBezTo>
                  <a:cubicBezTo>
                    <a:pt x="1292" y="3844"/>
                    <a:pt x="2363" y="2773"/>
                    <a:pt x="3686" y="2773"/>
                  </a:cubicBezTo>
                  <a:cubicBezTo>
                    <a:pt x="4348" y="2773"/>
                    <a:pt x="4978" y="3088"/>
                    <a:pt x="5451" y="3560"/>
                  </a:cubicBezTo>
                  <a:cubicBezTo>
                    <a:pt x="5608" y="3466"/>
                    <a:pt x="5766" y="3466"/>
                    <a:pt x="5923" y="3466"/>
                  </a:cubicBezTo>
                  <a:lnTo>
                    <a:pt x="7026" y="3466"/>
                  </a:lnTo>
                  <a:cubicBezTo>
                    <a:pt x="6553" y="2584"/>
                    <a:pt x="5734" y="1859"/>
                    <a:pt x="4726" y="1576"/>
                  </a:cubicBezTo>
                  <a:lnTo>
                    <a:pt x="4726" y="725"/>
                  </a:lnTo>
                  <a:lnTo>
                    <a:pt x="5073" y="725"/>
                  </a:lnTo>
                  <a:cubicBezTo>
                    <a:pt x="5262" y="725"/>
                    <a:pt x="5419" y="567"/>
                    <a:pt x="5419" y="378"/>
                  </a:cubicBezTo>
                  <a:cubicBezTo>
                    <a:pt x="5419" y="158"/>
                    <a:pt x="5262" y="0"/>
                    <a:pt x="5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85"/>
            <p:cNvSpPr/>
            <p:nvPr/>
          </p:nvSpPr>
          <p:spPr>
            <a:xfrm>
              <a:off x="-30615475" y="3278475"/>
              <a:ext cx="52775" cy="52000"/>
            </a:xfrm>
            <a:custGeom>
              <a:avLst/>
              <a:gdLst/>
              <a:ahLst/>
              <a:cxnLst/>
              <a:rect l="l" t="t" r="r" b="b"/>
              <a:pathLst>
                <a:path w="2111" h="2080" extrusionOk="0">
                  <a:moveTo>
                    <a:pt x="1733" y="0"/>
                  </a:moveTo>
                  <a:cubicBezTo>
                    <a:pt x="1544" y="32"/>
                    <a:pt x="1386" y="158"/>
                    <a:pt x="1386" y="347"/>
                  </a:cubicBezTo>
                  <a:lnTo>
                    <a:pt x="1386" y="1387"/>
                  </a:lnTo>
                  <a:lnTo>
                    <a:pt x="378" y="1387"/>
                  </a:lnTo>
                  <a:cubicBezTo>
                    <a:pt x="158" y="1387"/>
                    <a:pt x="0" y="1544"/>
                    <a:pt x="0" y="1733"/>
                  </a:cubicBezTo>
                  <a:cubicBezTo>
                    <a:pt x="0" y="1922"/>
                    <a:pt x="158" y="2080"/>
                    <a:pt x="378" y="2080"/>
                  </a:cubicBezTo>
                  <a:lnTo>
                    <a:pt x="1733" y="2080"/>
                  </a:lnTo>
                  <a:cubicBezTo>
                    <a:pt x="1954" y="2080"/>
                    <a:pt x="2111" y="1922"/>
                    <a:pt x="2111" y="1733"/>
                  </a:cubicBezTo>
                  <a:lnTo>
                    <a:pt x="2111" y="347"/>
                  </a:lnTo>
                  <a:cubicBezTo>
                    <a:pt x="2111" y="158"/>
                    <a:pt x="1954"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85"/>
            <p:cNvSpPr/>
            <p:nvPr/>
          </p:nvSpPr>
          <p:spPr>
            <a:xfrm>
              <a:off x="-30528850" y="3296575"/>
              <a:ext cx="85875" cy="25250"/>
            </a:xfrm>
            <a:custGeom>
              <a:avLst/>
              <a:gdLst/>
              <a:ahLst/>
              <a:cxnLst/>
              <a:rect l="l" t="t" r="r" b="b"/>
              <a:pathLst>
                <a:path w="3435" h="1010" extrusionOk="0">
                  <a:moveTo>
                    <a:pt x="536" y="1"/>
                  </a:moveTo>
                  <a:cubicBezTo>
                    <a:pt x="253" y="1"/>
                    <a:pt x="1" y="221"/>
                    <a:pt x="1" y="505"/>
                  </a:cubicBezTo>
                  <a:cubicBezTo>
                    <a:pt x="1" y="789"/>
                    <a:pt x="253" y="1009"/>
                    <a:pt x="536" y="1009"/>
                  </a:cubicBezTo>
                  <a:lnTo>
                    <a:pt x="2931" y="1009"/>
                  </a:lnTo>
                  <a:cubicBezTo>
                    <a:pt x="3214" y="1009"/>
                    <a:pt x="3435" y="789"/>
                    <a:pt x="3435" y="505"/>
                  </a:cubicBezTo>
                  <a:cubicBezTo>
                    <a:pt x="3435" y="221"/>
                    <a:pt x="3214" y="1"/>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85"/>
            <p:cNvSpPr/>
            <p:nvPr/>
          </p:nvSpPr>
          <p:spPr>
            <a:xfrm>
              <a:off x="-30546175" y="3338325"/>
              <a:ext cx="85875" cy="26025"/>
            </a:xfrm>
            <a:custGeom>
              <a:avLst/>
              <a:gdLst/>
              <a:ahLst/>
              <a:cxnLst/>
              <a:rect l="l" t="t" r="r" b="b"/>
              <a:pathLst>
                <a:path w="3435" h="1041" extrusionOk="0">
                  <a:moveTo>
                    <a:pt x="505" y="1"/>
                  </a:moveTo>
                  <a:cubicBezTo>
                    <a:pt x="221" y="1"/>
                    <a:pt x="1" y="253"/>
                    <a:pt x="1" y="536"/>
                  </a:cubicBezTo>
                  <a:cubicBezTo>
                    <a:pt x="1" y="788"/>
                    <a:pt x="221" y="1040"/>
                    <a:pt x="505" y="1040"/>
                  </a:cubicBezTo>
                  <a:lnTo>
                    <a:pt x="2899" y="1040"/>
                  </a:lnTo>
                  <a:cubicBezTo>
                    <a:pt x="3183" y="1040"/>
                    <a:pt x="3435" y="851"/>
                    <a:pt x="3435" y="536"/>
                  </a:cubicBezTo>
                  <a:cubicBezTo>
                    <a:pt x="3435" y="253"/>
                    <a:pt x="3183"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85"/>
            <p:cNvSpPr/>
            <p:nvPr/>
          </p:nvSpPr>
          <p:spPr>
            <a:xfrm>
              <a:off x="-30546175" y="3381650"/>
              <a:ext cx="67750" cy="26025"/>
            </a:xfrm>
            <a:custGeom>
              <a:avLst/>
              <a:gdLst/>
              <a:ahLst/>
              <a:cxnLst/>
              <a:rect l="l" t="t" r="r" b="b"/>
              <a:pathLst>
                <a:path w="2710" h="1041" extrusionOk="0">
                  <a:moveTo>
                    <a:pt x="505" y="0"/>
                  </a:moveTo>
                  <a:cubicBezTo>
                    <a:pt x="221" y="0"/>
                    <a:pt x="1" y="252"/>
                    <a:pt x="1" y="536"/>
                  </a:cubicBezTo>
                  <a:cubicBezTo>
                    <a:pt x="1" y="788"/>
                    <a:pt x="221" y="1040"/>
                    <a:pt x="505" y="1040"/>
                  </a:cubicBezTo>
                  <a:lnTo>
                    <a:pt x="2206" y="1040"/>
                  </a:lnTo>
                  <a:cubicBezTo>
                    <a:pt x="2490" y="1040"/>
                    <a:pt x="2710" y="788"/>
                    <a:pt x="2710" y="536"/>
                  </a:cubicBezTo>
                  <a:cubicBezTo>
                    <a:pt x="2710" y="252"/>
                    <a:pt x="2490" y="0"/>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85"/>
            <p:cNvSpPr/>
            <p:nvPr/>
          </p:nvSpPr>
          <p:spPr>
            <a:xfrm>
              <a:off x="-30546175" y="3424175"/>
              <a:ext cx="51225" cy="26025"/>
            </a:xfrm>
            <a:custGeom>
              <a:avLst/>
              <a:gdLst/>
              <a:ahLst/>
              <a:cxnLst/>
              <a:rect l="l" t="t" r="r" b="b"/>
              <a:pathLst>
                <a:path w="2049" h="1041" extrusionOk="0">
                  <a:moveTo>
                    <a:pt x="505" y="1"/>
                  </a:moveTo>
                  <a:cubicBezTo>
                    <a:pt x="221" y="1"/>
                    <a:pt x="1" y="253"/>
                    <a:pt x="1" y="505"/>
                  </a:cubicBezTo>
                  <a:cubicBezTo>
                    <a:pt x="1" y="788"/>
                    <a:pt x="221" y="1040"/>
                    <a:pt x="505" y="1040"/>
                  </a:cubicBezTo>
                  <a:lnTo>
                    <a:pt x="1544" y="1040"/>
                  </a:lnTo>
                  <a:cubicBezTo>
                    <a:pt x="1796" y="1040"/>
                    <a:pt x="2048" y="788"/>
                    <a:pt x="2048" y="505"/>
                  </a:cubicBezTo>
                  <a:cubicBezTo>
                    <a:pt x="2048" y="253"/>
                    <a:pt x="1796" y="1"/>
                    <a:pt x="15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85"/>
            <p:cNvSpPr/>
            <p:nvPr/>
          </p:nvSpPr>
          <p:spPr>
            <a:xfrm>
              <a:off x="-30735200" y="3209325"/>
              <a:ext cx="174075" cy="275525"/>
            </a:xfrm>
            <a:custGeom>
              <a:avLst/>
              <a:gdLst/>
              <a:ahLst/>
              <a:cxnLst/>
              <a:rect l="l" t="t" r="r" b="b"/>
              <a:pathLst>
                <a:path w="6963" h="11021" extrusionOk="0">
                  <a:moveTo>
                    <a:pt x="3803" y="0"/>
                  </a:moveTo>
                  <a:cubicBezTo>
                    <a:pt x="3716" y="0"/>
                    <a:pt x="3637" y="52"/>
                    <a:pt x="3592" y="120"/>
                  </a:cubicBezTo>
                  <a:lnTo>
                    <a:pt x="1702" y="2231"/>
                  </a:lnTo>
                  <a:cubicBezTo>
                    <a:pt x="1544" y="2420"/>
                    <a:pt x="1418" y="2640"/>
                    <a:pt x="1418" y="2892"/>
                  </a:cubicBezTo>
                  <a:lnTo>
                    <a:pt x="1418" y="5917"/>
                  </a:lnTo>
                  <a:cubicBezTo>
                    <a:pt x="1418" y="6200"/>
                    <a:pt x="1292" y="6421"/>
                    <a:pt x="1103" y="6641"/>
                  </a:cubicBezTo>
                  <a:lnTo>
                    <a:pt x="126" y="7618"/>
                  </a:lnTo>
                  <a:cubicBezTo>
                    <a:pt x="0" y="7744"/>
                    <a:pt x="0" y="7965"/>
                    <a:pt x="126" y="8091"/>
                  </a:cubicBezTo>
                  <a:lnTo>
                    <a:pt x="2867" y="10926"/>
                  </a:lnTo>
                  <a:cubicBezTo>
                    <a:pt x="2930" y="10989"/>
                    <a:pt x="3017" y="11021"/>
                    <a:pt x="3104" y="11021"/>
                  </a:cubicBezTo>
                  <a:cubicBezTo>
                    <a:pt x="3190" y="11021"/>
                    <a:pt x="3277" y="10989"/>
                    <a:pt x="3340" y="10926"/>
                  </a:cubicBezTo>
                  <a:lnTo>
                    <a:pt x="4317" y="9949"/>
                  </a:lnTo>
                  <a:cubicBezTo>
                    <a:pt x="4537" y="9729"/>
                    <a:pt x="4758" y="9634"/>
                    <a:pt x="5041" y="9634"/>
                  </a:cubicBezTo>
                  <a:lnTo>
                    <a:pt x="6963" y="9634"/>
                  </a:lnTo>
                  <a:cubicBezTo>
                    <a:pt x="6900" y="9477"/>
                    <a:pt x="6837" y="9288"/>
                    <a:pt x="6837" y="9099"/>
                  </a:cubicBezTo>
                  <a:cubicBezTo>
                    <a:pt x="6837" y="9036"/>
                    <a:pt x="6837" y="8973"/>
                    <a:pt x="6900" y="8910"/>
                  </a:cubicBezTo>
                  <a:cubicBezTo>
                    <a:pt x="6774" y="8910"/>
                    <a:pt x="6648" y="8941"/>
                    <a:pt x="6522" y="8941"/>
                  </a:cubicBezTo>
                  <a:cubicBezTo>
                    <a:pt x="4096" y="8941"/>
                    <a:pt x="2080" y="6925"/>
                    <a:pt x="2080" y="4499"/>
                  </a:cubicBezTo>
                  <a:cubicBezTo>
                    <a:pt x="2080" y="2892"/>
                    <a:pt x="2962" y="1475"/>
                    <a:pt x="4254" y="687"/>
                  </a:cubicBezTo>
                  <a:cubicBezTo>
                    <a:pt x="4254" y="592"/>
                    <a:pt x="4222" y="529"/>
                    <a:pt x="4222" y="498"/>
                  </a:cubicBezTo>
                  <a:lnTo>
                    <a:pt x="4128" y="246"/>
                  </a:lnTo>
                  <a:cubicBezTo>
                    <a:pt x="4096" y="120"/>
                    <a:pt x="4002" y="57"/>
                    <a:pt x="3907" y="25"/>
                  </a:cubicBezTo>
                  <a:cubicBezTo>
                    <a:pt x="3872" y="8"/>
                    <a:pt x="3837" y="0"/>
                    <a:pt x="38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84" name="Google Shape;6184;p85"/>
          <p:cNvGrpSpPr/>
          <p:nvPr/>
        </p:nvGrpSpPr>
        <p:grpSpPr>
          <a:xfrm>
            <a:off x="3511040" y="3201532"/>
            <a:ext cx="354586" cy="353008"/>
            <a:chOff x="-30735200" y="3552550"/>
            <a:chExt cx="292225" cy="290925"/>
          </a:xfrm>
        </p:grpSpPr>
        <p:sp>
          <p:nvSpPr>
            <p:cNvPr id="6185" name="Google Shape;6185;p85"/>
            <p:cNvSpPr/>
            <p:nvPr/>
          </p:nvSpPr>
          <p:spPr>
            <a:xfrm>
              <a:off x="-30613900" y="3655750"/>
              <a:ext cx="170925" cy="187725"/>
            </a:xfrm>
            <a:custGeom>
              <a:avLst/>
              <a:gdLst/>
              <a:ahLst/>
              <a:cxnLst/>
              <a:rect l="l" t="t" r="r" b="b"/>
              <a:pathLst>
                <a:path w="6837" h="7509" extrusionOk="0">
                  <a:moveTo>
                    <a:pt x="5120" y="2079"/>
                  </a:moveTo>
                  <a:cubicBezTo>
                    <a:pt x="5206" y="2079"/>
                    <a:pt x="5293" y="2111"/>
                    <a:pt x="5356" y="2174"/>
                  </a:cubicBezTo>
                  <a:cubicBezTo>
                    <a:pt x="5451" y="2268"/>
                    <a:pt x="5451" y="2458"/>
                    <a:pt x="5356" y="2647"/>
                  </a:cubicBezTo>
                  <a:lnTo>
                    <a:pt x="3308" y="4694"/>
                  </a:lnTo>
                  <a:cubicBezTo>
                    <a:pt x="3214" y="4757"/>
                    <a:pt x="3151" y="4789"/>
                    <a:pt x="3056" y="4789"/>
                  </a:cubicBezTo>
                  <a:cubicBezTo>
                    <a:pt x="2993" y="4789"/>
                    <a:pt x="2899" y="4757"/>
                    <a:pt x="2836" y="4694"/>
                  </a:cubicBezTo>
                  <a:lnTo>
                    <a:pt x="2174" y="4001"/>
                  </a:lnTo>
                  <a:cubicBezTo>
                    <a:pt x="2048" y="3907"/>
                    <a:pt x="2048" y="3655"/>
                    <a:pt x="2174" y="3529"/>
                  </a:cubicBezTo>
                  <a:cubicBezTo>
                    <a:pt x="2221" y="3481"/>
                    <a:pt x="2308" y="3458"/>
                    <a:pt x="2399" y="3458"/>
                  </a:cubicBezTo>
                  <a:cubicBezTo>
                    <a:pt x="2489" y="3458"/>
                    <a:pt x="2584" y="3481"/>
                    <a:pt x="2647" y="3529"/>
                  </a:cubicBezTo>
                  <a:lnTo>
                    <a:pt x="3056" y="3970"/>
                  </a:lnTo>
                  <a:lnTo>
                    <a:pt x="4883" y="2174"/>
                  </a:lnTo>
                  <a:cubicBezTo>
                    <a:pt x="4946" y="2111"/>
                    <a:pt x="5033" y="2079"/>
                    <a:pt x="5120" y="2079"/>
                  </a:cubicBezTo>
                  <a:close/>
                  <a:moveTo>
                    <a:pt x="1701" y="0"/>
                  </a:moveTo>
                  <a:cubicBezTo>
                    <a:pt x="725" y="0"/>
                    <a:pt x="0" y="756"/>
                    <a:pt x="0" y="1701"/>
                  </a:cubicBezTo>
                  <a:lnTo>
                    <a:pt x="0" y="4411"/>
                  </a:lnTo>
                  <a:cubicBezTo>
                    <a:pt x="0" y="5356"/>
                    <a:pt x="725" y="6112"/>
                    <a:pt x="1701" y="6112"/>
                  </a:cubicBezTo>
                  <a:lnTo>
                    <a:pt x="2048" y="6112"/>
                  </a:lnTo>
                  <a:lnTo>
                    <a:pt x="2048" y="7152"/>
                  </a:lnTo>
                  <a:cubicBezTo>
                    <a:pt x="2048" y="7309"/>
                    <a:pt x="2111" y="7435"/>
                    <a:pt x="2237" y="7467"/>
                  </a:cubicBezTo>
                  <a:cubicBezTo>
                    <a:pt x="2289" y="7493"/>
                    <a:pt x="2347" y="7508"/>
                    <a:pt x="2401" y="7508"/>
                  </a:cubicBezTo>
                  <a:cubicBezTo>
                    <a:pt x="2477" y="7508"/>
                    <a:pt x="2547" y="7478"/>
                    <a:pt x="2584" y="7404"/>
                  </a:cubicBezTo>
                  <a:lnTo>
                    <a:pt x="3844" y="6112"/>
                  </a:lnTo>
                  <a:lnTo>
                    <a:pt x="5073" y="6112"/>
                  </a:lnTo>
                  <a:cubicBezTo>
                    <a:pt x="6018" y="6112"/>
                    <a:pt x="6805" y="5356"/>
                    <a:pt x="6805" y="4411"/>
                  </a:cubicBezTo>
                  <a:lnTo>
                    <a:pt x="6805" y="1701"/>
                  </a:lnTo>
                  <a:cubicBezTo>
                    <a:pt x="6837" y="756"/>
                    <a:pt x="6049" y="0"/>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85"/>
            <p:cNvSpPr/>
            <p:nvPr/>
          </p:nvSpPr>
          <p:spPr>
            <a:xfrm>
              <a:off x="-30735200" y="3552550"/>
              <a:ext cx="188275" cy="205075"/>
            </a:xfrm>
            <a:custGeom>
              <a:avLst/>
              <a:gdLst/>
              <a:ahLst/>
              <a:cxnLst/>
              <a:rect l="l" t="t" r="r" b="b"/>
              <a:pathLst>
                <a:path w="7531" h="8203" extrusionOk="0">
                  <a:moveTo>
                    <a:pt x="3781" y="1356"/>
                  </a:moveTo>
                  <a:cubicBezTo>
                    <a:pt x="4317" y="1356"/>
                    <a:pt x="4789" y="1828"/>
                    <a:pt x="4789" y="2395"/>
                  </a:cubicBezTo>
                  <a:cubicBezTo>
                    <a:pt x="4789" y="2710"/>
                    <a:pt x="4632" y="3025"/>
                    <a:pt x="4411" y="3214"/>
                  </a:cubicBezTo>
                  <a:cubicBezTo>
                    <a:pt x="4254" y="3341"/>
                    <a:pt x="4128" y="3530"/>
                    <a:pt x="4128" y="3782"/>
                  </a:cubicBezTo>
                  <a:cubicBezTo>
                    <a:pt x="4128" y="3971"/>
                    <a:pt x="3970" y="4128"/>
                    <a:pt x="3781" y="4128"/>
                  </a:cubicBezTo>
                  <a:cubicBezTo>
                    <a:pt x="3592" y="4128"/>
                    <a:pt x="3434" y="3971"/>
                    <a:pt x="3434" y="3782"/>
                  </a:cubicBezTo>
                  <a:cubicBezTo>
                    <a:pt x="3434" y="3341"/>
                    <a:pt x="3624" y="2931"/>
                    <a:pt x="3970" y="2679"/>
                  </a:cubicBezTo>
                  <a:cubicBezTo>
                    <a:pt x="4065" y="2584"/>
                    <a:pt x="4096" y="2521"/>
                    <a:pt x="4096" y="2395"/>
                  </a:cubicBezTo>
                  <a:cubicBezTo>
                    <a:pt x="4096" y="2206"/>
                    <a:pt x="3939" y="2049"/>
                    <a:pt x="3750" y="2049"/>
                  </a:cubicBezTo>
                  <a:cubicBezTo>
                    <a:pt x="3529" y="2049"/>
                    <a:pt x="3371" y="2206"/>
                    <a:pt x="3371" y="2395"/>
                  </a:cubicBezTo>
                  <a:cubicBezTo>
                    <a:pt x="3371" y="2584"/>
                    <a:pt x="3214" y="2742"/>
                    <a:pt x="3025" y="2742"/>
                  </a:cubicBezTo>
                  <a:cubicBezTo>
                    <a:pt x="2836" y="2742"/>
                    <a:pt x="2678" y="2584"/>
                    <a:pt x="2678" y="2395"/>
                  </a:cubicBezTo>
                  <a:cubicBezTo>
                    <a:pt x="2741" y="1828"/>
                    <a:pt x="3214" y="1356"/>
                    <a:pt x="3781" y="1356"/>
                  </a:cubicBezTo>
                  <a:close/>
                  <a:moveTo>
                    <a:pt x="3781" y="4758"/>
                  </a:moveTo>
                  <a:cubicBezTo>
                    <a:pt x="3970" y="4758"/>
                    <a:pt x="4128" y="4916"/>
                    <a:pt x="4128" y="5105"/>
                  </a:cubicBezTo>
                  <a:cubicBezTo>
                    <a:pt x="4128" y="5294"/>
                    <a:pt x="3970" y="5451"/>
                    <a:pt x="3781" y="5451"/>
                  </a:cubicBezTo>
                  <a:cubicBezTo>
                    <a:pt x="3592" y="5451"/>
                    <a:pt x="3434" y="5294"/>
                    <a:pt x="3434" y="5105"/>
                  </a:cubicBezTo>
                  <a:cubicBezTo>
                    <a:pt x="3434" y="4916"/>
                    <a:pt x="3592" y="4758"/>
                    <a:pt x="3781" y="4758"/>
                  </a:cubicBezTo>
                  <a:close/>
                  <a:moveTo>
                    <a:pt x="1733" y="1"/>
                  </a:moveTo>
                  <a:cubicBezTo>
                    <a:pt x="788" y="1"/>
                    <a:pt x="0" y="789"/>
                    <a:pt x="0" y="1734"/>
                  </a:cubicBezTo>
                  <a:lnTo>
                    <a:pt x="0" y="5136"/>
                  </a:lnTo>
                  <a:cubicBezTo>
                    <a:pt x="0" y="5987"/>
                    <a:pt x="631" y="6649"/>
                    <a:pt x="1418" y="6806"/>
                  </a:cubicBezTo>
                  <a:lnTo>
                    <a:pt x="1418" y="7846"/>
                  </a:lnTo>
                  <a:cubicBezTo>
                    <a:pt x="1418" y="8003"/>
                    <a:pt x="1481" y="8129"/>
                    <a:pt x="1607" y="8161"/>
                  </a:cubicBezTo>
                  <a:cubicBezTo>
                    <a:pt x="1659" y="8187"/>
                    <a:pt x="1717" y="8202"/>
                    <a:pt x="1771" y="8202"/>
                  </a:cubicBezTo>
                  <a:cubicBezTo>
                    <a:pt x="1848" y="8202"/>
                    <a:pt x="1917" y="8172"/>
                    <a:pt x="1954" y="8098"/>
                  </a:cubicBezTo>
                  <a:lnTo>
                    <a:pt x="3214" y="6838"/>
                  </a:lnTo>
                  <a:lnTo>
                    <a:pt x="4096" y="6838"/>
                  </a:lnTo>
                  <a:lnTo>
                    <a:pt x="4096" y="5798"/>
                  </a:lnTo>
                  <a:cubicBezTo>
                    <a:pt x="4096" y="4475"/>
                    <a:pt x="5167" y="3404"/>
                    <a:pt x="6490" y="3404"/>
                  </a:cubicBezTo>
                  <a:lnTo>
                    <a:pt x="7530" y="3404"/>
                  </a:lnTo>
                  <a:lnTo>
                    <a:pt x="7530" y="1734"/>
                  </a:lnTo>
                  <a:cubicBezTo>
                    <a:pt x="7530" y="789"/>
                    <a:pt x="6774"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87" name="Google Shape;6187;p85"/>
          <p:cNvGrpSpPr/>
          <p:nvPr/>
        </p:nvGrpSpPr>
        <p:grpSpPr>
          <a:xfrm>
            <a:off x="3511040" y="3666154"/>
            <a:ext cx="354586" cy="353645"/>
            <a:chOff x="-30735200" y="3910925"/>
            <a:chExt cx="292225" cy="291450"/>
          </a:xfrm>
        </p:grpSpPr>
        <p:sp>
          <p:nvSpPr>
            <p:cNvPr id="6188" name="Google Shape;6188;p85"/>
            <p:cNvSpPr/>
            <p:nvPr/>
          </p:nvSpPr>
          <p:spPr>
            <a:xfrm>
              <a:off x="-30683225" y="3962900"/>
              <a:ext cx="188275" cy="186700"/>
            </a:xfrm>
            <a:custGeom>
              <a:avLst/>
              <a:gdLst/>
              <a:ahLst/>
              <a:cxnLst/>
              <a:rect l="l" t="t" r="r" b="b"/>
              <a:pathLst>
                <a:path w="7531" h="7468" extrusionOk="0">
                  <a:moveTo>
                    <a:pt x="3750" y="663"/>
                  </a:moveTo>
                  <a:cubicBezTo>
                    <a:pt x="3939" y="663"/>
                    <a:pt x="4096" y="820"/>
                    <a:pt x="4096" y="1009"/>
                  </a:cubicBezTo>
                  <a:lnTo>
                    <a:pt x="4096" y="3624"/>
                  </a:lnTo>
                  <a:lnTo>
                    <a:pt x="5357" y="4884"/>
                  </a:lnTo>
                  <a:cubicBezTo>
                    <a:pt x="5514" y="5042"/>
                    <a:pt x="5514" y="5231"/>
                    <a:pt x="5357" y="5357"/>
                  </a:cubicBezTo>
                  <a:cubicBezTo>
                    <a:pt x="5294" y="5420"/>
                    <a:pt x="5207" y="5451"/>
                    <a:pt x="5120" y="5451"/>
                  </a:cubicBezTo>
                  <a:cubicBezTo>
                    <a:pt x="5034" y="5451"/>
                    <a:pt x="4947" y="5420"/>
                    <a:pt x="4884" y="5357"/>
                  </a:cubicBezTo>
                  <a:lnTo>
                    <a:pt x="3498" y="3971"/>
                  </a:lnTo>
                  <a:cubicBezTo>
                    <a:pt x="3435" y="3908"/>
                    <a:pt x="3403" y="3813"/>
                    <a:pt x="3403" y="3719"/>
                  </a:cubicBezTo>
                  <a:lnTo>
                    <a:pt x="3403" y="1009"/>
                  </a:lnTo>
                  <a:cubicBezTo>
                    <a:pt x="3403" y="820"/>
                    <a:pt x="3561" y="663"/>
                    <a:pt x="3750" y="663"/>
                  </a:cubicBezTo>
                  <a:close/>
                  <a:moveTo>
                    <a:pt x="3750" y="1"/>
                  </a:moveTo>
                  <a:cubicBezTo>
                    <a:pt x="1671" y="1"/>
                    <a:pt x="1" y="1702"/>
                    <a:pt x="1" y="3750"/>
                  </a:cubicBezTo>
                  <a:cubicBezTo>
                    <a:pt x="1" y="5829"/>
                    <a:pt x="1702" y="7468"/>
                    <a:pt x="3750" y="7468"/>
                  </a:cubicBezTo>
                  <a:cubicBezTo>
                    <a:pt x="5798" y="7468"/>
                    <a:pt x="7499" y="5798"/>
                    <a:pt x="7499" y="3750"/>
                  </a:cubicBezTo>
                  <a:cubicBezTo>
                    <a:pt x="7530" y="1702"/>
                    <a:pt x="5829" y="1"/>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85"/>
            <p:cNvSpPr/>
            <p:nvPr/>
          </p:nvSpPr>
          <p:spPr>
            <a:xfrm>
              <a:off x="-30735200" y="3910925"/>
              <a:ext cx="292225" cy="291450"/>
            </a:xfrm>
            <a:custGeom>
              <a:avLst/>
              <a:gdLst/>
              <a:ahLst/>
              <a:cxnLst/>
              <a:rect l="l" t="t" r="r" b="b"/>
              <a:pathLst>
                <a:path w="11689" h="11658" extrusionOk="0">
                  <a:moveTo>
                    <a:pt x="5829" y="1355"/>
                  </a:moveTo>
                  <a:cubicBezTo>
                    <a:pt x="8286" y="1355"/>
                    <a:pt x="10271" y="3372"/>
                    <a:pt x="10271" y="5829"/>
                  </a:cubicBezTo>
                  <a:cubicBezTo>
                    <a:pt x="10271" y="8286"/>
                    <a:pt x="8318" y="10271"/>
                    <a:pt x="5829" y="10271"/>
                  </a:cubicBezTo>
                  <a:cubicBezTo>
                    <a:pt x="3403" y="10271"/>
                    <a:pt x="1387" y="8255"/>
                    <a:pt x="1387" y="5829"/>
                  </a:cubicBezTo>
                  <a:cubicBezTo>
                    <a:pt x="1387" y="3372"/>
                    <a:pt x="3371" y="1355"/>
                    <a:pt x="5829" y="1355"/>
                  </a:cubicBezTo>
                  <a:close/>
                  <a:moveTo>
                    <a:pt x="5829" y="1"/>
                  </a:moveTo>
                  <a:cubicBezTo>
                    <a:pt x="2647" y="1"/>
                    <a:pt x="0" y="2616"/>
                    <a:pt x="0" y="5829"/>
                  </a:cubicBezTo>
                  <a:cubicBezTo>
                    <a:pt x="0" y="9011"/>
                    <a:pt x="2647" y="11657"/>
                    <a:pt x="5829" y="11657"/>
                  </a:cubicBezTo>
                  <a:cubicBezTo>
                    <a:pt x="9011" y="11657"/>
                    <a:pt x="11657" y="9011"/>
                    <a:pt x="11657" y="5829"/>
                  </a:cubicBezTo>
                  <a:cubicBezTo>
                    <a:pt x="11689" y="2616"/>
                    <a:pt x="9042"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190" name="Google Shape;6190;p85"/>
          <p:cNvSpPr/>
          <p:nvPr/>
        </p:nvSpPr>
        <p:spPr>
          <a:xfrm>
            <a:off x="2614155" y="4123242"/>
            <a:ext cx="354586" cy="353645"/>
          </a:xfrm>
          <a:custGeom>
            <a:avLst/>
            <a:gdLst/>
            <a:ahLst/>
            <a:cxnLst/>
            <a:rect l="l" t="t" r="r" b="b"/>
            <a:pathLst>
              <a:path w="11689" h="11658" extrusionOk="0">
                <a:moveTo>
                  <a:pt x="5829" y="2458"/>
                </a:moveTo>
                <a:cubicBezTo>
                  <a:pt x="6207" y="2458"/>
                  <a:pt x="6491" y="2773"/>
                  <a:pt x="6491" y="3120"/>
                </a:cubicBezTo>
                <a:cubicBezTo>
                  <a:pt x="6522" y="3466"/>
                  <a:pt x="6207" y="3781"/>
                  <a:pt x="5829" y="3781"/>
                </a:cubicBezTo>
                <a:cubicBezTo>
                  <a:pt x="5419" y="3781"/>
                  <a:pt x="5136" y="3466"/>
                  <a:pt x="5136" y="3120"/>
                </a:cubicBezTo>
                <a:cubicBezTo>
                  <a:pt x="5136" y="2742"/>
                  <a:pt x="5482" y="2458"/>
                  <a:pt x="5829" y="2458"/>
                </a:cubicBezTo>
                <a:close/>
                <a:moveTo>
                  <a:pt x="5860" y="4474"/>
                </a:moveTo>
                <a:cubicBezTo>
                  <a:pt x="6238" y="4474"/>
                  <a:pt x="6522" y="4789"/>
                  <a:pt x="6522" y="5136"/>
                </a:cubicBezTo>
                <a:lnTo>
                  <a:pt x="6522" y="8570"/>
                </a:lnTo>
                <a:cubicBezTo>
                  <a:pt x="6522" y="8948"/>
                  <a:pt x="6207" y="9232"/>
                  <a:pt x="5860" y="9232"/>
                </a:cubicBezTo>
                <a:cubicBezTo>
                  <a:pt x="5451" y="9232"/>
                  <a:pt x="5199" y="8917"/>
                  <a:pt x="5199" y="8570"/>
                </a:cubicBezTo>
                <a:lnTo>
                  <a:pt x="5199" y="5136"/>
                </a:lnTo>
                <a:cubicBezTo>
                  <a:pt x="5199" y="4726"/>
                  <a:pt x="5514" y="4474"/>
                  <a:pt x="5860" y="4474"/>
                </a:cubicBezTo>
                <a:close/>
                <a:moveTo>
                  <a:pt x="5829" y="1"/>
                </a:moveTo>
                <a:cubicBezTo>
                  <a:pt x="2615" y="1"/>
                  <a:pt x="0" y="2647"/>
                  <a:pt x="0" y="5829"/>
                </a:cubicBezTo>
                <a:cubicBezTo>
                  <a:pt x="0" y="9043"/>
                  <a:pt x="2615" y="11657"/>
                  <a:pt x="5829" y="11657"/>
                </a:cubicBezTo>
                <a:cubicBezTo>
                  <a:pt x="9011" y="11657"/>
                  <a:pt x="11657" y="9043"/>
                  <a:pt x="11657" y="5829"/>
                </a:cubicBezTo>
                <a:cubicBezTo>
                  <a:pt x="11689" y="2647"/>
                  <a:pt x="9042"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91" name="Google Shape;6191;p85"/>
          <p:cNvGrpSpPr/>
          <p:nvPr/>
        </p:nvGrpSpPr>
        <p:grpSpPr>
          <a:xfrm>
            <a:off x="4864547" y="1375808"/>
            <a:ext cx="358971" cy="359224"/>
            <a:chOff x="-57956275" y="3197925"/>
            <a:chExt cx="319000" cy="319225"/>
          </a:xfrm>
        </p:grpSpPr>
        <p:sp>
          <p:nvSpPr>
            <p:cNvPr id="6192" name="Google Shape;6192;p85"/>
            <p:cNvSpPr/>
            <p:nvPr/>
          </p:nvSpPr>
          <p:spPr>
            <a:xfrm>
              <a:off x="-57940525" y="3353300"/>
              <a:ext cx="18150" cy="65400"/>
            </a:xfrm>
            <a:custGeom>
              <a:avLst/>
              <a:gdLst/>
              <a:ahLst/>
              <a:cxnLst/>
              <a:rect l="l" t="t" r="r" b="b"/>
              <a:pathLst>
                <a:path w="726" h="2616" extrusionOk="0">
                  <a:moveTo>
                    <a:pt x="725" y="0"/>
                  </a:moveTo>
                  <a:cubicBezTo>
                    <a:pt x="316" y="284"/>
                    <a:pt x="1" y="756"/>
                    <a:pt x="1" y="1292"/>
                  </a:cubicBezTo>
                  <a:cubicBezTo>
                    <a:pt x="1" y="1859"/>
                    <a:pt x="316" y="2332"/>
                    <a:pt x="725" y="2615"/>
                  </a:cubicBezTo>
                  <a:lnTo>
                    <a:pt x="725" y="239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85"/>
            <p:cNvSpPr/>
            <p:nvPr/>
          </p:nvSpPr>
          <p:spPr>
            <a:xfrm>
              <a:off x="-57679825" y="3353300"/>
              <a:ext cx="18925" cy="65400"/>
            </a:xfrm>
            <a:custGeom>
              <a:avLst/>
              <a:gdLst/>
              <a:ahLst/>
              <a:cxnLst/>
              <a:rect l="l" t="t" r="r" b="b"/>
              <a:pathLst>
                <a:path w="757" h="2616" extrusionOk="0">
                  <a:moveTo>
                    <a:pt x="1" y="0"/>
                  </a:moveTo>
                  <a:lnTo>
                    <a:pt x="1" y="2395"/>
                  </a:lnTo>
                  <a:lnTo>
                    <a:pt x="1" y="2615"/>
                  </a:lnTo>
                  <a:cubicBezTo>
                    <a:pt x="442" y="2332"/>
                    <a:pt x="757" y="1859"/>
                    <a:pt x="757" y="1292"/>
                  </a:cubicBezTo>
                  <a:cubicBezTo>
                    <a:pt x="757" y="756"/>
                    <a:pt x="442"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85"/>
            <p:cNvSpPr/>
            <p:nvPr/>
          </p:nvSpPr>
          <p:spPr>
            <a:xfrm>
              <a:off x="-57956275" y="3255625"/>
              <a:ext cx="319000" cy="55175"/>
            </a:xfrm>
            <a:custGeom>
              <a:avLst/>
              <a:gdLst/>
              <a:ahLst/>
              <a:cxnLst/>
              <a:rect l="l" t="t" r="r" b="b"/>
              <a:pathLst>
                <a:path w="12760" h="2207" extrusionOk="0">
                  <a:moveTo>
                    <a:pt x="442" y="1"/>
                  </a:moveTo>
                  <a:cubicBezTo>
                    <a:pt x="190" y="1"/>
                    <a:pt x="1" y="253"/>
                    <a:pt x="64" y="442"/>
                  </a:cubicBezTo>
                  <a:cubicBezTo>
                    <a:pt x="284" y="1481"/>
                    <a:pt x="1261" y="2206"/>
                    <a:pt x="2332" y="2206"/>
                  </a:cubicBezTo>
                  <a:lnTo>
                    <a:pt x="10523" y="2206"/>
                  </a:lnTo>
                  <a:cubicBezTo>
                    <a:pt x="11563" y="2206"/>
                    <a:pt x="12571" y="1418"/>
                    <a:pt x="12760" y="442"/>
                  </a:cubicBezTo>
                  <a:cubicBezTo>
                    <a:pt x="12603" y="221"/>
                    <a:pt x="12445" y="1"/>
                    <a:pt x="12193" y="1"/>
                  </a:cubicBezTo>
                  <a:lnTo>
                    <a:pt x="10303" y="1"/>
                  </a:lnTo>
                  <a:lnTo>
                    <a:pt x="10303" y="757"/>
                  </a:lnTo>
                  <a:cubicBezTo>
                    <a:pt x="10303" y="946"/>
                    <a:pt x="10145" y="1103"/>
                    <a:pt x="9956" y="1103"/>
                  </a:cubicBezTo>
                  <a:cubicBezTo>
                    <a:pt x="9767" y="1103"/>
                    <a:pt x="9610" y="946"/>
                    <a:pt x="9610" y="757"/>
                  </a:cubicBezTo>
                  <a:lnTo>
                    <a:pt x="9610" y="1"/>
                  </a:lnTo>
                  <a:lnTo>
                    <a:pt x="8853" y="1"/>
                  </a:lnTo>
                  <a:lnTo>
                    <a:pt x="8853" y="757"/>
                  </a:lnTo>
                  <a:cubicBezTo>
                    <a:pt x="8853" y="946"/>
                    <a:pt x="8696" y="1103"/>
                    <a:pt x="8507" y="1103"/>
                  </a:cubicBezTo>
                  <a:cubicBezTo>
                    <a:pt x="8318" y="1103"/>
                    <a:pt x="8160" y="946"/>
                    <a:pt x="8160" y="757"/>
                  </a:cubicBezTo>
                  <a:lnTo>
                    <a:pt x="8160" y="1"/>
                  </a:lnTo>
                  <a:lnTo>
                    <a:pt x="7404" y="1"/>
                  </a:lnTo>
                  <a:lnTo>
                    <a:pt x="7404" y="757"/>
                  </a:lnTo>
                  <a:cubicBezTo>
                    <a:pt x="7404" y="946"/>
                    <a:pt x="7247" y="1103"/>
                    <a:pt x="7058" y="1103"/>
                  </a:cubicBezTo>
                  <a:cubicBezTo>
                    <a:pt x="6837" y="1103"/>
                    <a:pt x="6680" y="946"/>
                    <a:pt x="6680" y="757"/>
                  </a:cubicBezTo>
                  <a:lnTo>
                    <a:pt x="6680" y="1"/>
                  </a:lnTo>
                  <a:lnTo>
                    <a:pt x="5955" y="1"/>
                  </a:lnTo>
                  <a:lnTo>
                    <a:pt x="5955" y="757"/>
                  </a:lnTo>
                  <a:cubicBezTo>
                    <a:pt x="5955" y="946"/>
                    <a:pt x="5797" y="1103"/>
                    <a:pt x="5577" y="1103"/>
                  </a:cubicBezTo>
                  <a:cubicBezTo>
                    <a:pt x="5388" y="1103"/>
                    <a:pt x="5230" y="946"/>
                    <a:pt x="5230" y="757"/>
                  </a:cubicBezTo>
                  <a:lnTo>
                    <a:pt x="5230" y="1"/>
                  </a:lnTo>
                  <a:lnTo>
                    <a:pt x="4474" y="1"/>
                  </a:lnTo>
                  <a:lnTo>
                    <a:pt x="4474" y="757"/>
                  </a:lnTo>
                  <a:cubicBezTo>
                    <a:pt x="4474" y="946"/>
                    <a:pt x="4317" y="1103"/>
                    <a:pt x="4128" y="1103"/>
                  </a:cubicBezTo>
                  <a:cubicBezTo>
                    <a:pt x="3939" y="1103"/>
                    <a:pt x="3781" y="946"/>
                    <a:pt x="3781" y="757"/>
                  </a:cubicBezTo>
                  <a:lnTo>
                    <a:pt x="3781" y="1"/>
                  </a:lnTo>
                  <a:lnTo>
                    <a:pt x="3025" y="1"/>
                  </a:lnTo>
                  <a:lnTo>
                    <a:pt x="3025" y="757"/>
                  </a:lnTo>
                  <a:cubicBezTo>
                    <a:pt x="3025" y="946"/>
                    <a:pt x="2867" y="1103"/>
                    <a:pt x="2678" y="1103"/>
                  </a:cubicBezTo>
                  <a:cubicBezTo>
                    <a:pt x="2489" y="1103"/>
                    <a:pt x="2332" y="946"/>
                    <a:pt x="2332" y="757"/>
                  </a:cubicBezTo>
                  <a:lnTo>
                    <a:pt x="233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85"/>
            <p:cNvSpPr/>
            <p:nvPr/>
          </p:nvSpPr>
          <p:spPr>
            <a:xfrm>
              <a:off x="-57868050" y="3494275"/>
              <a:ext cx="18900" cy="22875"/>
            </a:xfrm>
            <a:custGeom>
              <a:avLst/>
              <a:gdLst/>
              <a:ahLst/>
              <a:cxnLst/>
              <a:rect l="l" t="t" r="r" b="b"/>
              <a:pathLst>
                <a:path w="756" h="915" extrusionOk="0">
                  <a:moveTo>
                    <a:pt x="0" y="1"/>
                  </a:moveTo>
                  <a:lnTo>
                    <a:pt x="0" y="536"/>
                  </a:lnTo>
                  <a:lnTo>
                    <a:pt x="32" y="536"/>
                  </a:lnTo>
                  <a:cubicBezTo>
                    <a:pt x="32" y="757"/>
                    <a:pt x="189" y="914"/>
                    <a:pt x="410" y="914"/>
                  </a:cubicBezTo>
                  <a:cubicBezTo>
                    <a:pt x="599" y="914"/>
                    <a:pt x="756" y="757"/>
                    <a:pt x="756" y="536"/>
                  </a:cubicBezTo>
                  <a:lnTo>
                    <a:pt x="756" y="473"/>
                  </a:lnTo>
                  <a:cubicBezTo>
                    <a:pt x="473" y="347"/>
                    <a:pt x="252"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6" name="Google Shape;6196;p85"/>
            <p:cNvSpPr/>
            <p:nvPr/>
          </p:nvSpPr>
          <p:spPr>
            <a:xfrm>
              <a:off x="-57755425" y="3494275"/>
              <a:ext cx="18125" cy="22875"/>
            </a:xfrm>
            <a:custGeom>
              <a:avLst/>
              <a:gdLst/>
              <a:ahLst/>
              <a:cxnLst/>
              <a:rect l="l" t="t" r="r" b="b"/>
              <a:pathLst>
                <a:path w="725" h="915" extrusionOk="0">
                  <a:moveTo>
                    <a:pt x="725" y="1"/>
                  </a:moveTo>
                  <a:cubicBezTo>
                    <a:pt x="504" y="190"/>
                    <a:pt x="252" y="347"/>
                    <a:pt x="0" y="473"/>
                  </a:cubicBezTo>
                  <a:lnTo>
                    <a:pt x="0" y="536"/>
                  </a:lnTo>
                  <a:lnTo>
                    <a:pt x="32" y="536"/>
                  </a:lnTo>
                  <a:cubicBezTo>
                    <a:pt x="32" y="757"/>
                    <a:pt x="189" y="914"/>
                    <a:pt x="378" y="914"/>
                  </a:cubicBezTo>
                  <a:cubicBezTo>
                    <a:pt x="567" y="914"/>
                    <a:pt x="725" y="757"/>
                    <a:pt x="725" y="536"/>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85"/>
            <p:cNvSpPr/>
            <p:nvPr/>
          </p:nvSpPr>
          <p:spPr>
            <a:xfrm>
              <a:off x="-57903500" y="3329675"/>
              <a:ext cx="204800" cy="187475"/>
            </a:xfrm>
            <a:custGeom>
              <a:avLst/>
              <a:gdLst/>
              <a:ahLst/>
              <a:cxnLst/>
              <a:rect l="l" t="t" r="r" b="b"/>
              <a:pathLst>
                <a:path w="8192" h="7499" extrusionOk="0">
                  <a:moveTo>
                    <a:pt x="2615" y="756"/>
                  </a:moveTo>
                  <a:cubicBezTo>
                    <a:pt x="2804" y="756"/>
                    <a:pt x="2962" y="914"/>
                    <a:pt x="2962" y="1103"/>
                  </a:cubicBezTo>
                  <a:cubicBezTo>
                    <a:pt x="2962" y="1292"/>
                    <a:pt x="2804" y="1449"/>
                    <a:pt x="2615" y="1449"/>
                  </a:cubicBezTo>
                  <a:cubicBezTo>
                    <a:pt x="2395" y="1449"/>
                    <a:pt x="2269" y="1292"/>
                    <a:pt x="2269" y="1103"/>
                  </a:cubicBezTo>
                  <a:cubicBezTo>
                    <a:pt x="2206" y="945"/>
                    <a:pt x="2395" y="756"/>
                    <a:pt x="2615" y="756"/>
                  </a:cubicBezTo>
                  <a:close/>
                  <a:moveTo>
                    <a:pt x="5608" y="756"/>
                  </a:moveTo>
                  <a:cubicBezTo>
                    <a:pt x="5797" y="756"/>
                    <a:pt x="5955" y="914"/>
                    <a:pt x="5955" y="1103"/>
                  </a:cubicBezTo>
                  <a:cubicBezTo>
                    <a:pt x="5955" y="1292"/>
                    <a:pt x="5797" y="1449"/>
                    <a:pt x="5608" y="1449"/>
                  </a:cubicBezTo>
                  <a:cubicBezTo>
                    <a:pt x="5388" y="1449"/>
                    <a:pt x="5230" y="1292"/>
                    <a:pt x="5230" y="1103"/>
                  </a:cubicBezTo>
                  <a:cubicBezTo>
                    <a:pt x="5199" y="945"/>
                    <a:pt x="5356" y="756"/>
                    <a:pt x="5608" y="756"/>
                  </a:cubicBezTo>
                  <a:close/>
                  <a:moveTo>
                    <a:pt x="5159" y="4072"/>
                  </a:moveTo>
                  <a:cubicBezTo>
                    <a:pt x="5254" y="4072"/>
                    <a:pt x="5340" y="4112"/>
                    <a:pt x="5388" y="4190"/>
                  </a:cubicBezTo>
                  <a:cubicBezTo>
                    <a:pt x="5545" y="4348"/>
                    <a:pt x="5545" y="4568"/>
                    <a:pt x="5388" y="4694"/>
                  </a:cubicBezTo>
                  <a:cubicBezTo>
                    <a:pt x="5041" y="5041"/>
                    <a:pt x="4569" y="5230"/>
                    <a:pt x="4096" y="5230"/>
                  </a:cubicBezTo>
                  <a:cubicBezTo>
                    <a:pt x="3623" y="5230"/>
                    <a:pt x="3119" y="5041"/>
                    <a:pt x="2804" y="4694"/>
                  </a:cubicBezTo>
                  <a:cubicBezTo>
                    <a:pt x="2647" y="4537"/>
                    <a:pt x="2647" y="4285"/>
                    <a:pt x="2804" y="4190"/>
                  </a:cubicBezTo>
                  <a:cubicBezTo>
                    <a:pt x="2883" y="4112"/>
                    <a:pt x="2978" y="4072"/>
                    <a:pt x="3068" y="4072"/>
                  </a:cubicBezTo>
                  <a:cubicBezTo>
                    <a:pt x="3159" y="4072"/>
                    <a:pt x="3245" y="4112"/>
                    <a:pt x="3308" y="4190"/>
                  </a:cubicBezTo>
                  <a:cubicBezTo>
                    <a:pt x="3513" y="4379"/>
                    <a:pt x="3797" y="4474"/>
                    <a:pt x="4084" y="4474"/>
                  </a:cubicBezTo>
                  <a:cubicBezTo>
                    <a:pt x="4372" y="4474"/>
                    <a:pt x="4663" y="4379"/>
                    <a:pt x="4884" y="4190"/>
                  </a:cubicBezTo>
                  <a:cubicBezTo>
                    <a:pt x="4962" y="4112"/>
                    <a:pt x="5065" y="4072"/>
                    <a:pt x="5159" y="4072"/>
                  </a:cubicBezTo>
                  <a:close/>
                  <a:moveTo>
                    <a:pt x="0" y="0"/>
                  </a:moveTo>
                  <a:lnTo>
                    <a:pt x="0" y="3403"/>
                  </a:lnTo>
                  <a:cubicBezTo>
                    <a:pt x="0" y="4663"/>
                    <a:pt x="599" y="5829"/>
                    <a:pt x="1513" y="6585"/>
                  </a:cubicBezTo>
                  <a:lnTo>
                    <a:pt x="1513" y="4127"/>
                  </a:lnTo>
                  <a:cubicBezTo>
                    <a:pt x="1513" y="3119"/>
                    <a:pt x="2332" y="2300"/>
                    <a:pt x="3340" y="2300"/>
                  </a:cubicBezTo>
                  <a:cubicBezTo>
                    <a:pt x="3560" y="2300"/>
                    <a:pt x="3718" y="2458"/>
                    <a:pt x="3718" y="2647"/>
                  </a:cubicBezTo>
                  <a:cubicBezTo>
                    <a:pt x="3718" y="2836"/>
                    <a:pt x="3560" y="2993"/>
                    <a:pt x="3340" y="2993"/>
                  </a:cubicBezTo>
                  <a:cubicBezTo>
                    <a:pt x="2710" y="2993"/>
                    <a:pt x="2237" y="3497"/>
                    <a:pt x="2237" y="4096"/>
                  </a:cubicBezTo>
                  <a:lnTo>
                    <a:pt x="2237" y="7026"/>
                  </a:lnTo>
                  <a:cubicBezTo>
                    <a:pt x="2804" y="7278"/>
                    <a:pt x="3434" y="7498"/>
                    <a:pt x="4096" y="7498"/>
                  </a:cubicBezTo>
                  <a:cubicBezTo>
                    <a:pt x="4758" y="7498"/>
                    <a:pt x="5388" y="7341"/>
                    <a:pt x="5955" y="7026"/>
                  </a:cubicBezTo>
                  <a:lnTo>
                    <a:pt x="5955" y="4096"/>
                  </a:lnTo>
                  <a:cubicBezTo>
                    <a:pt x="5955" y="3466"/>
                    <a:pt x="5451" y="2993"/>
                    <a:pt x="4852" y="2993"/>
                  </a:cubicBezTo>
                  <a:cubicBezTo>
                    <a:pt x="4663" y="2993"/>
                    <a:pt x="4506" y="2836"/>
                    <a:pt x="4506" y="2647"/>
                  </a:cubicBezTo>
                  <a:cubicBezTo>
                    <a:pt x="4506" y="2458"/>
                    <a:pt x="4663" y="2300"/>
                    <a:pt x="4852" y="2300"/>
                  </a:cubicBezTo>
                  <a:cubicBezTo>
                    <a:pt x="5860" y="2300"/>
                    <a:pt x="6711" y="3119"/>
                    <a:pt x="6711" y="4127"/>
                  </a:cubicBezTo>
                  <a:lnTo>
                    <a:pt x="6711" y="6585"/>
                  </a:lnTo>
                  <a:cubicBezTo>
                    <a:pt x="7593" y="5829"/>
                    <a:pt x="8192" y="4663"/>
                    <a:pt x="8192" y="3403"/>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85"/>
            <p:cNvSpPr/>
            <p:nvPr/>
          </p:nvSpPr>
          <p:spPr>
            <a:xfrm>
              <a:off x="-57860975" y="3197925"/>
              <a:ext cx="119750" cy="37250"/>
            </a:xfrm>
            <a:custGeom>
              <a:avLst/>
              <a:gdLst/>
              <a:ahLst/>
              <a:cxnLst/>
              <a:rect l="l" t="t" r="r" b="b"/>
              <a:pathLst>
                <a:path w="4790" h="1490" extrusionOk="0">
                  <a:moveTo>
                    <a:pt x="2383" y="1"/>
                  </a:moveTo>
                  <a:cubicBezTo>
                    <a:pt x="1812" y="1"/>
                    <a:pt x="1245" y="214"/>
                    <a:pt x="851" y="639"/>
                  </a:cubicBezTo>
                  <a:lnTo>
                    <a:pt x="1" y="1490"/>
                  </a:lnTo>
                  <a:lnTo>
                    <a:pt x="4789" y="1490"/>
                  </a:lnTo>
                  <a:lnTo>
                    <a:pt x="3939" y="639"/>
                  </a:lnTo>
                  <a:cubicBezTo>
                    <a:pt x="3529" y="214"/>
                    <a:pt x="2954" y="1"/>
                    <a:pt x="23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9" name="Google Shape;6199;p85"/>
          <p:cNvGrpSpPr/>
          <p:nvPr/>
        </p:nvGrpSpPr>
        <p:grpSpPr>
          <a:xfrm>
            <a:off x="4886701" y="1832234"/>
            <a:ext cx="314662" cy="358971"/>
            <a:chOff x="-57940525" y="3590375"/>
            <a:chExt cx="279625" cy="319000"/>
          </a:xfrm>
        </p:grpSpPr>
        <p:sp>
          <p:nvSpPr>
            <p:cNvPr id="6200" name="Google Shape;6200;p85"/>
            <p:cNvSpPr/>
            <p:nvPr/>
          </p:nvSpPr>
          <p:spPr>
            <a:xfrm>
              <a:off x="-57940525" y="3727425"/>
              <a:ext cx="18150" cy="63800"/>
            </a:xfrm>
            <a:custGeom>
              <a:avLst/>
              <a:gdLst/>
              <a:ahLst/>
              <a:cxnLst/>
              <a:rect l="l" t="t" r="r" b="b"/>
              <a:pathLst>
                <a:path w="726" h="2552" extrusionOk="0">
                  <a:moveTo>
                    <a:pt x="725" y="0"/>
                  </a:moveTo>
                  <a:cubicBezTo>
                    <a:pt x="253" y="252"/>
                    <a:pt x="1" y="725"/>
                    <a:pt x="1" y="1260"/>
                  </a:cubicBezTo>
                  <a:cubicBezTo>
                    <a:pt x="1" y="1827"/>
                    <a:pt x="316" y="2300"/>
                    <a:pt x="725" y="2552"/>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85"/>
            <p:cNvSpPr/>
            <p:nvPr/>
          </p:nvSpPr>
          <p:spPr>
            <a:xfrm>
              <a:off x="-57904300" y="3686450"/>
              <a:ext cx="205600" cy="111075"/>
            </a:xfrm>
            <a:custGeom>
              <a:avLst/>
              <a:gdLst/>
              <a:ahLst/>
              <a:cxnLst/>
              <a:rect l="l" t="t" r="r" b="b"/>
              <a:pathLst>
                <a:path w="8224" h="4443" extrusionOk="0">
                  <a:moveTo>
                    <a:pt x="2647" y="2143"/>
                  </a:moveTo>
                  <a:cubicBezTo>
                    <a:pt x="2836" y="2143"/>
                    <a:pt x="2994" y="2301"/>
                    <a:pt x="2994" y="2521"/>
                  </a:cubicBezTo>
                  <a:cubicBezTo>
                    <a:pt x="2994" y="2710"/>
                    <a:pt x="2836" y="2868"/>
                    <a:pt x="2647" y="2868"/>
                  </a:cubicBezTo>
                  <a:cubicBezTo>
                    <a:pt x="2427" y="2868"/>
                    <a:pt x="2301" y="2710"/>
                    <a:pt x="2301" y="2521"/>
                  </a:cubicBezTo>
                  <a:cubicBezTo>
                    <a:pt x="2301" y="2301"/>
                    <a:pt x="2427" y="2143"/>
                    <a:pt x="2647" y="2143"/>
                  </a:cubicBezTo>
                  <a:close/>
                  <a:moveTo>
                    <a:pt x="5640" y="2143"/>
                  </a:moveTo>
                  <a:cubicBezTo>
                    <a:pt x="5829" y="2143"/>
                    <a:pt x="5987" y="2301"/>
                    <a:pt x="5987" y="2521"/>
                  </a:cubicBezTo>
                  <a:cubicBezTo>
                    <a:pt x="5987" y="2710"/>
                    <a:pt x="5829" y="2868"/>
                    <a:pt x="5640" y="2868"/>
                  </a:cubicBezTo>
                  <a:cubicBezTo>
                    <a:pt x="5420" y="2868"/>
                    <a:pt x="5262" y="2710"/>
                    <a:pt x="5262" y="2521"/>
                  </a:cubicBezTo>
                  <a:cubicBezTo>
                    <a:pt x="5262" y="2301"/>
                    <a:pt x="5420" y="2143"/>
                    <a:pt x="5640" y="2143"/>
                  </a:cubicBezTo>
                  <a:close/>
                  <a:moveTo>
                    <a:pt x="1923" y="1"/>
                  </a:moveTo>
                  <a:lnTo>
                    <a:pt x="1" y="1923"/>
                  </a:lnTo>
                  <a:lnTo>
                    <a:pt x="1" y="4443"/>
                  </a:lnTo>
                  <a:lnTo>
                    <a:pt x="1765" y="4443"/>
                  </a:lnTo>
                  <a:cubicBezTo>
                    <a:pt x="2490" y="3986"/>
                    <a:pt x="3309" y="3758"/>
                    <a:pt x="4124" y="3758"/>
                  </a:cubicBezTo>
                  <a:cubicBezTo>
                    <a:pt x="4939" y="3758"/>
                    <a:pt x="5751" y="3986"/>
                    <a:pt x="6459" y="4443"/>
                  </a:cubicBezTo>
                  <a:lnTo>
                    <a:pt x="8224" y="4443"/>
                  </a:lnTo>
                  <a:lnTo>
                    <a:pt x="8224" y="1923"/>
                  </a:lnTo>
                  <a:lnTo>
                    <a:pt x="6302" y="1"/>
                  </a:lnTo>
                  <a:cubicBezTo>
                    <a:pt x="5625" y="395"/>
                    <a:pt x="4876" y="592"/>
                    <a:pt x="4124" y="592"/>
                  </a:cubicBezTo>
                  <a:cubicBezTo>
                    <a:pt x="3372" y="592"/>
                    <a:pt x="2616" y="395"/>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85"/>
            <p:cNvSpPr/>
            <p:nvPr/>
          </p:nvSpPr>
          <p:spPr>
            <a:xfrm>
              <a:off x="-57903500" y="3590375"/>
              <a:ext cx="205575" cy="117375"/>
            </a:xfrm>
            <a:custGeom>
              <a:avLst/>
              <a:gdLst/>
              <a:ahLst/>
              <a:cxnLst/>
              <a:rect l="l" t="t" r="r" b="b"/>
              <a:pathLst>
                <a:path w="8223" h="4695" extrusionOk="0">
                  <a:moveTo>
                    <a:pt x="4096" y="0"/>
                  </a:moveTo>
                  <a:cubicBezTo>
                    <a:pt x="3560" y="0"/>
                    <a:pt x="3088" y="315"/>
                    <a:pt x="2804" y="756"/>
                  </a:cubicBezTo>
                  <a:cubicBezTo>
                    <a:pt x="2753" y="751"/>
                    <a:pt x="2702" y="748"/>
                    <a:pt x="2651" y="748"/>
                  </a:cubicBezTo>
                  <a:cubicBezTo>
                    <a:pt x="2101" y="748"/>
                    <a:pt x="1551" y="1051"/>
                    <a:pt x="1292" y="1512"/>
                  </a:cubicBezTo>
                  <a:cubicBezTo>
                    <a:pt x="567" y="1638"/>
                    <a:pt x="0" y="2269"/>
                    <a:pt x="0" y="3056"/>
                  </a:cubicBezTo>
                  <a:lnTo>
                    <a:pt x="0" y="4694"/>
                  </a:lnTo>
                  <a:lnTo>
                    <a:pt x="1607" y="3088"/>
                  </a:lnTo>
                  <a:cubicBezTo>
                    <a:pt x="1683" y="3011"/>
                    <a:pt x="1783" y="2970"/>
                    <a:pt x="1884" y="2970"/>
                  </a:cubicBezTo>
                  <a:cubicBezTo>
                    <a:pt x="1951" y="2970"/>
                    <a:pt x="2018" y="2987"/>
                    <a:pt x="2080" y="3025"/>
                  </a:cubicBezTo>
                  <a:cubicBezTo>
                    <a:pt x="2694" y="3450"/>
                    <a:pt x="3403" y="3663"/>
                    <a:pt x="4112" y="3663"/>
                  </a:cubicBezTo>
                  <a:cubicBezTo>
                    <a:pt x="4821" y="3663"/>
                    <a:pt x="5529" y="3450"/>
                    <a:pt x="6144" y="3025"/>
                  </a:cubicBezTo>
                  <a:cubicBezTo>
                    <a:pt x="6206" y="2987"/>
                    <a:pt x="6273" y="2970"/>
                    <a:pt x="6339" y="2970"/>
                  </a:cubicBezTo>
                  <a:cubicBezTo>
                    <a:pt x="6441" y="2970"/>
                    <a:pt x="6540" y="3011"/>
                    <a:pt x="6616" y="3088"/>
                  </a:cubicBezTo>
                  <a:lnTo>
                    <a:pt x="8223" y="4694"/>
                  </a:lnTo>
                  <a:lnTo>
                    <a:pt x="8223" y="3056"/>
                  </a:lnTo>
                  <a:cubicBezTo>
                    <a:pt x="8192" y="2300"/>
                    <a:pt x="7656" y="1638"/>
                    <a:pt x="6900" y="1512"/>
                  </a:cubicBezTo>
                  <a:cubicBezTo>
                    <a:pt x="6641" y="1051"/>
                    <a:pt x="6091" y="748"/>
                    <a:pt x="5541" y="748"/>
                  </a:cubicBezTo>
                  <a:cubicBezTo>
                    <a:pt x="5490" y="748"/>
                    <a:pt x="5439" y="751"/>
                    <a:pt x="5388" y="756"/>
                  </a:cubicBezTo>
                  <a:cubicBezTo>
                    <a:pt x="5136" y="284"/>
                    <a:pt x="4663"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85"/>
            <p:cNvSpPr/>
            <p:nvPr/>
          </p:nvSpPr>
          <p:spPr>
            <a:xfrm>
              <a:off x="-57903500" y="3798700"/>
              <a:ext cx="204800" cy="110675"/>
            </a:xfrm>
            <a:custGeom>
              <a:avLst/>
              <a:gdLst/>
              <a:ahLst/>
              <a:cxnLst/>
              <a:rect l="l" t="t" r="r" b="b"/>
              <a:pathLst>
                <a:path w="8192" h="4427" extrusionOk="0">
                  <a:moveTo>
                    <a:pt x="5159" y="1001"/>
                  </a:moveTo>
                  <a:cubicBezTo>
                    <a:pt x="5254" y="1001"/>
                    <a:pt x="5340" y="1040"/>
                    <a:pt x="5388" y="1119"/>
                  </a:cubicBezTo>
                  <a:cubicBezTo>
                    <a:pt x="5545" y="1245"/>
                    <a:pt x="5545" y="1465"/>
                    <a:pt x="5388" y="1654"/>
                  </a:cubicBezTo>
                  <a:cubicBezTo>
                    <a:pt x="5041" y="2001"/>
                    <a:pt x="4569" y="2190"/>
                    <a:pt x="4096" y="2190"/>
                  </a:cubicBezTo>
                  <a:cubicBezTo>
                    <a:pt x="3623" y="2190"/>
                    <a:pt x="3119" y="2001"/>
                    <a:pt x="2804" y="1654"/>
                  </a:cubicBezTo>
                  <a:cubicBezTo>
                    <a:pt x="2647" y="1497"/>
                    <a:pt x="2647" y="1245"/>
                    <a:pt x="2804" y="1119"/>
                  </a:cubicBezTo>
                  <a:cubicBezTo>
                    <a:pt x="2883" y="1040"/>
                    <a:pt x="2978" y="1001"/>
                    <a:pt x="3068" y="1001"/>
                  </a:cubicBezTo>
                  <a:cubicBezTo>
                    <a:pt x="3159" y="1001"/>
                    <a:pt x="3245" y="1040"/>
                    <a:pt x="3308" y="1119"/>
                  </a:cubicBezTo>
                  <a:cubicBezTo>
                    <a:pt x="3529" y="1339"/>
                    <a:pt x="3812" y="1449"/>
                    <a:pt x="4096" y="1449"/>
                  </a:cubicBezTo>
                  <a:cubicBezTo>
                    <a:pt x="4380" y="1449"/>
                    <a:pt x="4663" y="1339"/>
                    <a:pt x="4884" y="1119"/>
                  </a:cubicBezTo>
                  <a:cubicBezTo>
                    <a:pt x="4962" y="1040"/>
                    <a:pt x="5065" y="1001"/>
                    <a:pt x="5159" y="1001"/>
                  </a:cubicBezTo>
                  <a:close/>
                  <a:moveTo>
                    <a:pt x="4080" y="0"/>
                  </a:moveTo>
                  <a:cubicBezTo>
                    <a:pt x="3371" y="0"/>
                    <a:pt x="2663" y="205"/>
                    <a:pt x="2048" y="615"/>
                  </a:cubicBezTo>
                  <a:cubicBezTo>
                    <a:pt x="1985" y="646"/>
                    <a:pt x="1922" y="678"/>
                    <a:pt x="1859" y="678"/>
                  </a:cubicBezTo>
                  <a:lnTo>
                    <a:pt x="0" y="678"/>
                  </a:lnTo>
                  <a:cubicBezTo>
                    <a:pt x="189" y="2788"/>
                    <a:pt x="1922" y="4427"/>
                    <a:pt x="4096" y="4427"/>
                  </a:cubicBezTo>
                  <a:cubicBezTo>
                    <a:pt x="6270" y="4427"/>
                    <a:pt x="8003" y="2788"/>
                    <a:pt x="8192" y="678"/>
                  </a:cubicBezTo>
                  <a:lnTo>
                    <a:pt x="6333" y="678"/>
                  </a:lnTo>
                  <a:cubicBezTo>
                    <a:pt x="6270" y="678"/>
                    <a:pt x="6175" y="646"/>
                    <a:pt x="6112" y="615"/>
                  </a:cubicBezTo>
                  <a:cubicBezTo>
                    <a:pt x="5498" y="205"/>
                    <a:pt x="4789" y="0"/>
                    <a:pt x="4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85"/>
            <p:cNvSpPr/>
            <p:nvPr/>
          </p:nvSpPr>
          <p:spPr>
            <a:xfrm>
              <a:off x="-57679825" y="3726625"/>
              <a:ext cx="18925" cy="63825"/>
            </a:xfrm>
            <a:custGeom>
              <a:avLst/>
              <a:gdLst/>
              <a:ahLst/>
              <a:cxnLst/>
              <a:rect l="l" t="t" r="r" b="b"/>
              <a:pathLst>
                <a:path w="757" h="2553" extrusionOk="0">
                  <a:moveTo>
                    <a:pt x="1" y="1"/>
                  </a:moveTo>
                  <a:lnTo>
                    <a:pt x="1" y="2552"/>
                  </a:lnTo>
                  <a:cubicBezTo>
                    <a:pt x="442" y="2269"/>
                    <a:pt x="757" y="1796"/>
                    <a:pt x="757" y="1261"/>
                  </a:cubicBezTo>
                  <a:cubicBezTo>
                    <a:pt x="757" y="757"/>
                    <a:pt x="442"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5" name="Google Shape;6205;p85"/>
          <p:cNvGrpSpPr/>
          <p:nvPr/>
        </p:nvGrpSpPr>
        <p:grpSpPr>
          <a:xfrm>
            <a:off x="4857582" y="2273605"/>
            <a:ext cx="358099" cy="358999"/>
            <a:chOff x="-57959425" y="3982600"/>
            <a:chExt cx="318225" cy="319025"/>
          </a:xfrm>
        </p:grpSpPr>
        <p:sp>
          <p:nvSpPr>
            <p:cNvPr id="6206" name="Google Shape;6206;p85"/>
            <p:cNvSpPr/>
            <p:nvPr/>
          </p:nvSpPr>
          <p:spPr>
            <a:xfrm>
              <a:off x="-57771975" y="41503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85"/>
            <p:cNvSpPr/>
            <p:nvPr/>
          </p:nvSpPr>
          <p:spPr>
            <a:xfrm>
              <a:off x="-57959425" y="3982600"/>
              <a:ext cx="318225" cy="130775"/>
            </a:xfrm>
            <a:custGeom>
              <a:avLst/>
              <a:gdLst/>
              <a:ahLst/>
              <a:cxnLst/>
              <a:rect l="l" t="t" r="r" b="b"/>
              <a:pathLst>
                <a:path w="12729" h="5231" extrusionOk="0">
                  <a:moveTo>
                    <a:pt x="7081" y="1521"/>
                  </a:moveTo>
                  <a:cubicBezTo>
                    <a:pt x="7176" y="1521"/>
                    <a:pt x="7262" y="1560"/>
                    <a:pt x="7310" y="1639"/>
                  </a:cubicBezTo>
                  <a:cubicBezTo>
                    <a:pt x="7436" y="1796"/>
                    <a:pt x="7467" y="2048"/>
                    <a:pt x="7310" y="2174"/>
                  </a:cubicBezTo>
                  <a:lnTo>
                    <a:pt x="6837" y="2647"/>
                  </a:lnTo>
                  <a:lnTo>
                    <a:pt x="7310" y="3120"/>
                  </a:lnTo>
                  <a:cubicBezTo>
                    <a:pt x="7467" y="3246"/>
                    <a:pt x="7467" y="3498"/>
                    <a:pt x="7310" y="3624"/>
                  </a:cubicBezTo>
                  <a:cubicBezTo>
                    <a:pt x="7231" y="3702"/>
                    <a:pt x="7136" y="3742"/>
                    <a:pt x="7046" y="3742"/>
                  </a:cubicBezTo>
                  <a:cubicBezTo>
                    <a:pt x="6955" y="3742"/>
                    <a:pt x="6869" y="3702"/>
                    <a:pt x="6806" y="3624"/>
                  </a:cubicBezTo>
                  <a:lnTo>
                    <a:pt x="6333" y="3151"/>
                  </a:lnTo>
                  <a:lnTo>
                    <a:pt x="5860" y="3624"/>
                  </a:lnTo>
                  <a:cubicBezTo>
                    <a:pt x="5782" y="3702"/>
                    <a:pt x="5687" y="3742"/>
                    <a:pt x="5597" y="3742"/>
                  </a:cubicBezTo>
                  <a:cubicBezTo>
                    <a:pt x="5506" y="3742"/>
                    <a:pt x="5419" y="3702"/>
                    <a:pt x="5356" y="3624"/>
                  </a:cubicBezTo>
                  <a:cubicBezTo>
                    <a:pt x="5199" y="3466"/>
                    <a:pt x="5199" y="3214"/>
                    <a:pt x="5356" y="3120"/>
                  </a:cubicBezTo>
                  <a:lnTo>
                    <a:pt x="5829" y="2647"/>
                  </a:lnTo>
                  <a:lnTo>
                    <a:pt x="5356" y="2174"/>
                  </a:lnTo>
                  <a:cubicBezTo>
                    <a:pt x="5199" y="2017"/>
                    <a:pt x="5199" y="1765"/>
                    <a:pt x="5356" y="1639"/>
                  </a:cubicBezTo>
                  <a:cubicBezTo>
                    <a:pt x="5435" y="1560"/>
                    <a:pt x="5530" y="1521"/>
                    <a:pt x="5620" y="1521"/>
                  </a:cubicBezTo>
                  <a:cubicBezTo>
                    <a:pt x="5711" y="1521"/>
                    <a:pt x="5797" y="1560"/>
                    <a:pt x="5860" y="1639"/>
                  </a:cubicBezTo>
                  <a:lnTo>
                    <a:pt x="6333" y="2111"/>
                  </a:lnTo>
                  <a:lnTo>
                    <a:pt x="6806" y="1639"/>
                  </a:lnTo>
                  <a:cubicBezTo>
                    <a:pt x="6884" y="1560"/>
                    <a:pt x="6987" y="1521"/>
                    <a:pt x="7081" y="1521"/>
                  </a:cubicBezTo>
                  <a:close/>
                  <a:moveTo>
                    <a:pt x="6333" y="1"/>
                  </a:moveTo>
                  <a:cubicBezTo>
                    <a:pt x="5388" y="1"/>
                    <a:pt x="4506" y="379"/>
                    <a:pt x="3907" y="1072"/>
                  </a:cubicBezTo>
                  <a:cubicBezTo>
                    <a:pt x="3389" y="1628"/>
                    <a:pt x="2673" y="1927"/>
                    <a:pt x="1944" y="1927"/>
                  </a:cubicBezTo>
                  <a:cubicBezTo>
                    <a:pt x="1474" y="1927"/>
                    <a:pt x="999" y="1803"/>
                    <a:pt x="568" y="1544"/>
                  </a:cubicBezTo>
                  <a:cubicBezTo>
                    <a:pt x="505" y="1505"/>
                    <a:pt x="438" y="1487"/>
                    <a:pt x="373" y="1487"/>
                  </a:cubicBezTo>
                  <a:cubicBezTo>
                    <a:pt x="178" y="1487"/>
                    <a:pt x="1" y="1647"/>
                    <a:pt x="1" y="1859"/>
                  </a:cubicBezTo>
                  <a:lnTo>
                    <a:pt x="1" y="2426"/>
                  </a:lnTo>
                  <a:cubicBezTo>
                    <a:pt x="1" y="3970"/>
                    <a:pt x="1261" y="5230"/>
                    <a:pt x="2804" y="5230"/>
                  </a:cubicBezTo>
                  <a:cubicBezTo>
                    <a:pt x="3624" y="5230"/>
                    <a:pt x="4096" y="4915"/>
                    <a:pt x="4884" y="4537"/>
                  </a:cubicBezTo>
                  <a:cubicBezTo>
                    <a:pt x="4915" y="4474"/>
                    <a:pt x="5010" y="4474"/>
                    <a:pt x="5041" y="4474"/>
                  </a:cubicBezTo>
                  <a:lnTo>
                    <a:pt x="7688" y="4474"/>
                  </a:lnTo>
                  <a:cubicBezTo>
                    <a:pt x="7719" y="4474"/>
                    <a:pt x="7782" y="4474"/>
                    <a:pt x="7845" y="4537"/>
                  </a:cubicBezTo>
                  <a:cubicBezTo>
                    <a:pt x="8664" y="4915"/>
                    <a:pt x="9105" y="5230"/>
                    <a:pt x="9925" y="5230"/>
                  </a:cubicBezTo>
                  <a:cubicBezTo>
                    <a:pt x="11468" y="5230"/>
                    <a:pt x="12729" y="3970"/>
                    <a:pt x="12729" y="2426"/>
                  </a:cubicBezTo>
                  <a:lnTo>
                    <a:pt x="12729" y="1891"/>
                  </a:lnTo>
                  <a:cubicBezTo>
                    <a:pt x="12729" y="1698"/>
                    <a:pt x="12543" y="1523"/>
                    <a:pt x="12329" y="1523"/>
                  </a:cubicBezTo>
                  <a:cubicBezTo>
                    <a:pt x="12264" y="1523"/>
                    <a:pt x="12196" y="1539"/>
                    <a:pt x="12130" y="1576"/>
                  </a:cubicBezTo>
                  <a:cubicBezTo>
                    <a:pt x="11708" y="1824"/>
                    <a:pt x="11233" y="1945"/>
                    <a:pt x="10762" y="1945"/>
                  </a:cubicBezTo>
                  <a:cubicBezTo>
                    <a:pt x="10036" y="1945"/>
                    <a:pt x="9319" y="1657"/>
                    <a:pt x="8822" y="1103"/>
                  </a:cubicBezTo>
                  <a:cubicBezTo>
                    <a:pt x="8192" y="442"/>
                    <a:pt x="731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85"/>
            <p:cNvSpPr/>
            <p:nvPr/>
          </p:nvSpPr>
          <p:spPr>
            <a:xfrm>
              <a:off x="-57903500" y="4125950"/>
              <a:ext cx="204800" cy="175675"/>
            </a:xfrm>
            <a:custGeom>
              <a:avLst/>
              <a:gdLst/>
              <a:ahLst/>
              <a:cxnLst/>
              <a:rect l="l" t="t" r="r" b="b"/>
              <a:pathLst>
                <a:path w="8192" h="7027" extrusionOk="0">
                  <a:moveTo>
                    <a:pt x="2615" y="1009"/>
                  </a:moveTo>
                  <a:cubicBezTo>
                    <a:pt x="2804" y="1009"/>
                    <a:pt x="2962" y="1166"/>
                    <a:pt x="2962" y="1355"/>
                  </a:cubicBezTo>
                  <a:cubicBezTo>
                    <a:pt x="2962" y="1544"/>
                    <a:pt x="2804" y="1702"/>
                    <a:pt x="2615" y="1702"/>
                  </a:cubicBezTo>
                  <a:cubicBezTo>
                    <a:pt x="2395" y="1702"/>
                    <a:pt x="2237" y="1576"/>
                    <a:pt x="2237" y="1355"/>
                  </a:cubicBezTo>
                  <a:cubicBezTo>
                    <a:pt x="2237" y="1166"/>
                    <a:pt x="2395" y="1009"/>
                    <a:pt x="2615" y="1009"/>
                  </a:cubicBezTo>
                  <a:close/>
                  <a:moveTo>
                    <a:pt x="5163" y="3600"/>
                  </a:moveTo>
                  <a:cubicBezTo>
                    <a:pt x="5262" y="3600"/>
                    <a:pt x="5356" y="3639"/>
                    <a:pt x="5419" y="3718"/>
                  </a:cubicBezTo>
                  <a:cubicBezTo>
                    <a:pt x="5608" y="3844"/>
                    <a:pt x="5608" y="4065"/>
                    <a:pt x="5451" y="4222"/>
                  </a:cubicBezTo>
                  <a:cubicBezTo>
                    <a:pt x="5073" y="4569"/>
                    <a:pt x="4600" y="4789"/>
                    <a:pt x="4096" y="4789"/>
                  </a:cubicBezTo>
                  <a:cubicBezTo>
                    <a:pt x="3592" y="4789"/>
                    <a:pt x="3119" y="4569"/>
                    <a:pt x="2804" y="4222"/>
                  </a:cubicBezTo>
                  <a:cubicBezTo>
                    <a:pt x="2647" y="4065"/>
                    <a:pt x="2647" y="3844"/>
                    <a:pt x="2804" y="3718"/>
                  </a:cubicBezTo>
                  <a:cubicBezTo>
                    <a:pt x="2883" y="3639"/>
                    <a:pt x="2978" y="3600"/>
                    <a:pt x="3068" y="3600"/>
                  </a:cubicBezTo>
                  <a:cubicBezTo>
                    <a:pt x="3159" y="3600"/>
                    <a:pt x="3245" y="3639"/>
                    <a:pt x="3308" y="3718"/>
                  </a:cubicBezTo>
                  <a:cubicBezTo>
                    <a:pt x="3529" y="3939"/>
                    <a:pt x="3812" y="4049"/>
                    <a:pt x="4096" y="4049"/>
                  </a:cubicBezTo>
                  <a:cubicBezTo>
                    <a:pt x="4380" y="4049"/>
                    <a:pt x="4663" y="3939"/>
                    <a:pt x="4884" y="3718"/>
                  </a:cubicBezTo>
                  <a:cubicBezTo>
                    <a:pt x="4962" y="3639"/>
                    <a:pt x="5065" y="3600"/>
                    <a:pt x="5163" y="3600"/>
                  </a:cubicBezTo>
                  <a:close/>
                  <a:moveTo>
                    <a:pt x="1828" y="0"/>
                  </a:moveTo>
                  <a:cubicBezTo>
                    <a:pt x="1418" y="158"/>
                    <a:pt x="977" y="253"/>
                    <a:pt x="567" y="253"/>
                  </a:cubicBezTo>
                  <a:cubicBezTo>
                    <a:pt x="347" y="253"/>
                    <a:pt x="221" y="221"/>
                    <a:pt x="0" y="221"/>
                  </a:cubicBezTo>
                  <a:lnTo>
                    <a:pt x="0" y="2899"/>
                  </a:lnTo>
                  <a:cubicBezTo>
                    <a:pt x="0" y="5136"/>
                    <a:pt x="1859" y="7026"/>
                    <a:pt x="4096" y="7026"/>
                  </a:cubicBezTo>
                  <a:cubicBezTo>
                    <a:pt x="6270" y="7026"/>
                    <a:pt x="8097" y="5262"/>
                    <a:pt x="8192" y="3119"/>
                  </a:cubicBezTo>
                  <a:lnTo>
                    <a:pt x="6333" y="2206"/>
                  </a:lnTo>
                  <a:cubicBezTo>
                    <a:pt x="6144" y="2363"/>
                    <a:pt x="5860" y="2489"/>
                    <a:pt x="5608" y="2489"/>
                  </a:cubicBezTo>
                  <a:cubicBezTo>
                    <a:pt x="4978" y="2489"/>
                    <a:pt x="4474" y="1985"/>
                    <a:pt x="4506" y="1324"/>
                  </a:cubicBezTo>
                  <a:lnTo>
                    <a:pt x="18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85"/>
            <p:cNvSpPr/>
            <p:nvPr/>
          </p:nvSpPr>
          <p:spPr>
            <a:xfrm>
              <a:off x="-57835775" y="4113350"/>
              <a:ext cx="138650" cy="70125"/>
            </a:xfrm>
            <a:custGeom>
              <a:avLst/>
              <a:gdLst/>
              <a:ahLst/>
              <a:cxnLst/>
              <a:rect l="l" t="t" r="r" b="b"/>
              <a:pathLst>
                <a:path w="5546" h="2805" extrusionOk="0">
                  <a:moveTo>
                    <a:pt x="221" y="0"/>
                  </a:moveTo>
                  <a:lnTo>
                    <a:pt x="1" y="95"/>
                  </a:lnTo>
                  <a:lnTo>
                    <a:pt x="2112" y="1103"/>
                  </a:lnTo>
                  <a:cubicBezTo>
                    <a:pt x="2301" y="883"/>
                    <a:pt x="2616" y="757"/>
                    <a:pt x="2931" y="757"/>
                  </a:cubicBezTo>
                  <a:cubicBezTo>
                    <a:pt x="3592" y="757"/>
                    <a:pt x="4159" y="1355"/>
                    <a:pt x="4033" y="2048"/>
                  </a:cubicBezTo>
                  <a:lnTo>
                    <a:pt x="5546" y="2804"/>
                  </a:lnTo>
                  <a:lnTo>
                    <a:pt x="5546" y="725"/>
                  </a:lnTo>
                  <a:cubicBezTo>
                    <a:pt x="5325" y="725"/>
                    <a:pt x="5136" y="757"/>
                    <a:pt x="4979" y="757"/>
                  </a:cubicBezTo>
                  <a:cubicBezTo>
                    <a:pt x="4033" y="757"/>
                    <a:pt x="3435" y="410"/>
                    <a:pt x="26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0" name="Google Shape;6210;p85"/>
          <p:cNvGrpSpPr/>
          <p:nvPr/>
        </p:nvGrpSpPr>
        <p:grpSpPr>
          <a:xfrm>
            <a:off x="7057749" y="1376934"/>
            <a:ext cx="357226" cy="357226"/>
            <a:chOff x="-55987225" y="3198925"/>
            <a:chExt cx="317450" cy="317450"/>
          </a:xfrm>
        </p:grpSpPr>
        <p:sp>
          <p:nvSpPr>
            <p:cNvPr id="6211" name="Google Shape;6211;p85"/>
            <p:cNvSpPr/>
            <p:nvPr/>
          </p:nvSpPr>
          <p:spPr>
            <a:xfrm>
              <a:off x="-55987225" y="3261925"/>
              <a:ext cx="173300" cy="198500"/>
            </a:xfrm>
            <a:custGeom>
              <a:avLst/>
              <a:gdLst/>
              <a:ahLst/>
              <a:cxnLst/>
              <a:rect l="l" t="t" r="r" b="b"/>
              <a:pathLst>
                <a:path w="6932" h="7940" extrusionOk="0">
                  <a:moveTo>
                    <a:pt x="4821" y="1954"/>
                  </a:moveTo>
                  <a:cubicBezTo>
                    <a:pt x="5042" y="1954"/>
                    <a:pt x="5199" y="2112"/>
                    <a:pt x="5199" y="2332"/>
                  </a:cubicBezTo>
                  <a:cubicBezTo>
                    <a:pt x="5199" y="2521"/>
                    <a:pt x="5042" y="2679"/>
                    <a:pt x="4821" y="2679"/>
                  </a:cubicBezTo>
                  <a:cubicBezTo>
                    <a:pt x="4632" y="2679"/>
                    <a:pt x="4475" y="2521"/>
                    <a:pt x="4475" y="2332"/>
                  </a:cubicBezTo>
                  <a:cubicBezTo>
                    <a:pt x="4475" y="2175"/>
                    <a:pt x="4632" y="1954"/>
                    <a:pt x="4821" y="1954"/>
                  </a:cubicBezTo>
                  <a:close/>
                  <a:moveTo>
                    <a:pt x="1041" y="4380"/>
                  </a:moveTo>
                  <a:cubicBezTo>
                    <a:pt x="1324" y="4726"/>
                    <a:pt x="1765" y="4947"/>
                    <a:pt x="2269" y="4947"/>
                  </a:cubicBezTo>
                  <a:cubicBezTo>
                    <a:pt x="2238" y="5388"/>
                    <a:pt x="1891" y="5703"/>
                    <a:pt x="1482" y="5703"/>
                  </a:cubicBezTo>
                  <a:cubicBezTo>
                    <a:pt x="1104" y="5703"/>
                    <a:pt x="726" y="5357"/>
                    <a:pt x="726" y="4947"/>
                  </a:cubicBezTo>
                  <a:cubicBezTo>
                    <a:pt x="726" y="4726"/>
                    <a:pt x="852" y="4474"/>
                    <a:pt x="1041" y="4380"/>
                  </a:cubicBezTo>
                  <a:close/>
                  <a:moveTo>
                    <a:pt x="5262" y="1"/>
                  </a:moveTo>
                  <a:cubicBezTo>
                    <a:pt x="4916" y="473"/>
                    <a:pt x="4412" y="820"/>
                    <a:pt x="3845" y="1009"/>
                  </a:cubicBezTo>
                  <a:cubicBezTo>
                    <a:pt x="3466" y="1166"/>
                    <a:pt x="3057" y="1229"/>
                    <a:pt x="2679" y="1229"/>
                  </a:cubicBezTo>
                  <a:cubicBezTo>
                    <a:pt x="2553" y="1229"/>
                    <a:pt x="2427" y="1229"/>
                    <a:pt x="2301" y="1166"/>
                  </a:cubicBezTo>
                  <a:cubicBezTo>
                    <a:pt x="2301" y="1292"/>
                    <a:pt x="2269" y="1450"/>
                    <a:pt x="2269" y="1576"/>
                  </a:cubicBezTo>
                  <a:lnTo>
                    <a:pt x="2269" y="1923"/>
                  </a:lnTo>
                  <a:cubicBezTo>
                    <a:pt x="1450" y="1923"/>
                    <a:pt x="726" y="2584"/>
                    <a:pt x="726" y="3435"/>
                  </a:cubicBezTo>
                  <a:lnTo>
                    <a:pt x="726" y="3624"/>
                  </a:lnTo>
                  <a:cubicBezTo>
                    <a:pt x="253" y="3907"/>
                    <a:pt x="1" y="4380"/>
                    <a:pt x="1" y="4915"/>
                  </a:cubicBezTo>
                  <a:cubicBezTo>
                    <a:pt x="1" y="5735"/>
                    <a:pt x="663" y="6428"/>
                    <a:pt x="1482" y="6428"/>
                  </a:cubicBezTo>
                  <a:cubicBezTo>
                    <a:pt x="1507" y="6429"/>
                    <a:pt x="1533" y="6430"/>
                    <a:pt x="1558" y="6430"/>
                  </a:cubicBezTo>
                  <a:cubicBezTo>
                    <a:pt x="2033" y="6430"/>
                    <a:pt x="2473" y="6156"/>
                    <a:pt x="2742" y="5798"/>
                  </a:cubicBezTo>
                  <a:cubicBezTo>
                    <a:pt x="3466" y="7089"/>
                    <a:pt x="4790" y="7940"/>
                    <a:pt x="6365" y="7940"/>
                  </a:cubicBezTo>
                  <a:cubicBezTo>
                    <a:pt x="6554" y="7940"/>
                    <a:pt x="6775" y="7940"/>
                    <a:pt x="6932" y="7908"/>
                  </a:cubicBezTo>
                  <a:cubicBezTo>
                    <a:pt x="6806" y="7562"/>
                    <a:pt x="6712" y="7184"/>
                    <a:pt x="6712" y="6837"/>
                  </a:cubicBezTo>
                  <a:lnTo>
                    <a:pt x="6712" y="5672"/>
                  </a:lnTo>
                  <a:cubicBezTo>
                    <a:pt x="6617" y="5703"/>
                    <a:pt x="6491" y="5703"/>
                    <a:pt x="6365" y="5703"/>
                  </a:cubicBezTo>
                  <a:cubicBezTo>
                    <a:pt x="5861" y="5703"/>
                    <a:pt x="5388" y="5514"/>
                    <a:pt x="5073" y="5168"/>
                  </a:cubicBezTo>
                  <a:cubicBezTo>
                    <a:pt x="4916" y="5010"/>
                    <a:pt x="4916" y="4758"/>
                    <a:pt x="5073" y="4632"/>
                  </a:cubicBezTo>
                  <a:cubicBezTo>
                    <a:pt x="5152" y="4553"/>
                    <a:pt x="5247" y="4514"/>
                    <a:pt x="5337" y="4514"/>
                  </a:cubicBezTo>
                  <a:cubicBezTo>
                    <a:pt x="5428" y="4514"/>
                    <a:pt x="5514" y="4553"/>
                    <a:pt x="5577" y="4632"/>
                  </a:cubicBezTo>
                  <a:cubicBezTo>
                    <a:pt x="5792" y="4847"/>
                    <a:pt x="6080" y="4959"/>
                    <a:pt x="6371" y="4959"/>
                  </a:cubicBezTo>
                  <a:cubicBezTo>
                    <a:pt x="6507" y="4959"/>
                    <a:pt x="6644" y="4934"/>
                    <a:pt x="6775" y="4884"/>
                  </a:cubicBezTo>
                  <a:lnTo>
                    <a:pt x="6775" y="1923"/>
                  </a:lnTo>
                  <a:cubicBezTo>
                    <a:pt x="5892" y="1765"/>
                    <a:pt x="5262" y="977"/>
                    <a:pt x="5262" y="127"/>
                  </a:cubicBezTo>
                  <a:lnTo>
                    <a:pt x="52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2" name="Google Shape;6212;p85"/>
            <p:cNvSpPr/>
            <p:nvPr/>
          </p:nvSpPr>
          <p:spPr>
            <a:xfrm>
              <a:off x="-55837575" y="3198925"/>
              <a:ext cx="167800" cy="298525"/>
            </a:xfrm>
            <a:custGeom>
              <a:avLst/>
              <a:gdLst/>
              <a:ahLst/>
              <a:cxnLst/>
              <a:rect l="l" t="t" r="r" b="b"/>
              <a:pathLst>
                <a:path w="6712" h="11941" extrusionOk="0">
                  <a:moveTo>
                    <a:pt x="5672" y="6900"/>
                  </a:moveTo>
                  <a:cubicBezTo>
                    <a:pt x="5861" y="6994"/>
                    <a:pt x="5987" y="7246"/>
                    <a:pt x="5987" y="7467"/>
                  </a:cubicBezTo>
                  <a:cubicBezTo>
                    <a:pt x="5987" y="7908"/>
                    <a:pt x="5672" y="8223"/>
                    <a:pt x="5231" y="8223"/>
                  </a:cubicBezTo>
                  <a:cubicBezTo>
                    <a:pt x="4821" y="8223"/>
                    <a:pt x="4443" y="7877"/>
                    <a:pt x="4443" y="7467"/>
                  </a:cubicBezTo>
                  <a:cubicBezTo>
                    <a:pt x="4916" y="7467"/>
                    <a:pt x="5388" y="7246"/>
                    <a:pt x="5672" y="6900"/>
                  </a:cubicBezTo>
                  <a:close/>
                  <a:moveTo>
                    <a:pt x="1" y="0"/>
                  </a:moveTo>
                  <a:lnTo>
                    <a:pt x="1" y="2584"/>
                  </a:lnTo>
                  <a:cubicBezTo>
                    <a:pt x="1" y="3214"/>
                    <a:pt x="505" y="3686"/>
                    <a:pt x="1104" y="3686"/>
                  </a:cubicBezTo>
                  <a:cubicBezTo>
                    <a:pt x="1293" y="3686"/>
                    <a:pt x="1450" y="3844"/>
                    <a:pt x="1450" y="4064"/>
                  </a:cubicBezTo>
                  <a:lnTo>
                    <a:pt x="1450" y="9294"/>
                  </a:lnTo>
                  <a:cubicBezTo>
                    <a:pt x="1450" y="10743"/>
                    <a:pt x="2647" y="11941"/>
                    <a:pt x="4065" y="11941"/>
                  </a:cubicBezTo>
                  <a:lnTo>
                    <a:pt x="4412" y="11941"/>
                  </a:lnTo>
                  <a:lnTo>
                    <a:pt x="4412" y="8790"/>
                  </a:lnTo>
                  <a:cubicBezTo>
                    <a:pt x="4632" y="8885"/>
                    <a:pt x="4916" y="8979"/>
                    <a:pt x="5199" y="8979"/>
                  </a:cubicBezTo>
                  <a:cubicBezTo>
                    <a:pt x="6018" y="8979"/>
                    <a:pt x="6680" y="8318"/>
                    <a:pt x="6680" y="7467"/>
                  </a:cubicBezTo>
                  <a:cubicBezTo>
                    <a:pt x="6711" y="6931"/>
                    <a:pt x="6396" y="6459"/>
                    <a:pt x="5987" y="6175"/>
                  </a:cubicBezTo>
                  <a:lnTo>
                    <a:pt x="5987" y="5986"/>
                  </a:lnTo>
                  <a:cubicBezTo>
                    <a:pt x="5987" y="5167"/>
                    <a:pt x="5262" y="4474"/>
                    <a:pt x="4443" y="4474"/>
                  </a:cubicBezTo>
                  <a:lnTo>
                    <a:pt x="4443" y="4127"/>
                  </a:lnTo>
                  <a:cubicBezTo>
                    <a:pt x="4443" y="1891"/>
                    <a:pt x="258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85"/>
            <p:cNvSpPr/>
            <p:nvPr/>
          </p:nvSpPr>
          <p:spPr>
            <a:xfrm>
              <a:off x="-55931300" y="3435200"/>
              <a:ext cx="194575" cy="81175"/>
            </a:xfrm>
            <a:custGeom>
              <a:avLst/>
              <a:gdLst/>
              <a:ahLst/>
              <a:cxnLst/>
              <a:rect l="l" t="t" r="r" b="b"/>
              <a:pathLst>
                <a:path w="7783" h="3247" extrusionOk="0">
                  <a:moveTo>
                    <a:pt x="347" y="1"/>
                  </a:moveTo>
                  <a:cubicBezTo>
                    <a:pt x="221" y="64"/>
                    <a:pt x="127" y="127"/>
                    <a:pt x="1" y="158"/>
                  </a:cubicBezTo>
                  <a:lnTo>
                    <a:pt x="1" y="2899"/>
                  </a:lnTo>
                  <a:cubicBezTo>
                    <a:pt x="1" y="3088"/>
                    <a:pt x="158" y="3246"/>
                    <a:pt x="347" y="3246"/>
                  </a:cubicBezTo>
                  <a:lnTo>
                    <a:pt x="7627" y="3246"/>
                  </a:lnTo>
                  <a:cubicBezTo>
                    <a:pt x="6551" y="3216"/>
                    <a:pt x="5551" y="2574"/>
                    <a:pt x="5010" y="1702"/>
                  </a:cubicBezTo>
                  <a:cubicBezTo>
                    <a:pt x="4727" y="1734"/>
                    <a:pt x="4411" y="1765"/>
                    <a:pt x="4096" y="1765"/>
                  </a:cubicBezTo>
                  <a:cubicBezTo>
                    <a:pt x="2584" y="1765"/>
                    <a:pt x="1229" y="1040"/>
                    <a:pt x="347" y="1"/>
                  </a:cubicBezTo>
                  <a:close/>
                  <a:moveTo>
                    <a:pt x="7627" y="3246"/>
                  </a:moveTo>
                  <a:cubicBezTo>
                    <a:pt x="7653" y="3246"/>
                    <a:pt x="7679" y="3247"/>
                    <a:pt x="7705" y="3247"/>
                  </a:cubicBezTo>
                  <a:cubicBezTo>
                    <a:pt x="7731" y="3247"/>
                    <a:pt x="7757" y="3246"/>
                    <a:pt x="7783" y="32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85"/>
            <p:cNvSpPr/>
            <p:nvPr/>
          </p:nvSpPr>
          <p:spPr>
            <a:xfrm>
              <a:off x="-55927350" y="3202850"/>
              <a:ext cx="70900" cy="71200"/>
            </a:xfrm>
            <a:custGeom>
              <a:avLst/>
              <a:gdLst/>
              <a:ahLst/>
              <a:cxnLst/>
              <a:rect l="l" t="t" r="r" b="b"/>
              <a:pathLst>
                <a:path w="2836" h="2848" extrusionOk="0">
                  <a:moveTo>
                    <a:pt x="2836" y="1"/>
                  </a:moveTo>
                  <a:cubicBezTo>
                    <a:pt x="1450" y="379"/>
                    <a:pt x="378" y="1482"/>
                    <a:pt x="0" y="2836"/>
                  </a:cubicBezTo>
                  <a:cubicBezTo>
                    <a:pt x="85" y="2843"/>
                    <a:pt x="170" y="2847"/>
                    <a:pt x="255" y="2847"/>
                  </a:cubicBezTo>
                  <a:cubicBezTo>
                    <a:pt x="548" y="2847"/>
                    <a:pt x="841" y="2801"/>
                    <a:pt x="1135" y="2679"/>
                  </a:cubicBezTo>
                  <a:cubicBezTo>
                    <a:pt x="2111" y="2332"/>
                    <a:pt x="2804" y="1324"/>
                    <a:pt x="2836" y="284"/>
                  </a:cubicBezTo>
                  <a:lnTo>
                    <a:pt x="28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5" name="Google Shape;6215;p85"/>
          <p:cNvGrpSpPr/>
          <p:nvPr/>
        </p:nvGrpSpPr>
        <p:grpSpPr>
          <a:xfrm>
            <a:off x="7057749" y="1832965"/>
            <a:ext cx="357226" cy="357367"/>
            <a:chOff x="-55987225" y="3591025"/>
            <a:chExt cx="317450" cy="317575"/>
          </a:xfrm>
        </p:grpSpPr>
        <p:sp>
          <p:nvSpPr>
            <p:cNvPr id="6216" name="Google Shape;6216;p85"/>
            <p:cNvSpPr/>
            <p:nvPr/>
          </p:nvSpPr>
          <p:spPr>
            <a:xfrm>
              <a:off x="-55950200" y="3740025"/>
              <a:ext cx="204800" cy="168575"/>
            </a:xfrm>
            <a:custGeom>
              <a:avLst/>
              <a:gdLst/>
              <a:ahLst/>
              <a:cxnLst/>
              <a:rect l="l" t="t" r="r" b="b"/>
              <a:pathLst>
                <a:path w="8192" h="6743" extrusionOk="0">
                  <a:moveTo>
                    <a:pt x="2647" y="756"/>
                  </a:moveTo>
                  <a:cubicBezTo>
                    <a:pt x="2836" y="756"/>
                    <a:pt x="2994" y="914"/>
                    <a:pt x="2994" y="1103"/>
                  </a:cubicBezTo>
                  <a:cubicBezTo>
                    <a:pt x="2994" y="1323"/>
                    <a:pt x="2836" y="1449"/>
                    <a:pt x="2647" y="1449"/>
                  </a:cubicBezTo>
                  <a:cubicBezTo>
                    <a:pt x="2458" y="1449"/>
                    <a:pt x="2301" y="1323"/>
                    <a:pt x="2301" y="1103"/>
                  </a:cubicBezTo>
                  <a:cubicBezTo>
                    <a:pt x="2238" y="914"/>
                    <a:pt x="2395" y="756"/>
                    <a:pt x="2647" y="756"/>
                  </a:cubicBezTo>
                  <a:close/>
                  <a:moveTo>
                    <a:pt x="5609" y="756"/>
                  </a:moveTo>
                  <a:cubicBezTo>
                    <a:pt x="5798" y="756"/>
                    <a:pt x="5955" y="914"/>
                    <a:pt x="5955" y="1103"/>
                  </a:cubicBezTo>
                  <a:cubicBezTo>
                    <a:pt x="5955" y="1323"/>
                    <a:pt x="5798" y="1449"/>
                    <a:pt x="5609" y="1449"/>
                  </a:cubicBezTo>
                  <a:cubicBezTo>
                    <a:pt x="5388" y="1449"/>
                    <a:pt x="5262" y="1323"/>
                    <a:pt x="5262" y="1103"/>
                  </a:cubicBezTo>
                  <a:cubicBezTo>
                    <a:pt x="5231" y="914"/>
                    <a:pt x="5388" y="756"/>
                    <a:pt x="5609" y="756"/>
                  </a:cubicBezTo>
                  <a:close/>
                  <a:moveTo>
                    <a:pt x="5160" y="3316"/>
                  </a:moveTo>
                  <a:cubicBezTo>
                    <a:pt x="5254" y="3316"/>
                    <a:pt x="5341" y="3355"/>
                    <a:pt x="5388" y="3434"/>
                  </a:cubicBezTo>
                  <a:cubicBezTo>
                    <a:pt x="5546" y="3592"/>
                    <a:pt x="5546" y="3812"/>
                    <a:pt x="5388" y="3938"/>
                  </a:cubicBezTo>
                  <a:cubicBezTo>
                    <a:pt x="5041" y="4285"/>
                    <a:pt x="4569" y="4505"/>
                    <a:pt x="4065" y="4505"/>
                  </a:cubicBezTo>
                  <a:cubicBezTo>
                    <a:pt x="3561" y="4505"/>
                    <a:pt x="3088" y="4285"/>
                    <a:pt x="2773" y="3938"/>
                  </a:cubicBezTo>
                  <a:cubicBezTo>
                    <a:pt x="2616" y="3781"/>
                    <a:pt x="2616" y="3560"/>
                    <a:pt x="2773" y="3434"/>
                  </a:cubicBezTo>
                  <a:cubicBezTo>
                    <a:pt x="2868" y="3355"/>
                    <a:pt x="2970" y="3316"/>
                    <a:pt x="3065" y="3316"/>
                  </a:cubicBezTo>
                  <a:cubicBezTo>
                    <a:pt x="3159" y="3316"/>
                    <a:pt x="3246" y="3355"/>
                    <a:pt x="3309" y="3434"/>
                  </a:cubicBezTo>
                  <a:cubicBezTo>
                    <a:pt x="3529" y="3655"/>
                    <a:pt x="3813" y="3765"/>
                    <a:pt x="4096" y="3765"/>
                  </a:cubicBezTo>
                  <a:cubicBezTo>
                    <a:pt x="4380" y="3765"/>
                    <a:pt x="4663" y="3655"/>
                    <a:pt x="4884" y="3434"/>
                  </a:cubicBezTo>
                  <a:cubicBezTo>
                    <a:pt x="4963" y="3355"/>
                    <a:pt x="5065" y="3316"/>
                    <a:pt x="5160" y="3316"/>
                  </a:cubicBezTo>
                  <a:close/>
                  <a:moveTo>
                    <a:pt x="1" y="0"/>
                  </a:moveTo>
                  <a:lnTo>
                    <a:pt x="1" y="2615"/>
                  </a:lnTo>
                  <a:cubicBezTo>
                    <a:pt x="1" y="4852"/>
                    <a:pt x="1859" y="6742"/>
                    <a:pt x="4096" y="6742"/>
                  </a:cubicBezTo>
                  <a:cubicBezTo>
                    <a:pt x="6333" y="6742"/>
                    <a:pt x="8192" y="4883"/>
                    <a:pt x="8192" y="2615"/>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85"/>
            <p:cNvSpPr/>
            <p:nvPr/>
          </p:nvSpPr>
          <p:spPr>
            <a:xfrm>
              <a:off x="-55967525" y="3591025"/>
              <a:ext cx="297750" cy="131700"/>
            </a:xfrm>
            <a:custGeom>
              <a:avLst/>
              <a:gdLst/>
              <a:ahLst/>
              <a:cxnLst/>
              <a:rect l="l" t="t" r="r" b="b"/>
              <a:pathLst>
                <a:path w="11910" h="5268" extrusionOk="0">
                  <a:moveTo>
                    <a:pt x="4810" y="0"/>
                  </a:moveTo>
                  <a:cubicBezTo>
                    <a:pt x="4730" y="0"/>
                    <a:pt x="4650" y="2"/>
                    <a:pt x="4569" y="6"/>
                  </a:cubicBezTo>
                  <a:cubicBezTo>
                    <a:pt x="1954" y="163"/>
                    <a:pt x="1" y="2463"/>
                    <a:pt x="1" y="5047"/>
                  </a:cubicBezTo>
                  <a:cubicBezTo>
                    <a:pt x="1" y="5173"/>
                    <a:pt x="64" y="5267"/>
                    <a:pt x="190" y="5267"/>
                  </a:cubicBezTo>
                  <a:lnTo>
                    <a:pt x="2994" y="5267"/>
                  </a:lnTo>
                  <a:lnTo>
                    <a:pt x="2994" y="4920"/>
                  </a:lnTo>
                  <a:cubicBezTo>
                    <a:pt x="2994" y="4259"/>
                    <a:pt x="3498" y="3818"/>
                    <a:pt x="4096" y="3818"/>
                  </a:cubicBezTo>
                  <a:lnTo>
                    <a:pt x="5577" y="3818"/>
                  </a:lnTo>
                  <a:cubicBezTo>
                    <a:pt x="6207" y="3818"/>
                    <a:pt x="6680" y="4322"/>
                    <a:pt x="6680" y="4920"/>
                  </a:cubicBezTo>
                  <a:lnTo>
                    <a:pt x="6680" y="5267"/>
                  </a:lnTo>
                  <a:lnTo>
                    <a:pt x="11563" y="5267"/>
                  </a:lnTo>
                  <a:cubicBezTo>
                    <a:pt x="11752" y="5267"/>
                    <a:pt x="11909" y="5110"/>
                    <a:pt x="11909" y="4920"/>
                  </a:cubicBezTo>
                  <a:cubicBezTo>
                    <a:pt x="11909" y="4637"/>
                    <a:pt x="11752" y="4479"/>
                    <a:pt x="11563" y="4479"/>
                  </a:cubicBezTo>
                  <a:lnTo>
                    <a:pt x="9673" y="4479"/>
                  </a:lnTo>
                  <a:cubicBezTo>
                    <a:pt x="9489" y="1943"/>
                    <a:pt x="7380" y="0"/>
                    <a:pt x="48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85"/>
            <p:cNvSpPr/>
            <p:nvPr/>
          </p:nvSpPr>
          <p:spPr>
            <a:xfrm>
              <a:off x="-55875375" y="3703000"/>
              <a:ext cx="55950" cy="17350"/>
            </a:xfrm>
            <a:custGeom>
              <a:avLst/>
              <a:gdLst/>
              <a:ahLst/>
              <a:cxnLst/>
              <a:rect l="l" t="t" r="r" b="b"/>
              <a:pathLst>
                <a:path w="2238" h="694" extrusionOk="0">
                  <a:moveTo>
                    <a:pt x="347" y="0"/>
                  </a:moveTo>
                  <a:cubicBezTo>
                    <a:pt x="158" y="0"/>
                    <a:pt x="1" y="158"/>
                    <a:pt x="1" y="347"/>
                  </a:cubicBezTo>
                  <a:lnTo>
                    <a:pt x="1" y="694"/>
                  </a:lnTo>
                  <a:lnTo>
                    <a:pt x="2238" y="694"/>
                  </a:lnTo>
                  <a:lnTo>
                    <a:pt x="2238" y="347"/>
                  </a:lnTo>
                  <a:cubicBezTo>
                    <a:pt x="2238" y="158"/>
                    <a:pt x="2080" y="0"/>
                    <a:pt x="18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85"/>
            <p:cNvSpPr/>
            <p:nvPr/>
          </p:nvSpPr>
          <p:spPr>
            <a:xfrm>
              <a:off x="-55987225" y="3746325"/>
              <a:ext cx="18150" cy="63825"/>
            </a:xfrm>
            <a:custGeom>
              <a:avLst/>
              <a:gdLst/>
              <a:ahLst/>
              <a:cxnLst/>
              <a:rect l="l" t="t" r="r" b="b"/>
              <a:pathLst>
                <a:path w="726" h="2553" extrusionOk="0">
                  <a:moveTo>
                    <a:pt x="726" y="0"/>
                  </a:moveTo>
                  <a:cubicBezTo>
                    <a:pt x="253" y="221"/>
                    <a:pt x="1" y="693"/>
                    <a:pt x="1" y="1260"/>
                  </a:cubicBezTo>
                  <a:cubicBezTo>
                    <a:pt x="1" y="1796"/>
                    <a:pt x="316" y="2269"/>
                    <a:pt x="726" y="2552"/>
                  </a:cubicBezTo>
                  <a:lnTo>
                    <a:pt x="72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85"/>
            <p:cNvSpPr/>
            <p:nvPr/>
          </p:nvSpPr>
          <p:spPr>
            <a:xfrm>
              <a:off x="-55725725"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1" name="Google Shape;6221;p85"/>
          <p:cNvGrpSpPr/>
          <p:nvPr/>
        </p:nvGrpSpPr>
        <p:grpSpPr>
          <a:xfrm>
            <a:off x="7071665" y="2273605"/>
            <a:ext cx="358999" cy="358999"/>
            <a:chOff x="-55988800" y="3982600"/>
            <a:chExt cx="319025" cy="319025"/>
          </a:xfrm>
        </p:grpSpPr>
        <p:sp>
          <p:nvSpPr>
            <p:cNvPr id="6222" name="Google Shape;6222;p85"/>
            <p:cNvSpPr/>
            <p:nvPr/>
          </p:nvSpPr>
          <p:spPr>
            <a:xfrm>
              <a:off x="-55791875" y="3982600"/>
              <a:ext cx="102400" cy="102425"/>
            </a:xfrm>
            <a:custGeom>
              <a:avLst/>
              <a:gdLst/>
              <a:ahLst/>
              <a:cxnLst/>
              <a:rect l="l" t="t" r="r" b="b"/>
              <a:pathLst>
                <a:path w="4096" h="4097" extrusionOk="0">
                  <a:moveTo>
                    <a:pt x="1859" y="1"/>
                  </a:moveTo>
                  <a:cubicBezTo>
                    <a:pt x="1071" y="1"/>
                    <a:pt x="410" y="379"/>
                    <a:pt x="0" y="977"/>
                  </a:cubicBezTo>
                  <a:cubicBezTo>
                    <a:pt x="1512" y="1450"/>
                    <a:pt x="2647" y="2647"/>
                    <a:pt x="3119" y="4096"/>
                  </a:cubicBezTo>
                  <a:cubicBezTo>
                    <a:pt x="3718" y="3687"/>
                    <a:pt x="4096" y="3025"/>
                    <a:pt x="4096" y="2237"/>
                  </a:cubicBezTo>
                  <a:cubicBezTo>
                    <a:pt x="4096" y="1009"/>
                    <a:pt x="3119"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85"/>
            <p:cNvSpPr/>
            <p:nvPr/>
          </p:nvSpPr>
          <p:spPr>
            <a:xfrm>
              <a:off x="-55969100" y="3982600"/>
              <a:ext cx="102400" cy="102425"/>
            </a:xfrm>
            <a:custGeom>
              <a:avLst/>
              <a:gdLst/>
              <a:ahLst/>
              <a:cxnLst/>
              <a:rect l="l" t="t" r="r" b="b"/>
              <a:pathLst>
                <a:path w="4096" h="4097" extrusionOk="0">
                  <a:moveTo>
                    <a:pt x="2269" y="1"/>
                  </a:moveTo>
                  <a:cubicBezTo>
                    <a:pt x="1040" y="1"/>
                    <a:pt x="1" y="977"/>
                    <a:pt x="1" y="2237"/>
                  </a:cubicBezTo>
                  <a:cubicBezTo>
                    <a:pt x="1" y="2994"/>
                    <a:pt x="410" y="3687"/>
                    <a:pt x="1009" y="4096"/>
                  </a:cubicBezTo>
                  <a:cubicBezTo>
                    <a:pt x="1481" y="2647"/>
                    <a:pt x="2647" y="1450"/>
                    <a:pt x="4096" y="977"/>
                  </a:cubicBezTo>
                  <a:cubicBezTo>
                    <a:pt x="3718" y="379"/>
                    <a:pt x="3057" y="1"/>
                    <a:pt x="22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85"/>
            <p:cNvSpPr/>
            <p:nvPr/>
          </p:nvSpPr>
          <p:spPr>
            <a:xfrm>
              <a:off x="-55819450" y="4021200"/>
              <a:ext cx="92950" cy="92175"/>
            </a:xfrm>
            <a:custGeom>
              <a:avLst/>
              <a:gdLst/>
              <a:ahLst/>
              <a:cxnLst/>
              <a:rect l="l" t="t" r="r" b="b"/>
              <a:pathLst>
                <a:path w="3718" h="3687" extrusionOk="0">
                  <a:moveTo>
                    <a:pt x="32" y="0"/>
                  </a:moveTo>
                  <a:lnTo>
                    <a:pt x="32" y="1103"/>
                  </a:lnTo>
                  <a:cubicBezTo>
                    <a:pt x="1" y="2521"/>
                    <a:pt x="1198" y="3686"/>
                    <a:pt x="2615" y="3686"/>
                  </a:cubicBezTo>
                  <a:lnTo>
                    <a:pt x="3718" y="3686"/>
                  </a:lnTo>
                  <a:cubicBezTo>
                    <a:pt x="3529" y="1733"/>
                    <a:pt x="1985" y="158"/>
                    <a:pt x="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85"/>
            <p:cNvSpPr/>
            <p:nvPr/>
          </p:nvSpPr>
          <p:spPr>
            <a:xfrm>
              <a:off x="-55930500" y="4021200"/>
              <a:ext cx="92950" cy="92175"/>
            </a:xfrm>
            <a:custGeom>
              <a:avLst/>
              <a:gdLst/>
              <a:ahLst/>
              <a:cxnLst/>
              <a:rect l="l" t="t" r="r" b="b"/>
              <a:pathLst>
                <a:path w="3718" h="3687" extrusionOk="0">
                  <a:moveTo>
                    <a:pt x="3718" y="0"/>
                  </a:moveTo>
                  <a:cubicBezTo>
                    <a:pt x="1733" y="158"/>
                    <a:pt x="158" y="1733"/>
                    <a:pt x="0" y="3686"/>
                  </a:cubicBezTo>
                  <a:lnTo>
                    <a:pt x="1103" y="3686"/>
                  </a:lnTo>
                  <a:cubicBezTo>
                    <a:pt x="2552" y="3686"/>
                    <a:pt x="3718" y="2521"/>
                    <a:pt x="3718" y="1103"/>
                  </a:cubicBezTo>
                  <a:lnTo>
                    <a:pt x="37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85"/>
            <p:cNvSpPr/>
            <p:nvPr/>
          </p:nvSpPr>
          <p:spPr>
            <a:xfrm>
              <a:off x="-55988800" y="4086575"/>
              <a:ext cx="319025" cy="215050"/>
            </a:xfrm>
            <a:custGeom>
              <a:avLst/>
              <a:gdLst/>
              <a:ahLst/>
              <a:cxnLst/>
              <a:rect l="l" t="t" r="r" b="b"/>
              <a:pathLst>
                <a:path w="12761" h="8602" extrusionOk="0">
                  <a:moveTo>
                    <a:pt x="4884" y="2584"/>
                  </a:moveTo>
                  <a:cubicBezTo>
                    <a:pt x="5105" y="2584"/>
                    <a:pt x="5262" y="2741"/>
                    <a:pt x="5262" y="2930"/>
                  </a:cubicBezTo>
                  <a:cubicBezTo>
                    <a:pt x="5262" y="3119"/>
                    <a:pt x="5105" y="3277"/>
                    <a:pt x="4884" y="3277"/>
                  </a:cubicBezTo>
                  <a:cubicBezTo>
                    <a:pt x="4695" y="3277"/>
                    <a:pt x="4538" y="3151"/>
                    <a:pt x="4538" y="2930"/>
                  </a:cubicBezTo>
                  <a:cubicBezTo>
                    <a:pt x="4538" y="2741"/>
                    <a:pt x="4695" y="2584"/>
                    <a:pt x="4884" y="2584"/>
                  </a:cubicBezTo>
                  <a:close/>
                  <a:moveTo>
                    <a:pt x="7877" y="2615"/>
                  </a:moveTo>
                  <a:cubicBezTo>
                    <a:pt x="8098" y="2615"/>
                    <a:pt x="8255" y="2773"/>
                    <a:pt x="8255" y="2962"/>
                  </a:cubicBezTo>
                  <a:cubicBezTo>
                    <a:pt x="8287" y="3151"/>
                    <a:pt x="8129" y="3308"/>
                    <a:pt x="7877" y="3308"/>
                  </a:cubicBezTo>
                  <a:cubicBezTo>
                    <a:pt x="7688" y="3308"/>
                    <a:pt x="7531" y="3151"/>
                    <a:pt x="7531" y="2962"/>
                  </a:cubicBezTo>
                  <a:cubicBezTo>
                    <a:pt x="7531" y="2773"/>
                    <a:pt x="7688" y="2615"/>
                    <a:pt x="7877" y="2615"/>
                  </a:cubicBezTo>
                  <a:close/>
                  <a:moveTo>
                    <a:pt x="1104" y="4222"/>
                  </a:moveTo>
                  <a:cubicBezTo>
                    <a:pt x="1387" y="4568"/>
                    <a:pt x="1828" y="4820"/>
                    <a:pt x="2332" y="4820"/>
                  </a:cubicBezTo>
                  <a:cubicBezTo>
                    <a:pt x="2301" y="5199"/>
                    <a:pt x="1954" y="5577"/>
                    <a:pt x="1545" y="5577"/>
                  </a:cubicBezTo>
                  <a:cubicBezTo>
                    <a:pt x="1167" y="5577"/>
                    <a:pt x="789" y="5199"/>
                    <a:pt x="789" y="4820"/>
                  </a:cubicBezTo>
                  <a:cubicBezTo>
                    <a:pt x="789" y="4568"/>
                    <a:pt x="915" y="4348"/>
                    <a:pt x="1104" y="4222"/>
                  </a:cubicBezTo>
                  <a:close/>
                  <a:moveTo>
                    <a:pt x="11721" y="4222"/>
                  </a:moveTo>
                  <a:cubicBezTo>
                    <a:pt x="11910" y="4348"/>
                    <a:pt x="12036" y="4568"/>
                    <a:pt x="12036" y="4820"/>
                  </a:cubicBezTo>
                  <a:cubicBezTo>
                    <a:pt x="12036" y="5199"/>
                    <a:pt x="11721" y="5577"/>
                    <a:pt x="11280" y="5577"/>
                  </a:cubicBezTo>
                  <a:cubicBezTo>
                    <a:pt x="10870" y="5577"/>
                    <a:pt x="10492" y="5199"/>
                    <a:pt x="10492" y="4820"/>
                  </a:cubicBezTo>
                  <a:cubicBezTo>
                    <a:pt x="10965" y="4820"/>
                    <a:pt x="11437" y="4568"/>
                    <a:pt x="11721" y="4222"/>
                  </a:cubicBezTo>
                  <a:close/>
                  <a:moveTo>
                    <a:pt x="7460" y="5143"/>
                  </a:moveTo>
                  <a:cubicBezTo>
                    <a:pt x="7554" y="5143"/>
                    <a:pt x="7641" y="5183"/>
                    <a:pt x="7688" y="5262"/>
                  </a:cubicBezTo>
                  <a:cubicBezTo>
                    <a:pt x="7877" y="5356"/>
                    <a:pt x="7877" y="5608"/>
                    <a:pt x="7720" y="5766"/>
                  </a:cubicBezTo>
                  <a:cubicBezTo>
                    <a:pt x="7373" y="6112"/>
                    <a:pt x="6901" y="6301"/>
                    <a:pt x="6396" y="6301"/>
                  </a:cubicBezTo>
                  <a:cubicBezTo>
                    <a:pt x="5892" y="6301"/>
                    <a:pt x="5420" y="6112"/>
                    <a:pt x="5105" y="5766"/>
                  </a:cubicBezTo>
                  <a:cubicBezTo>
                    <a:pt x="4947" y="5608"/>
                    <a:pt x="4947" y="5356"/>
                    <a:pt x="5105" y="5262"/>
                  </a:cubicBezTo>
                  <a:cubicBezTo>
                    <a:pt x="5184" y="5183"/>
                    <a:pt x="5278" y="5143"/>
                    <a:pt x="5369" y="5143"/>
                  </a:cubicBezTo>
                  <a:cubicBezTo>
                    <a:pt x="5459" y="5143"/>
                    <a:pt x="5546" y="5183"/>
                    <a:pt x="5609" y="5262"/>
                  </a:cubicBezTo>
                  <a:cubicBezTo>
                    <a:pt x="5829" y="5466"/>
                    <a:pt x="6113" y="5569"/>
                    <a:pt x="6396" y="5569"/>
                  </a:cubicBezTo>
                  <a:cubicBezTo>
                    <a:pt x="6680" y="5569"/>
                    <a:pt x="6964" y="5466"/>
                    <a:pt x="7184" y="5262"/>
                  </a:cubicBezTo>
                  <a:cubicBezTo>
                    <a:pt x="7263" y="5183"/>
                    <a:pt x="7365" y="5143"/>
                    <a:pt x="7460" y="5143"/>
                  </a:cubicBezTo>
                  <a:close/>
                  <a:moveTo>
                    <a:pt x="6396" y="0"/>
                  </a:moveTo>
                  <a:cubicBezTo>
                    <a:pt x="5829" y="1071"/>
                    <a:pt x="4695" y="1828"/>
                    <a:pt x="3403" y="1828"/>
                  </a:cubicBezTo>
                  <a:lnTo>
                    <a:pt x="2301" y="1828"/>
                  </a:lnTo>
                  <a:cubicBezTo>
                    <a:pt x="1482" y="1828"/>
                    <a:pt x="757" y="2489"/>
                    <a:pt x="757" y="3308"/>
                  </a:cubicBezTo>
                  <a:lnTo>
                    <a:pt x="757" y="3529"/>
                  </a:lnTo>
                  <a:cubicBezTo>
                    <a:pt x="284" y="3781"/>
                    <a:pt x="1" y="4253"/>
                    <a:pt x="1" y="4820"/>
                  </a:cubicBezTo>
                  <a:cubicBezTo>
                    <a:pt x="1" y="5640"/>
                    <a:pt x="694" y="6301"/>
                    <a:pt x="1513" y="6301"/>
                  </a:cubicBezTo>
                  <a:cubicBezTo>
                    <a:pt x="1891" y="6301"/>
                    <a:pt x="2301" y="6144"/>
                    <a:pt x="2521" y="5923"/>
                  </a:cubicBezTo>
                  <a:cubicBezTo>
                    <a:pt x="3120" y="7467"/>
                    <a:pt x="4632" y="8601"/>
                    <a:pt x="6365" y="8601"/>
                  </a:cubicBezTo>
                  <a:cubicBezTo>
                    <a:pt x="8098" y="8601"/>
                    <a:pt x="9578" y="7467"/>
                    <a:pt x="10177" y="5923"/>
                  </a:cubicBezTo>
                  <a:cubicBezTo>
                    <a:pt x="10461" y="6144"/>
                    <a:pt x="10807" y="6301"/>
                    <a:pt x="11185" y="6301"/>
                  </a:cubicBezTo>
                  <a:cubicBezTo>
                    <a:pt x="12036" y="6301"/>
                    <a:pt x="12697" y="5640"/>
                    <a:pt x="12697" y="4820"/>
                  </a:cubicBezTo>
                  <a:cubicBezTo>
                    <a:pt x="12760" y="4253"/>
                    <a:pt x="12445" y="3749"/>
                    <a:pt x="12036" y="3529"/>
                  </a:cubicBezTo>
                  <a:lnTo>
                    <a:pt x="12036" y="3308"/>
                  </a:lnTo>
                  <a:cubicBezTo>
                    <a:pt x="12036" y="2489"/>
                    <a:pt x="11311" y="1828"/>
                    <a:pt x="10492" y="1828"/>
                  </a:cubicBezTo>
                  <a:lnTo>
                    <a:pt x="9389" y="1828"/>
                  </a:lnTo>
                  <a:cubicBezTo>
                    <a:pt x="8098" y="1828"/>
                    <a:pt x="6932" y="1071"/>
                    <a:pt x="6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7" name="Google Shape;6227;p85"/>
          <p:cNvGrpSpPr/>
          <p:nvPr/>
        </p:nvGrpSpPr>
        <p:grpSpPr>
          <a:xfrm>
            <a:off x="5730184" y="2731562"/>
            <a:ext cx="356326" cy="358971"/>
            <a:chOff x="-54026025" y="3192625"/>
            <a:chExt cx="316650" cy="319000"/>
          </a:xfrm>
        </p:grpSpPr>
        <p:sp>
          <p:nvSpPr>
            <p:cNvPr id="6228" name="Google Shape;6228;p85"/>
            <p:cNvSpPr/>
            <p:nvPr/>
          </p:nvSpPr>
          <p:spPr>
            <a:xfrm>
              <a:off x="-54026025" y="3312350"/>
              <a:ext cx="18125" cy="63800"/>
            </a:xfrm>
            <a:custGeom>
              <a:avLst/>
              <a:gdLst/>
              <a:ahLst/>
              <a:cxnLst/>
              <a:rect l="l" t="t" r="r" b="b"/>
              <a:pathLst>
                <a:path w="725" h="2552" extrusionOk="0">
                  <a:moveTo>
                    <a:pt x="725" y="0"/>
                  </a:moveTo>
                  <a:cubicBezTo>
                    <a:pt x="315" y="189"/>
                    <a:pt x="0" y="693"/>
                    <a:pt x="0" y="1260"/>
                  </a:cubicBezTo>
                  <a:cubicBezTo>
                    <a:pt x="0" y="1796"/>
                    <a:pt x="315" y="2268"/>
                    <a:pt x="725" y="2552"/>
                  </a:cubicBezTo>
                  <a:lnTo>
                    <a:pt x="725" y="158"/>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85"/>
            <p:cNvSpPr/>
            <p:nvPr/>
          </p:nvSpPr>
          <p:spPr>
            <a:xfrm>
              <a:off x="-53890550" y="3192625"/>
              <a:ext cx="125250" cy="56725"/>
            </a:xfrm>
            <a:custGeom>
              <a:avLst/>
              <a:gdLst/>
              <a:ahLst/>
              <a:cxnLst/>
              <a:rect l="l" t="t" r="r" b="b"/>
              <a:pathLst>
                <a:path w="5010" h="2269" extrusionOk="0">
                  <a:moveTo>
                    <a:pt x="914" y="0"/>
                  </a:moveTo>
                  <a:cubicBezTo>
                    <a:pt x="599" y="0"/>
                    <a:pt x="315" y="63"/>
                    <a:pt x="0" y="95"/>
                  </a:cubicBezTo>
                  <a:cubicBezTo>
                    <a:pt x="158" y="536"/>
                    <a:pt x="441" y="914"/>
                    <a:pt x="756" y="1260"/>
                  </a:cubicBezTo>
                  <a:cubicBezTo>
                    <a:pt x="1418" y="1891"/>
                    <a:pt x="2237" y="2269"/>
                    <a:pt x="3151" y="2269"/>
                  </a:cubicBezTo>
                  <a:lnTo>
                    <a:pt x="5009" y="2269"/>
                  </a:lnTo>
                  <a:cubicBezTo>
                    <a:pt x="4127" y="914"/>
                    <a:pt x="2647" y="0"/>
                    <a:pt x="9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0" name="Google Shape;6230;p85"/>
            <p:cNvSpPr/>
            <p:nvPr/>
          </p:nvSpPr>
          <p:spPr>
            <a:xfrm>
              <a:off x="-53839375" y="3306025"/>
              <a:ext cx="55175" cy="55175"/>
            </a:xfrm>
            <a:custGeom>
              <a:avLst/>
              <a:gdLst/>
              <a:ahLst/>
              <a:cxnLst/>
              <a:rect l="l" t="t" r="r" b="b"/>
              <a:pathLst>
                <a:path w="2207" h="2207" extrusionOk="0">
                  <a:moveTo>
                    <a:pt x="1104" y="1"/>
                  </a:moveTo>
                  <a:cubicBezTo>
                    <a:pt x="505" y="1"/>
                    <a:pt x="1" y="505"/>
                    <a:pt x="1" y="1104"/>
                  </a:cubicBezTo>
                  <a:cubicBezTo>
                    <a:pt x="1" y="1702"/>
                    <a:pt x="505" y="2206"/>
                    <a:pt x="1104" y="2206"/>
                  </a:cubicBezTo>
                  <a:cubicBezTo>
                    <a:pt x="1734" y="2206"/>
                    <a:pt x="2206" y="1702"/>
                    <a:pt x="2206" y="1104"/>
                  </a:cubicBezTo>
                  <a:cubicBezTo>
                    <a:pt x="2206" y="505"/>
                    <a:pt x="1734"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85"/>
            <p:cNvSpPr/>
            <p:nvPr/>
          </p:nvSpPr>
          <p:spPr>
            <a:xfrm>
              <a:off x="-53950425" y="3306025"/>
              <a:ext cx="55150" cy="55175"/>
            </a:xfrm>
            <a:custGeom>
              <a:avLst/>
              <a:gdLst/>
              <a:ahLst/>
              <a:cxnLst/>
              <a:rect l="l" t="t" r="r" b="b"/>
              <a:pathLst>
                <a:path w="2206" h="2207" extrusionOk="0">
                  <a:moveTo>
                    <a:pt x="1103" y="1"/>
                  </a:moveTo>
                  <a:cubicBezTo>
                    <a:pt x="505" y="1"/>
                    <a:pt x="1" y="505"/>
                    <a:pt x="1" y="1104"/>
                  </a:cubicBezTo>
                  <a:cubicBezTo>
                    <a:pt x="1" y="1702"/>
                    <a:pt x="505" y="2206"/>
                    <a:pt x="1103" y="2206"/>
                  </a:cubicBezTo>
                  <a:cubicBezTo>
                    <a:pt x="1702" y="2206"/>
                    <a:pt x="2206" y="1702"/>
                    <a:pt x="2206" y="1104"/>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85"/>
            <p:cNvSpPr/>
            <p:nvPr/>
          </p:nvSpPr>
          <p:spPr>
            <a:xfrm>
              <a:off x="-53985075" y="3400950"/>
              <a:ext cx="236300" cy="110675"/>
            </a:xfrm>
            <a:custGeom>
              <a:avLst/>
              <a:gdLst/>
              <a:ahLst/>
              <a:cxnLst/>
              <a:rect l="l" t="t" r="r" b="b"/>
              <a:pathLst>
                <a:path w="9452" h="4427" extrusionOk="0">
                  <a:moveTo>
                    <a:pt x="5790" y="969"/>
                  </a:moveTo>
                  <a:cubicBezTo>
                    <a:pt x="5884" y="969"/>
                    <a:pt x="5971" y="1008"/>
                    <a:pt x="6018" y="1087"/>
                  </a:cubicBezTo>
                  <a:cubicBezTo>
                    <a:pt x="6176" y="1245"/>
                    <a:pt x="6176" y="1497"/>
                    <a:pt x="6018" y="1591"/>
                  </a:cubicBezTo>
                  <a:cubicBezTo>
                    <a:pt x="5671" y="1969"/>
                    <a:pt x="5199" y="2158"/>
                    <a:pt x="4726" y="2158"/>
                  </a:cubicBezTo>
                  <a:cubicBezTo>
                    <a:pt x="4254" y="2158"/>
                    <a:pt x="3750" y="1969"/>
                    <a:pt x="3435" y="1591"/>
                  </a:cubicBezTo>
                  <a:cubicBezTo>
                    <a:pt x="3277" y="1434"/>
                    <a:pt x="3277" y="1213"/>
                    <a:pt x="3435" y="1087"/>
                  </a:cubicBezTo>
                  <a:cubicBezTo>
                    <a:pt x="3513" y="1008"/>
                    <a:pt x="3608" y="969"/>
                    <a:pt x="3698" y="969"/>
                  </a:cubicBezTo>
                  <a:cubicBezTo>
                    <a:pt x="3789" y="969"/>
                    <a:pt x="3876" y="1008"/>
                    <a:pt x="3939" y="1087"/>
                  </a:cubicBezTo>
                  <a:cubicBezTo>
                    <a:pt x="4159" y="1308"/>
                    <a:pt x="4443" y="1418"/>
                    <a:pt x="4726" y="1418"/>
                  </a:cubicBezTo>
                  <a:cubicBezTo>
                    <a:pt x="5010" y="1418"/>
                    <a:pt x="5293" y="1308"/>
                    <a:pt x="5514" y="1087"/>
                  </a:cubicBezTo>
                  <a:cubicBezTo>
                    <a:pt x="5593" y="1008"/>
                    <a:pt x="5695" y="969"/>
                    <a:pt x="5790" y="969"/>
                  </a:cubicBezTo>
                  <a:close/>
                  <a:moveTo>
                    <a:pt x="4711" y="0"/>
                  </a:moveTo>
                  <a:cubicBezTo>
                    <a:pt x="4002" y="0"/>
                    <a:pt x="3293" y="205"/>
                    <a:pt x="2678" y="615"/>
                  </a:cubicBezTo>
                  <a:cubicBezTo>
                    <a:pt x="2615" y="646"/>
                    <a:pt x="2552" y="709"/>
                    <a:pt x="2489" y="709"/>
                  </a:cubicBezTo>
                  <a:lnTo>
                    <a:pt x="1" y="709"/>
                  </a:lnTo>
                  <a:cubicBezTo>
                    <a:pt x="505" y="2820"/>
                    <a:pt x="2458" y="4427"/>
                    <a:pt x="4726" y="4427"/>
                  </a:cubicBezTo>
                  <a:cubicBezTo>
                    <a:pt x="7026" y="4427"/>
                    <a:pt x="8948" y="2820"/>
                    <a:pt x="9452" y="709"/>
                  </a:cubicBezTo>
                  <a:lnTo>
                    <a:pt x="6963" y="709"/>
                  </a:lnTo>
                  <a:cubicBezTo>
                    <a:pt x="6869" y="646"/>
                    <a:pt x="6774" y="646"/>
                    <a:pt x="6743" y="615"/>
                  </a:cubicBezTo>
                  <a:cubicBezTo>
                    <a:pt x="6128" y="205"/>
                    <a:pt x="5419" y="0"/>
                    <a:pt x="47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85"/>
            <p:cNvSpPr/>
            <p:nvPr/>
          </p:nvSpPr>
          <p:spPr>
            <a:xfrm>
              <a:off x="-53986650" y="3342275"/>
              <a:ext cx="241025" cy="55150"/>
            </a:xfrm>
            <a:custGeom>
              <a:avLst/>
              <a:gdLst/>
              <a:ahLst/>
              <a:cxnLst/>
              <a:rect l="l" t="t" r="r" b="b"/>
              <a:pathLst>
                <a:path w="9641" h="2206" extrusionOk="0">
                  <a:moveTo>
                    <a:pt x="1" y="0"/>
                  </a:moveTo>
                  <a:lnTo>
                    <a:pt x="1" y="1859"/>
                  </a:lnTo>
                  <a:lnTo>
                    <a:pt x="1" y="2206"/>
                  </a:lnTo>
                  <a:lnTo>
                    <a:pt x="2458" y="2206"/>
                  </a:lnTo>
                  <a:cubicBezTo>
                    <a:pt x="3198" y="1749"/>
                    <a:pt x="4017" y="1520"/>
                    <a:pt x="4829" y="1520"/>
                  </a:cubicBezTo>
                  <a:cubicBezTo>
                    <a:pt x="5640" y="1520"/>
                    <a:pt x="6443" y="1749"/>
                    <a:pt x="7152" y="2206"/>
                  </a:cubicBezTo>
                  <a:lnTo>
                    <a:pt x="9641" y="2206"/>
                  </a:lnTo>
                  <a:lnTo>
                    <a:pt x="9641" y="1859"/>
                  </a:lnTo>
                  <a:lnTo>
                    <a:pt x="9641" y="0"/>
                  </a:lnTo>
                  <a:lnTo>
                    <a:pt x="8853" y="0"/>
                  </a:lnTo>
                  <a:cubicBezTo>
                    <a:pt x="8696" y="882"/>
                    <a:pt x="7940" y="1512"/>
                    <a:pt x="7026" y="1512"/>
                  </a:cubicBezTo>
                  <a:cubicBezTo>
                    <a:pt x="6144" y="1512"/>
                    <a:pt x="5388" y="882"/>
                    <a:pt x="5230" y="0"/>
                  </a:cubicBezTo>
                  <a:lnTo>
                    <a:pt x="4411" y="0"/>
                  </a:lnTo>
                  <a:cubicBezTo>
                    <a:pt x="4254" y="882"/>
                    <a:pt x="3466" y="1512"/>
                    <a:pt x="2584" y="1512"/>
                  </a:cubicBezTo>
                  <a:cubicBezTo>
                    <a:pt x="1670" y="1512"/>
                    <a:pt x="946" y="882"/>
                    <a:pt x="7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85"/>
            <p:cNvSpPr/>
            <p:nvPr/>
          </p:nvSpPr>
          <p:spPr>
            <a:xfrm>
              <a:off x="-53989000" y="3199700"/>
              <a:ext cx="241800" cy="123700"/>
            </a:xfrm>
            <a:custGeom>
              <a:avLst/>
              <a:gdLst/>
              <a:ahLst/>
              <a:cxnLst/>
              <a:rect l="l" t="t" r="r" b="b"/>
              <a:pathLst>
                <a:path w="9672" h="4948" extrusionOk="0">
                  <a:moveTo>
                    <a:pt x="3245" y="1"/>
                  </a:moveTo>
                  <a:cubicBezTo>
                    <a:pt x="1355" y="662"/>
                    <a:pt x="0" y="2490"/>
                    <a:pt x="0" y="4601"/>
                  </a:cubicBezTo>
                  <a:lnTo>
                    <a:pt x="0" y="4947"/>
                  </a:lnTo>
                  <a:lnTo>
                    <a:pt x="788" y="4947"/>
                  </a:lnTo>
                  <a:cubicBezTo>
                    <a:pt x="945" y="4096"/>
                    <a:pt x="1701" y="3466"/>
                    <a:pt x="2615" y="3466"/>
                  </a:cubicBezTo>
                  <a:cubicBezTo>
                    <a:pt x="3529" y="3466"/>
                    <a:pt x="4253" y="4096"/>
                    <a:pt x="4411" y="4947"/>
                  </a:cubicBezTo>
                  <a:lnTo>
                    <a:pt x="5261" y="4947"/>
                  </a:lnTo>
                  <a:cubicBezTo>
                    <a:pt x="5419" y="4096"/>
                    <a:pt x="6207" y="3466"/>
                    <a:pt x="7057" y="3466"/>
                  </a:cubicBezTo>
                  <a:cubicBezTo>
                    <a:pt x="7971" y="3466"/>
                    <a:pt x="8727" y="4096"/>
                    <a:pt x="8884" y="4947"/>
                  </a:cubicBezTo>
                  <a:lnTo>
                    <a:pt x="9672" y="4947"/>
                  </a:lnTo>
                  <a:lnTo>
                    <a:pt x="9672" y="4601"/>
                  </a:lnTo>
                  <a:cubicBezTo>
                    <a:pt x="9672" y="3939"/>
                    <a:pt x="9546" y="3309"/>
                    <a:pt x="9262" y="2710"/>
                  </a:cubicBezTo>
                  <a:lnTo>
                    <a:pt x="7089" y="2710"/>
                  </a:lnTo>
                  <a:cubicBezTo>
                    <a:pt x="5986" y="2710"/>
                    <a:pt x="4978" y="2301"/>
                    <a:pt x="4190" y="1513"/>
                  </a:cubicBezTo>
                  <a:cubicBezTo>
                    <a:pt x="3749" y="1072"/>
                    <a:pt x="3434" y="568"/>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85"/>
            <p:cNvSpPr/>
            <p:nvPr/>
          </p:nvSpPr>
          <p:spPr>
            <a:xfrm>
              <a:off x="-53728300" y="3310775"/>
              <a:ext cx="18925" cy="64600"/>
            </a:xfrm>
            <a:custGeom>
              <a:avLst/>
              <a:gdLst/>
              <a:ahLst/>
              <a:cxnLst/>
              <a:rect l="l" t="t" r="r" b="b"/>
              <a:pathLst>
                <a:path w="757" h="2584" extrusionOk="0">
                  <a:moveTo>
                    <a:pt x="0" y="0"/>
                  </a:moveTo>
                  <a:lnTo>
                    <a:pt x="0" y="158"/>
                  </a:lnTo>
                  <a:lnTo>
                    <a:pt x="0" y="2583"/>
                  </a:lnTo>
                  <a:cubicBezTo>
                    <a:pt x="441" y="2300"/>
                    <a:pt x="756" y="1827"/>
                    <a:pt x="756" y="1260"/>
                  </a:cubicBezTo>
                  <a:cubicBezTo>
                    <a:pt x="756" y="756"/>
                    <a:pt x="473"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36" name="Google Shape;6236;p85"/>
          <p:cNvGrpSpPr/>
          <p:nvPr/>
        </p:nvGrpSpPr>
        <p:grpSpPr>
          <a:xfrm>
            <a:off x="5750130" y="3202536"/>
            <a:ext cx="316434" cy="358099"/>
            <a:chOff x="-54007925" y="3584850"/>
            <a:chExt cx="281200" cy="318225"/>
          </a:xfrm>
        </p:grpSpPr>
        <p:sp>
          <p:nvSpPr>
            <p:cNvPr id="6237" name="Google Shape;6237;p85"/>
            <p:cNvSpPr/>
            <p:nvPr/>
          </p:nvSpPr>
          <p:spPr>
            <a:xfrm>
              <a:off x="-53943325" y="3716375"/>
              <a:ext cx="151250" cy="18950"/>
            </a:xfrm>
            <a:custGeom>
              <a:avLst/>
              <a:gdLst/>
              <a:ahLst/>
              <a:cxnLst/>
              <a:rect l="l" t="t" r="r" b="b"/>
              <a:pathLst>
                <a:path w="6050" h="758" extrusionOk="0">
                  <a:moveTo>
                    <a:pt x="0" y="1"/>
                  </a:moveTo>
                  <a:cubicBezTo>
                    <a:pt x="441" y="474"/>
                    <a:pt x="1040" y="757"/>
                    <a:pt x="1702" y="757"/>
                  </a:cubicBezTo>
                  <a:lnTo>
                    <a:pt x="4348" y="757"/>
                  </a:lnTo>
                  <a:cubicBezTo>
                    <a:pt x="5041" y="757"/>
                    <a:pt x="5608" y="474"/>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8" name="Google Shape;6238;p85"/>
            <p:cNvSpPr/>
            <p:nvPr/>
          </p:nvSpPr>
          <p:spPr>
            <a:xfrm>
              <a:off x="-53970100" y="3679375"/>
              <a:ext cx="205575" cy="18125"/>
            </a:xfrm>
            <a:custGeom>
              <a:avLst/>
              <a:gdLst/>
              <a:ahLst/>
              <a:cxnLst/>
              <a:rect l="l" t="t" r="r" b="b"/>
              <a:pathLst>
                <a:path w="8223" h="725" extrusionOk="0">
                  <a:moveTo>
                    <a:pt x="0" y="0"/>
                  </a:moveTo>
                  <a:lnTo>
                    <a:pt x="0" y="725"/>
                  </a:lnTo>
                  <a:lnTo>
                    <a:pt x="8223" y="725"/>
                  </a:lnTo>
                  <a:lnTo>
                    <a:pt x="822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85"/>
            <p:cNvSpPr/>
            <p:nvPr/>
          </p:nvSpPr>
          <p:spPr>
            <a:xfrm>
              <a:off x="-53970100" y="3715600"/>
              <a:ext cx="204800" cy="187475"/>
            </a:xfrm>
            <a:custGeom>
              <a:avLst/>
              <a:gdLst/>
              <a:ahLst/>
              <a:cxnLst/>
              <a:rect l="l" t="t" r="r" b="b"/>
              <a:pathLst>
                <a:path w="8192" h="7499" extrusionOk="0">
                  <a:moveTo>
                    <a:pt x="2584" y="2300"/>
                  </a:moveTo>
                  <a:cubicBezTo>
                    <a:pt x="2804" y="2300"/>
                    <a:pt x="2962" y="2426"/>
                    <a:pt x="2962" y="2647"/>
                  </a:cubicBezTo>
                  <a:cubicBezTo>
                    <a:pt x="2962" y="2836"/>
                    <a:pt x="2804" y="2993"/>
                    <a:pt x="2584" y="2993"/>
                  </a:cubicBezTo>
                  <a:cubicBezTo>
                    <a:pt x="2395" y="2993"/>
                    <a:pt x="2237" y="2836"/>
                    <a:pt x="2237" y="2647"/>
                  </a:cubicBezTo>
                  <a:cubicBezTo>
                    <a:pt x="2237" y="2426"/>
                    <a:pt x="2395" y="2300"/>
                    <a:pt x="2584" y="2300"/>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91" y="4072"/>
                  </a:moveTo>
                  <a:cubicBezTo>
                    <a:pt x="5285" y="4072"/>
                    <a:pt x="5372" y="4112"/>
                    <a:pt x="5419" y="4191"/>
                  </a:cubicBezTo>
                  <a:cubicBezTo>
                    <a:pt x="5577" y="4348"/>
                    <a:pt x="5577" y="4569"/>
                    <a:pt x="5419" y="4695"/>
                  </a:cubicBezTo>
                  <a:cubicBezTo>
                    <a:pt x="5072" y="5041"/>
                    <a:pt x="4600" y="5230"/>
                    <a:pt x="4127" y="5230"/>
                  </a:cubicBezTo>
                  <a:cubicBezTo>
                    <a:pt x="3655" y="5230"/>
                    <a:pt x="3151" y="5041"/>
                    <a:pt x="2836" y="4695"/>
                  </a:cubicBezTo>
                  <a:cubicBezTo>
                    <a:pt x="2678" y="4537"/>
                    <a:pt x="2678" y="4285"/>
                    <a:pt x="2836" y="4191"/>
                  </a:cubicBezTo>
                  <a:cubicBezTo>
                    <a:pt x="2914" y="4112"/>
                    <a:pt x="3009" y="4072"/>
                    <a:pt x="3099" y="4072"/>
                  </a:cubicBezTo>
                  <a:cubicBezTo>
                    <a:pt x="3190" y="4072"/>
                    <a:pt x="3277" y="4112"/>
                    <a:pt x="3340" y="4191"/>
                  </a:cubicBezTo>
                  <a:cubicBezTo>
                    <a:pt x="3560" y="4395"/>
                    <a:pt x="3844" y="4498"/>
                    <a:pt x="4127" y="4498"/>
                  </a:cubicBezTo>
                  <a:cubicBezTo>
                    <a:pt x="4411" y="4498"/>
                    <a:pt x="4694" y="4395"/>
                    <a:pt x="4915" y="4191"/>
                  </a:cubicBezTo>
                  <a:cubicBezTo>
                    <a:pt x="4994" y="4112"/>
                    <a:pt x="5096" y="4072"/>
                    <a:pt x="5191" y="4072"/>
                  </a:cubicBezTo>
                  <a:close/>
                  <a:moveTo>
                    <a:pt x="0" y="0"/>
                  </a:moveTo>
                  <a:lnTo>
                    <a:pt x="0" y="3340"/>
                  </a:lnTo>
                  <a:cubicBezTo>
                    <a:pt x="0" y="5577"/>
                    <a:pt x="1859" y="7499"/>
                    <a:pt x="4096" y="7499"/>
                  </a:cubicBezTo>
                  <a:cubicBezTo>
                    <a:pt x="6333" y="7499"/>
                    <a:pt x="8191" y="5640"/>
                    <a:pt x="8191" y="3340"/>
                  </a:cubicBezTo>
                  <a:lnTo>
                    <a:pt x="8191" y="0"/>
                  </a:lnTo>
                  <a:lnTo>
                    <a:pt x="8034" y="0"/>
                  </a:lnTo>
                  <a:cubicBezTo>
                    <a:pt x="7467" y="946"/>
                    <a:pt x="6490" y="1513"/>
                    <a:pt x="5419" y="1513"/>
                  </a:cubicBezTo>
                  <a:lnTo>
                    <a:pt x="2804" y="1513"/>
                  </a:lnTo>
                  <a:cubicBezTo>
                    <a:pt x="1701" y="1513"/>
                    <a:pt x="693" y="946"/>
                    <a:pt x="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85"/>
            <p:cNvSpPr/>
            <p:nvPr/>
          </p:nvSpPr>
          <p:spPr>
            <a:xfrm>
              <a:off x="-54007125" y="3584850"/>
              <a:ext cx="278825" cy="74850"/>
            </a:xfrm>
            <a:custGeom>
              <a:avLst/>
              <a:gdLst/>
              <a:ahLst/>
              <a:cxnLst/>
              <a:rect l="l" t="t" r="r" b="b"/>
              <a:pathLst>
                <a:path w="11153" h="2994" extrusionOk="0">
                  <a:moveTo>
                    <a:pt x="5577" y="1"/>
                  </a:moveTo>
                  <a:cubicBezTo>
                    <a:pt x="2867" y="1"/>
                    <a:pt x="0" y="788"/>
                    <a:pt x="0" y="2238"/>
                  </a:cubicBezTo>
                  <a:cubicBezTo>
                    <a:pt x="0" y="2647"/>
                    <a:pt x="315" y="2994"/>
                    <a:pt x="725" y="2994"/>
                  </a:cubicBezTo>
                  <a:lnTo>
                    <a:pt x="10429" y="2994"/>
                  </a:lnTo>
                  <a:cubicBezTo>
                    <a:pt x="10838" y="2994"/>
                    <a:pt x="11153" y="2679"/>
                    <a:pt x="11153" y="2238"/>
                  </a:cubicBezTo>
                  <a:cubicBezTo>
                    <a:pt x="11153" y="788"/>
                    <a:pt x="828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85"/>
            <p:cNvSpPr/>
            <p:nvPr/>
          </p:nvSpPr>
          <p:spPr>
            <a:xfrm>
              <a:off x="-54007925"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85"/>
            <p:cNvSpPr/>
            <p:nvPr/>
          </p:nvSpPr>
          <p:spPr>
            <a:xfrm>
              <a:off x="-53745625" y="3740025"/>
              <a:ext cx="18900" cy="64600"/>
            </a:xfrm>
            <a:custGeom>
              <a:avLst/>
              <a:gdLst/>
              <a:ahLst/>
              <a:cxnLst/>
              <a:rect l="l" t="t" r="r" b="b"/>
              <a:pathLst>
                <a:path w="756" h="2584" extrusionOk="0">
                  <a:moveTo>
                    <a:pt x="0" y="0"/>
                  </a:moveTo>
                  <a:lnTo>
                    <a:pt x="0" y="2584"/>
                  </a:lnTo>
                  <a:cubicBezTo>
                    <a:pt x="441" y="2300"/>
                    <a:pt x="756" y="1827"/>
                    <a:pt x="756" y="1260"/>
                  </a:cubicBezTo>
                  <a:cubicBezTo>
                    <a:pt x="693" y="725"/>
                    <a:pt x="441"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3" name="Google Shape;6243;p85"/>
          <p:cNvGrpSpPr/>
          <p:nvPr/>
        </p:nvGrpSpPr>
        <p:grpSpPr>
          <a:xfrm>
            <a:off x="5750130" y="3664421"/>
            <a:ext cx="316434" cy="358914"/>
            <a:chOff x="-54007925" y="3975575"/>
            <a:chExt cx="281200" cy="318950"/>
          </a:xfrm>
        </p:grpSpPr>
        <p:sp>
          <p:nvSpPr>
            <p:cNvPr id="6244" name="Google Shape;6244;p85"/>
            <p:cNvSpPr/>
            <p:nvPr/>
          </p:nvSpPr>
          <p:spPr>
            <a:xfrm>
              <a:off x="-53988225" y="3975575"/>
              <a:ext cx="244175" cy="142825"/>
            </a:xfrm>
            <a:custGeom>
              <a:avLst/>
              <a:gdLst/>
              <a:ahLst/>
              <a:cxnLst/>
              <a:rect l="l" t="t" r="r" b="b"/>
              <a:pathLst>
                <a:path w="9767" h="5713" extrusionOk="0">
                  <a:moveTo>
                    <a:pt x="5161" y="1329"/>
                  </a:moveTo>
                  <a:cubicBezTo>
                    <a:pt x="5247" y="1329"/>
                    <a:pt x="5333" y="1337"/>
                    <a:pt x="5419" y="1353"/>
                  </a:cubicBezTo>
                  <a:cubicBezTo>
                    <a:pt x="5577" y="1384"/>
                    <a:pt x="5671" y="1416"/>
                    <a:pt x="5797" y="1479"/>
                  </a:cubicBezTo>
                  <a:cubicBezTo>
                    <a:pt x="6617" y="1857"/>
                    <a:pt x="7026" y="2960"/>
                    <a:pt x="6837" y="4220"/>
                  </a:cubicBezTo>
                  <a:cubicBezTo>
                    <a:pt x="6774" y="4409"/>
                    <a:pt x="6617" y="4535"/>
                    <a:pt x="6459" y="4535"/>
                  </a:cubicBezTo>
                  <a:lnTo>
                    <a:pt x="6396" y="4535"/>
                  </a:lnTo>
                  <a:cubicBezTo>
                    <a:pt x="6207" y="4503"/>
                    <a:pt x="6049" y="4283"/>
                    <a:pt x="6081" y="4094"/>
                  </a:cubicBezTo>
                  <a:cubicBezTo>
                    <a:pt x="6239" y="3117"/>
                    <a:pt x="5892" y="2172"/>
                    <a:pt x="5293" y="2046"/>
                  </a:cubicBezTo>
                  <a:cubicBezTo>
                    <a:pt x="5250" y="2037"/>
                    <a:pt x="5205" y="2032"/>
                    <a:pt x="5161" y="2032"/>
                  </a:cubicBezTo>
                  <a:cubicBezTo>
                    <a:pt x="4601" y="2032"/>
                    <a:pt x="4022" y="2752"/>
                    <a:pt x="3876" y="3716"/>
                  </a:cubicBezTo>
                  <a:cubicBezTo>
                    <a:pt x="3847" y="3888"/>
                    <a:pt x="3660" y="4035"/>
                    <a:pt x="3484" y="4035"/>
                  </a:cubicBezTo>
                  <a:cubicBezTo>
                    <a:pt x="3468" y="4035"/>
                    <a:pt x="3451" y="4033"/>
                    <a:pt x="3435" y="4031"/>
                  </a:cubicBezTo>
                  <a:cubicBezTo>
                    <a:pt x="3246" y="3968"/>
                    <a:pt x="3088" y="3779"/>
                    <a:pt x="3120" y="3590"/>
                  </a:cubicBezTo>
                  <a:cubicBezTo>
                    <a:pt x="3351" y="2261"/>
                    <a:pt x="4217" y="1329"/>
                    <a:pt x="5161" y="1329"/>
                  </a:cubicBezTo>
                  <a:close/>
                  <a:moveTo>
                    <a:pt x="6821" y="1"/>
                  </a:moveTo>
                  <a:cubicBezTo>
                    <a:pt x="6045" y="1"/>
                    <a:pt x="5381" y="480"/>
                    <a:pt x="5104" y="1227"/>
                  </a:cubicBezTo>
                  <a:lnTo>
                    <a:pt x="3939" y="1038"/>
                  </a:lnTo>
                  <a:cubicBezTo>
                    <a:pt x="3734" y="998"/>
                    <a:pt x="3530" y="979"/>
                    <a:pt x="3328" y="979"/>
                  </a:cubicBezTo>
                  <a:cubicBezTo>
                    <a:pt x="1759" y="979"/>
                    <a:pt x="343" y="2128"/>
                    <a:pt x="64" y="3747"/>
                  </a:cubicBezTo>
                  <a:cubicBezTo>
                    <a:pt x="1" y="3936"/>
                    <a:pt x="158" y="4125"/>
                    <a:pt x="379" y="4188"/>
                  </a:cubicBezTo>
                  <a:lnTo>
                    <a:pt x="9200" y="5700"/>
                  </a:lnTo>
                  <a:cubicBezTo>
                    <a:pt x="9225" y="5709"/>
                    <a:pt x="9251" y="5713"/>
                    <a:pt x="9276" y="5713"/>
                  </a:cubicBezTo>
                  <a:cubicBezTo>
                    <a:pt x="9437" y="5713"/>
                    <a:pt x="9582" y="5549"/>
                    <a:pt x="9610" y="5385"/>
                  </a:cubicBezTo>
                  <a:cubicBezTo>
                    <a:pt x="9767" y="4535"/>
                    <a:pt x="9578" y="3621"/>
                    <a:pt x="9074" y="2865"/>
                  </a:cubicBezTo>
                  <a:cubicBezTo>
                    <a:pt x="8570" y="2203"/>
                    <a:pt x="7782" y="1731"/>
                    <a:pt x="6900" y="1573"/>
                  </a:cubicBezTo>
                  <a:lnTo>
                    <a:pt x="5892" y="1384"/>
                  </a:lnTo>
                  <a:cubicBezTo>
                    <a:pt x="6090" y="1017"/>
                    <a:pt x="6465" y="776"/>
                    <a:pt x="6882" y="776"/>
                  </a:cubicBezTo>
                  <a:cubicBezTo>
                    <a:pt x="6929" y="776"/>
                    <a:pt x="6978" y="779"/>
                    <a:pt x="7026" y="786"/>
                  </a:cubicBezTo>
                  <a:cubicBezTo>
                    <a:pt x="7042" y="788"/>
                    <a:pt x="7059" y="790"/>
                    <a:pt x="7075" y="790"/>
                  </a:cubicBezTo>
                  <a:cubicBezTo>
                    <a:pt x="7247" y="790"/>
                    <a:pt x="7410" y="643"/>
                    <a:pt x="7467" y="471"/>
                  </a:cubicBezTo>
                  <a:cubicBezTo>
                    <a:pt x="7499" y="282"/>
                    <a:pt x="7341" y="93"/>
                    <a:pt x="7152" y="30"/>
                  </a:cubicBezTo>
                  <a:cubicBezTo>
                    <a:pt x="7040" y="10"/>
                    <a:pt x="6930" y="1"/>
                    <a:pt x="68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85"/>
            <p:cNvSpPr/>
            <p:nvPr/>
          </p:nvSpPr>
          <p:spPr>
            <a:xfrm>
              <a:off x="-53970100" y="4100750"/>
              <a:ext cx="204800" cy="193775"/>
            </a:xfrm>
            <a:custGeom>
              <a:avLst/>
              <a:gdLst/>
              <a:ahLst/>
              <a:cxnLst/>
              <a:rect l="l" t="t" r="r" b="b"/>
              <a:pathLst>
                <a:path w="8192" h="7751" extrusionOk="0">
                  <a:moveTo>
                    <a:pt x="2584" y="1796"/>
                  </a:moveTo>
                  <a:cubicBezTo>
                    <a:pt x="2804" y="1796"/>
                    <a:pt x="2962" y="1954"/>
                    <a:pt x="2962" y="2143"/>
                  </a:cubicBezTo>
                  <a:cubicBezTo>
                    <a:pt x="2962" y="2363"/>
                    <a:pt x="2804" y="2521"/>
                    <a:pt x="2584" y="2521"/>
                  </a:cubicBezTo>
                  <a:cubicBezTo>
                    <a:pt x="2395" y="2521"/>
                    <a:pt x="2237" y="2363"/>
                    <a:pt x="2237" y="2143"/>
                  </a:cubicBezTo>
                  <a:cubicBezTo>
                    <a:pt x="2237" y="1954"/>
                    <a:pt x="2395" y="1796"/>
                    <a:pt x="2584" y="1796"/>
                  </a:cubicBezTo>
                  <a:close/>
                  <a:moveTo>
                    <a:pt x="5577" y="1796"/>
                  </a:moveTo>
                  <a:cubicBezTo>
                    <a:pt x="5797" y="1796"/>
                    <a:pt x="5955" y="1954"/>
                    <a:pt x="5955" y="2143"/>
                  </a:cubicBezTo>
                  <a:cubicBezTo>
                    <a:pt x="5955" y="2363"/>
                    <a:pt x="5797" y="2521"/>
                    <a:pt x="5577" y="2521"/>
                  </a:cubicBezTo>
                  <a:cubicBezTo>
                    <a:pt x="5388" y="2521"/>
                    <a:pt x="5230" y="2363"/>
                    <a:pt x="5230" y="2143"/>
                  </a:cubicBezTo>
                  <a:cubicBezTo>
                    <a:pt x="5230" y="1954"/>
                    <a:pt x="5388" y="1796"/>
                    <a:pt x="5577" y="1796"/>
                  </a:cubicBezTo>
                  <a:close/>
                  <a:moveTo>
                    <a:pt x="5147" y="4324"/>
                  </a:moveTo>
                  <a:cubicBezTo>
                    <a:pt x="5238" y="4324"/>
                    <a:pt x="5324" y="4364"/>
                    <a:pt x="5388" y="4443"/>
                  </a:cubicBezTo>
                  <a:cubicBezTo>
                    <a:pt x="5545" y="4600"/>
                    <a:pt x="5545" y="4852"/>
                    <a:pt x="5388" y="4947"/>
                  </a:cubicBezTo>
                  <a:cubicBezTo>
                    <a:pt x="5041" y="5325"/>
                    <a:pt x="4568" y="5514"/>
                    <a:pt x="4096" y="5514"/>
                  </a:cubicBezTo>
                  <a:cubicBezTo>
                    <a:pt x="3623" y="5514"/>
                    <a:pt x="3119" y="5325"/>
                    <a:pt x="2804" y="4947"/>
                  </a:cubicBezTo>
                  <a:cubicBezTo>
                    <a:pt x="2647" y="4789"/>
                    <a:pt x="2647" y="4569"/>
                    <a:pt x="2804" y="4443"/>
                  </a:cubicBezTo>
                  <a:cubicBezTo>
                    <a:pt x="2883" y="4380"/>
                    <a:pt x="2977" y="4348"/>
                    <a:pt x="3068" y="4348"/>
                  </a:cubicBezTo>
                  <a:cubicBezTo>
                    <a:pt x="3159" y="4348"/>
                    <a:pt x="3245" y="4380"/>
                    <a:pt x="3308" y="4443"/>
                  </a:cubicBezTo>
                  <a:cubicBezTo>
                    <a:pt x="3529" y="4663"/>
                    <a:pt x="3812" y="4773"/>
                    <a:pt x="4096" y="4773"/>
                  </a:cubicBezTo>
                  <a:cubicBezTo>
                    <a:pt x="4379" y="4773"/>
                    <a:pt x="4663" y="4663"/>
                    <a:pt x="4883" y="4443"/>
                  </a:cubicBezTo>
                  <a:cubicBezTo>
                    <a:pt x="4962" y="4364"/>
                    <a:pt x="5057" y="4324"/>
                    <a:pt x="5147" y="4324"/>
                  </a:cubicBezTo>
                  <a:close/>
                  <a:moveTo>
                    <a:pt x="0" y="0"/>
                  </a:moveTo>
                  <a:lnTo>
                    <a:pt x="0" y="3655"/>
                  </a:lnTo>
                  <a:cubicBezTo>
                    <a:pt x="0" y="5892"/>
                    <a:pt x="1859" y="7751"/>
                    <a:pt x="4096" y="7751"/>
                  </a:cubicBezTo>
                  <a:cubicBezTo>
                    <a:pt x="6333" y="7751"/>
                    <a:pt x="8191" y="5892"/>
                    <a:pt x="8191" y="3655"/>
                  </a:cubicBezTo>
                  <a:lnTo>
                    <a:pt x="8191" y="1450"/>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85"/>
            <p:cNvSpPr/>
            <p:nvPr/>
          </p:nvSpPr>
          <p:spPr>
            <a:xfrm>
              <a:off x="-53745625" y="4132250"/>
              <a:ext cx="18900" cy="63825"/>
            </a:xfrm>
            <a:custGeom>
              <a:avLst/>
              <a:gdLst/>
              <a:ahLst/>
              <a:cxnLst/>
              <a:rect l="l" t="t" r="r" b="b"/>
              <a:pathLst>
                <a:path w="756" h="2553" extrusionOk="0">
                  <a:moveTo>
                    <a:pt x="0" y="1"/>
                  </a:moveTo>
                  <a:lnTo>
                    <a:pt x="0" y="2552"/>
                  </a:lnTo>
                  <a:cubicBezTo>
                    <a:pt x="441" y="2269"/>
                    <a:pt x="756" y="1796"/>
                    <a:pt x="756" y="1261"/>
                  </a:cubicBezTo>
                  <a:cubicBezTo>
                    <a:pt x="693" y="694"/>
                    <a:pt x="441" y="22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7" name="Google Shape;6247;p85"/>
            <p:cNvSpPr/>
            <p:nvPr/>
          </p:nvSpPr>
          <p:spPr>
            <a:xfrm>
              <a:off x="-54007925"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8" name="Google Shape;6248;p85"/>
          <p:cNvGrpSpPr/>
          <p:nvPr/>
        </p:nvGrpSpPr>
        <p:grpSpPr>
          <a:xfrm>
            <a:off x="7984996" y="2748891"/>
            <a:ext cx="274770" cy="358492"/>
            <a:chOff x="-52005775" y="3208025"/>
            <a:chExt cx="244175" cy="318575"/>
          </a:xfrm>
        </p:grpSpPr>
        <p:sp>
          <p:nvSpPr>
            <p:cNvPr id="6249" name="Google Shape;6249;p85"/>
            <p:cNvSpPr/>
            <p:nvPr/>
          </p:nvSpPr>
          <p:spPr>
            <a:xfrm>
              <a:off x="-51800200" y="3469850"/>
              <a:ext cx="38600" cy="56750"/>
            </a:xfrm>
            <a:custGeom>
              <a:avLst/>
              <a:gdLst/>
              <a:ahLst/>
              <a:cxnLst/>
              <a:rect l="l" t="t" r="r" b="b"/>
              <a:pathLst>
                <a:path w="1544" h="2270" extrusionOk="0">
                  <a:moveTo>
                    <a:pt x="756" y="1"/>
                  </a:moveTo>
                  <a:cubicBezTo>
                    <a:pt x="347" y="1"/>
                    <a:pt x="0" y="348"/>
                    <a:pt x="0" y="726"/>
                  </a:cubicBezTo>
                  <a:cubicBezTo>
                    <a:pt x="0" y="852"/>
                    <a:pt x="32" y="915"/>
                    <a:pt x="63" y="1041"/>
                  </a:cubicBezTo>
                  <a:lnTo>
                    <a:pt x="630" y="2175"/>
                  </a:lnTo>
                  <a:cubicBezTo>
                    <a:pt x="662" y="2238"/>
                    <a:pt x="717" y="2269"/>
                    <a:pt x="776" y="2269"/>
                  </a:cubicBezTo>
                  <a:cubicBezTo>
                    <a:pt x="835" y="2269"/>
                    <a:pt x="898" y="2238"/>
                    <a:pt x="945" y="2175"/>
                  </a:cubicBezTo>
                  <a:lnTo>
                    <a:pt x="1449" y="1135"/>
                  </a:lnTo>
                  <a:cubicBezTo>
                    <a:pt x="1513" y="1009"/>
                    <a:pt x="1544" y="883"/>
                    <a:pt x="1544" y="789"/>
                  </a:cubicBezTo>
                  <a:cubicBezTo>
                    <a:pt x="1481" y="348"/>
                    <a:pt x="1166" y="1"/>
                    <a:pt x="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0" name="Google Shape;6250;p85"/>
            <p:cNvSpPr/>
            <p:nvPr/>
          </p:nvSpPr>
          <p:spPr>
            <a:xfrm>
              <a:off x="-52005775" y="3208025"/>
              <a:ext cx="111875" cy="131900"/>
            </a:xfrm>
            <a:custGeom>
              <a:avLst/>
              <a:gdLst/>
              <a:ahLst/>
              <a:cxnLst/>
              <a:rect l="l" t="t" r="r" b="b"/>
              <a:pathLst>
                <a:path w="4475" h="5276" extrusionOk="0">
                  <a:moveTo>
                    <a:pt x="2915" y="1"/>
                  </a:moveTo>
                  <a:cubicBezTo>
                    <a:pt x="2816" y="1"/>
                    <a:pt x="2717" y="5"/>
                    <a:pt x="2615" y="14"/>
                  </a:cubicBezTo>
                  <a:cubicBezTo>
                    <a:pt x="1103" y="235"/>
                    <a:pt x="0" y="1590"/>
                    <a:pt x="0" y="3133"/>
                  </a:cubicBezTo>
                  <a:lnTo>
                    <a:pt x="0" y="4866"/>
                  </a:lnTo>
                  <a:cubicBezTo>
                    <a:pt x="32" y="5055"/>
                    <a:pt x="189" y="5276"/>
                    <a:pt x="379" y="5276"/>
                  </a:cubicBezTo>
                  <a:lnTo>
                    <a:pt x="1135" y="5276"/>
                  </a:lnTo>
                  <a:cubicBezTo>
                    <a:pt x="2993" y="5276"/>
                    <a:pt x="4474" y="3732"/>
                    <a:pt x="4474" y="1873"/>
                  </a:cubicBezTo>
                  <a:lnTo>
                    <a:pt x="4474" y="424"/>
                  </a:lnTo>
                  <a:cubicBezTo>
                    <a:pt x="4017" y="155"/>
                    <a:pt x="3490" y="1"/>
                    <a:pt x="29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1" name="Google Shape;6251;p85"/>
            <p:cNvSpPr/>
            <p:nvPr/>
          </p:nvSpPr>
          <p:spPr>
            <a:xfrm>
              <a:off x="-51800200" y="3385575"/>
              <a:ext cx="37025" cy="37850"/>
            </a:xfrm>
            <a:custGeom>
              <a:avLst/>
              <a:gdLst/>
              <a:ahLst/>
              <a:cxnLst/>
              <a:rect l="l" t="t" r="r" b="b"/>
              <a:pathLst>
                <a:path w="1481" h="1514" extrusionOk="0">
                  <a:moveTo>
                    <a:pt x="756" y="1"/>
                  </a:moveTo>
                  <a:cubicBezTo>
                    <a:pt x="347" y="1"/>
                    <a:pt x="0" y="348"/>
                    <a:pt x="0" y="757"/>
                  </a:cubicBezTo>
                  <a:cubicBezTo>
                    <a:pt x="0" y="1167"/>
                    <a:pt x="347" y="1513"/>
                    <a:pt x="756" y="1513"/>
                  </a:cubicBezTo>
                  <a:cubicBezTo>
                    <a:pt x="1166" y="1513"/>
                    <a:pt x="1481" y="1167"/>
                    <a:pt x="1481" y="757"/>
                  </a:cubicBezTo>
                  <a:cubicBezTo>
                    <a:pt x="1481" y="348"/>
                    <a:pt x="1166" y="1"/>
                    <a:pt x="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85"/>
            <p:cNvSpPr/>
            <p:nvPr/>
          </p:nvSpPr>
          <p:spPr>
            <a:xfrm>
              <a:off x="-51800200" y="3348575"/>
              <a:ext cx="37025" cy="37025"/>
            </a:xfrm>
            <a:custGeom>
              <a:avLst/>
              <a:gdLst/>
              <a:ahLst/>
              <a:cxnLst/>
              <a:rect l="l" t="t" r="r" b="b"/>
              <a:pathLst>
                <a:path w="1481" h="1481" extrusionOk="0">
                  <a:moveTo>
                    <a:pt x="756" y="0"/>
                  </a:moveTo>
                  <a:cubicBezTo>
                    <a:pt x="347" y="0"/>
                    <a:pt x="0" y="315"/>
                    <a:pt x="0" y="756"/>
                  </a:cubicBezTo>
                  <a:cubicBezTo>
                    <a:pt x="0" y="1166"/>
                    <a:pt x="347" y="1481"/>
                    <a:pt x="756" y="1481"/>
                  </a:cubicBezTo>
                  <a:cubicBezTo>
                    <a:pt x="1166" y="1481"/>
                    <a:pt x="1481" y="1166"/>
                    <a:pt x="1481" y="756"/>
                  </a:cubicBezTo>
                  <a:cubicBezTo>
                    <a:pt x="1481" y="315"/>
                    <a:pt x="1166"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3" name="Google Shape;6253;p85"/>
            <p:cNvSpPr/>
            <p:nvPr/>
          </p:nvSpPr>
          <p:spPr>
            <a:xfrm>
              <a:off x="-51800200" y="3423400"/>
              <a:ext cx="37025" cy="37025"/>
            </a:xfrm>
            <a:custGeom>
              <a:avLst/>
              <a:gdLst/>
              <a:ahLst/>
              <a:cxnLst/>
              <a:rect l="l" t="t" r="r" b="b"/>
              <a:pathLst>
                <a:path w="1481" h="1481" extrusionOk="0">
                  <a:moveTo>
                    <a:pt x="756" y="0"/>
                  </a:moveTo>
                  <a:cubicBezTo>
                    <a:pt x="347" y="0"/>
                    <a:pt x="0" y="315"/>
                    <a:pt x="0" y="725"/>
                  </a:cubicBezTo>
                  <a:cubicBezTo>
                    <a:pt x="0" y="1166"/>
                    <a:pt x="347" y="1481"/>
                    <a:pt x="756" y="1481"/>
                  </a:cubicBezTo>
                  <a:cubicBezTo>
                    <a:pt x="1166" y="1481"/>
                    <a:pt x="1481" y="1166"/>
                    <a:pt x="1481" y="725"/>
                  </a:cubicBezTo>
                  <a:cubicBezTo>
                    <a:pt x="1481" y="315"/>
                    <a:pt x="1166"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4" name="Google Shape;6254;p85"/>
            <p:cNvSpPr/>
            <p:nvPr/>
          </p:nvSpPr>
          <p:spPr>
            <a:xfrm>
              <a:off x="-51875025" y="3208025"/>
              <a:ext cx="111850" cy="131125"/>
            </a:xfrm>
            <a:custGeom>
              <a:avLst/>
              <a:gdLst/>
              <a:ahLst/>
              <a:cxnLst/>
              <a:rect l="l" t="t" r="r" b="b"/>
              <a:pathLst>
                <a:path w="4474" h="5245" extrusionOk="0">
                  <a:moveTo>
                    <a:pt x="1560" y="1"/>
                  </a:moveTo>
                  <a:cubicBezTo>
                    <a:pt x="984" y="1"/>
                    <a:pt x="458" y="155"/>
                    <a:pt x="0" y="424"/>
                  </a:cubicBezTo>
                  <a:lnTo>
                    <a:pt x="0" y="1873"/>
                  </a:lnTo>
                  <a:cubicBezTo>
                    <a:pt x="0" y="3732"/>
                    <a:pt x="1481" y="5244"/>
                    <a:pt x="3340" y="5244"/>
                  </a:cubicBezTo>
                  <a:lnTo>
                    <a:pt x="4096" y="5244"/>
                  </a:lnTo>
                  <a:cubicBezTo>
                    <a:pt x="4285" y="5244"/>
                    <a:pt x="4442" y="5087"/>
                    <a:pt x="4442" y="4898"/>
                  </a:cubicBezTo>
                  <a:lnTo>
                    <a:pt x="4442" y="3165"/>
                  </a:lnTo>
                  <a:cubicBezTo>
                    <a:pt x="4474" y="1590"/>
                    <a:pt x="3371" y="235"/>
                    <a:pt x="1859" y="14"/>
                  </a:cubicBezTo>
                  <a:cubicBezTo>
                    <a:pt x="1758" y="5"/>
                    <a:pt x="1658" y="1"/>
                    <a:pt x="15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85"/>
            <p:cNvSpPr/>
            <p:nvPr/>
          </p:nvSpPr>
          <p:spPr>
            <a:xfrm>
              <a:off x="-52005000" y="3469850"/>
              <a:ext cx="38625" cy="56750"/>
            </a:xfrm>
            <a:custGeom>
              <a:avLst/>
              <a:gdLst/>
              <a:ahLst/>
              <a:cxnLst/>
              <a:rect l="l" t="t" r="r" b="b"/>
              <a:pathLst>
                <a:path w="1545" h="2270" extrusionOk="0">
                  <a:moveTo>
                    <a:pt x="757" y="1"/>
                  </a:moveTo>
                  <a:cubicBezTo>
                    <a:pt x="348" y="1"/>
                    <a:pt x="1" y="348"/>
                    <a:pt x="1" y="726"/>
                  </a:cubicBezTo>
                  <a:cubicBezTo>
                    <a:pt x="1" y="852"/>
                    <a:pt x="32" y="915"/>
                    <a:pt x="64" y="1041"/>
                  </a:cubicBezTo>
                  <a:lnTo>
                    <a:pt x="631" y="2175"/>
                  </a:lnTo>
                  <a:cubicBezTo>
                    <a:pt x="663" y="2238"/>
                    <a:pt x="718" y="2269"/>
                    <a:pt x="777" y="2269"/>
                  </a:cubicBezTo>
                  <a:cubicBezTo>
                    <a:pt x="836" y="2269"/>
                    <a:pt x="899" y="2238"/>
                    <a:pt x="946" y="2175"/>
                  </a:cubicBezTo>
                  <a:lnTo>
                    <a:pt x="1450" y="1135"/>
                  </a:lnTo>
                  <a:cubicBezTo>
                    <a:pt x="1482" y="1009"/>
                    <a:pt x="1545" y="883"/>
                    <a:pt x="1545" y="789"/>
                  </a:cubicBezTo>
                  <a:cubicBezTo>
                    <a:pt x="1482" y="348"/>
                    <a:pt x="1135"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85"/>
            <p:cNvSpPr/>
            <p:nvPr/>
          </p:nvSpPr>
          <p:spPr>
            <a:xfrm>
              <a:off x="-52005000" y="3423400"/>
              <a:ext cx="37050" cy="37025"/>
            </a:xfrm>
            <a:custGeom>
              <a:avLst/>
              <a:gdLst/>
              <a:ahLst/>
              <a:cxnLst/>
              <a:rect l="l" t="t" r="r" b="b"/>
              <a:pathLst>
                <a:path w="1482" h="1481" extrusionOk="0">
                  <a:moveTo>
                    <a:pt x="757" y="0"/>
                  </a:moveTo>
                  <a:cubicBezTo>
                    <a:pt x="348" y="0"/>
                    <a:pt x="1" y="315"/>
                    <a:pt x="1" y="725"/>
                  </a:cubicBezTo>
                  <a:cubicBezTo>
                    <a:pt x="1" y="1166"/>
                    <a:pt x="348" y="1481"/>
                    <a:pt x="757" y="1481"/>
                  </a:cubicBezTo>
                  <a:cubicBezTo>
                    <a:pt x="1167" y="1481"/>
                    <a:pt x="1482" y="1166"/>
                    <a:pt x="1482" y="725"/>
                  </a:cubicBezTo>
                  <a:cubicBezTo>
                    <a:pt x="1482" y="315"/>
                    <a:pt x="116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85"/>
            <p:cNvSpPr/>
            <p:nvPr/>
          </p:nvSpPr>
          <p:spPr>
            <a:xfrm>
              <a:off x="-52005000" y="3385575"/>
              <a:ext cx="37050" cy="37850"/>
            </a:xfrm>
            <a:custGeom>
              <a:avLst/>
              <a:gdLst/>
              <a:ahLst/>
              <a:cxnLst/>
              <a:rect l="l" t="t" r="r" b="b"/>
              <a:pathLst>
                <a:path w="1482" h="1514" extrusionOk="0">
                  <a:moveTo>
                    <a:pt x="757" y="1"/>
                  </a:moveTo>
                  <a:cubicBezTo>
                    <a:pt x="348" y="1"/>
                    <a:pt x="1" y="348"/>
                    <a:pt x="1" y="757"/>
                  </a:cubicBezTo>
                  <a:cubicBezTo>
                    <a:pt x="1" y="1167"/>
                    <a:pt x="348" y="1513"/>
                    <a:pt x="757" y="1513"/>
                  </a:cubicBezTo>
                  <a:cubicBezTo>
                    <a:pt x="1167" y="1513"/>
                    <a:pt x="1482" y="1167"/>
                    <a:pt x="1482" y="757"/>
                  </a:cubicBezTo>
                  <a:cubicBezTo>
                    <a:pt x="1482" y="348"/>
                    <a:pt x="1167"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85"/>
            <p:cNvSpPr/>
            <p:nvPr/>
          </p:nvSpPr>
          <p:spPr>
            <a:xfrm>
              <a:off x="-51957725" y="3298150"/>
              <a:ext cx="148100" cy="209550"/>
            </a:xfrm>
            <a:custGeom>
              <a:avLst/>
              <a:gdLst/>
              <a:ahLst/>
              <a:cxnLst/>
              <a:rect l="l" t="t" r="r" b="b"/>
              <a:pathLst>
                <a:path w="5924" h="8382" extrusionOk="0">
                  <a:moveTo>
                    <a:pt x="1449" y="3151"/>
                  </a:moveTo>
                  <a:cubicBezTo>
                    <a:pt x="1639" y="3151"/>
                    <a:pt x="1796" y="3309"/>
                    <a:pt x="1796" y="3498"/>
                  </a:cubicBezTo>
                  <a:cubicBezTo>
                    <a:pt x="1796" y="3719"/>
                    <a:pt x="1639" y="3845"/>
                    <a:pt x="1449" y="3845"/>
                  </a:cubicBezTo>
                  <a:cubicBezTo>
                    <a:pt x="1260" y="3845"/>
                    <a:pt x="1103" y="3719"/>
                    <a:pt x="1103" y="3498"/>
                  </a:cubicBezTo>
                  <a:cubicBezTo>
                    <a:pt x="1103" y="3309"/>
                    <a:pt x="1260" y="3151"/>
                    <a:pt x="1449" y="3151"/>
                  </a:cubicBezTo>
                  <a:close/>
                  <a:moveTo>
                    <a:pt x="4442" y="3183"/>
                  </a:moveTo>
                  <a:cubicBezTo>
                    <a:pt x="4631" y="3183"/>
                    <a:pt x="4789" y="3340"/>
                    <a:pt x="4789" y="3561"/>
                  </a:cubicBezTo>
                  <a:cubicBezTo>
                    <a:pt x="4789" y="3719"/>
                    <a:pt x="4631" y="3908"/>
                    <a:pt x="4442" y="3908"/>
                  </a:cubicBezTo>
                  <a:cubicBezTo>
                    <a:pt x="4253" y="3908"/>
                    <a:pt x="4096" y="3750"/>
                    <a:pt x="4096" y="3561"/>
                  </a:cubicBezTo>
                  <a:cubicBezTo>
                    <a:pt x="4096" y="3340"/>
                    <a:pt x="4253" y="3183"/>
                    <a:pt x="4442" y="3183"/>
                  </a:cubicBezTo>
                  <a:close/>
                  <a:moveTo>
                    <a:pt x="3966" y="5680"/>
                  </a:moveTo>
                  <a:cubicBezTo>
                    <a:pt x="4064" y="5680"/>
                    <a:pt x="4159" y="5719"/>
                    <a:pt x="4222" y="5798"/>
                  </a:cubicBezTo>
                  <a:cubicBezTo>
                    <a:pt x="4411" y="5955"/>
                    <a:pt x="4411" y="6176"/>
                    <a:pt x="4253" y="6302"/>
                  </a:cubicBezTo>
                  <a:cubicBezTo>
                    <a:pt x="3907" y="6648"/>
                    <a:pt x="3434" y="6869"/>
                    <a:pt x="2899" y="6869"/>
                  </a:cubicBezTo>
                  <a:cubicBezTo>
                    <a:pt x="2395" y="6869"/>
                    <a:pt x="1922" y="6648"/>
                    <a:pt x="1607" y="6302"/>
                  </a:cubicBezTo>
                  <a:cubicBezTo>
                    <a:pt x="1449" y="6144"/>
                    <a:pt x="1449" y="5924"/>
                    <a:pt x="1607" y="5798"/>
                  </a:cubicBezTo>
                  <a:cubicBezTo>
                    <a:pt x="1686" y="5719"/>
                    <a:pt x="1788" y="5680"/>
                    <a:pt x="1883" y="5680"/>
                  </a:cubicBezTo>
                  <a:cubicBezTo>
                    <a:pt x="1977" y="5680"/>
                    <a:pt x="2064" y="5719"/>
                    <a:pt x="2111" y="5798"/>
                  </a:cubicBezTo>
                  <a:cubicBezTo>
                    <a:pt x="2332" y="6018"/>
                    <a:pt x="2623" y="6129"/>
                    <a:pt x="2911" y="6129"/>
                  </a:cubicBezTo>
                  <a:cubicBezTo>
                    <a:pt x="3198" y="6129"/>
                    <a:pt x="3482" y="6018"/>
                    <a:pt x="3686" y="5798"/>
                  </a:cubicBezTo>
                  <a:cubicBezTo>
                    <a:pt x="3765" y="5719"/>
                    <a:pt x="3868" y="5680"/>
                    <a:pt x="3966" y="5680"/>
                  </a:cubicBezTo>
                  <a:close/>
                  <a:moveTo>
                    <a:pt x="2993" y="1"/>
                  </a:moveTo>
                  <a:cubicBezTo>
                    <a:pt x="2489" y="1104"/>
                    <a:pt x="1513" y="1923"/>
                    <a:pt x="284" y="2238"/>
                  </a:cubicBezTo>
                  <a:cubicBezTo>
                    <a:pt x="347" y="2395"/>
                    <a:pt x="347" y="2553"/>
                    <a:pt x="347" y="2773"/>
                  </a:cubicBezTo>
                  <a:cubicBezTo>
                    <a:pt x="347" y="3025"/>
                    <a:pt x="284" y="3277"/>
                    <a:pt x="158" y="3498"/>
                  </a:cubicBezTo>
                  <a:cubicBezTo>
                    <a:pt x="284" y="3750"/>
                    <a:pt x="347" y="3971"/>
                    <a:pt x="347" y="4254"/>
                  </a:cubicBezTo>
                  <a:cubicBezTo>
                    <a:pt x="347" y="4538"/>
                    <a:pt x="284" y="4758"/>
                    <a:pt x="158" y="5010"/>
                  </a:cubicBezTo>
                  <a:cubicBezTo>
                    <a:pt x="284" y="5231"/>
                    <a:pt x="347" y="5483"/>
                    <a:pt x="347" y="5735"/>
                  </a:cubicBezTo>
                  <a:cubicBezTo>
                    <a:pt x="347" y="6113"/>
                    <a:pt x="252" y="6428"/>
                    <a:pt x="0" y="6680"/>
                  </a:cubicBezTo>
                  <a:cubicBezTo>
                    <a:pt x="158" y="6900"/>
                    <a:pt x="284" y="7121"/>
                    <a:pt x="315" y="7405"/>
                  </a:cubicBezTo>
                  <a:cubicBezTo>
                    <a:pt x="1040" y="8035"/>
                    <a:pt x="1985" y="8381"/>
                    <a:pt x="2962" y="8381"/>
                  </a:cubicBezTo>
                  <a:cubicBezTo>
                    <a:pt x="3938" y="8381"/>
                    <a:pt x="4852" y="8035"/>
                    <a:pt x="5608" y="7436"/>
                  </a:cubicBezTo>
                  <a:cubicBezTo>
                    <a:pt x="5640" y="7184"/>
                    <a:pt x="5766" y="6932"/>
                    <a:pt x="5923" y="6743"/>
                  </a:cubicBezTo>
                  <a:cubicBezTo>
                    <a:pt x="5671" y="6459"/>
                    <a:pt x="5545" y="6113"/>
                    <a:pt x="5545" y="5798"/>
                  </a:cubicBezTo>
                  <a:cubicBezTo>
                    <a:pt x="5545" y="5483"/>
                    <a:pt x="5640" y="5231"/>
                    <a:pt x="5797" y="5010"/>
                  </a:cubicBezTo>
                  <a:cubicBezTo>
                    <a:pt x="5671" y="4758"/>
                    <a:pt x="5577" y="4538"/>
                    <a:pt x="5577" y="4254"/>
                  </a:cubicBezTo>
                  <a:cubicBezTo>
                    <a:pt x="5577" y="3971"/>
                    <a:pt x="5671" y="3750"/>
                    <a:pt x="5797" y="3498"/>
                  </a:cubicBezTo>
                  <a:cubicBezTo>
                    <a:pt x="5671" y="3277"/>
                    <a:pt x="5577" y="3025"/>
                    <a:pt x="5577" y="2773"/>
                  </a:cubicBezTo>
                  <a:cubicBezTo>
                    <a:pt x="5577" y="2679"/>
                    <a:pt x="5577" y="2553"/>
                    <a:pt x="5640" y="2490"/>
                  </a:cubicBezTo>
                  <a:cubicBezTo>
                    <a:pt x="5640" y="2395"/>
                    <a:pt x="5671" y="2332"/>
                    <a:pt x="5703" y="2238"/>
                  </a:cubicBezTo>
                  <a:cubicBezTo>
                    <a:pt x="4474" y="1923"/>
                    <a:pt x="3497" y="1104"/>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9" name="Google Shape;6259;p85"/>
            <p:cNvSpPr/>
            <p:nvPr/>
          </p:nvSpPr>
          <p:spPr>
            <a:xfrm>
              <a:off x="-52005000" y="3348575"/>
              <a:ext cx="37050" cy="37025"/>
            </a:xfrm>
            <a:custGeom>
              <a:avLst/>
              <a:gdLst/>
              <a:ahLst/>
              <a:cxnLst/>
              <a:rect l="l" t="t" r="r" b="b"/>
              <a:pathLst>
                <a:path w="1482" h="1481" extrusionOk="0">
                  <a:moveTo>
                    <a:pt x="757" y="0"/>
                  </a:moveTo>
                  <a:cubicBezTo>
                    <a:pt x="348" y="0"/>
                    <a:pt x="1" y="315"/>
                    <a:pt x="1" y="756"/>
                  </a:cubicBezTo>
                  <a:cubicBezTo>
                    <a:pt x="1" y="1166"/>
                    <a:pt x="348" y="1481"/>
                    <a:pt x="757" y="1481"/>
                  </a:cubicBezTo>
                  <a:cubicBezTo>
                    <a:pt x="1167" y="1481"/>
                    <a:pt x="1482" y="1166"/>
                    <a:pt x="1482" y="756"/>
                  </a:cubicBezTo>
                  <a:cubicBezTo>
                    <a:pt x="1482" y="315"/>
                    <a:pt x="116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60" name="Google Shape;6260;p85"/>
          <p:cNvGrpSpPr/>
          <p:nvPr/>
        </p:nvGrpSpPr>
        <p:grpSpPr>
          <a:xfrm>
            <a:off x="5291462" y="1376934"/>
            <a:ext cx="358099" cy="358099"/>
            <a:chOff x="-57568775" y="3198925"/>
            <a:chExt cx="318225" cy="318225"/>
          </a:xfrm>
        </p:grpSpPr>
        <p:sp>
          <p:nvSpPr>
            <p:cNvPr id="6261" name="Google Shape;6261;p85"/>
            <p:cNvSpPr/>
            <p:nvPr/>
          </p:nvSpPr>
          <p:spPr>
            <a:xfrm>
              <a:off x="-57530950" y="3373775"/>
              <a:ext cx="18125" cy="64600"/>
            </a:xfrm>
            <a:custGeom>
              <a:avLst/>
              <a:gdLst/>
              <a:ahLst/>
              <a:cxnLst/>
              <a:rect l="l" t="t" r="r" b="b"/>
              <a:pathLst>
                <a:path w="725" h="2584" extrusionOk="0">
                  <a:moveTo>
                    <a:pt x="725" y="0"/>
                  </a:moveTo>
                  <a:cubicBezTo>
                    <a:pt x="315" y="284"/>
                    <a:pt x="0" y="725"/>
                    <a:pt x="0" y="1261"/>
                  </a:cubicBezTo>
                  <a:lnTo>
                    <a:pt x="0" y="1324"/>
                  </a:lnTo>
                  <a:cubicBezTo>
                    <a:pt x="0" y="1859"/>
                    <a:pt x="315" y="2332"/>
                    <a:pt x="725" y="2584"/>
                  </a:cubicBezTo>
                  <a:lnTo>
                    <a:pt x="725" y="157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85"/>
            <p:cNvSpPr/>
            <p:nvPr/>
          </p:nvSpPr>
          <p:spPr>
            <a:xfrm>
              <a:off x="-57568775" y="3406850"/>
              <a:ext cx="99275" cy="110300"/>
            </a:xfrm>
            <a:custGeom>
              <a:avLst/>
              <a:gdLst/>
              <a:ahLst/>
              <a:cxnLst/>
              <a:rect l="l" t="t" r="r" b="b"/>
              <a:pathLst>
                <a:path w="3971" h="4412" extrusionOk="0">
                  <a:moveTo>
                    <a:pt x="757" y="1"/>
                  </a:moveTo>
                  <a:cubicBezTo>
                    <a:pt x="285" y="473"/>
                    <a:pt x="1" y="1103"/>
                    <a:pt x="1" y="1796"/>
                  </a:cubicBezTo>
                  <a:cubicBezTo>
                    <a:pt x="1" y="3246"/>
                    <a:pt x="1198" y="4411"/>
                    <a:pt x="2616" y="4411"/>
                  </a:cubicBezTo>
                  <a:cubicBezTo>
                    <a:pt x="3120" y="4411"/>
                    <a:pt x="3561" y="4254"/>
                    <a:pt x="3971" y="4002"/>
                  </a:cubicBezTo>
                  <a:cubicBezTo>
                    <a:pt x="3435" y="3561"/>
                    <a:pt x="2994" y="2962"/>
                    <a:pt x="2710" y="2363"/>
                  </a:cubicBezTo>
                  <a:lnTo>
                    <a:pt x="1891" y="1891"/>
                  </a:lnTo>
                  <a:cubicBezTo>
                    <a:pt x="1230" y="1481"/>
                    <a:pt x="789" y="788"/>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85"/>
            <p:cNvSpPr/>
            <p:nvPr/>
          </p:nvSpPr>
          <p:spPr>
            <a:xfrm>
              <a:off x="-57494725" y="3254850"/>
              <a:ext cx="207175" cy="262300"/>
            </a:xfrm>
            <a:custGeom>
              <a:avLst/>
              <a:gdLst/>
              <a:ahLst/>
              <a:cxnLst/>
              <a:rect l="l" t="t" r="r" b="b"/>
              <a:pathLst>
                <a:path w="8287" h="10492" extrusionOk="0">
                  <a:moveTo>
                    <a:pt x="2647" y="5293"/>
                  </a:moveTo>
                  <a:cubicBezTo>
                    <a:pt x="2836" y="5293"/>
                    <a:pt x="2993" y="5451"/>
                    <a:pt x="2993" y="5640"/>
                  </a:cubicBezTo>
                  <a:cubicBezTo>
                    <a:pt x="2993" y="5829"/>
                    <a:pt x="2836" y="5986"/>
                    <a:pt x="2647" y="5986"/>
                  </a:cubicBezTo>
                  <a:cubicBezTo>
                    <a:pt x="2628" y="5989"/>
                    <a:pt x="2609" y="5990"/>
                    <a:pt x="2592" y="5990"/>
                  </a:cubicBezTo>
                  <a:cubicBezTo>
                    <a:pt x="2400" y="5990"/>
                    <a:pt x="2269" y="5841"/>
                    <a:pt x="2269" y="5640"/>
                  </a:cubicBezTo>
                  <a:cubicBezTo>
                    <a:pt x="2269" y="5451"/>
                    <a:pt x="2426" y="5293"/>
                    <a:pt x="2647" y="5293"/>
                  </a:cubicBezTo>
                  <a:close/>
                  <a:moveTo>
                    <a:pt x="5640" y="5324"/>
                  </a:moveTo>
                  <a:cubicBezTo>
                    <a:pt x="5829" y="5324"/>
                    <a:pt x="5986" y="5482"/>
                    <a:pt x="5986" y="5671"/>
                  </a:cubicBezTo>
                  <a:cubicBezTo>
                    <a:pt x="6018" y="5860"/>
                    <a:pt x="5860" y="6018"/>
                    <a:pt x="5640" y="6018"/>
                  </a:cubicBezTo>
                  <a:cubicBezTo>
                    <a:pt x="5419" y="6018"/>
                    <a:pt x="5262" y="5860"/>
                    <a:pt x="5262" y="5671"/>
                  </a:cubicBezTo>
                  <a:cubicBezTo>
                    <a:pt x="5262" y="5482"/>
                    <a:pt x="5419" y="5324"/>
                    <a:pt x="5640" y="5324"/>
                  </a:cubicBezTo>
                  <a:close/>
                  <a:moveTo>
                    <a:pt x="5191" y="7845"/>
                  </a:moveTo>
                  <a:cubicBezTo>
                    <a:pt x="5285" y="7845"/>
                    <a:pt x="5372" y="7876"/>
                    <a:pt x="5419" y="7939"/>
                  </a:cubicBezTo>
                  <a:cubicBezTo>
                    <a:pt x="5640" y="8065"/>
                    <a:pt x="5640" y="8317"/>
                    <a:pt x="5482" y="8475"/>
                  </a:cubicBezTo>
                  <a:cubicBezTo>
                    <a:pt x="5104" y="8822"/>
                    <a:pt x="4632" y="9011"/>
                    <a:pt x="4128" y="9011"/>
                  </a:cubicBezTo>
                  <a:cubicBezTo>
                    <a:pt x="3624" y="9011"/>
                    <a:pt x="3151" y="8822"/>
                    <a:pt x="2836" y="8475"/>
                  </a:cubicBezTo>
                  <a:cubicBezTo>
                    <a:pt x="2678" y="8317"/>
                    <a:pt x="2678" y="8065"/>
                    <a:pt x="2836" y="7939"/>
                  </a:cubicBezTo>
                  <a:cubicBezTo>
                    <a:pt x="2915" y="7876"/>
                    <a:pt x="3009" y="7845"/>
                    <a:pt x="3100" y="7845"/>
                  </a:cubicBezTo>
                  <a:cubicBezTo>
                    <a:pt x="3190" y="7845"/>
                    <a:pt x="3277" y="7876"/>
                    <a:pt x="3340" y="7939"/>
                  </a:cubicBezTo>
                  <a:cubicBezTo>
                    <a:pt x="3561" y="8160"/>
                    <a:pt x="3844" y="8270"/>
                    <a:pt x="4128" y="8270"/>
                  </a:cubicBezTo>
                  <a:cubicBezTo>
                    <a:pt x="4411" y="8270"/>
                    <a:pt x="4695" y="8160"/>
                    <a:pt x="4915" y="7939"/>
                  </a:cubicBezTo>
                  <a:cubicBezTo>
                    <a:pt x="4994" y="7876"/>
                    <a:pt x="5096" y="7845"/>
                    <a:pt x="5191" y="7845"/>
                  </a:cubicBezTo>
                  <a:close/>
                  <a:moveTo>
                    <a:pt x="1796" y="0"/>
                  </a:moveTo>
                  <a:cubicBezTo>
                    <a:pt x="1670" y="126"/>
                    <a:pt x="1135" y="504"/>
                    <a:pt x="1072" y="630"/>
                  </a:cubicBezTo>
                  <a:cubicBezTo>
                    <a:pt x="442" y="1260"/>
                    <a:pt x="0" y="2363"/>
                    <a:pt x="0" y="3403"/>
                  </a:cubicBezTo>
                  <a:lnTo>
                    <a:pt x="0" y="6396"/>
                  </a:lnTo>
                  <a:cubicBezTo>
                    <a:pt x="0" y="8632"/>
                    <a:pt x="1859" y="10491"/>
                    <a:pt x="4128" y="10491"/>
                  </a:cubicBezTo>
                  <a:cubicBezTo>
                    <a:pt x="6427" y="10491"/>
                    <a:pt x="8286" y="8632"/>
                    <a:pt x="8286" y="6396"/>
                  </a:cubicBezTo>
                  <a:lnTo>
                    <a:pt x="8286" y="4505"/>
                  </a:lnTo>
                  <a:cubicBezTo>
                    <a:pt x="8157" y="4513"/>
                    <a:pt x="8028" y="4517"/>
                    <a:pt x="7899" y="4517"/>
                  </a:cubicBezTo>
                  <a:cubicBezTo>
                    <a:pt x="6396" y="4517"/>
                    <a:pt x="4939" y="4009"/>
                    <a:pt x="3750" y="2993"/>
                  </a:cubicBezTo>
                  <a:cubicBezTo>
                    <a:pt x="2804" y="2206"/>
                    <a:pt x="2174" y="1103"/>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85"/>
            <p:cNvSpPr/>
            <p:nvPr/>
          </p:nvSpPr>
          <p:spPr>
            <a:xfrm>
              <a:off x="-57269475" y="3372975"/>
              <a:ext cx="18925" cy="63825"/>
            </a:xfrm>
            <a:custGeom>
              <a:avLst/>
              <a:gdLst/>
              <a:ahLst/>
              <a:cxnLst/>
              <a:rect l="l" t="t" r="r" b="b"/>
              <a:pathLst>
                <a:path w="757" h="2553" extrusionOk="0">
                  <a:moveTo>
                    <a:pt x="1" y="1"/>
                  </a:moveTo>
                  <a:lnTo>
                    <a:pt x="1" y="2553"/>
                  </a:lnTo>
                  <a:cubicBezTo>
                    <a:pt x="442" y="2301"/>
                    <a:pt x="757" y="1828"/>
                    <a:pt x="757" y="1261"/>
                  </a:cubicBezTo>
                  <a:cubicBezTo>
                    <a:pt x="757" y="757"/>
                    <a:pt x="473"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85"/>
            <p:cNvSpPr/>
            <p:nvPr/>
          </p:nvSpPr>
          <p:spPr>
            <a:xfrm>
              <a:off x="-57436450" y="3198925"/>
              <a:ext cx="185900" cy="154400"/>
            </a:xfrm>
            <a:custGeom>
              <a:avLst/>
              <a:gdLst/>
              <a:ahLst/>
              <a:cxnLst/>
              <a:rect l="l" t="t" r="r" b="b"/>
              <a:pathLst>
                <a:path w="7436" h="6176" extrusionOk="0">
                  <a:moveTo>
                    <a:pt x="1828" y="0"/>
                  </a:moveTo>
                  <a:cubicBezTo>
                    <a:pt x="1198" y="0"/>
                    <a:pt x="568" y="126"/>
                    <a:pt x="1" y="315"/>
                  </a:cubicBezTo>
                  <a:cubicBezTo>
                    <a:pt x="1" y="977"/>
                    <a:pt x="127" y="1639"/>
                    <a:pt x="316" y="2237"/>
                  </a:cubicBezTo>
                  <a:cubicBezTo>
                    <a:pt x="631" y="3151"/>
                    <a:pt x="1167" y="3970"/>
                    <a:pt x="1923" y="4600"/>
                  </a:cubicBezTo>
                  <a:cubicBezTo>
                    <a:pt x="2710" y="5262"/>
                    <a:pt x="3655" y="5734"/>
                    <a:pt x="4632" y="5892"/>
                  </a:cubicBezTo>
                  <a:cubicBezTo>
                    <a:pt x="5073" y="5976"/>
                    <a:pt x="5262" y="5976"/>
                    <a:pt x="5507" y="5976"/>
                  </a:cubicBezTo>
                  <a:lnTo>
                    <a:pt x="5507" y="5976"/>
                  </a:lnTo>
                  <a:cubicBezTo>
                    <a:pt x="5630" y="5976"/>
                    <a:pt x="5766" y="5976"/>
                    <a:pt x="5955" y="5986"/>
                  </a:cubicBezTo>
                  <a:lnTo>
                    <a:pt x="6680" y="5986"/>
                  </a:lnTo>
                  <a:cubicBezTo>
                    <a:pt x="6963" y="5986"/>
                    <a:pt x="7215" y="6049"/>
                    <a:pt x="7436" y="6175"/>
                  </a:cubicBezTo>
                  <a:lnTo>
                    <a:pt x="7436" y="5671"/>
                  </a:lnTo>
                  <a:lnTo>
                    <a:pt x="7436" y="5640"/>
                  </a:lnTo>
                  <a:cubicBezTo>
                    <a:pt x="7436" y="2552"/>
                    <a:pt x="4916" y="0"/>
                    <a:pt x="18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85"/>
            <p:cNvSpPr/>
            <p:nvPr/>
          </p:nvSpPr>
          <p:spPr>
            <a:xfrm>
              <a:off x="-57532525" y="3215450"/>
              <a:ext cx="77975" cy="148900"/>
            </a:xfrm>
            <a:custGeom>
              <a:avLst/>
              <a:gdLst/>
              <a:ahLst/>
              <a:cxnLst/>
              <a:rect l="l" t="t" r="r" b="b"/>
              <a:pathLst>
                <a:path w="3119" h="5956" extrusionOk="0">
                  <a:moveTo>
                    <a:pt x="3056" y="1"/>
                  </a:moveTo>
                  <a:cubicBezTo>
                    <a:pt x="1260" y="946"/>
                    <a:pt x="0" y="2836"/>
                    <a:pt x="0" y="5010"/>
                  </a:cubicBezTo>
                  <a:lnTo>
                    <a:pt x="0" y="5199"/>
                  </a:lnTo>
                  <a:lnTo>
                    <a:pt x="0" y="5955"/>
                  </a:lnTo>
                  <a:lnTo>
                    <a:pt x="63" y="5955"/>
                  </a:lnTo>
                  <a:cubicBezTo>
                    <a:pt x="158" y="5829"/>
                    <a:pt x="284" y="5766"/>
                    <a:pt x="410" y="5672"/>
                  </a:cubicBezTo>
                  <a:lnTo>
                    <a:pt x="788" y="5451"/>
                  </a:lnTo>
                  <a:lnTo>
                    <a:pt x="788" y="4601"/>
                  </a:lnTo>
                  <a:cubicBezTo>
                    <a:pt x="914" y="3088"/>
                    <a:pt x="1828" y="1576"/>
                    <a:pt x="3119" y="789"/>
                  </a:cubicBezTo>
                  <a:cubicBezTo>
                    <a:pt x="3088" y="505"/>
                    <a:pt x="3056" y="253"/>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67" name="Google Shape;6267;p85"/>
          <p:cNvGrpSpPr/>
          <p:nvPr/>
        </p:nvGrpSpPr>
        <p:grpSpPr>
          <a:xfrm>
            <a:off x="5313181" y="1832234"/>
            <a:ext cx="314662" cy="358099"/>
            <a:chOff x="-57549075" y="3590375"/>
            <a:chExt cx="279625" cy="318225"/>
          </a:xfrm>
        </p:grpSpPr>
        <p:sp>
          <p:nvSpPr>
            <p:cNvPr id="6268" name="Google Shape;6268;p85"/>
            <p:cNvSpPr/>
            <p:nvPr/>
          </p:nvSpPr>
          <p:spPr>
            <a:xfrm>
              <a:off x="-57493150" y="3777825"/>
              <a:ext cx="167000" cy="74850"/>
            </a:xfrm>
            <a:custGeom>
              <a:avLst/>
              <a:gdLst/>
              <a:ahLst/>
              <a:cxnLst/>
              <a:rect l="l" t="t" r="r" b="b"/>
              <a:pathLst>
                <a:path w="6680" h="2994" extrusionOk="0">
                  <a:moveTo>
                    <a:pt x="4376" y="670"/>
                  </a:moveTo>
                  <a:cubicBezTo>
                    <a:pt x="4474" y="670"/>
                    <a:pt x="4569" y="709"/>
                    <a:pt x="4632" y="788"/>
                  </a:cubicBezTo>
                  <a:cubicBezTo>
                    <a:pt x="4789" y="946"/>
                    <a:pt x="4789" y="1166"/>
                    <a:pt x="4632" y="1292"/>
                  </a:cubicBezTo>
                  <a:cubicBezTo>
                    <a:pt x="4285" y="1639"/>
                    <a:pt x="3781" y="1859"/>
                    <a:pt x="3308" y="1859"/>
                  </a:cubicBezTo>
                  <a:cubicBezTo>
                    <a:pt x="2836" y="1859"/>
                    <a:pt x="2332" y="1639"/>
                    <a:pt x="2017" y="1292"/>
                  </a:cubicBezTo>
                  <a:cubicBezTo>
                    <a:pt x="1859" y="1166"/>
                    <a:pt x="1859" y="946"/>
                    <a:pt x="2017" y="788"/>
                  </a:cubicBezTo>
                  <a:cubicBezTo>
                    <a:pt x="2096" y="709"/>
                    <a:pt x="2198" y="670"/>
                    <a:pt x="2292" y="670"/>
                  </a:cubicBezTo>
                  <a:cubicBezTo>
                    <a:pt x="2387" y="670"/>
                    <a:pt x="2474" y="709"/>
                    <a:pt x="2521" y="788"/>
                  </a:cubicBezTo>
                  <a:cubicBezTo>
                    <a:pt x="2741" y="1009"/>
                    <a:pt x="3033" y="1119"/>
                    <a:pt x="3320" y="1119"/>
                  </a:cubicBezTo>
                  <a:cubicBezTo>
                    <a:pt x="3608" y="1119"/>
                    <a:pt x="3891" y="1009"/>
                    <a:pt x="4096" y="788"/>
                  </a:cubicBezTo>
                  <a:cubicBezTo>
                    <a:pt x="4175" y="709"/>
                    <a:pt x="4277" y="670"/>
                    <a:pt x="4376" y="670"/>
                  </a:cubicBezTo>
                  <a:close/>
                  <a:moveTo>
                    <a:pt x="0" y="0"/>
                  </a:moveTo>
                  <a:cubicBezTo>
                    <a:pt x="221" y="1702"/>
                    <a:pt x="1639" y="2993"/>
                    <a:pt x="3371" y="2993"/>
                  </a:cubicBezTo>
                  <a:cubicBezTo>
                    <a:pt x="5104" y="2993"/>
                    <a:pt x="6522" y="1702"/>
                    <a:pt x="6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85"/>
            <p:cNvSpPr/>
            <p:nvPr/>
          </p:nvSpPr>
          <p:spPr>
            <a:xfrm>
              <a:off x="-57478975" y="3647075"/>
              <a:ext cx="139425" cy="37050"/>
            </a:xfrm>
            <a:custGeom>
              <a:avLst/>
              <a:gdLst/>
              <a:ahLst/>
              <a:cxnLst/>
              <a:rect l="l" t="t" r="r" b="b"/>
              <a:pathLst>
                <a:path w="5577" h="1482" extrusionOk="0">
                  <a:moveTo>
                    <a:pt x="2804" y="1"/>
                  </a:moveTo>
                  <a:cubicBezTo>
                    <a:pt x="1639" y="1"/>
                    <a:pt x="599" y="568"/>
                    <a:pt x="1" y="1481"/>
                  </a:cubicBezTo>
                  <a:lnTo>
                    <a:pt x="5577" y="1481"/>
                  </a:lnTo>
                  <a:cubicBezTo>
                    <a:pt x="4947" y="568"/>
                    <a:pt x="3939" y="1"/>
                    <a:pt x="28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85"/>
            <p:cNvSpPr/>
            <p:nvPr/>
          </p:nvSpPr>
          <p:spPr>
            <a:xfrm>
              <a:off x="-57493950" y="3703775"/>
              <a:ext cx="168575" cy="55175"/>
            </a:xfrm>
            <a:custGeom>
              <a:avLst/>
              <a:gdLst/>
              <a:ahLst/>
              <a:cxnLst/>
              <a:rect l="l" t="t" r="r" b="b"/>
              <a:pathLst>
                <a:path w="6743" h="2207" extrusionOk="0">
                  <a:moveTo>
                    <a:pt x="1891" y="726"/>
                  </a:moveTo>
                  <a:cubicBezTo>
                    <a:pt x="2080" y="726"/>
                    <a:pt x="2238" y="883"/>
                    <a:pt x="2238" y="1072"/>
                  </a:cubicBezTo>
                  <a:cubicBezTo>
                    <a:pt x="2238" y="1261"/>
                    <a:pt x="2080" y="1419"/>
                    <a:pt x="1891" y="1419"/>
                  </a:cubicBezTo>
                  <a:cubicBezTo>
                    <a:pt x="1702" y="1419"/>
                    <a:pt x="1545" y="1261"/>
                    <a:pt x="1545" y="1072"/>
                  </a:cubicBezTo>
                  <a:cubicBezTo>
                    <a:pt x="1513" y="883"/>
                    <a:pt x="1671" y="726"/>
                    <a:pt x="1891" y="726"/>
                  </a:cubicBezTo>
                  <a:close/>
                  <a:moveTo>
                    <a:pt x="4853" y="726"/>
                  </a:moveTo>
                  <a:cubicBezTo>
                    <a:pt x="5042" y="726"/>
                    <a:pt x="5199" y="883"/>
                    <a:pt x="5199" y="1072"/>
                  </a:cubicBezTo>
                  <a:cubicBezTo>
                    <a:pt x="5199" y="1261"/>
                    <a:pt x="5042" y="1419"/>
                    <a:pt x="4853" y="1419"/>
                  </a:cubicBezTo>
                  <a:cubicBezTo>
                    <a:pt x="4664" y="1419"/>
                    <a:pt x="4506" y="1261"/>
                    <a:pt x="4506" y="1072"/>
                  </a:cubicBezTo>
                  <a:cubicBezTo>
                    <a:pt x="4506" y="883"/>
                    <a:pt x="4664" y="726"/>
                    <a:pt x="4853" y="726"/>
                  </a:cubicBezTo>
                  <a:close/>
                  <a:moveTo>
                    <a:pt x="253" y="1"/>
                  </a:moveTo>
                  <a:cubicBezTo>
                    <a:pt x="95" y="316"/>
                    <a:pt x="1" y="726"/>
                    <a:pt x="1" y="1104"/>
                  </a:cubicBezTo>
                  <a:lnTo>
                    <a:pt x="1" y="2206"/>
                  </a:lnTo>
                  <a:lnTo>
                    <a:pt x="6743" y="2206"/>
                  </a:lnTo>
                  <a:lnTo>
                    <a:pt x="6743" y="1104"/>
                  </a:lnTo>
                  <a:cubicBezTo>
                    <a:pt x="6743" y="726"/>
                    <a:pt x="6680" y="347"/>
                    <a:pt x="65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85"/>
            <p:cNvSpPr/>
            <p:nvPr/>
          </p:nvSpPr>
          <p:spPr>
            <a:xfrm>
              <a:off x="-57549075" y="3590375"/>
              <a:ext cx="279625" cy="318225"/>
            </a:xfrm>
            <a:custGeom>
              <a:avLst/>
              <a:gdLst/>
              <a:ahLst/>
              <a:cxnLst/>
              <a:rect l="l" t="t" r="r" b="b"/>
              <a:pathLst>
                <a:path w="11185" h="12729" extrusionOk="0">
                  <a:moveTo>
                    <a:pt x="5608" y="1544"/>
                  </a:moveTo>
                  <a:cubicBezTo>
                    <a:pt x="7877" y="1544"/>
                    <a:pt x="9704" y="3403"/>
                    <a:pt x="9704" y="5640"/>
                  </a:cubicBezTo>
                  <a:lnTo>
                    <a:pt x="9704" y="7152"/>
                  </a:lnTo>
                  <a:cubicBezTo>
                    <a:pt x="9704" y="9389"/>
                    <a:pt x="7845" y="11247"/>
                    <a:pt x="5608" y="11247"/>
                  </a:cubicBezTo>
                  <a:cubicBezTo>
                    <a:pt x="3372" y="11247"/>
                    <a:pt x="1513" y="9389"/>
                    <a:pt x="1513" y="7152"/>
                  </a:cubicBezTo>
                  <a:lnTo>
                    <a:pt x="1513" y="5640"/>
                  </a:lnTo>
                  <a:cubicBezTo>
                    <a:pt x="1513" y="3403"/>
                    <a:pt x="3309" y="1544"/>
                    <a:pt x="5608" y="1544"/>
                  </a:cubicBezTo>
                  <a:close/>
                  <a:moveTo>
                    <a:pt x="5608" y="0"/>
                  </a:moveTo>
                  <a:cubicBezTo>
                    <a:pt x="2521" y="0"/>
                    <a:pt x="1" y="2521"/>
                    <a:pt x="1" y="5640"/>
                  </a:cubicBezTo>
                  <a:lnTo>
                    <a:pt x="1" y="12382"/>
                  </a:lnTo>
                  <a:cubicBezTo>
                    <a:pt x="1" y="12571"/>
                    <a:pt x="158" y="12728"/>
                    <a:pt x="347" y="12728"/>
                  </a:cubicBezTo>
                  <a:lnTo>
                    <a:pt x="10807" y="12728"/>
                  </a:lnTo>
                  <a:cubicBezTo>
                    <a:pt x="10996" y="12728"/>
                    <a:pt x="11153" y="12571"/>
                    <a:pt x="11153" y="12382"/>
                  </a:cubicBezTo>
                  <a:lnTo>
                    <a:pt x="11153" y="5640"/>
                  </a:lnTo>
                  <a:cubicBezTo>
                    <a:pt x="11185" y="2521"/>
                    <a:pt x="8664" y="0"/>
                    <a:pt x="56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2" name="Google Shape;6272;p85"/>
          <p:cNvGrpSpPr/>
          <p:nvPr/>
        </p:nvGrpSpPr>
        <p:grpSpPr>
          <a:xfrm>
            <a:off x="5305378" y="2273605"/>
            <a:ext cx="359871" cy="359871"/>
            <a:chOff x="-57570350" y="3982600"/>
            <a:chExt cx="319800" cy="319800"/>
          </a:xfrm>
        </p:grpSpPr>
        <p:sp>
          <p:nvSpPr>
            <p:cNvPr id="6273" name="Google Shape;6273;p85"/>
            <p:cNvSpPr/>
            <p:nvPr/>
          </p:nvSpPr>
          <p:spPr>
            <a:xfrm>
              <a:off x="-57570350" y="4033000"/>
              <a:ext cx="319800" cy="269400"/>
            </a:xfrm>
            <a:custGeom>
              <a:avLst/>
              <a:gdLst/>
              <a:ahLst/>
              <a:cxnLst/>
              <a:rect l="l" t="t" r="r" b="b"/>
              <a:pathLst>
                <a:path w="12792" h="10776" extrusionOk="0">
                  <a:moveTo>
                    <a:pt x="9452" y="4002"/>
                  </a:moveTo>
                  <a:cubicBezTo>
                    <a:pt x="10083" y="4002"/>
                    <a:pt x="10555" y="4506"/>
                    <a:pt x="10555" y="5105"/>
                  </a:cubicBezTo>
                  <a:lnTo>
                    <a:pt x="10555" y="5861"/>
                  </a:lnTo>
                  <a:cubicBezTo>
                    <a:pt x="10555" y="6459"/>
                    <a:pt x="10020" y="6963"/>
                    <a:pt x="9389" y="6963"/>
                  </a:cubicBezTo>
                  <a:lnTo>
                    <a:pt x="8665" y="6963"/>
                  </a:lnTo>
                  <a:cubicBezTo>
                    <a:pt x="7751" y="6963"/>
                    <a:pt x="6995" y="6333"/>
                    <a:pt x="6838" y="5451"/>
                  </a:cubicBezTo>
                  <a:lnTo>
                    <a:pt x="6018" y="5451"/>
                  </a:lnTo>
                  <a:cubicBezTo>
                    <a:pt x="5861" y="6333"/>
                    <a:pt x="5105" y="6963"/>
                    <a:pt x="4191" y="6963"/>
                  </a:cubicBezTo>
                  <a:lnTo>
                    <a:pt x="3467" y="6963"/>
                  </a:lnTo>
                  <a:cubicBezTo>
                    <a:pt x="2836" y="6963"/>
                    <a:pt x="2364" y="6459"/>
                    <a:pt x="2364" y="5861"/>
                  </a:cubicBezTo>
                  <a:lnTo>
                    <a:pt x="2364" y="5105"/>
                  </a:lnTo>
                  <a:cubicBezTo>
                    <a:pt x="2364" y="4475"/>
                    <a:pt x="2868" y="4002"/>
                    <a:pt x="3467" y="4002"/>
                  </a:cubicBezTo>
                  <a:lnTo>
                    <a:pt x="4947" y="4002"/>
                  </a:lnTo>
                  <a:cubicBezTo>
                    <a:pt x="5420" y="4002"/>
                    <a:pt x="5861" y="4317"/>
                    <a:pt x="6018" y="4758"/>
                  </a:cubicBezTo>
                  <a:lnTo>
                    <a:pt x="6869" y="4758"/>
                  </a:lnTo>
                  <a:cubicBezTo>
                    <a:pt x="7027" y="4317"/>
                    <a:pt x="7436" y="4002"/>
                    <a:pt x="7940" y="4002"/>
                  </a:cubicBezTo>
                  <a:close/>
                  <a:moveTo>
                    <a:pt x="1135" y="6365"/>
                  </a:moveTo>
                  <a:cubicBezTo>
                    <a:pt x="1419" y="6711"/>
                    <a:pt x="1860" y="6963"/>
                    <a:pt x="2364" y="6963"/>
                  </a:cubicBezTo>
                  <a:cubicBezTo>
                    <a:pt x="2301" y="7342"/>
                    <a:pt x="1954" y="7720"/>
                    <a:pt x="1576" y="7720"/>
                  </a:cubicBezTo>
                  <a:cubicBezTo>
                    <a:pt x="1167" y="7720"/>
                    <a:pt x="820" y="7342"/>
                    <a:pt x="820" y="6963"/>
                  </a:cubicBezTo>
                  <a:cubicBezTo>
                    <a:pt x="820" y="6711"/>
                    <a:pt x="946" y="6491"/>
                    <a:pt x="1135" y="6365"/>
                  </a:cubicBezTo>
                  <a:close/>
                  <a:moveTo>
                    <a:pt x="11784" y="6365"/>
                  </a:moveTo>
                  <a:cubicBezTo>
                    <a:pt x="11973" y="6491"/>
                    <a:pt x="12099" y="6711"/>
                    <a:pt x="12099" y="6963"/>
                  </a:cubicBezTo>
                  <a:cubicBezTo>
                    <a:pt x="12099" y="7342"/>
                    <a:pt x="11721" y="7720"/>
                    <a:pt x="11343" y="7720"/>
                  </a:cubicBezTo>
                  <a:cubicBezTo>
                    <a:pt x="10933" y="7720"/>
                    <a:pt x="10555" y="7342"/>
                    <a:pt x="10555" y="6963"/>
                  </a:cubicBezTo>
                  <a:cubicBezTo>
                    <a:pt x="11028" y="6963"/>
                    <a:pt x="11500" y="6711"/>
                    <a:pt x="11784" y="6365"/>
                  </a:cubicBezTo>
                  <a:close/>
                  <a:moveTo>
                    <a:pt x="7432" y="7286"/>
                  </a:moveTo>
                  <a:cubicBezTo>
                    <a:pt x="7531" y="7286"/>
                    <a:pt x="7625" y="7326"/>
                    <a:pt x="7688" y="7405"/>
                  </a:cubicBezTo>
                  <a:cubicBezTo>
                    <a:pt x="7909" y="7499"/>
                    <a:pt x="7909" y="7751"/>
                    <a:pt x="7751" y="7909"/>
                  </a:cubicBezTo>
                  <a:cubicBezTo>
                    <a:pt x="7405" y="8255"/>
                    <a:pt x="6932" y="8444"/>
                    <a:pt x="6396" y="8444"/>
                  </a:cubicBezTo>
                  <a:cubicBezTo>
                    <a:pt x="5892" y="8444"/>
                    <a:pt x="5420" y="8255"/>
                    <a:pt x="5073" y="7909"/>
                  </a:cubicBezTo>
                  <a:cubicBezTo>
                    <a:pt x="4916" y="7751"/>
                    <a:pt x="4916" y="7499"/>
                    <a:pt x="5073" y="7405"/>
                  </a:cubicBezTo>
                  <a:cubicBezTo>
                    <a:pt x="5152" y="7326"/>
                    <a:pt x="5254" y="7286"/>
                    <a:pt x="5349" y="7286"/>
                  </a:cubicBezTo>
                  <a:cubicBezTo>
                    <a:pt x="5443" y="7286"/>
                    <a:pt x="5530" y="7326"/>
                    <a:pt x="5577" y="7405"/>
                  </a:cubicBezTo>
                  <a:cubicBezTo>
                    <a:pt x="5798" y="7609"/>
                    <a:pt x="6081" y="7712"/>
                    <a:pt x="6365" y="7712"/>
                  </a:cubicBezTo>
                  <a:cubicBezTo>
                    <a:pt x="6649" y="7712"/>
                    <a:pt x="6932" y="7609"/>
                    <a:pt x="7153" y="7405"/>
                  </a:cubicBezTo>
                  <a:cubicBezTo>
                    <a:pt x="7231" y="7326"/>
                    <a:pt x="7334" y="7286"/>
                    <a:pt x="7432" y="7286"/>
                  </a:cubicBezTo>
                  <a:close/>
                  <a:moveTo>
                    <a:pt x="8287" y="1"/>
                  </a:moveTo>
                  <a:lnTo>
                    <a:pt x="8350" y="158"/>
                  </a:lnTo>
                  <a:cubicBezTo>
                    <a:pt x="8476" y="726"/>
                    <a:pt x="8287" y="1324"/>
                    <a:pt x="7940" y="1797"/>
                  </a:cubicBezTo>
                  <a:cubicBezTo>
                    <a:pt x="7562" y="2269"/>
                    <a:pt x="6995" y="2521"/>
                    <a:pt x="6428" y="2521"/>
                  </a:cubicBezTo>
                  <a:cubicBezTo>
                    <a:pt x="5829" y="2521"/>
                    <a:pt x="5262" y="2238"/>
                    <a:pt x="4884" y="1797"/>
                  </a:cubicBezTo>
                  <a:cubicBezTo>
                    <a:pt x="4475" y="1324"/>
                    <a:pt x="4380" y="726"/>
                    <a:pt x="4475" y="190"/>
                  </a:cubicBezTo>
                  <a:lnTo>
                    <a:pt x="4538" y="32"/>
                  </a:lnTo>
                  <a:lnTo>
                    <a:pt x="4538" y="32"/>
                  </a:lnTo>
                  <a:cubicBezTo>
                    <a:pt x="3183" y="726"/>
                    <a:pt x="2332" y="2112"/>
                    <a:pt x="2332" y="3655"/>
                  </a:cubicBezTo>
                  <a:lnTo>
                    <a:pt x="2332" y="4002"/>
                  </a:lnTo>
                  <a:cubicBezTo>
                    <a:pt x="1482" y="4002"/>
                    <a:pt x="789" y="4664"/>
                    <a:pt x="789" y="5514"/>
                  </a:cubicBezTo>
                  <a:lnTo>
                    <a:pt x="789" y="5703"/>
                  </a:lnTo>
                  <a:cubicBezTo>
                    <a:pt x="316" y="5987"/>
                    <a:pt x="32" y="6428"/>
                    <a:pt x="32" y="6995"/>
                  </a:cubicBezTo>
                  <a:cubicBezTo>
                    <a:pt x="32" y="7405"/>
                    <a:pt x="190" y="7751"/>
                    <a:pt x="442" y="7972"/>
                  </a:cubicBezTo>
                  <a:lnTo>
                    <a:pt x="64" y="8696"/>
                  </a:lnTo>
                  <a:cubicBezTo>
                    <a:pt x="1" y="8885"/>
                    <a:pt x="64" y="9074"/>
                    <a:pt x="222" y="9200"/>
                  </a:cubicBezTo>
                  <a:cubicBezTo>
                    <a:pt x="282" y="9226"/>
                    <a:pt x="341" y="9238"/>
                    <a:pt x="396" y="9238"/>
                  </a:cubicBezTo>
                  <a:cubicBezTo>
                    <a:pt x="541" y="9238"/>
                    <a:pt x="666" y="9157"/>
                    <a:pt x="757" y="9043"/>
                  </a:cubicBezTo>
                  <a:lnTo>
                    <a:pt x="1072" y="8413"/>
                  </a:lnTo>
                  <a:cubicBezTo>
                    <a:pt x="1230" y="8444"/>
                    <a:pt x="1387" y="8507"/>
                    <a:pt x="1545" y="8507"/>
                  </a:cubicBezTo>
                  <a:cubicBezTo>
                    <a:pt x="1923" y="8507"/>
                    <a:pt x="2332" y="8350"/>
                    <a:pt x="2553" y="8098"/>
                  </a:cubicBezTo>
                  <a:cubicBezTo>
                    <a:pt x="3151" y="9641"/>
                    <a:pt x="4632" y="10776"/>
                    <a:pt x="6365" y="10776"/>
                  </a:cubicBezTo>
                  <a:cubicBezTo>
                    <a:pt x="8098" y="10776"/>
                    <a:pt x="9610" y="9641"/>
                    <a:pt x="10209" y="8098"/>
                  </a:cubicBezTo>
                  <a:cubicBezTo>
                    <a:pt x="10461" y="8381"/>
                    <a:pt x="10839" y="8507"/>
                    <a:pt x="11217" y="8507"/>
                  </a:cubicBezTo>
                  <a:cubicBezTo>
                    <a:pt x="11374" y="8507"/>
                    <a:pt x="11532" y="8444"/>
                    <a:pt x="11689" y="8413"/>
                  </a:cubicBezTo>
                  <a:lnTo>
                    <a:pt x="12004" y="9043"/>
                  </a:lnTo>
                  <a:cubicBezTo>
                    <a:pt x="12069" y="9173"/>
                    <a:pt x="12193" y="9258"/>
                    <a:pt x="12326" y="9258"/>
                  </a:cubicBezTo>
                  <a:cubicBezTo>
                    <a:pt x="12387" y="9258"/>
                    <a:pt x="12449" y="9240"/>
                    <a:pt x="12508" y="9200"/>
                  </a:cubicBezTo>
                  <a:cubicBezTo>
                    <a:pt x="12729" y="9137"/>
                    <a:pt x="12792" y="8885"/>
                    <a:pt x="12666" y="8696"/>
                  </a:cubicBezTo>
                  <a:lnTo>
                    <a:pt x="12382" y="7940"/>
                  </a:lnTo>
                  <a:cubicBezTo>
                    <a:pt x="12634" y="7657"/>
                    <a:pt x="12792" y="7310"/>
                    <a:pt x="12792" y="6963"/>
                  </a:cubicBezTo>
                  <a:cubicBezTo>
                    <a:pt x="12792" y="6396"/>
                    <a:pt x="12477" y="5924"/>
                    <a:pt x="12036" y="5672"/>
                  </a:cubicBezTo>
                  <a:lnTo>
                    <a:pt x="12036" y="5451"/>
                  </a:lnTo>
                  <a:cubicBezTo>
                    <a:pt x="12036" y="4632"/>
                    <a:pt x="11343" y="3971"/>
                    <a:pt x="10524" y="3971"/>
                  </a:cubicBezTo>
                  <a:lnTo>
                    <a:pt x="10524" y="3624"/>
                  </a:lnTo>
                  <a:cubicBezTo>
                    <a:pt x="10524" y="2080"/>
                    <a:pt x="9641" y="694"/>
                    <a:pt x="82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85"/>
            <p:cNvSpPr/>
            <p:nvPr/>
          </p:nvSpPr>
          <p:spPr>
            <a:xfrm>
              <a:off x="-57493150" y="4151150"/>
              <a:ext cx="55150" cy="36250"/>
            </a:xfrm>
            <a:custGeom>
              <a:avLst/>
              <a:gdLst/>
              <a:ahLst/>
              <a:cxnLst/>
              <a:rect l="l" t="t" r="r" b="b"/>
              <a:pathLst>
                <a:path w="2206" h="1450" extrusionOk="0">
                  <a:moveTo>
                    <a:pt x="379" y="1"/>
                  </a:moveTo>
                  <a:cubicBezTo>
                    <a:pt x="158" y="1"/>
                    <a:pt x="0" y="127"/>
                    <a:pt x="0" y="347"/>
                  </a:cubicBezTo>
                  <a:lnTo>
                    <a:pt x="0" y="1072"/>
                  </a:lnTo>
                  <a:cubicBezTo>
                    <a:pt x="0" y="1292"/>
                    <a:pt x="158" y="1450"/>
                    <a:pt x="379" y="1450"/>
                  </a:cubicBezTo>
                  <a:lnTo>
                    <a:pt x="1103" y="1450"/>
                  </a:lnTo>
                  <a:cubicBezTo>
                    <a:pt x="1733" y="1450"/>
                    <a:pt x="2206" y="914"/>
                    <a:pt x="2206" y="347"/>
                  </a:cubicBezTo>
                  <a:cubicBezTo>
                    <a:pt x="2206" y="158"/>
                    <a:pt x="2048"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85"/>
            <p:cNvSpPr/>
            <p:nvPr/>
          </p:nvSpPr>
          <p:spPr>
            <a:xfrm>
              <a:off x="-57381300" y="4151150"/>
              <a:ext cx="55925" cy="36250"/>
            </a:xfrm>
            <a:custGeom>
              <a:avLst/>
              <a:gdLst/>
              <a:ahLst/>
              <a:cxnLst/>
              <a:rect l="l" t="t" r="r" b="b"/>
              <a:pathLst>
                <a:path w="2237" h="1450" extrusionOk="0">
                  <a:moveTo>
                    <a:pt x="347" y="1"/>
                  </a:moveTo>
                  <a:cubicBezTo>
                    <a:pt x="158" y="1"/>
                    <a:pt x="0" y="127"/>
                    <a:pt x="0" y="347"/>
                  </a:cubicBezTo>
                  <a:cubicBezTo>
                    <a:pt x="0" y="977"/>
                    <a:pt x="504" y="1450"/>
                    <a:pt x="1103" y="1450"/>
                  </a:cubicBezTo>
                  <a:lnTo>
                    <a:pt x="1827" y="1450"/>
                  </a:lnTo>
                  <a:cubicBezTo>
                    <a:pt x="2048" y="1450"/>
                    <a:pt x="2206" y="1292"/>
                    <a:pt x="2206" y="1103"/>
                  </a:cubicBezTo>
                  <a:lnTo>
                    <a:pt x="2206" y="347"/>
                  </a:lnTo>
                  <a:cubicBezTo>
                    <a:pt x="2237" y="158"/>
                    <a:pt x="2079" y="1"/>
                    <a:pt x="18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85"/>
            <p:cNvSpPr/>
            <p:nvPr/>
          </p:nvSpPr>
          <p:spPr>
            <a:xfrm>
              <a:off x="-57442750" y="3982600"/>
              <a:ext cx="65400" cy="93750"/>
            </a:xfrm>
            <a:custGeom>
              <a:avLst/>
              <a:gdLst/>
              <a:ahLst/>
              <a:cxnLst/>
              <a:rect l="l" t="t" r="r" b="b"/>
              <a:pathLst>
                <a:path w="2616" h="3750" extrusionOk="0">
                  <a:moveTo>
                    <a:pt x="1292" y="1"/>
                  </a:moveTo>
                  <a:cubicBezTo>
                    <a:pt x="883" y="1"/>
                    <a:pt x="473" y="316"/>
                    <a:pt x="410" y="757"/>
                  </a:cubicBezTo>
                  <a:lnTo>
                    <a:pt x="95" y="2269"/>
                  </a:lnTo>
                  <a:cubicBezTo>
                    <a:pt x="1" y="2616"/>
                    <a:pt x="127" y="3025"/>
                    <a:pt x="316" y="3309"/>
                  </a:cubicBezTo>
                  <a:cubicBezTo>
                    <a:pt x="599" y="3529"/>
                    <a:pt x="946" y="3750"/>
                    <a:pt x="1355" y="3750"/>
                  </a:cubicBezTo>
                  <a:cubicBezTo>
                    <a:pt x="1702" y="3750"/>
                    <a:pt x="2049" y="3592"/>
                    <a:pt x="2301" y="3309"/>
                  </a:cubicBezTo>
                  <a:cubicBezTo>
                    <a:pt x="2521" y="3025"/>
                    <a:pt x="2616" y="2647"/>
                    <a:pt x="2521" y="2269"/>
                  </a:cubicBezTo>
                  <a:lnTo>
                    <a:pt x="2206" y="757"/>
                  </a:lnTo>
                  <a:cubicBezTo>
                    <a:pt x="2143" y="316"/>
                    <a:pt x="1734" y="1"/>
                    <a:pt x="12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7" name="Google Shape;6277;p85"/>
          <p:cNvGrpSpPr/>
          <p:nvPr/>
        </p:nvGrpSpPr>
        <p:grpSpPr>
          <a:xfrm>
            <a:off x="7520416" y="1376033"/>
            <a:ext cx="314662" cy="358999"/>
            <a:chOff x="-55576850" y="3198125"/>
            <a:chExt cx="279625" cy="319025"/>
          </a:xfrm>
        </p:grpSpPr>
        <p:sp>
          <p:nvSpPr>
            <p:cNvPr id="6278" name="Google Shape;6278;p85"/>
            <p:cNvSpPr/>
            <p:nvPr/>
          </p:nvSpPr>
          <p:spPr>
            <a:xfrm>
              <a:off x="-55576850" y="3335975"/>
              <a:ext cx="18900" cy="63825"/>
            </a:xfrm>
            <a:custGeom>
              <a:avLst/>
              <a:gdLst/>
              <a:ahLst/>
              <a:cxnLst/>
              <a:rect l="l" t="t" r="r" b="b"/>
              <a:pathLst>
                <a:path w="756" h="2553" extrusionOk="0">
                  <a:moveTo>
                    <a:pt x="756" y="0"/>
                  </a:moveTo>
                  <a:cubicBezTo>
                    <a:pt x="315" y="221"/>
                    <a:pt x="0" y="693"/>
                    <a:pt x="0" y="1260"/>
                  </a:cubicBezTo>
                  <a:cubicBezTo>
                    <a:pt x="0" y="1796"/>
                    <a:pt x="315" y="2269"/>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85"/>
            <p:cNvSpPr/>
            <p:nvPr/>
          </p:nvSpPr>
          <p:spPr>
            <a:xfrm>
              <a:off x="-55539850" y="3198125"/>
              <a:ext cx="206375" cy="99275"/>
            </a:xfrm>
            <a:custGeom>
              <a:avLst/>
              <a:gdLst/>
              <a:ahLst/>
              <a:cxnLst/>
              <a:rect l="l" t="t" r="r" b="b"/>
              <a:pathLst>
                <a:path w="8255" h="3971" extrusionOk="0">
                  <a:moveTo>
                    <a:pt x="2616" y="1"/>
                  </a:moveTo>
                  <a:cubicBezTo>
                    <a:pt x="2348" y="1"/>
                    <a:pt x="2080" y="95"/>
                    <a:pt x="1860" y="284"/>
                  </a:cubicBezTo>
                  <a:cubicBezTo>
                    <a:pt x="1671" y="95"/>
                    <a:pt x="1387" y="32"/>
                    <a:pt x="1103" y="32"/>
                  </a:cubicBezTo>
                  <a:cubicBezTo>
                    <a:pt x="473" y="32"/>
                    <a:pt x="1" y="536"/>
                    <a:pt x="1" y="1135"/>
                  </a:cubicBezTo>
                  <a:lnTo>
                    <a:pt x="1" y="3970"/>
                  </a:lnTo>
                  <a:lnTo>
                    <a:pt x="1639" y="2364"/>
                  </a:lnTo>
                  <a:cubicBezTo>
                    <a:pt x="1715" y="2287"/>
                    <a:pt x="1815" y="2246"/>
                    <a:pt x="1916" y="2246"/>
                  </a:cubicBezTo>
                  <a:cubicBezTo>
                    <a:pt x="1982" y="2246"/>
                    <a:pt x="2049" y="2263"/>
                    <a:pt x="2112" y="2301"/>
                  </a:cubicBezTo>
                  <a:cubicBezTo>
                    <a:pt x="2726" y="2726"/>
                    <a:pt x="3435" y="2939"/>
                    <a:pt x="4144" y="2939"/>
                  </a:cubicBezTo>
                  <a:cubicBezTo>
                    <a:pt x="4853" y="2939"/>
                    <a:pt x="5561" y="2726"/>
                    <a:pt x="6176" y="2301"/>
                  </a:cubicBezTo>
                  <a:cubicBezTo>
                    <a:pt x="6225" y="2263"/>
                    <a:pt x="6290" y="2246"/>
                    <a:pt x="6355" y="2246"/>
                  </a:cubicBezTo>
                  <a:cubicBezTo>
                    <a:pt x="6456" y="2246"/>
                    <a:pt x="6560" y="2287"/>
                    <a:pt x="6617" y="2364"/>
                  </a:cubicBezTo>
                  <a:lnTo>
                    <a:pt x="8255" y="3970"/>
                  </a:lnTo>
                  <a:lnTo>
                    <a:pt x="8255" y="1135"/>
                  </a:lnTo>
                  <a:cubicBezTo>
                    <a:pt x="8192" y="536"/>
                    <a:pt x="7719" y="32"/>
                    <a:pt x="7089" y="32"/>
                  </a:cubicBezTo>
                  <a:cubicBezTo>
                    <a:pt x="6837" y="32"/>
                    <a:pt x="6554" y="158"/>
                    <a:pt x="6365" y="284"/>
                  </a:cubicBezTo>
                  <a:cubicBezTo>
                    <a:pt x="6144" y="95"/>
                    <a:pt x="5876" y="1"/>
                    <a:pt x="5609" y="1"/>
                  </a:cubicBezTo>
                  <a:cubicBezTo>
                    <a:pt x="5341" y="1"/>
                    <a:pt x="5073" y="95"/>
                    <a:pt x="4853" y="284"/>
                  </a:cubicBezTo>
                  <a:cubicBezTo>
                    <a:pt x="4632" y="95"/>
                    <a:pt x="4372" y="1"/>
                    <a:pt x="4112" y="1"/>
                  </a:cubicBezTo>
                  <a:cubicBezTo>
                    <a:pt x="3852" y="1"/>
                    <a:pt x="3592" y="95"/>
                    <a:pt x="3372" y="284"/>
                  </a:cubicBezTo>
                  <a:cubicBezTo>
                    <a:pt x="3151" y="95"/>
                    <a:pt x="2883" y="1"/>
                    <a:pt x="2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85"/>
            <p:cNvSpPr/>
            <p:nvPr/>
          </p:nvSpPr>
          <p:spPr>
            <a:xfrm>
              <a:off x="-55539850" y="3275325"/>
              <a:ext cx="204800" cy="241825"/>
            </a:xfrm>
            <a:custGeom>
              <a:avLst/>
              <a:gdLst/>
              <a:ahLst/>
              <a:cxnLst/>
              <a:rect l="l" t="t" r="r" b="b"/>
              <a:pathLst>
                <a:path w="8192" h="9673" extrusionOk="0">
                  <a:moveTo>
                    <a:pt x="2616" y="2962"/>
                  </a:moveTo>
                  <a:cubicBezTo>
                    <a:pt x="2805" y="2962"/>
                    <a:pt x="2962" y="3119"/>
                    <a:pt x="2962" y="3308"/>
                  </a:cubicBezTo>
                  <a:cubicBezTo>
                    <a:pt x="2962" y="3529"/>
                    <a:pt x="2805" y="3686"/>
                    <a:pt x="2616" y="3686"/>
                  </a:cubicBezTo>
                  <a:cubicBezTo>
                    <a:pt x="2427" y="3686"/>
                    <a:pt x="2269" y="3560"/>
                    <a:pt x="2269" y="3308"/>
                  </a:cubicBezTo>
                  <a:cubicBezTo>
                    <a:pt x="2269" y="3119"/>
                    <a:pt x="2427" y="2962"/>
                    <a:pt x="2616" y="2962"/>
                  </a:cubicBezTo>
                  <a:close/>
                  <a:moveTo>
                    <a:pt x="5609" y="2993"/>
                  </a:moveTo>
                  <a:cubicBezTo>
                    <a:pt x="5798" y="2993"/>
                    <a:pt x="5955" y="3151"/>
                    <a:pt x="5955" y="3371"/>
                  </a:cubicBezTo>
                  <a:cubicBezTo>
                    <a:pt x="5987" y="3560"/>
                    <a:pt x="5798" y="3718"/>
                    <a:pt x="5609" y="3718"/>
                  </a:cubicBezTo>
                  <a:cubicBezTo>
                    <a:pt x="5420" y="3718"/>
                    <a:pt x="5262" y="3560"/>
                    <a:pt x="5262" y="3371"/>
                  </a:cubicBezTo>
                  <a:cubicBezTo>
                    <a:pt x="5262" y="3151"/>
                    <a:pt x="5420" y="2993"/>
                    <a:pt x="5609" y="2993"/>
                  </a:cubicBezTo>
                  <a:close/>
                  <a:moveTo>
                    <a:pt x="5164" y="6278"/>
                  </a:moveTo>
                  <a:cubicBezTo>
                    <a:pt x="5262" y="6278"/>
                    <a:pt x="5357" y="6317"/>
                    <a:pt x="5420" y="6396"/>
                  </a:cubicBezTo>
                  <a:cubicBezTo>
                    <a:pt x="5577" y="6522"/>
                    <a:pt x="5577" y="6742"/>
                    <a:pt x="5451" y="6900"/>
                  </a:cubicBezTo>
                  <a:cubicBezTo>
                    <a:pt x="5105" y="7246"/>
                    <a:pt x="4632" y="7435"/>
                    <a:pt x="4096" y="7435"/>
                  </a:cubicBezTo>
                  <a:cubicBezTo>
                    <a:pt x="3592" y="7435"/>
                    <a:pt x="3120" y="7246"/>
                    <a:pt x="2805" y="6900"/>
                  </a:cubicBezTo>
                  <a:cubicBezTo>
                    <a:pt x="2647" y="6742"/>
                    <a:pt x="2647" y="6522"/>
                    <a:pt x="2805" y="6396"/>
                  </a:cubicBezTo>
                  <a:cubicBezTo>
                    <a:pt x="2883" y="6317"/>
                    <a:pt x="2986" y="6278"/>
                    <a:pt x="3080" y="6278"/>
                  </a:cubicBezTo>
                  <a:cubicBezTo>
                    <a:pt x="3175" y="6278"/>
                    <a:pt x="3262" y="6317"/>
                    <a:pt x="3309" y="6396"/>
                  </a:cubicBezTo>
                  <a:cubicBezTo>
                    <a:pt x="3529" y="6616"/>
                    <a:pt x="3821" y="6727"/>
                    <a:pt x="4108" y="6727"/>
                  </a:cubicBezTo>
                  <a:cubicBezTo>
                    <a:pt x="4396" y="6727"/>
                    <a:pt x="4679" y="6616"/>
                    <a:pt x="4884" y="6396"/>
                  </a:cubicBezTo>
                  <a:cubicBezTo>
                    <a:pt x="4963" y="6317"/>
                    <a:pt x="5065" y="6278"/>
                    <a:pt x="5164" y="6278"/>
                  </a:cubicBezTo>
                  <a:close/>
                  <a:moveTo>
                    <a:pt x="1954" y="0"/>
                  </a:moveTo>
                  <a:lnTo>
                    <a:pt x="1" y="1954"/>
                  </a:lnTo>
                  <a:lnTo>
                    <a:pt x="1" y="5577"/>
                  </a:lnTo>
                  <a:cubicBezTo>
                    <a:pt x="1" y="7813"/>
                    <a:pt x="1860" y="9672"/>
                    <a:pt x="4096" y="9672"/>
                  </a:cubicBezTo>
                  <a:cubicBezTo>
                    <a:pt x="6365" y="9672"/>
                    <a:pt x="8192" y="7813"/>
                    <a:pt x="8192" y="5577"/>
                  </a:cubicBezTo>
                  <a:lnTo>
                    <a:pt x="8192" y="1954"/>
                  </a:lnTo>
                  <a:lnTo>
                    <a:pt x="6270" y="0"/>
                  </a:lnTo>
                  <a:cubicBezTo>
                    <a:pt x="5609" y="394"/>
                    <a:pt x="4860" y="591"/>
                    <a:pt x="4112" y="591"/>
                  </a:cubicBezTo>
                  <a:cubicBezTo>
                    <a:pt x="3364" y="591"/>
                    <a:pt x="2616" y="394"/>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85"/>
            <p:cNvSpPr/>
            <p:nvPr/>
          </p:nvSpPr>
          <p:spPr>
            <a:xfrm>
              <a:off x="-55316150" y="3335975"/>
              <a:ext cx="18925" cy="63825"/>
            </a:xfrm>
            <a:custGeom>
              <a:avLst/>
              <a:gdLst/>
              <a:ahLst/>
              <a:cxnLst/>
              <a:rect l="l" t="t" r="r" b="b"/>
              <a:pathLst>
                <a:path w="757" h="2553" extrusionOk="0">
                  <a:moveTo>
                    <a:pt x="0" y="0"/>
                  </a:moveTo>
                  <a:lnTo>
                    <a:pt x="0" y="2552"/>
                  </a:lnTo>
                  <a:cubicBezTo>
                    <a:pt x="441" y="2269"/>
                    <a:pt x="756" y="1796"/>
                    <a:pt x="756" y="1260"/>
                  </a:cubicBezTo>
                  <a:cubicBezTo>
                    <a:pt x="756" y="693"/>
                    <a:pt x="473"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2" name="Google Shape;6282;p85"/>
          <p:cNvGrpSpPr/>
          <p:nvPr/>
        </p:nvGrpSpPr>
        <p:grpSpPr>
          <a:xfrm>
            <a:off x="7497812" y="1832009"/>
            <a:ext cx="359871" cy="358324"/>
            <a:chOff x="-55596550" y="3590175"/>
            <a:chExt cx="319800" cy="318425"/>
          </a:xfrm>
        </p:grpSpPr>
        <p:sp>
          <p:nvSpPr>
            <p:cNvPr id="6283" name="Google Shape;6283;p85"/>
            <p:cNvSpPr/>
            <p:nvPr/>
          </p:nvSpPr>
          <p:spPr>
            <a:xfrm>
              <a:off x="-55596550" y="3590175"/>
              <a:ext cx="319800" cy="112850"/>
            </a:xfrm>
            <a:custGeom>
              <a:avLst/>
              <a:gdLst/>
              <a:ahLst/>
              <a:cxnLst/>
              <a:rect l="l" t="t" r="r" b="b"/>
              <a:pathLst>
                <a:path w="12792" h="4514" extrusionOk="0">
                  <a:moveTo>
                    <a:pt x="6380" y="0"/>
                  </a:moveTo>
                  <a:cubicBezTo>
                    <a:pt x="6309" y="0"/>
                    <a:pt x="6238" y="24"/>
                    <a:pt x="6175" y="71"/>
                  </a:cubicBezTo>
                  <a:lnTo>
                    <a:pt x="189" y="3789"/>
                  </a:lnTo>
                  <a:cubicBezTo>
                    <a:pt x="32" y="3883"/>
                    <a:pt x="0" y="4072"/>
                    <a:pt x="32" y="4230"/>
                  </a:cubicBezTo>
                  <a:cubicBezTo>
                    <a:pt x="95" y="4387"/>
                    <a:pt x="221" y="4513"/>
                    <a:pt x="378" y="4513"/>
                  </a:cubicBezTo>
                  <a:lnTo>
                    <a:pt x="12350" y="4513"/>
                  </a:lnTo>
                  <a:cubicBezTo>
                    <a:pt x="12508" y="4513"/>
                    <a:pt x="12665" y="4387"/>
                    <a:pt x="12728" y="4230"/>
                  </a:cubicBezTo>
                  <a:cubicBezTo>
                    <a:pt x="12791" y="4072"/>
                    <a:pt x="12728" y="3883"/>
                    <a:pt x="12571" y="3789"/>
                  </a:cubicBezTo>
                  <a:lnTo>
                    <a:pt x="6585" y="71"/>
                  </a:lnTo>
                  <a:cubicBezTo>
                    <a:pt x="6522" y="24"/>
                    <a:pt x="6451" y="0"/>
                    <a:pt x="63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85"/>
            <p:cNvSpPr/>
            <p:nvPr/>
          </p:nvSpPr>
          <p:spPr>
            <a:xfrm>
              <a:off x="-55539850" y="3721900"/>
              <a:ext cx="204800" cy="186700"/>
            </a:xfrm>
            <a:custGeom>
              <a:avLst/>
              <a:gdLst/>
              <a:ahLst/>
              <a:cxnLst/>
              <a:rect l="l" t="t" r="r" b="b"/>
              <a:pathLst>
                <a:path w="8192" h="7468" extrusionOk="0">
                  <a:moveTo>
                    <a:pt x="2616" y="725"/>
                  </a:moveTo>
                  <a:cubicBezTo>
                    <a:pt x="2805" y="725"/>
                    <a:pt x="2962" y="883"/>
                    <a:pt x="2962" y="1072"/>
                  </a:cubicBezTo>
                  <a:cubicBezTo>
                    <a:pt x="2962" y="1292"/>
                    <a:pt x="2805" y="1450"/>
                    <a:pt x="2616" y="1450"/>
                  </a:cubicBezTo>
                  <a:cubicBezTo>
                    <a:pt x="2427" y="1450"/>
                    <a:pt x="2269" y="1292"/>
                    <a:pt x="2269" y="1072"/>
                  </a:cubicBezTo>
                  <a:cubicBezTo>
                    <a:pt x="2269" y="883"/>
                    <a:pt x="2427" y="725"/>
                    <a:pt x="2616" y="725"/>
                  </a:cubicBezTo>
                  <a:close/>
                  <a:moveTo>
                    <a:pt x="5609" y="725"/>
                  </a:moveTo>
                  <a:cubicBezTo>
                    <a:pt x="5798" y="725"/>
                    <a:pt x="5955" y="883"/>
                    <a:pt x="5955" y="1072"/>
                  </a:cubicBezTo>
                  <a:cubicBezTo>
                    <a:pt x="5955" y="1292"/>
                    <a:pt x="5798" y="1450"/>
                    <a:pt x="5609" y="1450"/>
                  </a:cubicBezTo>
                  <a:cubicBezTo>
                    <a:pt x="5420" y="1450"/>
                    <a:pt x="5262" y="1292"/>
                    <a:pt x="5262" y="1072"/>
                  </a:cubicBezTo>
                  <a:cubicBezTo>
                    <a:pt x="5262" y="883"/>
                    <a:pt x="5420" y="725"/>
                    <a:pt x="5609" y="725"/>
                  </a:cubicBezTo>
                  <a:close/>
                  <a:moveTo>
                    <a:pt x="3395" y="2245"/>
                  </a:moveTo>
                  <a:cubicBezTo>
                    <a:pt x="3490" y="2245"/>
                    <a:pt x="3577" y="2285"/>
                    <a:pt x="3624" y="2363"/>
                  </a:cubicBezTo>
                  <a:cubicBezTo>
                    <a:pt x="3781" y="2521"/>
                    <a:pt x="3781" y="2741"/>
                    <a:pt x="3624" y="2867"/>
                  </a:cubicBezTo>
                  <a:lnTo>
                    <a:pt x="2899" y="3624"/>
                  </a:lnTo>
                  <a:cubicBezTo>
                    <a:pt x="2820" y="3687"/>
                    <a:pt x="2718" y="3718"/>
                    <a:pt x="2620" y="3718"/>
                  </a:cubicBezTo>
                  <a:cubicBezTo>
                    <a:pt x="2521" y="3718"/>
                    <a:pt x="2427" y="3687"/>
                    <a:pt x="2364" y="3624"/>
                  </a:cubicBezTo>
                  <a:cubicBezTo>
                    <a:pt x="2206" y="3466"/>
                    <a:pt x="2206" y="3214"/>
                    <a:pt x="2364" y="3088"/>
                  </a:cubicBezTo>
                  <a:lnTo>
                    <a:pt x="3120" y="2363"/>
                  </a:lnTo>
                  <a:cubicBezTo>
                    <a:pt x="3199" y="2285"/>
                    <a:pt x="3301" y="2245"/>
                    <a:pt x="3395" y="2245"/>
                  </a:cubicBezTo>
                  <a:close/>
                  <a:moveTo>
                    <a:pt x="4849" y="2245"/>
                  </a:moveTo>
                  <a:cubicBezTo>
                    <a:pt x="4947" y="2245"/>
                    <a:pt x="5042" y="2285"/>
                    <a:pt x="5105" y="2363"/>
                  </a:cubicBezTo>
                  <a:lnTo>
                    <a:pt x="5829" y="3088"/>
                  </a:lnTo>
                  <a:cubicBezTo>
                    <a:pt x="5987" y="3246"/>
                    <a:pt x="5987" y="3498"/>
                    <a:pt x="5829" y="3624"/>
                  </a:cubicBezTo>
                  <a:cubicBezTo>
                    <a:pt x="5750" y="3687"/>
                    <a:pt x="5656" y="3718"/>
                    <a:pt x="5565" y="3718"/>
                  </a:cubicBezTo>
                  <a:cubicBezTo>
                    <a:pt x="5475" y="3718"/>
                    <a:pt x="5388" y="3687"/>
                    <a:pt x="5325" y="3624"/>
                  </a:cubicBezTo>
                  <a:lnTo>
                    <a:pt x="4569" y="2867"/>
                  </a:lnTo>
                  <a:cubicBezTo>
                    <a:pt x="4474" y="2741"/>
                    <a:pt x="4474" y="2521"/>
                    <a:pt x="4569" y="2363"/>
                  </a:cubicBezTo>
                  <a:cubicBezTo>
                    <a:pt x="4648" y="2285"/>
                    <a:pt x="4750" y="2245"/>
                    <a:pt x="4849" y="2245"/>
                  </a:cubicBezTo>
                  <a:close/>
                  <a:moveTo>
                    <a:pt x="5164" y="4041"/>
                  </a:moveTo>
                  <a:cubicBezTo>
                    <a:pt x="5262" y="4041"/>
                    <a:pt x="5357" y="4080"/>
                    <a:pt x="5420" y="4159"/>
                  </a:cubicBezTo>
                  <a:cubicBezTo>
                    <a:pt x="5577" y="4317"/>
                    <a:pt x="5577" y="4537"/>
                    <a:pt x="5420" y="4663"/>
                  </a:cubicBezTo>
                  <a:cubicBezTo>
                    <a:pt x="5042" y="5010"/>
                    <a:pt x="4569" y="5230"/>
                    <a:pt x="4065" y="5230"/>
                  </a:cubicBezTo>
                  <a:cubicBezTo>
                    <a:pt x="3561" y="5230"/>
                    <a:pt x="3088" y="5010"/>
                    <a:pt x="2773" y="4663"/>
                  </a:cubicBezTo>
                  <a:cubicBezTo>
                    <a:pt x="2616" y="4506"/>
                    <a:pt x="2616" y="4285"/>
                    <a:pt x="2773" y="4159"/>
                  </a:cubicBezTo>
                  <a:cubicBezTo>
                    <a:pt x="2852" y="4080"/>
                    <a:pt x="2946" y="4041"/>
                    <a:pt x="3037" y="4041"/>
                  </a:cubicBezTo>
                  <a:cubicBezTo>
                    <a:pt x="3128" y="4041"/>
                    <a:pt x="3214" y="4080"/>
                    <a:pt x="3277" y="4159"/>
                  </a:cubicBezTo>
                  <a:cubicBezTo>
                    <a:pt x="3514" y="4380"/>
                    <a:pt x="3821" y="4490"/>
                    <a:pt x="4116" y="4490"/>
                  </a:cubicBezTo>
                  <a:cubicBezTo>
                    <a:pt x="4411" y="4490"/>
                    <a:pt x="4695" y="4380"/>
                    <a:pt x="4884" y="4159"/>
                  </a:cubicBezTo>
                  <a:cubicBezTo>
                    <a:pt x="4963" y="4080"/>
                    <a:pt x="5065" y="4041"/>
                    <a:pt x="5164" y="4041"/>
                  </a:cubicBezTo>
                  <a:close/>
                  <a:moveTo>
                    <a:pt x="1" y="1"/>
                  </a:moveTo>
                  <a:lnTo>
                    <a:pt x="1" y="3340"/>
                  </a:lnTo>
                  <a:cubicBezTo>
                    <a:pt x="1" y="5577"/>
                    <a:pt x="1860" y="7467"/>
                    <a:pt x="4096" y="7467"/>
                  </a:cubicBezTo>
                  <a:cubicBezTo>
                    <a:pt x="6365" y="7467"/>
                    <a:pt x="8192" y="5608"/>
                    <a:pt x="8192" y="3340"/>
                  </a:cubicBezTo>
                  <a:lnTo>
                    <a:pt x="81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85"/>
            <p:cNvSpPr/>
            <p:nvPr/>
          </p:nvSpPr>
          <p:spPr>
            <a:xfrm>
              <a:off x="-55316150" y="3726625"/>
              <a:ext cx="18925" cy="63825"/>
            </a:xfrm>
            <a:custGeom>
              <a:avLst/>
              <a:gdLst/>
              <a:ahLst/>
              <a:cxnLst/>
              <a:rect l="l" t="t" r="r" b="b"/>
              <a:pathLst>
                <a:path w="757" h="2553" extrusionOk="0">
                  <a:moveTo>
                    <a:pt x="0" y="1"/>
                  </a:moveTo>
                  <a:lnTo>
                    <a:pt x="0" y="2552"/>
                  </a:lnTo>
                  <a:cubicBezTo>
                    <a:pt x="441" y="2269"/>
                    <a:pt x="756" y="1796"/>
                    <a:pt x="756" y="1261"/>
                  </a:cubicBezTo>
                  <a:cubicBezTo>
                    <a:pt x="756" y="757"/>
                    <a:pt x="473" y="284"/>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85"/>
            <p:cNvSpPr/>
            <p:nvPr/>
          </p:nvSpPr>
          <p:spPr>
            <a:xfrm>
              <a:off x="-55576850" y="3727425"/>
              <a:ext cx="18900" cy="63800"/>
            </a:xfrm>
            <a:custGeom>
              <a:avLst/>
              <a:gdLst/>
              <a:ahLst/>
              <a:cxnLst/>
              <a:rect l="l" t="t" r="r" b="b"/>
              <a:pathLst>
                <a:path w="756" h="2552" extrusionOk="0">
                  <a:moveTo>
                    <a:pt x="756" y="0"/>
                  </a:moveTo>
                  <a:cubicBezTo>
                    <a:pt x="315" y="252"/>
                    <a:pt x="0" y="725"/>
                    <a:pt x="0" y="1260"/>
                  </a:cubicBezTo>
                  <a:cubicBezTo>
                    <a:pt x="0" y="1827"/>
                    <a:pt x="315" y="2300"/>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7" name="Google Shape;6287;p85"/>
          <p:cNvGrpSpPr/>
          <p:nvPr/>
        </p:nvGrpSpPr>
        <p:grpSpPr>
          <a:xfrm>
            <a:off x="7513049" y="2273351"/>
            <a:ext cx="358999" cy="359252"/>
            <a:chOff x="-55595775" y="3982375"/>
            <a:chExt cx="319025" cy="319250"/>
          </a:xfrm>
        </p:grpSpPr>
        <p:sp>
          <p:nvSpPr>
            <p:cNvPr id="6288" name="Google Shape;6288;p85"/>
            <p:cNvSpPr/>
            <p:nvPr/>
          </p:nvSpPr>
          <p:spPr>
            <a:xfrm>
              <a:off x="-55441400" y="3982375"/>
              <a:ext cx="125250" cy="145175"/>
            </a:xfrm>
            <a:custGeom>
              <a:avLst/>
              <a:gdLst/>
              <a:ahLst/>
              <a:cxnLst/>
              <a:rect l="l" t="t" r="r" b="b"/>
              <a:pathLst>
                <a:path w="5010" h="5807" extrusionOk="0">
                  <a:moveTo>
                    <a:pt x="2038" y="1"/>
                  </a:moveTo>
                  <a:cubicBezTo>
                    <a:pt x="1277" y="1"/>
                    <a:pt x="574" y="302"/>
                    <a:pt x="1" y="797"/>
                  </a:cubicBezTo>
                  <a:cubicBezTo>
                    <a:pt x="2332" y="1081"/>
                    <a:pt x="4160" y="3003"/>
                    <a:pt x="4254" y="5365"/>
                  </a:cubicBezTo>
                  <a:cubicBezTo>
                    <a:pt x="4538" y="5491"/>
                    <a:pt x="4821" y="5586"/>
                    <a:pt x="5010" y="5807"/>
                  </a:cubicBezTo>
                  <a:lnTo>
                    <a:pt x="5010" y="3066"/>
                  </a:lnTo>
                  <a:cubicBezTo>
                    <a:pt x="5010" y="1585"/>
                    <a:pt x="3939" y="293"/>
                    <a:pt x="2521" y="41"/>
                  </a:cubicBezTo>
                  <a:cubicBezTo>
                    <a:pt x="2358" y="14"/>
                    <a:pt x="2197" y="1"/>
                    <a:pt x="20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85"/>
            <p:cNvSpPr/>
            <p:nvPr/>
          </p:nvSpPr>
          <p:spPr>
            <a:xfrm>
              <a:off x="-55343725" y="4203125"/>
              <a:ext cx="66975" cy="41000"/>
            </a:xfrm>
            <a:custGeom>
              <a:avLst/>
              <a:gdLst/>
              <a:ahLst/>
              <a:cxnLst/>
              <a:rect l="l" t="t" r="r" b="b"/>
              <a:pathLst>
                <a:path w="2679" h="1640" extrusionOk="0">
                  <a:moveTo>
                    <a:pt x="1418" y="1"/>
                  </a:moveTo>
                  <a:cubicBezTo>
                    <a:pt x="1135" y="379"/>
                    <a:pt x="757" y="663"/>
                    <a:pt x="284" y="789"/>
                  </a:cubicBezTo>
                  <a:cubicBezTo>
                    <a:pt x="190" y="1072"/>
                    <a:pt x="127" y="1387"/>
                    <a:pt x="1" y="1639"/>
                  </a:cubicBezTo>
                  <a:lnTo>
                    <a:pt x="2300" y="1639"/>
                  </a:lnTo>
                  <a:cubicBezTo>
                    <a:pt x="2458" y="1639"/>
                    <a:pt x="2615" y="1545"/>
                    <a:pt x="2647" y="1387"/>
                  </a:cubicBezTo>
                  <a:cubicBezTo>
                    <a:pt x="2678" y="1167"/>
                    <a:pt x="2615" y="1009"/>
                    <a:pt x="2458" y="946"/>
                  </a:cubicBezTo>
                  <a:cubicBezTo>
                    <a:pt x="2017" y="757"/>
                    <a:pt x="1670" y="379"/>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85"/>
            <p:cNvSpPr/>
            <p:nvPr/>
          </p:nvSpPr>
          <p:spPr>
            <a:xfrm>
              <a:off x="-55557950" y="4019625"/>
              <a:ext cx="147300" cy="94525"/>
            </a:xfrm>
            <a:custGeom>
              <a:avLst/>
              <a:gdLst/>
              <a:ahLst/>
              <a:cxnLst/>
              <a:rect l="l" t="t" r="r" b="b"/>
              <a:pathLst>
                <a:path w="5892" h="3781" extrusionOk="0">
                  <a:moveTo>
                    <a:pt x="4064" y="0"/>
                  </a:moveTo>
                  <a:cubicBezTo>
                    <a:pt x="1922" y="63"/>
                    <a:pt x="189" y="1702"/>
                    <a:pt x="0" y="3781"/>
                  </a:cubicBezTo>
                  <a:lnTo>
                    <a:pt x="2584" y="3749"/>
                  </a:lnTo>
                  <a:cubicBezTo>
                    <a:pt x="3938" y="3749"/>
                    <a:pt x="5135" y="2930"/>
                    <a:pt x="5671" y="1670"/>
                  </a:cubicBezTo>
                  <a:cubicBezTo>
                    <a:pt x="5829" y="1261"/>
                    <a:pt x="5892" y="882"/>
                    <a:pt x="5892" y="441"/>
                  </a:cubicBezTo>
                  <a:cubicBezTo>
                    <a:pt x="5356" y="158"/>
                    <a:pt x="4726" y="0"/>
                    <a:pt x="4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85"/>
            <p:cNvSpPr/>
            <p:nvPr/>
          </p:nvSpPr>
          <p:spPr>
            <a:xfrm>
              <a:off x="-55557950" y="4042450"/>
              <a:ext cx="206375" cy="259175"/>
            </a:xfrm>
            <a:custGeom>
              <a:avLst/>
              <a:gdLst/>
              <a:ahLst/>
              <a:cxnLst/>
              <a:rect l="l" t="t" r="r" b="b"/>
              <a:pathLst>
                <a:path w="8255" h="10367" extrusionOk="0">
                  <a:moveTo>
                    <a:pt x="2584" y="4349"/>
                  </a:moveTo>
                  <a:cubicBezTo>
                    <a:pt x="2773" y="4349"/>
                    <a:pt x="2993" y="4475"/>
                    <a:pt x="2993" y="4695"/>
                  </a:cubicBezTo>
                  <a:cubicBezTo>
                    <a:pt x="2993" y="4884"/>
                    <a:pt x="2836" y="5073"/>
                    <a:pt x="2615" y="5073"/>
                  </a:cubicBezTo>
                  <a:cubicBezTo>
                    <a:pt x="2395" y="5073"/>
                    <a:pt x="2237" y="4916"/>
                    <a:pt x="2237" y="4727"/>
                  </a:cubicBezTo>
                  <a:cubicBezTo>
                    <a:pt x="2237" y="4538"/>
                    <a:pt x="2395" y="4349"/>
                    <a:pt x="2584" y="4349"/>
                  </a:cubicBezTo>
                  <a:close/>
                  <a:moveTo>
                    <a:pt x="5545" y="4349"/>
                  </a:moveTo>
                  <a:cubicBezTo>
                    <a:pt x="5734" y="4349"/>
                    <a:pt x="5923" y="4506"/>
                    <a:pt x="5923" y="4695"/>
                  </a:cubicBezTo>
                  <a:cubicBezTo>
                    <a:pt x="5986" y="4884"/>
                    <a:pt x="5829" y="5042"/>
                    <a:pt x="5577" y="5073"/>
                  </a:cubicBezTo>
                  <a:cubicBezTo>
                    <a:pt x="5388" y="5073"/>
                    <a:pt x="5198" y="4916"/>
                    <a:pt x="5198" y="4727"/>
                  </a:cubicBezTo>
                  <a:cubicBezTo>
                    <a:pt x="5198" y="4538"/>
                    <a:pt x="5356" y="4349"/>
                    <a:pt x="5545" y="4349"/>
                  </a:cubicBezTo>
                  <a:close/>
                  <a:moveTo>
                    <a:pt x="5191" y="6908"/>
                  </a:moveTo>
                  <a:cubicBezTo>
                    <a:pt x="5285" y="6908"/>
                    <a:pt x="5372" y="6948"/>
                    <a:pt x="5419" y="7027"/>
                  </a:cubicBezTo>
                  <a:cubicBezTo>
                    <a:pt x="5577" y="7121"/>
                    <a:pt x="5577" y="7373"/>
                    <a:pt x="5451" y="7531"/>
                  </a:cubicBezTo>
                  <a:cubicBezTo>
                    <a:pt x="5104" y="7877"/>
                    <a:pt x="4631" y="8066"/>
                    <a:pt x="4159" y="8066"/>
                  </a:cubicBezTo>
                  <a:cubicBezTo>
                    <a:pt x="3655" y="8066"/>
                    <a:pt x="3182" y="7877"/>
                    <a:pt x="2836" y="7531"/>
                  </a:cubicBezTo>
                  <a:cubicBezTo>
                    <a:pt x="2678" y="7373"/>
                    <a:pt x="2678" y="7121"/>
                    <a:pt x="2836" y="7027"/>
                  </a:cubicBezTo>
                  <a:cubicBezTo>
                    <a:pt x="2914" y="6948"/>
                    <a:pt x="3009" y="6908"/>
                    <a:pt x="3099" y="6908"/>
                  </a:cubicBezTo>
                  <a:cubicBezTo>
                    <a:pt x="3190" y="6908"/>
                    <a:pt x="3277" y="6948"/>
                    <a:pt x="3340" y="7027"/>
                  </a:cubicBezTo>
                  <a:cubicBezTo>
                    <a:pt x="3556" y="7227"/>
                    <a:pt x="3848" y="7322"/>
                    <a:pt x="4133" y="7322"/>
                  </a:cubicBezTo>
                  <a:cubicBezTo>
                    <a:pt x="4431" y="7322"/>
                    <a:pt x="4722" y="7219"/>
                    <a:pt x="4915" y="7027"/>
                  </a:cubicBezTo>
                  <a:cubicBezTo>
                    <a:pt x="4994" y="6948"/>
                    <a:pt x="5096" y="6908"/>
                    <a:pt x="5191" y="6908"/>
                  </a:cubicBezTo>
                  <a:close/>
                  <a:moveTo>
                    <a:pt x="6616" y="1"/>
                  </a:moveTo>
                  <a:cubicBezTo>
                    <a:pt x="6553" y="348"/>
                    <a:pt x="6490" y="726"/>
                    <a:pt x="6333" y="1072"/>
                  </a:cubicBezTo>
                  <a:cubicBezTo>
                    <a:pt x="5703" y="2584"/>
                    <a:pt x="4253" y="3624"/>
                    <a:pt x="2584" y="3624"/>
                  </a:cubicBezTo>
                  <a:lnTo>
                    <a:pt x="0" y="3656"/>
                  </a:lnTo>
                  <a:lnTo>
                    <a:pt x="32" y="6302"/>
                  </a:lnTo>
                  <a:cubicBezTo>
                    <a:pt x="63" y="8520"/>
                    <a:pt x="1891" y="10366"/>
                    <a:pt x="4103" y="10366"/>
                  </a:cubicBezTo>
                  <a:cubicBezTo>
                    <a:pt x="4121" y="10366"/>
                    <a:pt x="4140" y="10366"/>
                    <a:pt x="4159" y="10366"/>
                  </a:cubicBezTo>
                  <a:cubicBezTo>
                    <a:pt x="6396" y="10335"/>
                    <a:pt x="8254" y="8476"/>
                    <a:pt x="8223" y="6239"/>
                  </a:cubicBezTo>
                  <a:lnTo>
                    <a:pt x="8191" y="3246"/>
                  </a:lnTo>
                  <a:cubicBezTo>
                    <a:pt x="8191" y="1891"/>
                    <a:pt x="7561" y="757"/>
                    <a:pt x="6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85"/>
            <p:cNvSpPr/>
            <p:nvPr/>
          </p:nvSpPr>
          <p:spPr>
            <a:xfrm>
              <a:off x="-55335050" y="4136200"/>
              <a:ext cx="18900" cy="64600"/>
            </a:xfrm>
            <a:custGeom>
              <a:avLst/>
              <a:gdLst/>
              <a:ahLst/>
              <a:cxnLst/>
              <a:rect l="l" t="t" r="r" b="b"/>
              <a:pathLst>
                <a:path w="756" h="2584" extrusionOk="0">
                  <a:moveTo>
                    <a:pt x="0" y="0"/>
                  </a:moveTo>
                  <a:lnTo>
                    <a:pt x="0" y="2426"/>
                  </a:lnTo>
                  <a:lnTo>
                    <a:pt x="0" y="2583"/>
                  </a:lnTo>
                  <a:cubicBezTo>
                    <a:pt x="441" y="2331"/>
                    <a:pt x="756" y="1859"/>
                    <a:pt x="756" y="1292"/>
                  </a:cubicBezTo>
                  <a:cubicBezTo>
                    <a:pt x="756" y="756"/>
                    <a:pt x="441" y="28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85"/>
            <p:cNvSpPr/>
            <p:nvPr/>
          </p:nvSpPr>
          <p:spPr>
            <a:xfrm>
              <a:off x="-55595775" y="4136975"/>
              <a:ext cx="18925" cy="65400"/>
            </a:xfrm>
            <a:custGeom>
              <a:avLst/>
              <a:gdLst/>
              <a:ahLst/>
              <a:cxnLst/>
              <a:rect l="l" t="t" r="r" b="b"/>
              <a:pathLst>
                <a:path w="757" h="2616" extrusionOk="0">
                  <a:moveTo>
                    <a:pt x="757" y="1"/>
                  </a:moveTo>
                  <a:cubicBezTo>
                    <a:pt x="284" y="284"/>
                    <a:pt x="1" y="757"/>
                    <a:pt x="1" y="1292"/>
                  </a:cubicBezTo>
                  <a:cubicBezTo>
                    <a:pt x="1" y="1859"/>
                    <a:pt x="316" y="2332"/>
                    <a:pt x="757" y="2615"/>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4" name="Google Shape;6294;p85"/>
          <p:cNvGrpSpPr/>
          <p:nvPr/>
        </p:nvGrpSpPr>
        <p:grpSpPr>
          <a:xfrm>
            <a:off x="6170232" y="2731562"/>
            <a:ext cx="358999" cy="358099"/>
            <a:chOff x="-53635375" y="3192625"/>
            <a:chExt cx="319025" cy="318225"/>
          </a:xfrm>
        </p:grpSpPr>
        <p:sp>
          <p:nvSpPr>
            <p:cNvPr id="6295" name="Google Shape;6295;p85"/>
            <p:cNvSpPr/>
            <p:nvPr/>
          </p:nvSpPr>
          <p:spPr>
            <a:xfrm>
              <a:off x="-53560550" y="3342275"/>
              <a:ext cx="167000" cy="151250"/>
            </a:xfrm>
            <a:custGeom>
              <a:avLst/>
              <a:gdLst/>
              <a:ahLst/>
              <a:cxnLst/>
              <a:rect l="l" t="t" r="r" b="b"/>
              <a:pathLst>
                <a:path w="6680" h="6050" extrusionOk="0">
                  <a:moveTo>
                    <a:pt x="1891" y="756"/>
                  </a:moveTo>
                  <a:cubicBezTo>
                    <a:pt x="2080" y="756"/>
                    <a:pt x="2238" y="914"/>
                    <a:pt x="2238" y="1103"/>
                  </a:cubicBezTo>
                  <a:cubicBezTo>
                    <a:pt x="2238" y="1323"/>
                    <a:pt x="2080" y="1481"/>
                    <a:pt x="1891" y="1481"/>
                  </a:cubicBezTo>
                  <a:cubicBezTo>
                    <a:pt x="1875" y="1484"/>
                    <a:pt x="1859" y="1485"/>
                    <a:pt x="1844" y="1485"/>
                  </a:cubicBezTo>
                  <a:cubicBezTo>
                    <a:pt x="1676" y="1485"/>
                    <a:pt x="1544" y="1333"/>
                    <a:pt x="1544" y="1103"/>
                  </a:cubicBezTo>
                  <a:cubicBezTo>
                    <a:pt x="1544" y="914"/>
                    <a:pt x="1702" y="756"/>
                    <a:pt x="1891" y="756"/>
                  </a:cubicBezTo>
                  <a:close/>
                  <a:moveTo>
                    <a:pt x="4884" y="788"/>
                  </a:moveTo>
                  <a:cubicBezTo>
                    <a:pt x="5073" y="788"/>
                    <a:pt x="5231" y="945"/>
                    <a:pt x="5231" y="1166"/>
                  </a:cubicBezTo>
                  <a:cubicBezTo>
                    <a:pt x="5262" y="1355"/>
                    <a:pt x="5073" y="1512"/>
                    <a:pt x="4884" y="1512"/>
                  </a:cubicBezTo>
                  <a:cubicBezTo>
                    <a:pt x="4695" y="1512"/>
                    <a:pt x="4537" y="1355"/>
                    <a:pt x="4537" y="1166"/>
                  </a:cubicBezTo>
                  <a:cubicBezTo>
                    <a:pt x="4537" y="945"/>
                    <a:pt x="4695" y="788"/>
                    <a:pt x="4884" y="788"/>
                  </a:cubicBezTo>
                  <a:close/>
                  <a:moveTo>
                    <a:pt x="4443" y="3348"/>
                  </a:moveTo>
                  <a:cubicBezTo>
                    <a:pt x="4537" y="3348"/>
                    <a:pt x="4632" y="3387"/>
                    <a:pt x="4695" y="3466"/>
                  </a:cubicBezTo>
                  <a:cubicBezTo>
                    <a:pt x="4852" y="3592"/>
                    <a:pt x="4852" y="3844"/>
                    <a:pt x="4726" y="3970"/>
                  </a:cubicBezTo>
                  <a:cubicBezTo>
                    <a:pt x="4380" y="4348"/>
                    <a:pt x="3907" y="4537"/>
                    <a:pt x="3435" y="4537"/>
                  </a:cubicBezTo>
                  <a:cubicBezTo>
                    <a:pt x="2899" y="4537"/>
                    <a:pt x="2427" y="4348"/>
                    <a:pt x="2080" y="3970"/>
                  </a:cubicBezTo>
                  <a:cubicBezTo>
                    <a:pt x="1923" y="3844"/>
                    <a:pt x="1923" y="3592"/>
                    <a:pt x="2080" y="3466"/>
                  </a:cubicBezTo>
                  <a:cubicBezTo>
                    <a:pt x="2159" y="3387"/>
                    <a:pt x="2261" y="3348"/>
                    <a:pt x="2360" y="3348"/>
                  </a:cubicBezTo>
                  <a:cubicBezTo>
                    <a:pt x="2458" y="3348"/>
                    <a:pt x="2553" y="3387"/>
                    <a:pt x="2616" y="3466"/>
                  </a:cubicBezTo>
                  <a:cubicBezTo>
                    <a:pt x="2820" y="3686"/>
                    <a:pt x="3104" y="3797"/>
                    <a:pt x="3391" y="3797"/>
                  </a:cubicBezTo>
                  <a:cubicBezTo>
                    <a:pt x="3679" y="3797"/>
                    <a:pt x="3970" y="3686"/>
                    <a:pt x="4191" y="3466"/>
                  </a:cubicBezTo>
                  <a:cubicBezTo>
                    <a:pt x="4254" y="3387"/>
                    <a:pt x="4348" y="3348"/>
                    <a:pt x="4443" y="3348"/>
                  </a:cubicBezTo>
                  <a:close/>
                  <a:moveTo>
                    <a:pt x="1" y="0"/>
                  </a:moveTo>
                  <a:lnTo>
                    <a:pt x="1" y="2678"/>
                  </a:lnTo>
                  <a:cubicBezTo>
                    <a:pt x="1" y="4537"/>
                    <a:pt x="1481" y="6049"/>
                    <a:pt x="3340" y="6049"/>
                  </a:cubicBezTo>
                  <a:cubicBezTo>
                    <a:pt x="5199" y="6049"/>
                    <a:pt x="6680" y="4537"/>
                    <a:pt x="6680" y="2678"/>
                  </a:cubicBezTo>
                  <a:lnTo>
                    <a:pt x="66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85"/>
            <p:cNvSpPr/>
            <p:nvPr/>
          </p:nvSpPr>
          <p:spPr>
            <a:xfrm>
              <a:off x="-53559750" y="3305250"/>
              <a:ext cx="168575" cy="18150"/>
            </a:xfrm>
            <a:custGeom>
              <a:avLst/>
              <a:gdLst/>
              <a:ahLst/>
              <a:cxnLst/>
              <a:rect l="l" t="t" r="r" b="b"/>
              <a:pathLst>
                <a:path w="6743" h="726" extrusionOk="0">
                  <a:moveTo>
                    <a:pt x="0" y="0"/>
                  </a:moveTo>
                  <a:lnTo>
                    <a:pt x="0" y="725"/>
                  </a:lnTo>
                  <a:lnTo>
                    <a:pt x="6742" y="725"/>
                  </a:lnTo>
                  <a:lnTo>
                    <a:pt x="67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85"/>
            <p:cNvSpPr/>
            <p:nvPr/>
          </p:nvSpPr>
          <p:spPr>
            <a:xfrm>
              <a:off x="-53635375" y="3192625"/>
              <a:ext cx="319025" cy="318225"/>
            </a:xfrm>
            <a:custGeom>
              <a:avLst/>
              <a:gdLst/>
              <a:ahLst/>
              <a:cxnLst/>
              <a:rect l="l" t="t" r="r" b="b"/>
              <a:pathLst>
                <a:path w="12761" h="12729" extrusionOk="0">
                  <a:moveTo>
                    <a:pt x="6302" y="1607"/>
                  </a:moveTo>
                  <a:cubicBezTo>
                    <a:pt x="6491" y="1607"/>
                    <a:pt x="6648" y="1765"/>
                    <a:pt x="6648" y="1985"/>
                  </a:cubicBezTo>
                  <a:lnTo>
                    <a:pt x="6648" y="2332"/>
                  </a:lnTo>
                  <a:lnTo>
                    <a:pt x="6995" y="2332"/>
                  </a:lnTo>
                  <a:cubicBezTo>
                    <a:pt x="7215" y="2332"/>
                    <a:pt x="7373" y="2489"/>
                    <a:pt x="7373" y="2678"/>
                  </a:cubicBezTo>
                  <a:cubicBezTo>
                    <a:pt x="7373" y="2867"/>
                    <a:pt x="7215" y="3056"/>
                    <a:pt x="6995" y="3056"/>
                  </a:cubicBezTo>
                  <a:lnTo>
                    <a:pt x="6648" y="3056"/>
                  </a:lnTo>
                  <a:lnTo>
                    <a:pt x="6648" y="3781"/>
                  </a:lnTo>
                  <a:lnTo>
                    <a:pt x="9988" y="3781"/>
                  </a:lnTo>
                  <a:cubicBezTo>
                    <a:pt x="10208" y="3781"/>
                    <a:pt x="10366" y="3938"/>
                    <a:pt x="10366" y="4159"/>
                  </a:cubicBezTo>
                  <a:lnTo>
                    <a:pt x="10366" y="5041"/>
                  </a:lnTo>
                  <a:lnTo>
                    <a:pt x="10366" y="5104"/>
                  </a:lnTo>
                  <a:lnTo>
                    <a:pt x="10366" y="8633"/>
                  </a:lnTo>
                  <a:cubicBezTo>
                    <a:pt x="10366" y="10859"/>
                    <a:pt x="8525" y="12711"/>
                    <a:pt x="6302" y="12728"/>
                  </a:cubicBezTo>
                  <a:lnTo>
                    <a:pt x="6302" y="12728"/>
                  </a:lnTo>
                  <a:cubicBezTo>
                    <a:pt x="4079" y="12711"/>
                    <a:pt x="2238" y="10859"/>
                    <a:pt x="2238" y="8633"/>
                  </a:cubicBezTo>
                  <a:lnTo>
                    <a:pt x="2238" y="5104"/>
                  </a:lnTo>
                  <a:lnTo>
                    <a:pt x="2238" y="5041"/>
                  </a:lnTo>
                  <a:lnTo>
                    <a:pt x="2238" y="4159"/>
                  </a:lnTo>
                  <a:cubicBezTo>
                    <a:pt x="2238" y="3938"/>
                    <a:pt x="2395" y="3781"/>
                    <a:pt x="2584" y="3781"/>
                  </a:cubicBezTo>
                  <a:lnTo>
                    <a:pt x="5955" y="3781"/>
                  </a:lnTo>
                  <a:lnTo>
                    <a:pt x="5955" y="3056"/>
                  </a:lnTo>
                  <a:lnTo>
                    <a:pt x="5577" y="3056"/>
                  </a:lnTo>
                  <a:cubicBezTo>
                    <a:pt x="5388" y="3056"/>
                    <a:pt x="5231" y="2867"/>
                    <a:pt x="5231" y="2678"/>
                  </a:cubicBezTo>
                  <a:cubicBezTo>
                    <a:pt x="5231" y="2489"/>
                    <a:pt x="5388" y="2332"/>
                    <a:pt x="5577" y="2332"/>
                  </a:cubicBezTo>
                  <a:lnTo>
                    <a:pt x="5955" y="2332"/>
                  </a:lnTo>
                  <a:lnTo>
                    <a:pt x="5955" y="1985"/>
                  </a:lnTo>
                  <a:cubicBezTo>
                    <a:pt x="5955" y="1765"/>
                    <a:pt x="6113" y="1607"/>
                    <a:pt x="6302" y="1607"/>
                  </a:cubicBezTo>
                  <a:close/>
                  <a:moveTo>
                    <a:pt x="6365" y="0"/>
                  </a:moveTo>
                  <a:cubicBezTo>
                    <a:pt x="2868" y="0"/>
                    <a:pt x="1" y="2836"/>
                    <a:pt x="1" y="6364"/>
                  </a:cubicBezTo>
                  <a:lnTo>
                    <a:pt x="1" y="12382"/>
                  </a:lnTo>
                  <a:cubicBezTo>
                    <a:pt x="1" y="12571"/>
                    <a:pt x="158" y="12728"/>
                    <a:pt x="347" y="12728"/>
                  </a:cubicBezTo>
                  <a:lnTo>
                    <a:pt x="12256" y="12728"/>
                  </a:lnTo>
                  <a:cubicBezTo>
                    <a:pt x="12445" y="12728"/>
                    <a:pt x="12603" y="12571"/>
                    <a:pt x="12603" y="12382"/>
                  </a:cubicBezTo>
                  <a:lnTo>
                    <a:pt x="12603" y="6364"/>
                  </a:lnTo>
                  <a:cubicBezTo>
                    <a:pt x="12760" y="2899"/>
                    <a:pt x="9893" y="0"/>
                    <a:pt x="63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8" name="Google Shape;6298;p85"/>
          <p:cNvGrpSpPr/>
          <p:nvPr/>
        </p:nvGrpSpPr>
        <p:grpSpPr>
          <a:xfrm>
            <a:off x="6192401" y="3202536"/>
            <a:ext cx="314662" cy="358999"/>
            <a:chOff x="-53615675" y="3584850"/>
            <a:chExt cx="279625" cy="319025"/>
          </a:xfrm>
        </p:grpSpPr>
        <p:sp>
          <p:nvSpPr>
            <p:cNvPr id="6299" name="Google Shape;6299;p85"/>
            <p:cNvSpPr/>
            <p:nvPr/>
          </p:nvSpPr>
          <p:spPr>
            <a:xfrm>
              <a:off x="-53577075" y="3584850"/>
              <a:ext cx="204800" cy="319025"/>
            </a:xfrm>
            <a:custGeom>
              <a:avLst/>
              <a:gdLst/>
              <a:ahLst/>
              <a:cxnLst/>
              <a:rect l="l" t="t" r="r" b="b"/>
              <a:pathLst>
                <a:path w="8192" h="12761" extrusionOk="0">
                  <a:moveTo>
                    <a:pt x="2552" y="6774"/>
                  </a:moveTo>
                  <a:cubicBezTo>
                    <a:pt x="2741" y="6774"/>
                    <a:pt x="2899" y="6932"/>
                    <a:pt x="2899" y="7121"/>
                  </a:cubicBezTo>
                  <a:cubicBezTo>
                    <a:pt x="2899" y="7310"/>
                    <a:pt x="2741" y="7467"/>
                    <a:pt x="2552" y="7467"/>
                  </a:cubicBezTo>
                  <a:cubicBezTo>
                    <a:pt x="2363" y="7467"/>
                    <a:pt x="2205" y="7310"/>
                    <a:pt x="2205" y="7121"/>
                  </a:cubicBezTo>
                  <a:cubicBezTo>
                    <a:pt x="2205" y="6932"/>
                    <a:pt x="2363" y="6774"/>
                    <a:pt x="2552" y="6774"/>
                  </a:cubicBezTo>
                  <a:close/>
                  <a:moveTo>
                    <a:pt x="5545" y="6774"/>
                  </a:moveTo>
                  <a:cubicBezTo>
                    <a:pt x="5734" y="6774"/>
                    <a:pt x="5892" y="6932"/>
                    <a:pt x="5892" y="7121"/>
                  </a:cubicBezTo>
                  <a:cubicBezTo>
                    <a:pt x="5892" y="7310"/>
                    <a:pt x="5734" y="7467"/>
                    <a:pt x="5545" y="7467"/>
                  </a:cubicBezTo>
                  <a:cubicBezTo>
                    <a:pt x="5356" y="7467"/>
                    <a:pt x="5198" y="7310"/>
                    <a:pt x="5198" y="7121"/>
                  </a:cubicBezTo>
                  <a:cubicBezTo>
                    <a:pt x="5198" y="6932"/>
                    <a:pt x="5356" y="6774"/>
                    <a:pt x="5545" y="6774"/>
                  </a:cubicBezTo>
                  <a:close/>
                  <a:moveTo>
                    <a:pt x="5104" y="9302"/>
                  </a:moveTo>
                  <a:cubicBezTo>
                    <a:pt x="5198" y="9302"/>
                    <a:pt x="5293" y="9342"/>
                    <a:pt x="5356" y="9421"/>
                  </a:cubicBezTo>
                  <a:cubicBezTo>
                    <a:pt x="5513" y="9578"/>
                    <a:pt x="5513" y="9799"/>
                    <a:pt x="5387" y="9925"/>
                  </a:cubicBezTo>
                  <a:cubicBezTo>
                    <a:pt x="5041" y="10271"/>
                    <a:pt x="4568" y="10460"/>
                    <a:pt x="4096" y="10460"/>
                  </a:cubicBezTo>
                  <a:cubicBezTo>
                    <a:pt x="3560" y="10460"/>
                    <a:pt x="3088" y="10271"/>
                    <a:pt x="2741" y="9925"/>
                  </a:cubicBezTo>
                  <a:cubicBezTo>
                    <a:pt x="2584" y="9767"/>
                    <a:pt x="2584" y="9515"/>
                    <a:pt x="2741" y="9421"/>
                  </a:cubicBezTo>
                  <a:cubicBezTo>
                    <a:pt x="2820" y="9342"/>
                    <a:pt x="2922" y="9302"/>
                    <a:pt x="3021" y="9302"/>
                  </a:cubicBezTo>
                  <a:cubicBezTo>
                    <a:pt x="3119" y="9302"/>
                    <a:pt x="3214" y="9342"/>
                    <a:pt x="3277" y="9421"/>
                  </a:cubicBezTo>
                  <a:cubicBezTo>
                    <a:pt x="3481" y="9625"/>
                    <a:pt x="3765" y="9728"/>
                    <a:pt x="4052" y="9728"/>
                  </a:cubicBezTo>
                  <a:cubicBezTo>
                    <a:pt x="4340" y="9728"/>
                    <a:pt x="4631" y="9625"/>
                    <a:pt x="4852" y="9421"/>
                  </a:cubicBezTo>
                  <a:cubicBezTo>
                    <a:pt x="4915" y="9342"/>
                    <a:pt x="5009" y="9302"/>
                    <a:pt x="5104" y="9302"/>
                  </a:cubicBezTo>
                  <a:close/>
                  <a:moveTo>
                    <a:pt x="5577" y="1"/>
                  </a:moveTo>
                  <a:cubicBezTo>
                    <a:pt x="4568" y="1"/>
                    <a:pt x="3749" y="820"/>
                    <a:pt x="3749" y="1859"/>
                  </a:cubicBezTo>
                  <a:lnTo>
                    <a:pt x="3749" y="3025"/>
                  </a:lnTo>
                  <a:cubicBezTo>
                    <a:pt x="1638" y="3214"/>
                    <a:pt x="0" y="4947"/>
                    <a:pt x="0" y="7121"/>
                  </a:cubicBezTo>
                  <a:lnTo>
                    <a:pt x="0" y="9358"/>
                  </a:lnTo>
                  <a:cubicBezTo>
                    <a:pt x="0" y="11216"/>
                    <a:pt x="1481" y="12760"/>
                    <a:pt x="3340" y="12760"/>
                  </a:cubicBezTo>
                  <a:lnTo>
                    <a:pt x="4852" y="12760"/>
                  </a:lnTo>
                  <a:cubicBezTo>
                    <a:pt x="6679" y="12760"/>
                    <a:pt x="8191" y="11216"/>
                    <a:pt x="8191" y="9358"/>
                  </a:cubicBezTo>
                  <a:lnTo>
                    <a:pt x="8191" y="7121"/>
                  </a:lnTo>
                  <a:cubicBezTo>
                    <a:pt x="8128" y="5010"/>
                    <a:pt x="6522" y="3214"/>
                    <a:pt x="4442" y="3025"/>
                  </a:cubicBezTo>
                  <a:lnTo>
                    <a:pt x="4442" y="1859"/>
                  </a:lnTo>
                  <a:cubicBezTo>
                    <a:pt x="4442" y="1229"/>
                    <a:pt x="4946" y="757"/>
                    <a:pt x="5545" y="757"/>
                  </a:cubicBezTo>
                  <a:cubicBezTo>
                    <a:pt x="6144" y="757"/>
                    <a:pt x="6648" y="1261"/>
                    <a:pt x="6648" y="1859"/>
                  </a:cubicBezTo>
                  <a:cubicBezTo>
                    <a:pt x="6648" y="2049"/>
                    <a:pt x="6490" y="2206"/>
                    <a:pt x="6301" y="2206"/>
                  </a:cubicBezTo>
                  <a:cubicBezTo>
                    <a:pt x="6081" y="2206"/>
                    <a:pt x="5955" y="2049"/>
                    <a:pt x="5955" y="1859"/>
                  </a:cubicBezTo>
                  <a:cubicBezTo>
                    <a:pt x="5955" y="1639"/>
                    <a:pt x="5797" y="1481"/>
                    <a:pt x="5577" y="1481"/>
                  </a:cubicBezTo>
                  <a:cubicBezTo>
                    <a:pt x="5387" y="1481"/>
                    <a:pt x="5230" y="1639"/>
                    <a:pt x="5230" y="1859"/>
                  </a:cubicBezTo>
                  <a:cubicBezTo>
                    <a:pt x="5230" y="2490"/>
                    <a:pt x="5734" y="2962"/>
                    <a:pt x="6333" y="2962"/>
                  </a:cubicBezTo>
                  <a:cubicBezTo>
                    <a:pt x="6963" y="2962"/>
                    <a:pt x="7435" y="2427"/>
                    <a:pt x="7435" y="1859"/>
                  </a:cubicBezTo>
                  <a:cubicBezTo>
                    <a:pt x="7435" y="820"/>
                    <a:pt x="661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85"/>
            <p:cNvSpPr/>
            <p:nvPr/>
          </p:nvSpPr>
          <p:spPr>
            <a:xfrm>
              <a:off x="-53615675" y="3739225"/>
              <a:ext cx="20500" cy="65400"/>
            </a:xfrm>
            <a:custGeom>
              <a:avLst/>
              <a:gdLst/>
              <a:ahLst/>
              <a:cxnLst/>
              <a:rect l="l" t="t" r="r" b="b"/>
              <a:pathLst>
                <a:path w="820" h="2616" extrusionOk="0">
                  <a:moveTo>
                    <a:pt x="820" y="1"/>
                  </a:moveTo>
                  <a:cubicBezTo>
                    <a:pt x="347" y="253"/>
                    <a:pt x="0" y="694"/>
                    <a:pt x="0" y="1292"/>
                  </a:cubicBezTo>
                  <a:cubicBezTo>
                    <a:pt x="0" y="1859"/>
                    <a:pt x="315" y="2332"/>
                    <a:pt x="757" y="2616"/>
                  </a:cubicBezTo>
                  <a:lnTo>
                    <a:pt x="757" y="946"/>
                  </a:lnTo>
                  <a:cubicBezTo>
                    <a:pt x="757" y="631"/>
                    <a:pt x="788" y="284"/>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85"/>
            <p:cNvSpPr/>
            <p:nvPr/>
          </p:nvSpPr>
          <p:spPr>
            <a:xfrm>
              <a:off x="-53356550" y="3738450"/>
              <a:ext cx="20500" cy="64600"/>
            </a:xfrm>
            <a:custGeom>
              <a:avLst/>
              <a:gdLst/>
              <a:ahLst/>
              <a:cxnLst/>
              <a:rect l="l" t="t" r="r" b="b"/>
              <a:pathLst>
                <a:path w="820" h="2584" extrusionOk="0">
                  <a:moveTo>
                    <a:pt x="1" y="0"/>
                  </a:moveTo>
                  <a:cubicBezTo>
                    <a:pt x="64" y="315"/>
                    <a:pt x="64" y="630"/>
                    <a:pt x="64" y="945"/>
                  </a:cubicBezTo>
                  <a:lnTo>
                    <a:pt x="64" y="2584"/>
                  </a:lnTo>
                  <a:cubicBezTo>
                    <a:pt x="505" y="2300"/>
                    <a:pt x="820" y="1859"/>
                    <a:pt x="820" y="1292"/>
                  </a:cubicBezTo>
                  <a:cubicBezTo>
                    <a:pt x="820" y="725"/>
                    <a:pt x="505"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02" name="Google Shape;6302;p85"/>
          <p:cNvGrpSpPr/>
          <p:nvPr/>
        </p:nvGrpSpPr>
        <p:grpSpPr>
          <a:xfrm>
            <a:off x="6170246" y="3665461"/>
            <a:ext cx="358971" cy="357874"/>
            <a:chOff x="-53634575" y="3976500"/>
            <a:chExt cx="319000" cy="318025"/>
          </a:xfrm>
        </p:grpSpPr>
        <p:sp>
          <p:nvSpPr>
            <p:cNvPr id="6303" name="Google Shape;6303;p85"/>
            <p:cNvSpPr/>
            <p:nvPr/>
          </p:nvSpPr>
          <p:spPr>
            <a:xfrm>
              <a:off x="-53634575" y="3976500"/>
              <a:ext cx="319000" cy="93550"/>
            </a:xfrm>
            <a:custGeom>
              <a:avLst/>
              <a:gdLst/>
              <a:ahLst/>
              <a:cxnLst/>
              <a:rect l="l" t="t" r="r" b="b"/>
              <a:pathLst>
                <a:path w="12760" h="3742" extrusionOk="0">
                  <a:moveTo>
                    <a:pt x="6372" y="0"/>
                  </a:moveTo>
                  <a:cubicBezTo>
                    <a:pt x="6317" y="0"/>
                    <a:pt x="6270" y="8"/>
                    <a:pt x="6238" y="24"/>
                  </a:cubicBezTo>
                  <a:lnTo>
                    <a:pt x="252" y="3017"/>
                  </a:lnTo>
                  <a:cubicBezTo>
                    <a:pt x="95" y="3112"/>
                    <a:pt x="0" y="3269"/>
                    <a:pt x="32" y="3458"/>
                  </a:cubicBezTo>
                  <a:cubicBezTo>
                    <a:pt x="95" y="3616"/>
                    <a:pt x="252" y="3742"/>
                    <a:pt x="410" y="3742"/>
                  </a:cubicBezTo>
                  <a:lnTo>
                    <a:pt x="12382" y="3742"/>
                  </a:lnTo>
                  <a:cubicBezTo>
                    <a:pt x="12539" y="3742"/>
                    <a:pt x="12697" y="3616"/>
                    <a:pt x="12728" y="3458"/>
                  </a:cubicBezTo>
                  <a:cubicBezTo>
                    <a:pt x="12760" y="3269"/>
                    <a:pt x="12697" y="3112"/>
                    <a:pt x="12539" y="3017"/>
                  </a:cubicBezTo>
                  <a:lnTo>
                    <a:pt x="6553" y="24"/>
                  </a:lnTo>
                  <a:cubicBezTo>
                    <a:pt x="6490" y="8"/>
                    <a:pt x="6427" y="0"/>
                    <a:pt x="63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85"/>
            <p:cNvSpPr/>
            <p:nvPr/>
          </p:nvSpPr>
          <p:spPr>
            <a:xfrm>
              <a:off x="-53614900" y="4163750"/>
              <a:ext cx="140225" cy="130775"/>
            </a:xfrm>
            <a:custGeom>
              <a:avLst/>
              <a:gdLst/>
              <a:ahLst/>
              <a:cxnLst/>
              <a:rect l="l" t="t" r="r" b="b"/>
              <a:pathLst>
                <a:path w="5609" h="5231" extrusionOk="0">
                  <a:moveTo>
                    <a:pt x="1" y="1"/>
                  </a:moveTo>
                  <a:lnTo>
                    <a:pt x="1" y="4884"/>
                  </a:lnTo>
                  <a:cubicBezTo>
                    <a:pt x="1" y="5073"/>
                    <a:pt x="158" y="5231"/>
                    <a:pt x="347" y="5231"/>
                  </a:cubicBezTo>
                  <a:lnTo>
                    <a:pt x="5488" y="5231"/>
                  </a:lnTo>
                  <a:cubicBezTo>
                    <a:pt x="3370" y="5200"/>
                    <a:pt x="1668" y="3553"/>
                    <a:pt x="1513" y="1481"/>
                  </a:cubicBezTo>
                  <a:cubicBezTo>
                    <a:pt x="662" y="1481"/>
                    <a:pt x="1" y="820"/>
                    <a:pt x="1" y="1"/>
                  </a:cubicBezTo>
                  <a:close/>
                  <a:moveTo>
                    <a:pt x="5488" y="5231"/>
                  </a:moveTo>
                  <a:cubicBezTo>
                    <a:pt x="5508" y="5231"/>
                    <a:pt x="5528" y="5231"/>
                    <a:pt x="5548" y="5231"/>
                  </a:cubicBezTo>
                  <a:cubicBezTo>
                    <a:pt x="5568" y="5231"/>
                    <a:pt x="5589" y="5231"/>
                    <a:pt x="5609" y="523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85"/>
            <p:cNvSpPr/>
            <p:nvPr/>
          </p:nvSpPr>
          <p:spPr>
            <a:xfrm>
              <a:off x="-53616475" y="4088925"/>
              <a:ext cx="126050" cy="74850"/>
            </a:xfrm>
            <a:custGeom>
              <a:avLst/>
              <a:gdLst/>
              <a:ahLst/>
              <a:cxnLst/>
              <a:rect l="l" t="t" r="r" b="b"/>
              <a:pathLst>
                <a:path w="5042" h="2994" extrusionOk="0">
                  <a:moveTo>
                    <a:pt x="1" y="1"/>
                  </a:moveTo>
                  <a:lnTo>
                    <a:pt x="1" y="2994"/>
                  </a:lnTo>
                  <a:cubicBezTo>
                    <a:pt x="32" y="2175"/>
                    <a:pt x="694" y="1481"/>
                    <a:pt x="1513" y="1481"/>
                  </a:cubicBezTo>
                  <a:lnTo>
                    <a:pt x="2521" y="1481"/>
                  </a:lnTo>
                  <a:cubicBezTo>
                    <a:pt x="3561" y="1481"/>
                    <a:pt x="4569" y="914"/>
                    <a:pt x="50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85"/>
            <p:cNvSpPr/>
            <p:nvPr/>
          </p:nvSpPr>
          <p:spPr>
            <a:xfrm>
              <a:off x="-53475475" y="4163750"/>
              <a:ext cx="139425" cy="130775"/>
            </a:xfrm>
            <a:custGeom>
              <a:avLst/>
              <a:gdLst/>
              <a:ahLst/>
              <a:cxnLst/>
              <a:rect l="l" t="t" r="r" b="b"/>
              <a:pathLst>
                <a:path w="5577" h="5231" extrusionOk="0">
                  <a:moveTo>
                    <a:pt x="5577" y="1"/>
                  </a:moveTo>
                  <a:cubicBezTo>
                    <a:pt x="5577" y="820"/>
                    <a:pt x="4915" y="1481"/>
                    <a:pt x="4064" y="1481"/>
                  </a:cubicBezTo>
                  <a:cubicBezTo>
                    <a:pt x="3875" y="3592"/>
                    <a:pt x="2111" y="5231"/>
                    <a:pt x="0" y="5231"/>
                  </a:cubicBezTo>
                  <a:lnTo>
                    <a:pt x="5230" y="5231"/>
                  </a:lnTo>
                  <a:cubicBezTo>
                    <a:pt x="5419" y="5231"/>
                    <a:pt x="5577" y="5073"/>
                    <a:pt x="5577" y="4884"/>
                  </a:cubicBezTo>
                  <a:lnTo>
                    <a:pt x="55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85"/>
            <p:cNvSpPr/>
            <p:nvPr/>
          </p:nvSpPr>
          <p:spPr>
            <a:xfrm>
              <a:off x="-53559750" y="4100750"/>
              <a:ext cx="167775" cy="174875"/>
            </a:xfrm>
            <a:custGeom>
              <a:avLst/>
              <a:gdLst/>
              <a:ahLst/>
              <a:cxnLst/>
              <a:rect l="l" t="t" r="r" b="b"/>
              <a:pathLst>
                <a:path w="6711" h="6995" extrusionOk="0">
                  <a:moveTo>
                    <a:pt x="1859" y="2521"/>
                  </a:moveTo>
                  <a:cubicBezTo>
                    <a:pt x="2048" y="2521"/>
                    <a:pt x="2206" y="2678"/>
                    <a:pt x="2206" y="2867"/>
                  </a:cubicBezTo>
                  <a:cubicBezTo>
                    <a:pt x="2206" y="3056"/>
                    <a:pt x="2048" y="3214"/>
                    <a:pt x="1859" y="3214"/>
                  </a:cubicBezTo>
                  <a:cubicBezTo>
                    <a:pt x="1670" y="3214"/>
                    <a:pt x="1512" y="3056"/>
                    <a:pt x="1512" y="2867"/>
                  </a:cubicBezTo>
                  <a:cubicBezTo>
                    <a:pt x="1512" y="2710"/>
                    <a:pt x="1670" y="2521"/>
                    <a:pt x="1859" y="2521"/>
                  </a:cubicBezTo>
                  <a:close/>
                  <a:moveTo>
                    <a:pt x="4852" y="2521"/>
                  </a:moveTo>
                  <a:cubicBezTo>
                    <a:pt x="5041" y="2521"/>
                    <a:pt x="5199" y="2678"/>
                    <a:pt x="5199" y="2867"/>
                  </a:cubicBezTo>
                  <a:cubicBezTo>
                    <a:pt x="5199" y="3056"/>
                    <a:pt x="5041" y="3214"/>
                    <a:pt x="4852" y="3214"/>
                  </a:cubicBezTo>
                  <a:cubicBezTo>
                    <a:pt x="4663" y="3214"/>
                    <a:pt x="4505" y="3056"/>
                    <a:pt x="4505" y="2867"/>
                  </a:cubicBezTo>
                  <a:cubicBezTo>
                    <a:pt x="4505" y="2710"/>
                    <a:pt x="4663" y="2521"/>
                    <a:pt x="4852" y="2521"/>
                  </a:cubicBezTo>
                  <a:close/>
                  <a:moveTo>
                    <a:pt x="4407" y="4324"/>
                  </a:moveTo>
                  <a:cubicBezTo>
                    <a:pt x="4505" y="4324"/>
                    <a:pt x="4600" y="4364"/>
                    <a:pt x="4663" y="4443"/>
                  </a:cubicBezTo>
                  <a:cubicBezTo>
                    <a:pt x="4820" y="4600"/>
                    <a:pt x="4820" y="4852"/>
                    <a:pt x="4663" y="4947"/>
                  </a:cubicBezTo>
                  <a:cubicBezTo>
                    <a:pt x="4285" y="5325"/>
                    <a:pt x="3812" y="5514"/>
                    <a:pt x="3340" y="5514"/>
                  </a:cubicBezTo>
                  <a:cubicBezTo>
                    <a:pt x="2836" y="5514"/>
                    <a:pt x="2363" y="5325"/>
                    <a:pt x="2017" y="4947"/>
                  </a:cubicBezTo>
                  <a:cubicBezTo>
                    <a:pt x="1859" y="4789"/>
                    <a:pt x="1859" y="4569"/>
                    <a:pt x="2017" y="4443"/>
                  </a:cubicBezTo>
                  <a:cubicBezTo>
                    <a:pt x="2095" y="4380"/>
                    <a:pt x="2190" y="4348"/>
                    <a:pt x="2284" y="4348"/>
                  </a:cubicBezTo>
                  <a:cubicBezTo>
                    <a:pt x="2379" y="4348"/>
                    <a:pt x="2473" y="4380"/>
                    <a:pt x="2552" y="4443"/>
                  </a:cubicBezTo>
                  <a:cubicBezTo>
                    <a:pt x="2773" y="4663"/>
                    <a:pt x="3064" y="4773"/>
                    <a:pt x="3352" y="4773"/>
                  </a:cubicBezTo>
                  <a:cubicBezTo>
                    <a:pt x="3639" y="4773"/>
                    <a:pt x="3923" y="4663"/>
                    <a:pt x="4127" y="4443"/>
                  </a:cubicBezTo>
                  <a:cubicBezTo>
                    <a:pt x="4206" y="4364"/>
                    <a:pt x="4309" y="4324"/>
                    <a:pt x="4407" y="4324"/>
                  </a:cubicBezTo>
                  <a:close/>
                  <a:moveTo>
                    <a:pt x="3340" y="0"/>
                  </a:moveTo>
                  <a:cubicBezTo>
                    <a:pt x="2678" y="1072"/>
                    <a:pt x="1544" y="1765"/>
                    <a:pt x="252" y="1765"/>
                  </a:cubicBezTo>
                  <a:lnTo>
                    <a:pt x="0" y="1765"/>
                  </a:lnTo>
                  <a:lnTo>
                    <a:pt x="0" y="3623"/>
                  </a:lnTo>
                  <a:cubicBezTo>
                    <a:pt x="0" y="5482"/>
                    <a:pt x="1512" y="6994"/>
                    <a:pt x="3340" y="6994"/>
                  </a:cubicBezTo>
                  <a:cubicBezTo>
                    <a:pt x="5199" y="6994"/>
                    <a:pt x="6711" y="5482"/>
                    <a:pt x="6711" y="3623"/>
                  </a:cubicBezTo>
                  <a:lnTo>
                    <a:pt x="6711" y="1765"/>
                  </a:lnTo>
                  <a:lnTo>
                    <a:pt x="6459" y="1765"/>
                  </a:lnTo>
                  <a:cubicBezTo>
                    <a:pt x="5167" y="1765"/>
                    <a:pt x="4033" y="1103"/>
                    <a:pt x="33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85"/>
            <p:cNvSpPr/>
            <p:nvPr/>
          </p:nvSpPr>
          <p:spPr>
            <a:xfrm>
              <a:off x="-53373875" y="4144850"/>
              <a:ext cx="18925" cy="37825"/>
            </a:xfrm>
            <a:custGeom>
              <a:avLst/>
              <a:gdLst/>
              <a:ahLst/>
              <a:cxnLst/>
              <a:rect l="l" t="t" r="r" b="b"/>
              <a:pathLst>
                <a:path w="757" h="1513" extrusionOk="0">
                  <a:moveTo>
                    <a:pt x="0" y="1"/>
                  </a:moveTo>
                  <a:lnTo>
                    <a:pt x="0" y="1513"/>
                  </a:lnTo>
                  <a:cubicBezTo>
                    <a:pt x="410" y="1513"/>
                    <a:pt x="757" y="1135"/>
                    <a:pt x="757" y="757"/>
                  </a:cubicBezTo>
                  <a:cubicBezTo>
                    <a:pt x="757" y="347"/>
                    <a:pt x="441" y="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85"/>
            <p:cNvSpPr/>
            <p:nvPr/>
          </p:nvSpPr>
          <p:spPr>
            <a:xfrm>
              <a:off x="-53596775" y="4144850"/>
              <a:ext cx="18125" cy="37825"/>
            </a:xfrm>
            <a:custGeom>
              <a:avLst/>
              <a:gdLst/>
              <a:ahLst/>
              <a:cxnLst/>
              <a:rect l="l" t="t" r="r" b="b"/>
              <a:pathLst>
                <a:path w="725" h="1513" extrusionOk="0">
                  <a:moveTo>
                    <a:pt x="725" y="1"/>
                  </a:moveTo>
                  <a:cubicBezTo>
                    <a:pt x="347" y="1"/>
                    <a:pt x="1" y="347"/>
                    <a:pt x="1" y="757"/>
                  </a:cubicBezTo>
                  <a:cubicBezTo>
                    <a:pt x="1" y="1135"/>
                    <a:pt x="347" y="1513"/>
                    <a:pt x="725" y="1513"/>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85"/>
            <p:cNvSpPr/>
            <p:nvPr/>
          </p:nvSpPr>
          <p:spPr>
            <a:xfrm>
              <a:off x="-53461300" y="4088925"/>
              <a:ext cx="125250" cy="74850"/>
            </a:xfrm>
            <a:custGeom>
              <a:avLst/>
              <a:gdLst/>
              <a:ahLst/>
              <a:cxnLst/>
              <a:rect l="l" t="t" r="r" b="b"/>
              <a:pathLst>
                <a:path w="5010" h="2994" extrusionOk="0">
                  <a:moveTo>
                    <a:pt x="0" y="1"/>
                  </a:moveTo>
                  <a:cubicBezTo>
                    <a:pt x="504" y="914"/>
                    <a:pt x="1450" y="1481"/>
                    <a:pt x="2521" y="1481"/>
                  </a:cubicBezTo>
                  <a:lnTo>
                    <a:pt x="3497" y="1481"/>
                  </a:lnTo>
                  <a:cubicBezTo>
                    <a:pt x="4348" y="1481"/>
                    <a:pt x="5010" y="2175"/>
                    <a:pt x="5010" y="2994"/>
                  </a:cubicBezTo>
                  <a:lnTo>
                    <a:pt x="501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1" name="Google Shape;6311;p85"/>
          <p:cNvGrpSpPr/>
          <p:nvPr/>
        </p:nvGrpSpPr>
        <p:grpSpPr>
          <a:xfrm>
            <a:off x="7965050" y="3208415"/>
            <a:ext cx="314662" cy="358436"/>
            <a:chOff x="-52023900" y="3590075"/>
            <a:chExt cx="279625" cy="318525"/>
          </a:xfrm>
        </p:grpSpPr>
        <p:sp>
          <p:nvSpPr>
            <p:cNvPr id="6312" name="Google Shape;6312;p85"/>
            <p:cNvSpPr/>
            <p:nvPr/>
          </p:nvSpPr>
          <p:spPr>
            <a:xfrm>
              <a:off x="-52005000" y="3611625"/>
              <a:ext cx="92175" cy="92175"/>
            </a:xfrm>
            <a:custGeom>
              <a:avLst/>
              <a:gdLst/>
              <a:ahLst/>
              <a:cxnLst/>
              <a:rect l="l" t="t" r="r" b="b"/>
              <a:pathLst>
                <a:path w="3687" h="3687" extrusionOk="0">
                  <a:moveTo>
                    <a:pt x="1104" y="1"/>
                  </a:moveTo>
                  <a:cubicBezTo>
                    <a:pt x="474" y="1"/>
                    <a:pt x="1" y="505"/>
                    <a:pt x="1" y="1104"/>
                  </a:cubicBezTo>
                  <a:cubicBezTo>
                    <a:pt x="1" y="1419"/>
                    <a:pt x="127" y="1576"/>
                    <a:pt x="285" y="1828"/>
                  </a:cubicBezTo>
                  <a:cubicBezTo>
                    <a:pt x="127" y="2112"/>
                    <a:pt x="1" y="2269"/>
                    <a:pt x="1" y="2584"/>
                  </a:cubicBezTo>
                  <a:cubicBezTo>
                    <a:pt x="1" y="3214"/>
                    <a:pt x="505" y="3687"/>
                    <a:pt x="1104" y="3687"/>
                  </a:cubicBezTo>
                  <a:cubicBezTo>
                    <a:pt x="1734" y="3655"/>
                    <a:pt x="2238" y="3183"/>
                    <a:pt x="2238" y="2553"/>
                  </a:cubicBezTo>
                  <a:lnTo>
                    <a:pt x="2238" y="2206"/>
                  </a:lnTo>
                  <a:lnTo>
                    <a:pt x="2584" y="2206"/>
                  </a:lnTo>
                  <a:cubicBezTo>
                    <a:pt x="3214" y="2206"/>
                    <a:pt x="3687" y="1671"/>
                    <a:pt x="3687" y="1104"/>
                  </a:cubicBezTo>
                  <a:cubicBezTo>
                    <a:pt x="3687" y="505"/>
                    <a:pt x="3183" y="1"/>
                    <a:pt x="2584" y="1"/>
                  </a:cubicBezTo>
                  <a:cubicBezTo>
                    <a:pt x="2269" y="1"/>
                    <a:pt x="2112" y="95"/>
                    <a:pt x="1860" y="253"/>
                  </a:cubicBezTo>
                  <a:cubicBezTo>
                    <a:pt x="1576" y="95"/>
                    <a:pt x="1419"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85"/>
            <p:cNvSpPr/>
            <p:nvPr/>
          </p:nvSpPr>
          <p:spPr>
            <a:xfrm>
              <a:off x="-51894725" y="3614000"/>
              <a:ext cx="121325" cy="106350"/>
            </a:xfrm>
            <a:custGeom>
              <a:avLst/>
              <a:gdLst/>
              <a:ahLst/>
              <a:cxnLst/>
              <a:rect l="l" t="t" r="r" b="b"/>
              <a:pathLst>
                <a:path w="4853" h="4254" extrusionOk="0">
                  <a:moveTo>
                    <a:pt x="1576" y="0"/>
                  </a:moveTo>
                  <a:lnTo>
                    <a:pt x="1" y="441"/>
                  </a:lnTo>
                  <a:cubicBezTo>
                    <a:pt x="32" y="567"/>
                    <a:pt x="32" y="725"/>
                    <a:pt x="64" y="851"/>
                  </a:cubicBezTo>
                  <a:lnTo>
                    <a:pt x="64" y="914"/>
                  </a:lnTo>
                  <a:cubicBezTo>
                    <a:pt x="473" y="2836"/>
                    <a:pt x="2206" y="4254"/>
                    <a:pt x="4159" y="4254"/>
                  </a:cubicBezTo>
                  <a:lnTo>
                    <a:pt x="4600" y="4254"/>
                  </a:lnTo>
                  <a:lnTo>
                    <a:pt x="4852" y="2678"/>
                  </a:lnTo>
                  <a:lnTo>
                    <a:pt x="4852" y="2678"/>
                  </a:lnTo>
                  <a:cubicBezTo>
                    <a:pt x="4632" y="2741"/>
                    <a:pt x="4411" y="2773"/>
                    <a:pt x="4159" y="2773"/>
                  </a:cubicBezTo>
                  <a:cubicBezTo>
                    <a:pt x="4131" y="2774"/>
                    <a:pt x="4103" y="2774"/>
                    <a:pt x="4076" y="2774"/>
                  </a:cubicBezTo>
                  <a:cubicBezTo>
                    <a:pt x="3164" y="2774"/>
                    <a:pt x="2350" y="2276"/>
                    <a:pt x="1891" y="1481"/>
                  </a:cubicBezTo>
                  <a:cubicBezTo>
                    <a:pt x="1639" y="1009"/>
                    <a:pt x="1544" y="536"/>
                    <a:pt x="15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85"/>
            <p:cNvSpPr/>
            <p:nvPr/>
          </p:nvSpPr>
          <p:spPr>
            <a:xfrm>
              <a:off x="-51838000" y="3590075"/>
              <a:ext cx="76400" cy="74350"/>
            </a:xfrm>
            <a:custGeom>
              <a:avLst/>
              <a:gdLst/>
              <a:ahLst/>
              <a:cxnLst/>
              <a:rect l="l" t="t" r="r" b="b"/>
              <a:pathLst>
                <a:path w="3056" h="2974" extrusionOk="0">
                  <a:moveTo>
                    <a:pt x="2615" y="0"/>
                  </a:moveTo>
                  <a:cubicBezTo>
                    <a:pt x="2583" y="0"/>
                    <a:pt x="2552" y="4"/>
                    <a:pt x="2520" y="12"/>
                  </a:cubicBezTo>
                  <a:lnTo>
                    <a:pt x="95" y="737"/>
                  </a:lnTo>
                  <a:cubicBezTo>
                    <a:pt x="0" y="1209"/>
                    <a:pt x="63" y="1650"/>
                    <a:pt x="284" y="2029"/>
                  </a:cubicBezTo>
                  <a:cubicBezTo>
                    <a:pt x="599" y="2627"/>
                    <a:pt x="1229" y="2974"/>
                    <a:pt x="1890" y="2974"/>
                  </a:cubicBezTo>
                  <a:cubicBezTo>
                    <a:pt x="2174" y="2974"/>
                    <a:pt x="2457" y="2911"/>
                    <a:pt x="2678" y="2785"/>
                  </a:cubicBezTo>
                  <a:lnTo>
                    <a:pt x="3056" y="422"/>
                  </a:lnTo>
                  <a:cubicBezTo>
                    <a:pt x="3056" y="296"/>
                    <a:pt x="2993" y="170"/>
                    <a:pt x="2930" y="107"/>
                  </a:cubicBezTo>
                  <a:cubicBezTo>
                    <a:pt x="2812" y="36"/>
                    <a:pt x="2711" y="0"/>
                    <a:pt x="2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85"/>
            <p:cNvSpPr/>
            <p:nvPr/>
          </p:nvSpPr>
          <p:spPr>
            <a:xfrm>
              <a:off x="-51988450" y="3666775"/>
              <a:ext cx="204800" cy="241825"/>
            </a:xfrm>
            <a:custGeom>
              <a:avLst/>
              <a:gdLst/>
              <a:ahLst/>
              <a:cxnLst/>
              <a:rect l="l" t="t" r="r" b="b"/>
              <a:pathLst>
                <a:path w="8192" h="9673" extrusionOk="0">
                  <a:moveTo>
                    <a:pt x="2678" y="3718"/>
                  </a:moveTo>
                  <a:cubicBezTo>
                    <a:pt x="2868" y="3718"/>
                    <a:pt x="3025" y="3875"/>
                    <a:pt x="3025" y="4096"/>
                  </a:cubicBezTo>
                  <a:cubicBezTo>
                    <a:pt x="3025" y="4285"/>
                    <a:pt x="2868" y="4442"/>
                    <a:pt x="2678" y="4442"/>
                  </a:cubicBezTo>
                  <a:cubicBezTo>
                    <a:pt x="2489" y="4442"/>
                    <a:pt x="2332" y="4285"/>
                    <a:pt x="2332" y="4096"/>
                  </a:cubicBezTo>
                  <a:cubicBezTo>
                    <a:pt x="2332" y="3875"/>
                    <a:pt x="2489" y="3718"/>
                    <a:pt x="2678" y="3718"/>
                  </a:cubicBezTo>
                  <a:close/>
                  <a:moveTo>
                    <a:pt x="5671" y="3781"/>
                  </a:moveTo>
                  <a:cubicBezTo>
                    <a:pt x="5860" y="3781"/>
                    <a:pt x="6018" y="3938"/>
                    <a:pt x="6018" y="4127"/>
                  </a:cubicBezTo>
                  <a:cubicBezTo>
                    <a:pt x="6018" y="4316"/>
                    <a:pt x="5860" y="4474"/>
                    <a:pt x="5671" y="4474"/>
                  </a:cubicBezTo>
                  <a:cubicBezTo>
                    <a:pt x="5482" y="4474"/>
                    <a:pt x="5325" y="4316"/>
                    <a:pt x="5325" y="4127"/>
                  </a:cubicBezTo>
                  <a:cubicBezTo>
                    <a:pt x="5325" y="3938"/>
                    <a:pt x="5482" y="3781"/>
                    <a:pt x="5671" y="3781"/>
                  </a:cubicBezTo>
                  <a:close/>
                  <a:moveTo>
                    <a:pt x="4191" y="4474"/>
                  </a:moveTo>
                  <a:cubicBezTo>
                    <a:pt x="4821" y="4474"/>
                    <a:pt x="5293" y="4978"/>
                    <a:pt x="5293" y="5577"/>
                  </a:cubicBezTo>
                  <a:cubicBezTo>
                    <a:pt x="5293" y="6207"/>
                    <a:pt x="4758" y="6679"/>
                    <a:pt x="4191" y="6679"/>
                  </a:cubicBezTo>
                  <a:cubicBezTo>
                    <a:pt x="3561" y="6679"/>
                    <a:pt x="3088" y="6175"/>
                    <a:pt x="3088" y="5577"/>
                  </a:cubicBezTo>
                  <a:cubicBezTo>
                    <a:pt x="3088" y="4946"/>
                    <a:pt x="3561" y="4474"/>
                    <a:pt x="4191" y="4474"/>
                  </a:cubicBezTo>
                  <a:close/>
                  <a:moveTo>
                    <a:pt x="5195" y="7034"/>
                  </a:moveTo>
                  <a:cubicBezTo>
                    <a:pt x="5293" y="7034"/>
                    <a:pt x="5388" y="7073"/>
                    <a:pt x="5451" y="7152"/>
                  </a:cubicBezTo>
                  <a:cubicBezTo>
                    <a:pt x="5640" y="7278"/>
                    <a:pt x="5640" y="7498"/>
                    <a:pt x="5482" y="7656"/>
                  </a:cubicBezTo>
                  <a:cubicBezTo>
                    <a:pt x="5136" y="8002"/>
                    <a:pt x="4663" y="8223"/>
                    <a:pt x="4128" y="8223"/>
                  </a:cubicBezTo>
                  <a:cubicBezTo>
                    <a:pt x="3624" y="8223"/>
                    <a:pt x="3151" y="8002"/>
                    <a:pt x="2836" y="7656"/>
                  </a:cubicBezTo>
                  <a:cubicBezTo>
                    <a:pt x="2678" y="7498"/>
                    <a:pt x="2678" y="7278"/>
                    <a:pt x="2836" y="7152"/>
                  </a:cubicBezTo>
                  <a:cubicBezTo>
                    <a:pt x="2915" y="7073"/>
                    <a:pt x="3017" y="7034"/>
                    <a:pt x="3112" y="7034"/>
                  </a:cubicBezTo>
                  <a:cubicBezTo>
                    <a:pt x="3206" y="7034"/>
                    <a:pt x="3293" y="7073"/>
                    <a:pt x="3340" y="7152"/>
                  </a:cubicBezTo>
                  <a:cubicBezTo>
                    <a:pt x="3561" y="7372"/>
                    <a:pt x="3852" y="7483"/>
                    <a:pt x="4140" y="7483"/>
                  </a:cubicBezTo>
                  <a:cubicBezTo>
                    <a:pt x="4427" y="7483"/>
                    <a:pt x="4711" y="7372"/>
                    <a:pt x="4915" y="7152"/>
                  </a:cubicBezTo>
                  <a:cubicBezTo>
                    <a:pt x="4994" y="7073"/>
                    <a:pt x="5097" y="7034"/>
                    <a:pt x="5195" y="7034"/>
                  </a:cubicBezTo>
                  <a:close/>
                  <a:moveTo>
                    <a:pt x="3403" y="0"/>
                  </a:moveTo>
                  <a:cubicBezTo>
                    <a:pt x="3120" y="347"/>
                    <a:pt x="2710" y="567"/>
                    <a:pt x="2237" y="693"/>
                  </a:cubicBezTo>
                  <a:cubicBezTo>
                    <a:pt x="2080" y="1575"/>
                    <a:pt x="1355" y="2237"/>
                    <a:pt x="410" y="2237"/>
                  </a:cubicBezTo>
                  <a:cubicBezTo>
                    <a:pt x="284" y="2237"/>
                    <a:pt x="158" y="2237"/>
                    <a:pt x="32" y="2174"/>
                  </a:cubicBezTo>
                  <a:cubicBezTo>
                    <a:pt x="32" y="2300"/>
                    <a:pt x="1" y="2458"/>
                    <a:pt x="1" y="2584"/>
                  </a:cubicBezTo>
                  <a:lnTo>
                    <a:pt x="1" y="5577"/>
                  </a:lnTo>
                  <a:cubicBezTo>
                    <a:pt x="1" y="7813"/>
                    <a:pt x="1859" y="9672"/>
                    <a:pt x="4096" y="9672"/>
                  </a:cubicBezTo>
                  <a:cubicBezTo>
                    <a:pt x="6333" y="9672"/>
                    <a:pt x="8192" y="7813"/>
                    <a:pt x="8192" y="5577"/>
                  </a:cubicBezTo>
                  <a:lnTo>
                    <a:pt x="8192" y="2930"/>
                  </a:lnTo>
                  <a:lnTo>
                    <a:pt x="7845" y="2930"/>
                  </a:lnTo>
                  <a:cubicBezTo>
                    <a:pt x="5924" y="2930"/>
                    <a:pt x="4191" y="1764"/>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85"/>
            <p:cNvSpPr/>
            <p:nvPr/>
          </p:nvSpPr>
          <p:spPr>
            <a:xfrm>
              <a:off x="-51893150" y="3797500"/>
              <a:ext cx="18150" cy="17375"/>
            </a:xfrm>
            <a:custGeom>
              <a:avLst/>
              <a:gdLst/>
              <a:ahLst/>
              <a:cxnLst/>
              <a:rect l="l" t="t" r="r" b="b"/>
              <a:pathLst>
                <a:path w="726" h="695" extrusionOk="0">
                  <a:moveTo>
                    <a:pt x="379" y="1"/>
                  </a:moveTo>
                  <a:cubicBezTo>
                    <a:pt x="190" y="1"/>
                    <a:pt x="1" y="159"/>
                    <a:pt x="1" y="348"/>
                  </a:cubicBezTo>
                  <a:cubicBezTo>
                    <a:pt x="1" y="537"/>
                    <a:pt x="190" y="694"/>
                    <a:pt x="379" y="694"/>
                  </a:cubicBezTo>
                  <a:cubicBezTo>
                    <a:pt x="568" y="694"/>
                    <a:pt x="725" y="537"/>
                    <a:pt x="725" y="348"/>
                  </a:cubicBezTo>
                  <a:cubicBezTo>
                    <a:pt x="725" y="159"/>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85"/>
            <p:cNvSpPr/>
            <p:nvPr/>
          </p:nvSpPr>
          <p:spPr>
            <a:xfrm>
              <a:off x="-51763200"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85"/>
            <p:cNvSpPr/>
            <p:nvPr/>
          </p:nvSpPr>
          <p:spPr>
            <a:xfrm>
              <a:off x="-52023900" y="374632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9" name="Google Shape;6319;p85"/>
          <p:cNvGrpSpPr/>
          <p:nvPr/>
        </p:nvGrpSpPr>
        <p:grpSpPr>
          <a:xfrm>
            <a:off x="5728292" y="1376934"/>
            <a:ext cx="358971" cy="358971"/>
            <a:chOff x="-57173375" y="3198925"/>
            <a:chExt cx="319000" cy="319000"/>
          </a:xfrm>
        </p:grpSpPr>
        <p:sp>
          <p:nvSpPr>
            <p:cNvPr id="6320" name="Google Shape;6320;p85"/>
            <p:cNvSpPr/>
            <p:nvPr/>
          </p:nvSpPr>
          <p:spPr>
            <a:xfrm>
              <a:off x="-57120600" y="3237525"/>
              <a:ext cx="204800" cy="92825"/>
            </a:xfrm>
            <a:custGeom>
              <a:avLst/>
              <a:gdLst/>
              <a:ahLst/>
              <a:cxnLst/>
              <a:rect l="l" t="t" r="r" b="b"/>
              <a:pathLst>
                <a:path w="8192" h="3713" extrusionOk="0">
                  <a:moveTo>
                    <a:pt x="4096" y="0"/>
                  </a:moveTo>
                  <a:cubicBezTo>
                    <a:pt x="1954" y="0"/>
                    <a:pt x="189" y="1607"/>
                    <a:pt x="0" y="3686"/>
                  </a:cubicBezTo>
                  <a:cubicBezTo>
                    <a:pt x="81" y="3690"/>
                    <a:pt x="163" y="3692"/>
                    <a:pt x="245" y="3692"/>
                  </a:cubicBezTo>
                  <a:cubicBezTo>
                    <a:pt x="868" y="3692"/>
                    <a:pt x="1523" y="3579"/>
                    <a:pt x="2080" y="3245"/>
                  </a:cubicBezTo>
                  <a:cubicBezTo>
                    <a:pt x="2111" y="3182"/>
                    <a:pt x="2174" y="3056"/>
                    <a:pt x="2206" y="2993"/>
                  </a:cubicBezTo>
                  <a:cubicBezTo>
                    <a:pt x="2017" y="2615"/>
                    <a:pt x="1954" y="2237"/>
                    <a:pt x="2206" y="1890"/>
                  </a:cubicBezTo>
                  <a:cubicBezTo>
                    <a:pt x="2395" y="1512"/>
                    <a:pt x="2741" y="1323"/>
                    <a:pt x="3151" y="1323"/>
                  </a:cubicBezTo>
                  <a:cubicBezTo>
                    <a:pt x="3340" y="977"/>
                    <a:pt x="3686" y="725"/>
                    <a:pt x="4096" y="725"/>
                  </a:cubicBezTo>
                  <a:cubicBezTo>
                    <a:pt x="4474" y="725"/>
                    <a:pt x="4884" y="977"/>
                    <a:pt x="5041" y="1323"/>
                  </a:cubicBezTo>
                  <a:cubicBezTo>
                    <a:pt x="5419" y="1323"/>
                    <a:pt x="5829" y="1512"/>
                    <a:pt x="6018" y="1890"/>
                  </a:cubicBezTo>
                  <a:cubicBezTo>
                    <a:pt x="6207" y="2237"/>
                    <a:pt x="6207" y="2678"/>
                    <a:pt x="6018" y="2993"/>
                  </a:cubicBezTo>
                  <a:cubicBezTo>
                    <a:pt x="6049" y="3056"/>
                    <a:pt x="6112" y="3182"/>
                    <a:pt x="6144" y="3245"/>
                  </a:cubicBezTo>
                  <a:cubicBezTo>
                    <a:pt x="6654" y="3551"/>
                    <a:pt x="7206" y="3713"/>
                    <a:pt x="7783" y="3713"/>
                  </a:cubicBezTo>
                  <a:cubicBezTo>
                    <a:pt x="7918" y="3713"/>
                    <a:pt x="8054" y="3704"/>
                    <a:pt x="8192" y="3686"/>
                  </a:cubicBezTo>
                  <a:cubicBezTo>
                    <a:pt x="8003" y="1607"/>
                    <a:pt x="6207"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85"/>
            <p:cNvSpPr/>
            <p:nvPr/>
          </p:nvSpPr>
          <p:spPr>
            <a:xfrm>
              <a:off x="-57053650" y="3273750"/>
              <a:ext cx="70100" cy="74850"/>
            </a:xfrm>
            <a:custGeom>
              <a:avLst/>
              <a:gdLst/>
              <a:ahLst/>
              <a:cxnLst/>
              <a:rect l="l" t="t" r="r" b="b"/>
              <a:pathLst>
                <a:path w="2804" h="2994" extrusionOk="0">
                  <a:moveTo>
                    <a:pt x="1418" y="1166"/>
                  </a:moveTo>
                  <a:cubicBezTo>
                    <a:pt x="1607" y="1166"/>
                    <a:pt x="1765" y="1323"/>
                    <a:pt x="1765" y="1544"/>
                  </a:cubicBezTo>
                  <a:cubicBezTo>
                    <a:pt x="1765" y="1733"/>
                    <a:pt x="1638" y="1891"/>
                    <a:pt x="1418" y="1891"/>
                  </a:cubicBezTo>
                  <a:cubicBezTo>
                    <a:pt x="1229" y="1891"/>
                    <a:pt x="1071" y="1733"/>
                    <a:pt x="1071" y="1544"/>
                  </a:cubicBezTo>
                  <a:cubicBezTo>
                    <a:pt x="1071" y="1323"/>
                    <a:pt x="1229" y="1166"/>
                    <a:pt x="1418" y="1166"/>
                  </a:cubicBezTo>
                  <a:close/>
                  <a:moveTo>
                    <a:pt x="1418" y="0"/>
                  </a:moveTo>
                  <a:cubicBezTo>
                    <a:pt x="1260" y="0"/>
                    <a:pt x="1103" y="126"/>
                    <a:pt x="1071" y="315"/>
                  </a:cubicBezTo>
                  <a:cubicBezTo>
                    <a:pt x="1019" y="497"/>
                    <a:pt x="860" y="615"/>
                    <a:pt x="664" y="615"/>
                  </a:cubicBezTo>
                  <a:cubicBezTo>
                    <a:pt x="623" y="615"/>
                    <a:pt x="580" y="610"/>
                    <a:pt x="536" y="599"/>
                  </a:cubicBezTo>
                  <a:cubicBezTo>
                    <a:pt x="492" y="573"/>
                    <a:pt x="447" y="561"/>
                    <a:pt x="402" y="561"/>
                  </a:cubicBezTo>
                  <a:cubicBezTo>
                    <a:pt x="284" y="561"/>
                    <a:pt x="172" y="642"/>
                    <a:pt x="126" y="756"/>
                  </a:cubicBezTo>
                  <a:cubicBezTo>
                    <a:pt x="32" y="914"/>
                    <a:pt x="63" y="1103"/>
                    <a:pt x="189" y="1197"/>
                  </a:cubicBezTo>
                  <a:cubicBezTo>
                    <a:pt x="347" y="1387"/>
                    <a:pt x="347" y="1639"/>
                    <a:pt x="189" y="1765"/>
                  </a:cubicBezTo>
                  <a:cubicBezTo>
                    <a:pt x="32" y="1891"/>
                    <a:pt x="0" y="2080"/>
                    <a:pt x="126" y="2237"/>
                  </a:cubicBezTo>
                  <a:cubicBezTo>
                    <a:pt x="175" y="2359"/>
                    <a:pt x="300" y="2406"/>
                    <a:pt x="427" y="2406"/>
                  </a:cubicBezTo>
                  <a:cubicBezTo>
                    <a:pt x="463" y="2406"/>
                    <a:pt x="500" y="2402"/>
                    <a:pt x="536" y="2395"/>
                  </a:cubicBezTo>
                  <a:cubicBezTo>
                    <a:pt x="580" y="2382"/>
                    <a:pt x="624" y="2376"/>
                    <a:pt x="667" y="2376"/>
                  </a:cubicBezTo>
                  <a:cubicBezTo>
                    <a:pt x="840" y="2376"/>
                    <a:pt x="996" y="2477"/>
                    <a:pt x="1071" y="2678"/>
                  </a:cubicBezTo>
                  <a:cubicBezTo>
                    <a:pt x="1103" y="2867"/>
                    <a:pt x="1260" y="2993"/>
                    <a:pt x="1418" y="2993"/>
                  </a:cubicBezTo>
                  <a:cubicBezTo>
                    <a:pt x="1575" y="2993"/>
                    <a:pt x="1733" y="2867"/>
                    <a:pt x="1765" y="2678"/>
                  </a:cubicBezTo>
                  <a:cubicBezTo>
                    <a:pt x="1789" y="2483"/>
                    <a:pt x="1946" y="2363"/>
                    <a:pt x="2118" y="2363"/>
                  </a:cubicBezTo>
                  <a:cubicBezTo>
                    <a:pt x="2168" y="2363"/>
                    <a:pt x="2219" y="2373"/>
                    <a:pt x="2269" y="2395"/>
                  </a:cubicBezTo>
                  <a:cubicBezTo>
                    <a:pt x="2309" y="2411"/>
                    <a:pt x="2354" y="2419"/>
                    <a:pt x="2399" y="2419"/>
                  </a:cubicBezTo>
                  <a:cubicBezTo>
                    <a:pt x="2530" y="2419"/>
                    <a:pt x="2663" y="2354"/>
                    <a:pt x="2710" y="2237"/>
                  </a:cubicBezTo>
                  <a:cubicBezTo>
                    <a:pt x="2804" y="2080"/>
                    <a:pt x="2741" y="1891"/>
                    <a:pt x="2647" y="1765"/>
                  </a:cubicBezTo>
                  <a:cubicBezTo>
                    <a:pt x="2489" y="1607"/>
                    <a:pt x="2489" y="1323"/>
                    <a:pt x="2647" y="1197"/>
                  </a:cubicBezTo>
                  <a:cubicBezTo>
                    <a:pt x="2804" y="1103"/>
                    <a:pt x="2804" y="914"/>
                    <a:pt x="2710" y="756"/>
                  </a:cubicBezTo>
                  <a:cubicBezTo>
                    <a:pt x="2663" y="640"/>
                    <a:pt x="2530" y="575"/>
                    <a:pt x="2399" y="575"/>
                  </a:cubicBezTo>
                  <a:cubicBezTo>
                    <a:pt x="2354" y="575"/>
                    <a:pt x="2309" y="583"/>
                    <a:pt x="2269" y="599"/>
                  </a:cubicBezTo>
                  <a:cubicBezTo>
                    <a:pt x="2235" y="609"/>
                    <a:pt x="2202" y="613"/>
                    <a:pt x="2170" y="613"/>
                  </a:cubicBezTo>
                  <a:cubicBezTo>
                    <a:pt x="1992" y="613"/>
                    <a:pt x="1845" y="475"/>
                    <a:pt x="1765" y="315"/>
                  </a:cubicBezTo>
                  <a:cubicBezTo>
                    <a:pt x="1733" y="126"/>
                    <a:pt x="157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85"/>
            <p:cNvSpPr/>
            <p:nvPr/>
          </p:nvSpPr>
          <p:spPr>
            <a:xfrm>
              <a:off x="-57058375" y="3198925"/>
              <a:ext cx="82700" cy="26800"/>
            </a:xfrm>
            <a:custGeom>
              <a:avLst/>
              <a:gdLst/>
              <a:ahLst/>
              <a:cxnLst/>
              <a:rect l="l" t="t" r="r" b="b"/>
              <a:pathLst>
                <a:path w="3308" h="1072" extrusionOk="0">
                  <a:moveTo>
                    <a:pt x="1638" y="0"/>
                  </a:moveTo>
                  <a:cubicBezTo>
                    <a:pt x="882" y="0"/>
                    <a:pt x="252" y="441"/>
                    <a:pt x="0" y="1071"/>
                  </a:cubicBezTo>
                  <a:cubicBezTo>
                    <a:pt x="504" y="851"/>
                    <a:pt x="1040" y="756"/>
                    <a:pt x="1638" y="756"/>
                  </a:cubicBezTo>
                  <a:cubicBezTo>
                    <a:pt x="2206" y="756"/>
                    <a:pt x="2773" y="851"/>
                    <a:pt x="3308" y="1071"/>
                  </a:cubicBezTo>
                  <a:cubicBezTo>
                    <a:pt x="2993" y="441"/>
                    <a:pt x="2363" y="0"/>
                    <a:pt x="16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85"/>
            <p:cNvSpPr/>
            <p:nvPr/>
          </p:nvSpPr>
          <p:spPr>
            <a:xfrm>
              <a:off x="-57173375" y="3338325"/>
              <a:ext cx="319000" cy="179600"/>
            </a:xfrm>
            <a:custGeom>
              <a:avLst/>
              <a:gdLst/>
              <a:ahLst/>
              <a:cxnLst/>
              <a:rect l="l" t="t" r="r" b="b"/>
              <a:pathLst>
                <a:path w="12760" h="7184" extrusionOk="0">
                  <a:moveTo>
                    <a:pt x="4695" y="1198"/>
                  </a:moveTo>
                  <a:cubicBezTo>
                    <a:pt x="4915" y="1198"/>
                    <a:pt x="5073" y="1355"/>
                    <a:pt x="5073" y="1544"/>
                  </a:cubicBezTo>
                  <a:cubicBezTo>
                    <a:pt x="5073" y="1733"/>
                    <a:pt x="4915" y="1891"/>
                    <a:pt x="4695" y="1891"/>
                  </a:cubicBezTo>
                  <a:cubicBezTo>
                    <a:pt x="4506" y="1891"/>
                    <a:pt x="4348" y="1733"/>
                    <a:pt x="4348" y="1544"/>
                  </a:cubicBezTo>
                  <a:cubicBezTo>
                    <a:pt x="4348" y="1355"/>
                    <a:pt x="4506" y="1198"/>
                    <a:pt x="4695" y="1198"/>
                  </a:cubicBezTo>
                  <a:close/>
                  <a:moveTo>
                    <a:pt x="7688" y="1198"/>
                  </a:moveTo>
                  <a:cubicBezTo>
                    <a:pt x="7908" y="1198"/>
                    <a:pt x="8066" y="1355"/>
                    <a:pt x="8066" y="1544"/>
                  </a:cubicBezTo>
                  <a:cubicBezTo>
                    <a:pt x="8066" y="1733"/>
                    <a:pt x="7940" y="1891"/>
                    <a:pt x="7688" y="1891"/>
                  </a:cubicBezTo>
                  <a:cubicBezTo>
                    <a:pt x="7499" y="1891"/>
                    <a:pt x="7341" y="1733"/>
                    <a:pt x="7341" y="1544"/>
                  </a:cubicBezTo>
                  <a:cubicBezTo>
                    <a:pt x="7341" y="1355"/>
                    <a:pt x="7499" y="1198"/>
                    <a:pt x="7688" y="1198"/>
                  </a:cubicBezTo>
                  <a:close/>
                  <a:moveTo>
                    <a:pt x="946" y="2805"/>
                  </a:moveTo>
                  <a:cubicBezTo>
                    <a:pt x="1198" y="3151"/>
                    <a:pt x="1639" y="3403"/>
                    <a:pt x="2111" y="3403"/>
                  </a:cubicBezTo>
                  <a:cubicBezTo>
                    <a:pt x="2111" y="3844"/>
                    <a:pt x="1765" y="4128"/>
                    <a:pt x="1355" y="4128"/>
                  </a:cubicBezTo>
                  <a:cubicBezTo>
                    <a:pt x="977" y="4128"/>
                    <a:pt x="631" y="3781"/>
                    <a:pt x="631" y="3403"/>
                  </a:cubicBezTo>
                  <a:cubicBezTo>
                    <a:pt x="631" y="3151"/>
                    <a:pt x="725" y="2931"/>
                    <a:pt x="946" y="2805"/>
                  </a:cubicBezTo>
                  <a:close/>
                  <a:moveTo>
                    <a:pt x="11531" y="2805"/>
                  </a:moveTo>
                  <a:cubicBezTo>
                    <a:pt x="11720" y="2931"/>
                    <a:pt x="11846" y="3151"/>
                    <a:pt x="11846" y="3403"/>
                  </a:cubicBezTo>
                  <a:cubicBezTo>
                    <a:pt x="11846" y="3844"/>
                    <a:pt x="11531" y="4128"/>
                    <a:pt x="11090" y="4128"/>
                  </a:cubicBezTo>
                  <a:cubicBezTo>
                    <a:pt x="10681" y="4128"/>
                    <a:pt x="10334" y="3781"/>
                    <a:pt x="10334" y="3403"/>
                  </a:cubicBezTo>
                  <a:cubicBezTo>
                    <a:pt x="10807" y="3403"/>
                    <a:pt x="11248" y="3151"/>
                    <a:pt x="11531" y="2805"/>
                  </a:cubicBezTo>
                  <a:close/>
                  <a:moveTo>
                    <a:pt x="7302" y="3718"/>
                  </a:moveTo>
                  <a:cubicBezTo>
                    <a:pt x="7396" y="3718"/>
                    <a:pt x="7483" y="3750"/>
                    <a:pt x="7530" y="3813"/>
                  </a:cubicBezTo>
                  <a:cubicBezTo>
                    <a:pt x="7688" y="3939"/>
                    <a:pt x="7688" y="4191"/>
                    <a:pt x="7530" y="4348"/>
                  </a:cubicBezTo>
                  <a:cubicBezTo>
                    <a:pt x="7184" y="4695"/>
                    <a:pt x="6711" y="4884"/>
                    <a:pt x="6238" y="4884"/>
                  </a:cubicBezTo>
                  <a:cubicBezTo>
                    <a:pt x="5766" y="4884"/>
                    <a:pt x="5262" y="4695"/>
                    <a:pt x="4947" y="4348"/>
                  </a:cubicBezTo>
                  <a:cubicBezTo>
                    <a:pt x="4789" y="4191"/>
                    <a:pt x="4789" y="3939"/>
                    <a:pt x="4947" y="3813"/>
                  </a:cubicBezTo>
                  <a:cubicBezTo>
                    <a:pt x="5026" y="3750"/>
                    <a:pt x="5120" y="3718"/>
                    <a:pt x="5211" y="3718"/>
                  </a:cubicBezTo>
                  <a:cubicBezTo>
                    <a:pt x="5301" y="3718"/>
                    <a:pt x="5388" y="3750"/>
                    <a:pt x="5451" y="3813"/>
                  </a:cubicBezTo>
                  <a:cubicBezTo>
                    <a:pt x="5671" y="4033"/>
                    <a:pt x="5955" y="4144"/>
                    <a:pt x="6238" y="4144"/>
                  </a:cubicBezTo>
                  <a:cubicBezTo>
                    <a:pt x="6522" y="4144"/>
                    <a:pt x="6806" y="4033"/>
                    <a:pt x="7026" y="3813"/>
                  </a:cubicBezTo>
                  <a:cubicBezTo>
                    <a:pt x="7105" y="3750"/>
                    <a:pt x="7207" y="3718"/>
                    <a:pt x="7302" y="3718"/>
                  </a:cubicBezTo>
                  <a:close/>
                  <a:moveTo>
                    <a:pt x="4317" y="1"/>
                  </a:moveTo>
                  <a:cubicBezTo>
                    <a:pt x="3781" y="284"/>
                    <a:pt x="3119" y="410"/>
                    <a:pt x="2552" y="410"/>
                  </a:cubicBezTo>
                  <a:cubicBezTo>
                    <a:pt x="2426" y="410"/>
                    <a:pt x="2300" y="410"/>
                    <a:pt x="2206" y="379"/>
                  </a:cubicBezTo>
                  <a:lnTo>
                    <a:pt x="2206" y="410"/>
                  </a:lnTo>
                  <a:cubicBezTo>
                    <a:pt x="1355" y="410"/>
                    <a:pt x="694" y="1072"/>
                    <a:pt x="694" y="1891"/>
                  </a:cubicBezTo>
                  <a:cubicBezTo>
                    <a:pt x="694" y="1985"/>
                    <a:pt x="694" y="2017"/>
                    <a:pt x="725" y="2112"/>
                  </a:cubicBezTo>
                  <a:cubicBezTo>
                    <a:pt x="253" y="2364"/>
                    <a:pt x="0" y="2836"/>
                    <a:pt x="0" y="3403"/>
                  </a:cubicBezTo>
                  <a:cubicBezTo>
                    <a:pt x="0" y="4222"/>
                    <a:pt x="662" y="4884"/>
                    <a:pt x="1481" y="4884"/>
                  </a:cubicBezTo>
                  <a:cubicBezTo>
                    <a:pt x="1891" y="4884"/>
                    <a:pt x="2237" y="4726"/>
                    <a:pt x="2521" y="4506"/>
                  </a:cubicBezTo>
                  <a:cubicBezTo>
                    <a:pt x="3088" y="6050"/>
                    <a:pt x="4632" y="7184"/>
                    <a:pt x="6364" y="7184"/>
                  </a:cubicBezTo>
                  <a:cubicBezTo>
                    <a:pt x="8097" y="7184"/>
                    <a:pt x="9641" y="6050"/>
                    <a:pt x="10240" y="4506"/>
                  </a:cubicBezTo>
                  <a:cubicBezTo>
                    <a:pt x="10492" y="4726"/>
                    <a:pt x="10870" y="4884"/>
                    <a:pt x="11248" y="4884"/>
                  </a:cubicBezTo>
                  <a:cubicBezTo>
                    <a:pt x="12067" y="4884"/>
                    <a:pt x="12760" y="4222"/>
                    <a:pt x="12760" y="3403"/>
                  </a:cubicBezTo>
                  <a:cubicBezTo>
                    <a:pt x="12571" y="2836"/>
                    <a:pt x="12256" y="2364"/>
                    <a:pt x="11846" y="2112"/>
                  </a:cubicBezTo>
                  <a:lnTo>
                    <a:pt x="11846" y="1891"/>
                  </a:lnTo>
                  <a:cubicBezTo>
                    <a:pt x="11846" y="1072"/>
                    <a:pt x="11153" y="410"/>
                    <a:pt x="10334" y="410"/>
                  </a:cubicBezTo>
                  <a:lnTo>
                    <a:pt x="10334" y="379"/>
                  </a:lnTo>
                  <a:cubicBezTo>
                    <a:pt x="10208" y="379"/>
                    <a:pt x="10114" y="410"/>
                    <a:pt x="9988" y="410"/>
                  </a:cubicBezTo>
                  <a:cubicBezTo>
                    <a:pt x="9357" y="410"/>
                    <a:pt x="8727" y="253"/>
                    <a:pt x="8160" y="1"/>
                  </a:cubicBezTo>
                  <a:lnTo>
                    <a:pt x="8160" y="32"/>
                  </a:lnTo>
                  <a:cubicBezTo>
                    <a:pt x="7971" y="410"/>
                    <a:pt x="7593" y="599"/>
                    <a:pt x="7184" y="599"/>
                  </a:cubicBezTo>
                  <a:cubicBezTo>
                    <a:pt x="6995" y="946"/>
                    <a:pt x="6648" y="1198"/>
                    <a:pt x="6238" y="1198"/>
                  </a:cubicBezTo>
                  <a:cubicBezTo>
                    <a:pt x="5860" y="1198"/>
                    <a:pt x="5451" y="946"/>
                    <a:pt x="5293" y="599"/>
                  </a:cubicBezTo>
                  <a:cubicBezTo>
                    <a:pt x="4852" y="599"/>
                    <a:pt x="4506" y="410"/>
                    <a:pt x="4317" y="32"/>
                  </a:cubicBezTo>
                  <a:lnTo>
                    <a:pt x="43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24" name="Google Shape;6324;p85"/>
          <p:cNvGrpSpPr/>
          <p:nvPr/>
        </p:nvGrpSpPr>
        <p:grpSpPr>
          <a:xfrm>
            <a:off x="5729178" y="1854374"/>
            <a:ext cx="357198" cy="314690"/>
            <a:chOff x="-57176525" y="3610050"/>
            <a:chExt cx="317425" cy="279650"/>
          </a:xfrm>
        </p:grpSpPr>
        <p:sp>
          <p:nvSpPr>
            <p:cNvPr id="6325" name="Google Shape;6325;p85"/>
            <p:cNvSpPr/>
            <p:nvPr/>
          </p:nvSpPr>
          <p:spPr>
            <a:xfrm>
              <a:off x="-57109575" y="3610050"/>
              <a:ext cx="181950" cy="56750"/>
            </a:xfrm>
            <a:custGeom>
              <a:avLst/>
              <a:gdLst/>
              <a:ahLst/>
              <a:cxnLst/>
              <a:rect l="l" t="t" r="r" b="b"/>
              <a:pathLst>
                <a:path w="7278" h="2270" extrusionOk="0">
                  <a:moveTo>
                    <a:pt x="3655" y="1"/>
                  </a:moveTo>
                  <a:cubicBezTo>
                    <a:pt x="2080" y="1"/>
                    <a:pt x="693" y="914"/>
                    <a:pt x="0" y="2269"/>
                  </a:cubicBezTo>
                  <a:lnTo>
                    <a:pt x="7278" y="2269"/>
                  </a:lnTo>
                  <a:cubicBezTo>
                    <a:pt x="6648" y="914"/>
                    <a:pt x="5262" y="1"/>
                    <a:pt x="36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85"/>
            <p:cNvSpPr/>
            <p:nvPr/>
          </p:nvSpPr>
          <p:spPr>
            <a:xfrm>
              <a:off x="-57120600" y="3684100"/>
              <a:ext cx="88225" cy="36375"/>
            </a:xfrm>
            <a:custGeom>
              <a:avLst/>
              <a:gdLst/>
              <a:ahLst/>
              <a:cxnLst/>
              <a:rect l="l" t="t" r="r" b="b"/>
              <a:pathLst>
                <a:path w="3529" h="1455" extrusionOk="0">
                  <a:moveTo>
                    <a:pt x="158" y="0"/>
                  </a:moveTo>
                  <a:cubicBezTo>
                    <a:pt x="32" y="347"/>
                    <a:pt x="0" y="756"/>
                    <a:pt x="0" y="1103"/>
                  </a:cubicBezTo>
                  <a:lnTo>
                    <a:pt x="0" y="1450"/>
                  </a:lnTo>
                  <a:lnTo>
                    <a:pt x="977" y="1450"/>
                  </a:lnTo>
                  <a:cubicBezTo>
                    <a:pt x="1030" y="1453"/>
                    <a:pt x="1083" y="1454"/>
                    <a:pt x="1135" y="1454"/>
                  </a:cubicBezTo>
                  <a:cubicBezTo>
                    <a:pt x="2170" y="1454"/>
                    <a:pt x="3049" y="87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85"/>
            <p:cNvSpPr/>
            <p:nvPr/>
          </p:nvSpPr>
          <p:spPr>
            <a:xfrm>
              <a:off x="-57176525" y="3747100"/>
              <a:ext cx="28375" cy="67775"/>
            </a:xfrm>
            <a:custGeom>
              <a:avLst/>
              <a:gdLst/>
              <a:ahLst/>
              <a:cxnLst/>
              <a:rect l="l" t="t" r="r" b="b"/>
              <a:pathLst>
                <a:path w="1135" h="2711" extrusionOk="0">
                  <a:moveTo>
                    <a:pt x="1135" y="1"/>
                  </a:moveTo>
                  <a:lnTo>
                    <a:pt x="1135" y="1"/>
                  </a:lnTo>
                  <a:cubicBezTo>
                    <a:pt x="473" y="379"/>
                    <a:pt x="0" y="1135"/>
                    <a:pt x="0" y="1954"/>
                  </a:cubicBezTo>
                  <a:lnTo>
                    <a:pt x="0" y="2521"/>
                  </a:lnTo>
                  <a:cubicBezTo>
                    <a:pt x="0" y="2647"/>
                    <a:pt x="63" y="2710"/>
                    <a:pt x="189" y="2710"/>
                  </a:cubicBezTo>
                  <a:cubicBezTo>
                    <a:pt x="410" y="2679"/>
                    <a:pt x="662" y="2647"/>
                    <a:pt x="883" y="2521"/>
                  </a:cubicBezTo>
                  <a:cubicBezTo>
                    <a:pt x="788" y="2206"/>
                    <a:pt x="757" y="1891"/>
                    <a:pt x="757" y="1576"/>
                  </a:cubicBezTo>
                  <a:cubicBezTo>
                    <a:pt x="757" y="946"/>
                    <a:pt x="946" y="442"/>
                    <a:pt x="11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85"/>
            <p:cNvSpPr/>
            <p:nvPr/>
          </p:nvSpPr>
          <p:spPr>
            <a:xfrm>
              <a:off x="-57139500" y="3743175"/>
              <a:ext cx="37825" cy="89025"/>
            </a:xfrm>
            <a:custGeom>
              <a:avLst/>
              <a:gdLst/>
              <a:ahLst/>
              <a:cxnLst/>
              <a:rect l="l" t="t" r="r" b="b"/>
              <a:pathLst>
                <a:path w="1513" h="3561" extrusionOk="0">
                  <a:moveTo>
                    <a:pt x="744" y="0"/>
                  </a:moveTo>
                  <a:cubicBezTo>
                    <a:pt x="685" y="0"/>
                    <a:pt x="630" y="32"/>
                    <a:pt x="599" y="95"/>
                  </a:cubicBezTo>
                  <a:cubicBezTo>
                    <a:pt x="347" y="410"/>
                    <a:pt x="0" y="1008"/>
                    <a:pt x="0" y="1764"/>
                  </a:cubicBezTo>
                  <a:cubicBezTo>
                    <a:pt x="0" y="2363"/>
                    <a:pt x="284" y="2993"/>
                    <a:pt x="599" y="3466"/>
                  </a:cubicBezTo>
                  <a:cubicBezTo>
                    <a:pt x="630" y="3529"/>
                    <a:pt x="685" y="3560"/>
                    <a:pt x="744" y="3560"/>
                  </a:cubicBezTo>
                  <a:cubicBezTo>
                    <a:pt x="804" y="3560"/>
                    <a:pt x="867" y="3529"/>
                    <a:pt x="914" y="3466"/>
                  </a:cubicBezTo>
                  <a:cubicBezTo>
                    <a:pt x="1260" y="2962"/>
                    <a:pt x="1512" y="2395"/>
                    <a:pt x="1512" y="1764"/>
                  </a:cubicBezTo>
                  <a:cubicBezTo>
                    <a:pt x="1512" y="1040"/>
                    <a:pt x="1134" y="410"/>
                    <a:pt x="914" y="95"/>
                  </a:cubicBezTo>
                  <a:cubicBezTo>
                    <a:pt x="867" y="32"/>
                    <a:pt x="804" y="0"/>
                    <a:pt x="7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85"/>
            <p:cNvSpPr/>
            <p:nvPr/>
          </p:nvSpPr>
          <p:spPr>
            <a:xfrm>
              <a:off x="-57104075" y="3684875"/>
              <a:ext cx="244975" cy="204825"/>
            </a:xfrm>
            <a:custGeom>
              <a:avLst/>
              <a:gdLst/>
              <a:ahLst/>
              <a:cxnLst/>
              <a:rect l="l" t="t" r="r" b="b"/>
              <a:pathLst>
                <a:path w="9799" h="8193" extrusionOk="0">
                  <a:moveTo>
                    <a:pt x="1923" y="2269"/>
                  </a:moveTo>
                  <a:cubicBezTo>
                    <a:pt x="2143" y="2269"/>
                    <a:pt x="2301" y="2427"/>
                    <a:pt x="2301" y="2616"/>
                  </a:cubicBezTo>
                  <a:cubicBezTo>
                    <a:pt x="2301" y="2805"/>
                    <a:pt x="2143" y="2962"/>
                    <a:pt x="1923" y="2962"/>
                  </a:cubicBezTo>
                  <a:cubicBezTo>
                    <a:pt x="1734" y="2962"/>
                    <a:pt x="1576" y="2805"/>
                    <a:pt x="1576" y="2616"/>
                  </a:cubicBezTo>
                  <a:cubicBezTo>
                    <a:pt x="1576" y="2427"/>
                    <a:pt x="1734" y="2269"/>
                    <a:pt x="1923" y="2269"/>
                  </a:cubicBezTo>
                  <a:close/>
                  <a:moveTo>
                    <a:pt x="4916" y="2269"/>
                  </a:moveTo>
                  <a:cubicBezTo>
                    <a:pt x="5136" y="2269"/>
                    <a:pt x="5294" y="2427"/>
                    <a:pt x="5294" y="2616"/>
                  </a:cubicBezTo>
                  <a:cubicBezTo>
                    <a:pt x="5325" y="2805"/>
                    <a:pt x="5168" y="2962"/>
                    <a:pt x="4916" y="2962"/>
                  </a:cubicBezTo>
                  <a:cubicBezTo>
                    <a:pt x="4727" y="2962"/>
                    <a:pt x="4569" y="2805"/>
                    <a:pt x="4569" y="2616"/>
                  </a:cubicBezTo>
                  <a:cubicBezTo>
                    <a:pt x="4569" y="2427"/>
                    <a:pt x="4727" y="2269"/>
                    <a:pt x="4916" y="2269"/>
                  </a:cubicBezTo>
                  <a:close/>
                  <a:moveTo>
                    <a:pt x="8759" y="3876"/>
                  </a:moveTo>
                  <a:cubicBezTo>
                    <a:pt x="8948" y="4002"/>
                    <a:pt x="9074" y="4222"/>
                    <a:pt x="9074" y="4474"/>
                  </a:cubicBezTo>
                  <a:cubicBezTo>
                    <a:pt x="9074" y="4853"/>
                    <a:pt x="8759" y="5199"/>
                    <a:pt x="8318" y="5199"/>
                  </a:cubicBezTo>
                  <a:cubicBezTo>
                    <a:pt x="7909" y="5199"/>
                    <a:pt x="7531" y="4853"/>
                    <a:pt x="7531" y="4474"/>
                  </a:cubicBezTo>
                  <a:cubicBezTo>
                    <a:pt x="8003" y="4474"/>
                    <a:pt x="8476" y="4222"/>
                    <a:pt x="8759" y="3876"/>
                  </a:cubicBezTo>
                  <a:close/>
                  <a:moveTo>
                    <a:pt x="4530" y="4766"/>
                  </a:moveTo>
                  <a:cubicBezTo>
                    <a:pt x="4624" y="4766"/>
                    <a:pt x="4711" y="4805"/>
                    <a:pt x="4758" y="4884"/>
                  </a:cubicBezTo>
                  <a:cubicBezTo>
                    <a:pt x="4916" y="5010"/>
                    <a:pt x="4916" y="5231"/>
                    <a:pt x="4758" y="5420"/>
                  </a:cubicBezTo>
                  <a:cubicBezTo>
                    <a:pt x="4412" y="5766"/>
                    <a:pt x="3939" y="5955"/>
                    <a:pt x="3466" y="5955"/>
                  </a:cubicBezTo>
                  <a:cubicBezTo>
                    <a:pt x="2994" y="5955"/>
                    <a:pt x="2490" y="5766"/>
                    <a:pt x="2175" y="5420"/>
                  </a:cubicBezTo>
                  <a:cubicBezTo>
                    <a:pt x="2017" y="5262"/>
                    <a:pt x="2017" y="5010"/>
                    <a:pt x="2175" y="4884"/>
                  </a:cubicBezTo>
                  <a:cubicBezTo>
                    <a:pt x="2254" y="4805"/>
                    <a:pt x="2348" y="4766"/>
                    <a:pt x="2439" y="4766"/>
                  </a:cubicBezTo>
                  <a:cubicBezTo>
                    <a:pt x="2529" y="4766"/>
                    <a:pt x="2616" y="4805"/>
                    <a:pt x="2679" y="4884"/>
                  </a:cubicBezTo>
                  <a:cubicBezTo>
                    <a:pt x="2899" y="5105"/>
                    <a:pt x="3183" y="5215"/>
                    <a:pt x="3466" y="5215"/>
                  </a:cubicBezTo>
                  <a:cubicBezTo>
                    <a:pt x="3750" y="5215"/>
                    <a:pt x="4034" y="5105"/>
                    <a:pt x="4254" y="4884"/>
                  </a:cubicBezTo>
                  <a:cubicBezTo>
                    <a:pt x="4333" y="4805"/>
                    <a:pt x="4435" y="4766"/>
                    <a:pt x="4530" y="4766"/>
                  </a:cubicBezTo>
                  <a:close/>
                  <a:moveTo>
                    <a:pt x="3687" y="1"/>
                  </a:moveTo>
                  <a:cubicBezTo>
                    <a:pt x="3120" y="1356"/>
                    <a:pt x="1797" y="2269"/>
                    <a:pt x="316" y="2269"/>
                  </a:cubicBezTo>
                  <a:lnTo>
                    <a:pt x="253" y="2269"/>
                  </a:lnTo>
                  <a:cubicBezTo>
                    <a:pt x="536" y="2679"/>
                    <a:pt x="852" y="3372"/>
                    <a:pt x="852" y="4096"/>
                  </a:cubicBezTo>
                  <a:cubicBezTo>
                    <a:pt x="852" y="5168"/>
                    <a:pt x="253" y="5987"/>
                    <a:pt x="1" y="6302"/>
                  </a:cubicBezTo>
                  <a:cubicBezTo>
                    <a:pt x="757" y="7467"/>
                    <a:pt x="2017" y="8192"/>
                    <a:pt x="3435" y="8192"/>
                  </a:cubicBezTo>
                  <a:cubicBezTo>
                    <a:pt x="5168" y="8192"/>
                    <a:pt x="6648" y="7089"/>
                    <a:pt x="7247" y="5577"/>
                  </a:cubicBezTo>
                  <a:cubicBezTo>
                    <a:pt x="7531" y="5798"/>
                    <a:pt x="7877" y="5955"/>
                    <a:pt x="8287" y="5955"/>
                  </a:cubicBezTo>
                  <a:cubicBezTo>
                    <a:pt x="9106" y="5955"/>
                    <a:pt x="9767" y="5294"/>
                    <a:pt x="9767" y="4474"/>
                  </a:cubicBezTo>
                  <a:cubicBezTo>
                    <a:pt x="9799" y="3907"/>
                    <a:pt x="9484" y="3435"/>
                    <a:pt x="9074" y="3151"/>
                  </a:cubicBezTo>
                  <a:lnTo>
                    <a:pt x="9074" y="2962"/>
                  </a:lnTo>
                  <a:cubicBezTo>
                    <a:pt x="9074" y="2143"/>
                    <a:pt x="8350" y="1482"/>
                    <a:pt x="7531" y="1482"/>
                  </a:cubicBezTo>
                  <a:lnTo>
                    <a:pt x="7531" y="1103"/>
                  </a:lnTo>
                  <a:cubicBezTo>
                    <a:pt x="7531" y="725"/>
                    <a:pt x="7499" y="379"/>
                    <a:pt x="73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0" name="Google Shape;6330;p85"/>
          <p:cNvGrpSpPr/>
          <p:nvPr/>
        </p:nvGrpSpPr>
        <p:grpSpPr>
          <a:xfrm>
            <a:off x="7939633" y="1376934"/>
            <a:ext cx="358099" cy="356326"/>
            <a:chOff x="-55202750" y="3198925"/>
            <a:chExt cx="318225" cy="316650"/>
          </a:xfrm>
        </p:grpSpPr>
        <p:sp>
          <p:nvSpPr>
            <p:cNvPr id="6331" name="Google Shape;6331;p85"/>
            <p:cNvSpPr/>
            <p:nvPr/>
          </p:nvSpPr>
          <p:spPr>
            <a:xfrm>
              <a:off x="-55130275" y="3293425"/>
              <a:ext cx="167775" cy="168575"/>
            </a:xfrm>
            <a:custGeom>
              <a:avLst/>
              <a:gdLst/>
              <a:ahLst/>
              <a:cxnLst/>
              <a:rect l="l" t="t" r="r" b="b"/>
              <a:pathLst>
                <a:path w="6711" h="6743" extrusionOk="0">
                  <a:moveTo>
                    <a:pt x="1891" y="2238"/>
                  </a:moveTo>
                  <a:cubicBezTo>
                    <a:pt x="2111" y="2238"/>
                    <a:pt x="2269" y="2395"/>
                    <a:pt x="2269" y="2584"/>
                  </a:cubicBezTo>
                  <a:cubicBezTo>
                    <a:pt x="2269" y="2805"/>
                    <a:pt x="2111" y="2962"/>
                    <a:pt x="1891" y="2962"/>
                  </a:cubicBezTo>
                  <a:cubicBezTo>
                    <a:pt x="1702" y="2962"/>
                    <a:pt x="1544" y="2836"/>
                    <a:pt x="1544" y="2584"/>
                  </a:cubicBezTo>
                  <a:cubicBezTo>
                    <a:pt x="1544" y="2395"/>
                    <a:pt x="1702" y="2238"/>
                    <a:pt x="1891" y="2238"/>
                  </a:cubicBezTo>
                  <a:close/>
                  <a:moveTo>
                    <a:pt x="4884" y="2269"/>
                  </a:moveTo>
                  <a:cubicBezTo>
                    <a:pt x="5104" y="2269"/>
                    <a:pt x="5262" y="2427"/>
                    <a:pt x="5262" y="2647"/>
                  </a:cubicBezTo>
                  <a:cubicBezTo>
                    <a:pt x="5262" y="2836"/>
                    <a:pt x="5104" y="2994"/>
                    <a:pt x="4884" y="2994"/>
                  </a:cubicBezTo>
                  <a:cubicBezTo>
                    <a:pt x="4695" y="2994"/>
                    <a:pt x="4537" y="2836"/>
                    <a:pt x="4537" y="2647"/>
                  </a:cubicBezTo>
                  <a:cubicBezTo>
                    <a:pt x="4537" y="2427"/>
                    <a:pt x="4695" y="2269"/>
                    <a:pt x="4884" y="2269"/>
                  </a:cubicBezTo>
                  <a:close/>
                  <a:moveTo>
                    <a:pt x="4454" y="4798"/>
                  </a:moveTo>
                  <a:cubicBezTo>
                    <a:pt x="4545" y="4798"/>
                    <a:pt x="4632" y="4837"/>
                    <a:pt x="4695" y="4916"/>
                  </a:cubicBezTo>
                  <a:cubicBezTo>
                    <a:pt x="4852" y="5042"/>
                    <a:pt x="4852" y="5262"/>
                    <a:pt x="4726" y="5420"/>
                  </a:cubicBezTo>
                  <a:cubicBezTo>
                    <a:pt x="4380" y="5798"/>
                    <a:pt x="3907" y="5987"/>
                    <a:pt x="3403" y="5987"/>
                  </a:cubicBezTo>
                  <a:cubicBezTo>
                    <a:pt x="2899" y="5987"/>
                    <a:pt x="2426" y="5798"/>
                    <a:pt x="2111" y="5420"/>
                  </a:cubicBezTo>
                  <a:cubicBezTo>
                    <a:pt x="1954" y="5262"/>
                    <a:pt x="1954" y="5042"/>
                    <a:pt x="2111" y="4916"/>
                  </a:cubicBezTo>
                  <a:cubicBezTo>
                    <a:pt x="2190" y="4837"/>
                    <a:pt x="2284" y="4798"/>
                    <a:pt x="2375" y="4798"/>
                  </a:cubicBezTo>
                  <a:cubicBezTo>
                    <a:pt x="2466" y="4798"/>
                    <a:pt x="2552" y="4837"/>
                    <a:pt x="2615" y="4916"/>
                  </a:cubicBezTo>
                  <a:cubicBezTo>
                    <a:pt x="2836" y="5136"/>
                    <a:pt x="3119" y="5246"/>
                    <a:pt x="3403" y="5246"/>
                  </a:cubicBezTo>
                  <a:cubicBezTo>
                    <a:pt x="3686" y="5246"/>
                    <a:pt x="3970" y="5136"/>
                    <a:pt x="4191" y="4916"/>
                  </a:cubicBezTo>
                  <a:cubicBezTo>
                    <a:pt x="4269" y="4837"/>
                    <a:pt x="4364" y="4798"/>
                    <a:pt x="4454" y="4798"/>
                  </a:cubicBezTo>
                  <a:close/>
                  <a:moveTo>
                    <a:pt x="3403" y="1"/>
                  </a:moveTo>
                  <a:cubicBezTo>
                    <a:pt x="2773" y="1261"/>
                    <a:pt x="1513" y="2112"/>
                    <a:pt x="63" y="2238"/>
                  </a:cubicBezTo>
                  <a:cubicBezTo>
                    <a:pt x="63" y="2364"/>
                    <a:pt x="0" y="2521"/>
                    <a:pt x="0" y="2647"/>
                  </a:cubicBezTo>
                  <a:lnTo>
                    <a:pt x="0" y="4128"/>
                  </a:lnTo>
                  <a:cubicBezTo>
                    <a:pt x="0" y="5577"/>
                    <a:pt x="1198" y="6743"/>
                    <a:pt x="2615" y="6743"/>
                  </a:cubicBezTo>
                  <a:lnTo>
                    <a:pt x="4096" y="6743"/>
                  </a:lnTo>
                  <a:cubicBezTo>
                    <a:pt x="5577" y="6743"/>
                    <a:pt x="6711" y="5546"/>
                    <a:pt x="6711" y="4128"/>
                  </a:cubicBezTo>
                  <a:lnTo>
                    <a:pt x="6711" y="2647"/>
                  </a:lnTo>
                  <a:cubicBezTo>
                    <a:pt x="6711" y="2521"/>
                    <a:pt x="6711" y="2364"/>
                    <a:pt x="6679" y="2238"/>
                  </a:cubicBezTo>
                  <a:cubicBezTo>
                    <a:pt x="5293" y="2112"/>
                    <a:pt x="4033" y="1261"/>
                    <a:pt x="34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85"/>
            <p:cNvSpPr/>
            <p:nvPr/>
          </p:nvSpPr>
          <p:spPr>
            <a:xfrm>
              <a:off x="-55202750" y="3198925"/>
              <a:ext cx="318225" cy="316650"/>
            </a:xfrm>
            <a:custGeom>
              <a:avLst/>
              <a:gdLst/>
              <a:ahLst/>
              <a:cxnLst/>
              <a:rect l="l" t="t" r="r" b="b"/>
              <a:pathLst>
                <a:path w="12729" h="12666" extrusionOk="0">
                  <a:moveTo>
                    <a:pt x="6302" y="2221"/>
                  </a:moveTo>
                  <a:cubicBezTo>
                    <a:pt x="6459" y="2221"/>
                    <a:pt x="6617" y="2300"/>
                    <a:pt x="6648" y="2458"/>
                  </a:cubicBezTo>
                  <a:lnTo>
                    <a:pt x="6680" y="2615"/>
                  </a:lnTo>
                  <a:cubicBezTo>
                    <a:pt x="7058" y="4127"/>
                    <a:pt x="8381" y="5230"/>
                    <a:pt x="9956" y="5230"/>
                  </a:cubicBezTo>
                  <a:cubicBezTo>
                    <a:pt x="10145" y="5230"/>
                    <a:pt x="10272" y="5356"/>
                    <a:pt x="10303" y="5545"/>
                  </a:cubicBezTo>
                  <a:cubicBezTo>
                    <a:pt x="10366" y="5829"/>
                    <a:pt x="10398" y="6112"/>
                    <a:pt x="10398" y="6364"/>
                  </a:cubicBezTo>
                  <a:lnTo>
                    <a:pt x="10398" y="7877"/>
                  </a:lnTo>
                  <a:cubicBezTo>
                    <a:pt x="10398" y="9704"/>
                    <a:pt x="8885" y="11216"/>
                    <a:pt x="7058" y="11216"/>
                  </a:cubicBezTo>
                  <a:lnTo>
                    <a:pt x="5546" y="11216"/>
                  </a:lnTo>
                  <a:cubicBezTo>
                    <a:pt x="3687" y="11216"/>
                    <a:pt x="2206" y="9704"/>
                    <a:pt x="2206" y="7877"/>
                  </a:cubicBezTo>
                  <a:lnTo>
                    <a:pt x="2206" y="6364"/>
                  </a:lnTo>
                  <a:cubicBezTo>
                    <a:pt x="2206" y="6112"/>
                    <a:pt x="2238" y="5829"/>
                    <a:pt x="2269" y="5545"/>
                  </a:cubicBezTo>
                  <a:cubicBezTo>
                    <a:pt x="2332" y="5388"/>
                    <a:pt x="2490" y="5230"/>
                    <a:pt x="2647" y="5230"/>
                  </a:cubicBezTo>
                  <a:cubicBezTo>
                    <a:pt x="4160" y="5230"/>
                    <a:pt x="5514" y="4127"/>
                    <a:pt x="5892" y="2615"/>
                  </a:cubicBezTo>
                  <a:lnTo>
                    <a:pt x="5955" y="2458"/>
                  </a:lnTo>
                  <a:cubicBezTo>
                    <a:pt x="5987" y="2300"/>
                    <a:pt x="6144" y="2221"/>
                    <a:pt x="6302" y="2221"/>
                  </a:cubicBezTo>
                  <a:close/>
                  <a:moveTo>
                    <a:pt x="6333" y="0"/>
                  </a:moveTo>
                  <a:cubicBezTo>
                    <a:pt x="3529" y="0"/>
                    <a:pt x="1135" y="2111"/>
                    <a:pt x="789" y="4884"/>
                  </a:cubicBezTo>
                  <a:cubicBezTo>
                    <a:pt x="284" y="5230"/>
                    <a:pt x="1" y="5797"/>
                    <a:pt x="1" y="6427"/>
                  </a:cubicBezTo>
                  <a:cubicBezTo>
                    <a:pt x="1" y="6805"/>
                    <a:pt x="127" y="7215"/>
                    <a:pt x="379" y="7530"/>
                  </a:cubicBezTo>
                  <a:cubicBezTo>
                    <a:pt x="158" y="7845"/>
                    <a:pt x="1" y="8223"/>
                    <a:pt x="1" y="8633"/>
                  </a:cubicBezTo>
                  <a:cubicBezTo>
                    <a:pt x="1" y="9011"/>
                    <a:pt x="127" y="9420"/>
                    <a:pt x="379" y="9735"/>
                  </a:cubicBezTo>
                  <a:cubicBezTo>
                    <a:pt x="158" y="10050"/>
                    <a:pt x="1" y="10428"/>
                    <a:pt x="1" y="10838"/>
                  </a:cubicBezTo>
                  <a:cubicBezTo>
                    <a:pt x="1" y="11846"/>
                    <a:pt x="852" y="12665"/>
                    <a:pt x="1891" y="12665"/>
                  </a:cubicBezTo>
                  <a:lnTo>
                    <a:pt x="10839" y="12665"/>
                  </a:lnTo>
                  <a:cubicBezTo>
                    <a:pt x="11847" y="12665"/>
                    <a:pt x="12729" y="11846"/>
                    <a:pt x="12729" y="10838"/>
                  </a:cubicBezTo>
                  <a:cubicBezTo>
                    <a:pt x="12729" y="10428"/>
                    <a:pt x="12603" y="10050"/>
                    <a:pt x="12319" y="9735"/>
                  </a:cubicBezTo>
                  <a:cubicBezTo>
                    <a:pt x="12571" y="9420"/>
                    <a:pt x="12729" y="9011"/>
                    <a:pt x="12729" y="8633"/>
                  </a:cubicBezTo>
                  <a:cubicBezTo>
                    <a:pt x="12666" y="8223"/>
                    <a:pt x="12508" y="7845"/>
                    <a:pt x="12288" y="7530"/>
                  </a:cubicBezTo>
                  <a:cubicBezTo>
                    <a:pt x="12508" y="7215"/>
                    <a:pt x="12666" y="6805"/>
                    <a:pt x="12666" y="6427"/>
                  </a:cubicBezTo>
                  <a:cubicBezTo>
                    <a:pt x="12666" y="5829"/>
                    <a:pt x="12351" y="5230"/>
                    <a:pt x="11878" y="4884"/>
                  </a:cubicBezTo>
                  <a:cubicBezTo>
                    <a:pt x="11500" y="2111"/>
                    <a:pt x="9137"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3" name="Google Shape;6333;p85"/>
          <p:cNvGrpSpPr/>
          <p:nvPr/>
        </p:nvGrpSpPr>
        <p:grpSpPr>
          <a:xfrm>
            <a:off x="7950267" y="1832234"/>
            <a:ext cx="336830" cy="358099"/>
            <a:chOff x="-55194875" y="3590375"/>
            <a:chExt cx="299325" cy="318225"/>
          </a:xfrm>
        </p:grpSpPr>
        <p:sp>
          <p:nvSpPr>
            <p:cNvPr id="6334" name="Google Shape;6334;p85"/>
            <p:cNvSpPr/>
            <p:nvPr/>
          </p:nvSpPr>
          <p:spPr>
            <a:xfrm>
              <a:off x="-55194875" y="3667550"/>
              <a:ext cx="37050" cy="241050"/>
            </a:xfrm>
            <a:custGeom>
              <a:avLst/>
              <a:gdLst/>
              <a:ahLst/>
              <a:cxnLst/>
              <a:rect l="l" t="t" r="r" b="b"/>
              <a:pathLst>
                <a:path w="1482" h="9642" extrusionOk="0">
                  <a:moveTo>
                    <a:pt x="1482" y="1"/>
                  </a:moveTo>
                  <a:cubicBezTo>
                    <a:pt x="537" y="977"/>
                    <a:pt x="1" y="2301"/>
                    <a:pt x="1" y="3687"/>
                  </a:cubicBezTo>
                  <a:lnTo>
                    <a:pt x="1" y="9295"/>
                  </a:lnTo>
                  <a:lnTo>
                    <a:pt x="32" y="9295"/>
                  </a:lnTo>
                  <a:cubicBezTo>
                    <a:pt x="32" y="9484"/>
                    <a:pt x="190" y="9641"/>
                    <a:pt x="379" y="9641"/>
                  </a:cubicBezTo>
                  <a:lnTo>
                    <a:pt x="1482" y="9641"/>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85"/>
            <p:cNvSpPr/>
            <p:nvPr/>
          </p:nvSpPr>
          <p:spPr>
            <a:xfrm>
              <a:off x="-55065700" y="3643925"/>
              <a:ext cx="132350" cy="40200"/>
            </a:xfrm>
            <a:custGeom>
              <a:avLst/>
              <a:gdLst/>
              <a:ahLst/>
              <a:cxnLst/>
              <a:rect l="l" t="t" r="r" b="b"/>
              <a:pathLst>
                <a:path w="5294" h="1608" extrusionOk="0">
                  <a:moveTo>
                    <a:pt x="5294" y="1"/>
                  </a:moveTo>
                  <a:lnTo>
                    <a:pt x="1" y="1607"/>
                  </a:lnTo>
                  <a:lnTo>
                    <a:pt x="5294" y="1607"/>
                  </a:lnTo>
                  <a:lnTo>
                    <a:pt x="52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85"/>
            <p:cNvSpPr/>
            <p:nvPr/>
          </p:nvSpPr>
          <p:spPr>
            <a:xfrm>
              <a:off x="-55138950" y="3703000"/>
              <a:ext cx="204800" cy="168575"/>
            </a:xfrm>
            <a:custGeom>
              <a:avLst/>
              <a:gdLst/>
              <a:ahLst/>
              <a:cxnLst/>
              <a:rect l="l" t="t" r="r" b="b"/>
              <a:pathLst>
                <a:path w="8192" h="6743" extrusionOk="0">
                  <a:moveTo>
                    <a:pt x="2647" y="757"/>
                  </a:moveTo>
                  <a:cubicBezTo>
                    <a:pt x="2836" y="757"/>
                    <a:pt x="2994" y="914"/>
                    <a:pt x="2994" y="1103"/>
                  </a:cubicBezTo>
                  <a:cubicBezTo>
                    <a:pt x="2994" y="1292"/>
                    <a:pt x="2836" y="1450"/>
                    <a:pt x="2647" y="1450"/>
                  </a:cubicBezTo>
                  <a:cubicBezTo>
                    <a:pt x="2458" y="1450"/>
                    <a:pt x="2301" y="1292"/>
                    <a:pt x="2301" y="1103"/>
                  </a:cubicBezTo>
                  <a:cubicBezTo>
                    <a:pt x="2301" y="914"/>
                    <a:pt x="2395" y="757"/>
                    <a:pt x="2647" y="757"/>
                  </a:cubicBezTo>
                  <a:close/>
                  <a:moveTo>
                    <a:pt x="5609" y="757"/>
                  </a:moveTo>
                  <a:cubicBezTo>
                    <a:pt x="5798" y="757"/>
                    <a:pt x="5955" y="914"/>
                    <a:pt x="5955" y="1103"/>
                  </a:cubicBezTo>
                  <a:cubicBezTo>
                    <a:pt x="5955" y="1292"/>
                    <a:pt x="5798" y="1450"/>
                    <a:pt x="5609" y="1450"/>
                  </a:cubicBezTo>
                  <a:cubicBezTo>
                    <a:pt x="5388" y="1450"/>
                    <a:pt x="5231" y="1292"/>
                    <a:pt x="5231" y="1103"/>
                  </a:cubicBezTo>
                  <a:cubicBezTo>
                    <a:pt x="5231" y="914"/>
                    <a:pt x="5388" y="757"/>
                    <a:pt x="5609" y="757"/>
                  </a:cubicBezTo>
                  <a:close/>
                  <a:moveTo>
                    <a:pt x="5195" y="3316"/>
                  </a:moveTo>
                  <a:cubicBezTo>
                    <a:pt x="5294" y="3316"/>
                    <a:pt x="5388" y="3356"/>
                    <a:pt x="5451" y="3434"/>
                  </a:cubicBezTo>
                  <a:cubicBezTo>
                    <a:pt x="5609" y="3592"/>
                    <a:pt x="5609" y="3812"/>
                    <a:pt x="5451" y="3939"/>
                  </a:cubicBezTo>
                  <a:cubicBezTo>
                    <a:pt x="5105" y="4285"/>
                    <a:pt x="4601" y="4474"/>
                    <a:pt x="4096" y="4474"/>
                  </a:cubicBezTo>
                  <a:cubicBezTo>
                    <a:pt x="3592" y="4474"/>
                    <a:pt x="3120" y="4285"/>
                    <a:pt x="2805" y="3939"/>
                  </a:cubicBezTo>
                  <a:cubicBezTo>
                    <a:pt x="2647" y="3781"/>
                    <a:pt x="2647" y="3529"/>
                    <a:pt x="2805" y="3434"/>
                  </a:cubicBezTo>
                  <a:cubicBezTo>
                    <a:pt x="2883" y="3356"/>
                    <a:pt x="2978" y="3316"/>
                    <a:pt x="3073" y="3316"/>
                  </a:cubicBezTo>
                  <a:cubicBezTo>
                    <a:pt x="3167" y="3316"/>
                    <a:pt x="3262" y="3356"/>
                    <a:pt x="3340" y="3434"/>
                  </a:cubicBezTo>
                  <a:cubicBezTo>
                    <a:pt x="3561" y="3639"/>
                    <a:pt x="3852" y="3742"/>
                    <a:pt x="4140" y="3742"/>
                  </a:cubicBezTo>
                  <a:cubicBezTo>
                    <a:pt x="4427" y="3742"/>
                    <a:pt x="4711" y="3639"/>
                    <a:pt x="4916" y="3434"/>
                  </a:cubicBezTo>
                  <a:cubicBezTo>
                    <a:pt x="4994" y="3356"/>
                    <a:pt x="5097" y="3316"/>
                    <a:pt x="5195" y="3316"/>
                  </a:cubicBezTo>
                  <a:close/>
                  <a:moveTo>
                    <a:pt x="1" y="0"/>
                  </a:moveTo>
                  <a:lnTo>
                    <a:pt x="1" y="2584"/>
                  </a:lnTo>
                  <a:cubicBezTo>
                    <a:pt x="1" y="4852"/>
                    <a:pt x="1860" y="6742"/>
                    <a:pt x="4096" y="6742"/>
                  </a:cubicBezTo>
                  <a:cubicBezTo>
                    <a:pt x="6333" y="6742"/>
                    <a:pt x="8192" y="4884"/>
                    <a:pt x="8192" y="2584"/>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85"/>
            <p:cNvSpPr/>
            <p:nvPr/>
          </p:nvSpPr>
          <p:spPr>
            <a:xfrm>
              <a:off x="-55138950" y="3590375"/>
              <a:ext cx="204025" cy="92950"/>
            </a:xfrm>
            <a:custGeom>
              <a:avLst/>
              <a:gdLst/>
              <a:ahLst/>
              <a:cxnLst/>
              <a:rect l="l" t="t" r="r" b="b"/>
              <a:pathLst>
                <a:path w="8161" h="3718" extrusionOk="0">
                  <a:moveTo>
                    <a:pt x="1860" y="0"/>
                  </a:moveTo>
                  <a:cubicBezTo>
                    <a:pt x="820" y="0"/>
                    <a:pt x="1" y="851"/>
                    <a:pt x="1" y="1859"/>
                  </a:cubicBezTo>
                  <a:lnTo>
                    <a:pt x="1" y="3718"/>
                  </a:lnTo>
                  <a:lnTo>
                    <a:pt x="316" y="3718"/>
                  </a:lnTo>
                  <a:lnTo>
                    <a:pt x="8161" y="1386"/>
                  </a:lnTo>
                  <a:cubicBezTo>
                    <a:pt x="7972" y="599"/>
                    <a:pt x="7215"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85"/>
            <p:cNvSpPr/>
            <p:nvPr/>
          </p:nvSpPr>
          <p:spPr>
            <a:xfrm>
              <a:off x="-54914475" y="3688825"/>
              <a:ext cx="18925" cy="64600"/>
            </a:xfrm>
            <a:custGeom>
              <a:avLst/>
              <a:gdLst/>
              <a:ahLst/>
              <a:cxnLst/>
              <a:rect l="l" t="t" r="r" b="b"/>
              <a:pathLst>
                <a:path w="757" h="2584" extrusionOk="0">
                  <a:moveTo>
                    <a:pt x="1" y="0"/>
                  </a:moveTo>
                  <a:lnTo>
                    <a:pt x="1" y="2584"/>
                  </a:lnTo>
                  <a:cubicBezTo>
                    <a:pt x="442" y="2300"/>
                    <a:pt x="757" y="1828"/>
                    <a:pt x="757" y="1261"/>
                  </a:cubicBezTo>
                  <a:cubicBezTo>
                    <a:pt x="757" y="756"/>
                    <a:pt x="442"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9" name="Google Shape;6339;p85"/>
          <p:cNvGrpSpPr/>
          <p:nvPr/>
        </p:nvGrpSpPr>
        <p:grpSpPr>
          <a:xfrm>
            <a:off x="7954884" y="2274505"/>
            <a:ext cx="357198" cy="357198"/>
            <a:chOff x="-55203525" y="3983400"/>
            <a:chExt cx="317425" cy="317425"/>
          </a:xfrm>
        </p:grpSpPr>
        <p:sp>
          <p:nvSpPr>
            <p:cNvPr id="6340" name="Google Shape;6340;p85"/>
            <p:cNvSpPr/>
            <p:nvPr/>
          </p:nvSpPr>
          <p:spPr>
            <a:xfrm>
              <a:off x="-55147600" y="4094450"/>
              <a:ext cx="204800" cy="206375"/>
            </a:xfrm>
            <a:custGeom>
              <a:avLst/>
              <a:gdLst/>
              <a:ahLst/>
              <a:cxnLst/>
              <a:rect l="l" t="t" r="r" b="b"/>
              <a:pathLst>
                <a:path w="8192" h="8255" extrusionOk="0">
                  <a:moveTo>
                    <a:pt x="2584" y="2269"/>
                  </a:moveTo>
                  <a:cubicBezTo>
                    <a:pt x="2804" y="2269"/>
                    <a:pt x="2962" y="2426"/>
                    <a:pt x="2962" y="2615"/>
                  </a:cubicBezTo>
                  <a:cubicBezTo>
                    <a:pt x="2962" y="2804"/>
                    <a:pt x="2804" y="2962"/>
                    <a:pt x="2584" y="2962"/>
                  </a:cubicBezTo>
                  <a:cubicBezTo>
                    <a:pt x="2395" y="2962"/>
                    <a:pt x="2237" y="2836"/>
                    <a:pt x="2237" y="2615"/>
                  </a:cubicBezTo>
                  <a:cubicBezTo>
                    <a:pt x="2237" y="2426"/>
                    <a:pt x="2395" y="2269"/>
                    <a:pt x="2584" y="2269"/>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47" y="4828"/>
                  </a:moveTo>
                  <a:cubicBezTo>
                    <a:pt x="5238" y="4828"/>
                    <a:pt x="5325" y="4868"/>
                    <a:pt x="5388" y="4947"/>
                  </a:cubicBezTo>
                  <a:cubicBezTo>
                    <a:pt x="5545" y="5041"/>
                    <a:pt x="5545" y="5293"/>
                    <a:pt x="5419" y="5451"/>
                  </a:cubicBezTo>
                  <a:cubicBezTo>
                    <a:pt x="5073" y="5797"/>
                    <a:pt x="4600" y="5986"/>
                    <a:pt x="4096" y="5986"/>
                  </a:cubicBezTo>
                  <a:cubicBezTo>
                    <a:pt x="3592" y="5986"/>
                    <a:pt x="3119" y="5797"/>
                    <a:pt x="2804" y="5451"/>
                  </a:cubicBezTo>
                  <a:cubicBezTo>
                    <a:pt x="2647" y="5293"/>
                    <a:pt x="2647" y="5041"/>
                    <a:pt x="2804" y="4947"/>
                  </a:cubicBezTo>
                  <a:cubicBezTo>
                    <a:pt x="2883" y="4868"/>
                    <a:pt x="2977" y="4828"/>
                    <a:pt x="3068" y="4828"/>
                  </a:cubicBezTo>
                  <a:cubicBezTo>
                    <a:pt x="3159" y="4828"/>
                    <a:pt x="3245" y="4868"/>
                    <a:pt x="3308" y="4947"/>
                  </a:cubicBezTo>
                  <a:cubicBezTo>
                    <a:pt x="3529" y="5151"/>
                    <a:pt x="3812" y="5254"/>
                    <a:pt x="4096" y="5254"/>
                  </a:cubicBezTo>
                  <a:cubicBezTo>
                    <a:pt x="4379" y="5254"/>
                    <a:pt x="4663" y="5151"/>
                    <a:pt x="4884" y="4947"/>
                  </a:cubicBezTo>
                  <a:cubicBezTo>
                    <a:pt x="4962" y="4868"/>
                    <a:pt x="5057" y="4828"/>
                    <a:pt x="5147" y="4828"/>
                  </a:cubicBezTo>
                  <a:close/>
                  <a:moveTo>
                    <a:pt x="2584" y="0"/>
                  </a:moveTo>
                  <a:cubicBezTo>
                    <a:pt x="1134" y="0"/>
                    <a:pt x="0" y="1197"/>
                    <a:pt x="0" y="2615"/>
                  </a:cubicBezTo>
                  <a:lnTo>
                    <a:pt x="0" y="4096"/>
                  </a:lnTo>
                  <a:cubicBezTo>
                    <a:pt x="0" y="4379"/>
                    <a:pt x="32" y="4695"/>
                    <a:pt x="63" y="4947"/>
                  </a:cubicBezTo>
                  <a:cubicBezTo>
                    <a:pt x="473" y="6837"/>
                    <a:pt x="2174" y="8255"/>
                    <a:pt x="4096" y="8255"/>
                  </a:cubicBezTo>
                  <a:cubicBezTo>
                    <a:pt x="6018" y="8255"/>
                    <a:pt x="7719" y="6837"/>
                    <a:pt x="8097" y="4947"/>
                  </a:cubicBezTo>
                  <a:cubicBezTo>
                    <a:pt x="8160" y="4695"/>
                    <a:pt x="8192" y="4411"/>
                    <a:pt x="8192" y="4096"/>
                  </a:cubicBezTo>
                  <a:lnTo>
                    <a:pt x="8192" y="2615"/>
                  </a:lnTo>
                  <a:cubicBezTo>
                    <a:pt x="8192" y="1197"/>
                    <a:pt x="7057" y="0"/>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85"/>
            <p:cNvSpPr/>
            <p:nvPr/>
          </p:nvSpPr>
          <p:spPr>
            <a:xfrm>
              <a:off x="-55203525" y="4027500"/>
              <a:ext cx="317425" cy="196925"/>
            </a:xfrm>
            <a:custGeom>
              <a:avLst/>
              <a:gdLst/>
              <a:ahLst/>
              <a:cxnLst/>
              <a:rect l="l" t="t" r="r" b="b"/>
              <a:pathLst>
                <a:path w="12697" h="7877" extrusionOk="0">
                  <a:moveTo>
                    <a:pt x="4443" y="0"/>
                  </a:moveTo>
                  <a:cubicBezTo>
                    <a:pt x="1828" y="851"/>
                    <a:pt x="0" y="3277"/>
                    <a:pt x="0" y="6049"/>
                  </a:cubicBezTo>
                  <a:cubicBezTo>
                    <a:pt x="0" y="6994"/>
                    <a:pt x="725" y="7782"/>
                    <a:pt x="1639" y="7877"/>
                  </a:cubicBezTo>
                  <a:cubicBezTo>
                    <a:pt x="1639" y="7845"/>
                    <a:pt x="1607" y="7814"/>
                    <a:pt x="1607" y="7782"/>
                  </a:cubicBezTo>
                  <a:cubicBezTo>
                    <a:pt x="1513" y="7499"/>
                    <a:pt x="1513" y="7120"/>
                    <a:pt x="1513" y="6774"/>
                  </a:cubicBezTo>
                  <a:lnTo>
                    <a:pt x="1513" y="5293"/>
                  </a:lnTo>
                  <a:cubicBezTo>
                    <a:pt x="1513" y="3434"/>
                    <a:pt x="3025" y="1922"/>
                    <a:pt x="4884" y="1922"/>
                  </a:cubicBezTo>
                  <a:lnTo>
                    <a:pt x="7877" y="1922"/>
                  </a:lnTo>
                  <a:cubicBezTo>
                    <a:pt x="9704" y="1922"/>
                    <a:pt x="11216" y="3434"/>
                    <a:pt x="11216" y="5293"/>
                  </a:cubicBezTo>
                  <a:lnTo>
                    <a:pt x="11216" y="6774"/>
                  </a:lnTo>
                  <a:cubicBezTo>
                    <a:pt x="11216" y="7120"/>
                    <a:pt x="11185" y="7436"/>
                    <a:pt x="11090" y="7782"/>
                  </a:cubicBezTo>
                  <a:cubicBezTo>
                    <a:pt x="11090" y="7814"/>
                    <a:pt x="11059" y="7845"/>
                    <a:pt x="11059" y="7877"/>
                  </a:cubicBezTo>
                  <a:cubicBezTo>
                    <a:pt x="11972" y="7782"/>
                    <a:pt x="12697" y="6994"/>
                    <a:pt x="12697" y="6049"/>
                  </a:cubicBezTo>
                  <a:cubicBezTo>
                    <a:pt x="12697" y="3277"/>
                    <a:pt x="10870" y="851"/>
                    <a:pt x="8255" y="0"/>
                  </a:cubicBezTo>
                  <a:cubicBezTo>
                    <a:pt x="8223" y="189"/>
                    <a:pt x="8129" y="441"/>
                    <a:pt x="8034" y="599"/>
                  </a:cubicBezTo>
                  <a:cubicBezTo>
                    <a:pt x="7751" y="977"/>
                    <a:pt x="7310" y="1229"/>
                    <a:pt x="6805" y="1229"/>
                  </a:cubicBezTo>
                  <a:lnTo>
                    <a:pt x="5892" y="1229"/>
                  </a:lnTo>
                  <a:cubicBezTo>
                    <a:pt x="5419" y="1229"/>
                    <a:pt x="4947" y="977"/>
                    <a:pt x="4663" y="599"/>
                  </a:cubicBezTo>
                  <a:cubicBezTo>
                    <a:pt x="4569" y="410"/>
                    <a:pt x="4474" y="189"/>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85"/>
            <p:cNvSpPr/>
            <p:nvPr/>
          </p:nvSpPr>
          <p:spPr>
            <a:xfrm>
              <a:off x="-55128700" y="3983400"/>
              <a:ext cx="166200" cy="54350"/>
            </a:xfrm>
            <a:custGeom>
              <a:avLst/>
              <a:gdLst/>
              <a:ahLst/>
              <a:cxnLst/>
              <a:rect l="l" t="t" r="r" b="b"/>
              <a:pathLst>
                <a:path w="6648" h="2174" extrusionOk="0">
                  <a:moveTo>
                    <a:pt x="3088" y="0"/>
                  </a:moveTo>
                  <a:cubicBezTo>
                    <a:pt x="2836" y="0"/>
                    <a:pt x="2584" y="158"/>
                    <a:pt x="2458" y="347"/>
                  </a:cubicBezTo>
                  <a:lnTo>
                    <a:pt x="347" y="347"/>
                  </a:lnTo>
                  <a:cubicBezTo>
                    <a:pt x="158" y="347"/>
                    <a:pt x="0" y="504"/>
                    <a:pt x="0" y="725"/>
                  </a:cubicBezTo>
                  <a:cubicBezTo>
                    <a:pt x="0" y="914"/>
                    <a:pt x="158" y="1071"/>
                    <a:pt x="347" y="1071"/>
                  </a:cubicBezTo>
                  <a:lnTo>
                    <a:pt x="2206" y="1071"/>
                  </a:lnTo>
                  <a:lnTo>
                    <a:pt x="2143" y="1197"/>
                  </a:lnTo>
                  <a:cubicBezTo>
                    <a:pt x="1985" y="1670"/>
                    <a:pt x="2363" y="2174"/>
                    <a:pt x="2867" y="2174"/>
                  </a:cubicBezTo>
                  <a:lnTo>
                    <a:pt x="3781" y="2174"/>
                  </a:lnTo>
                  <a:cubicBezTo>
                    <a:pt x="4285" y="2174"/>
                    <a:pt x="4632" y="1670"/>
                    <a:pt x="4474" y="1197"/>
                  </a:cubicBezTo>
                  <a:lnTo>
                    <a:pt x="4443" y="1071"/>
                  </a:lnTo>
                  <a:lnTo>
                    <a:pt x="6301" y="1071"/>
                  </a:lnTo>
                  <a:cubicBezTo>
                    <a:pt x="6490" y="1071"/>
                    <a:pt x="6648" y="914"/>
                    <a:pt x="6648" y="725"/>
                  </a:cubicBezTo>
                  <a:cubicBezTo>
                    <a:pt x="6648" y="504"/>
                    <a:pt x="6490" y="347"/>
                    <a:pt x="6301" y="347"/>
                  </a:cubicBezTo>
                  <a:lnTo>
                    <a:pt x="4159" y="347"/>
                  </a:lnTo>
                  <a:cubicBezTo>
                    <a:pt x="4033" y="126"/>
                    <a:pt x="3812" y="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3" name="Google Shape;6343;p85"/>
          <p:cNvGrpSpPr/>
          <p:nvPr/>
        </p:nvGrpSpPr>
        <p:grpSpPr>
          <a:xfrm>
            <a:off x="6621365" y="2731562"/>
            <a:ext cx="335930" cy="358971"/>
            <a:chOff x="-53232900" y="3192625"/>
            <a:chExt cx="298525" cy="319000"/>
          </a:xfrm>
        </p:grpSpPr>
        <p:sp>
          <p:nvSpPr>
            <p:cNvPr id="6344" name="Google Shape;6344;p85"/>
            <p:cNvSpPr/>
            <p:nvPr/>
          </p:nvSpPr>
          <p:spPr>
            <a:xfrm>
              <a:off x="-52972975" y="3315500"/>
              <a:ext cx="37825" cy="55925"/>
            </a:xfrm>
            <a:custGeom>
              <a:avLst/>
              <a:gdLst/>
              <a:ahLst/>
              <a:cxnLst/>
              <a:rect l="l" t="t" r="r" b="b"/>
              <a:pathLst>
                <a:path w="1513" h="2237" extrusionOk="0">
                  <a:moveTo>
                    <a:pt x="0" y="0"/>
                  </a:moveTo>
                  <a:lnTo>
                    <a:pt x="0" y="2048"/>
                  </a:lnTo>
                  <a:cubicBezTo>
                    <a:pt x="252" y="2142"/>
                    <a:pt x="505" y="2237"/>
                    <a:pt x="788" y="2237"/>
                  </a:cubicBezTo>
                  <a:lnTo>
                    <a:pt x="1135" y="2237"/>
                  </a:lnTo>
                  <a:cubicBezTo>
                    <a:pt x="1355" y="2237"/>
                    <a:pt x="1513" y="2079"/>
                    <a:pt x="1513" y="1859"/>
                  </a:cubicBezTo>
                  <a:lnTo>
                    <a:pt x="1513" y="1512"/>
                  </a:lnTo>
                  <a:cubicBezTo>
                    <a:pt x="1513" y="693"/>
                    <a:pt x="820" y="0"/>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85"/>
            <p:cNvSpPr/>
            <p:nvPr/>
          </p:nvSpPr>
          <p:spPr>
            <a:xfrm>
              <a:off x="-52978500" y="3259575"/>
              <a:ext cx="44125" cy="55950"/>
            </a:xfrm>
            <a:custGeom>
              <a:avLst/>
              <a:gdLst/>
              <a:ahLst/>
              <a:cxnLst/>
              <a:rect l="l" t="t" r="r" b="b"/>
              <a:pathLst>
                <a:path w="1765" h="2238" extrusionOk="0">
                  <a:moveTo>
                    <a:pt x="1041" y="0"/>
                  </a:moveTo>
                  <a:cubicBezTo>
                    <a:pt x="663" y="0"/>
                    <a:pt x="253" y="158"/>
                    <a:pt x="1" y="441"/>
                  </a:cubicBezTo>
                  <a:cubicBezTo>
                    <a:pt x="190" y="977"/>
                    <a:pt x="316" y="1607"/>
                    <a:pt x="316" y="2237"/>
                  </a:cubicBezTo>
                  <a:cubicBezTo>
                    <a:pt x="1104" y="2206"/>
                    <a:pt x="1765" y="1544"/>
                    <a:pt x="1765" y="725"/>
                  </a:cubicBezTo>
                  <a:lnTo>
                    <a:pt x="1765" y="378"/>
                  </a:lnTo>
                  <a:cubicBezTo>
                    <a:pt x="1765" y="158"/>
                    <a:pt x="1608" y="0"/>
                    <a:pt x="1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85"/>
            <p:cNvSpPr/>
            <p:nvPr/>
          </p:nvSpPr>
          <p:spPr>
            <a:xfrm>
              <a:off x="-53232900" y="3324950"/>
              <a:ext cx="242625" cy="55925"/>
            </a:xfrm>
            <a:custGeom>
              <a:avLst/>
              <a:gdLst/>
              <a:ahLst/>
              <a:cxnLst/>
              <a:rect l="l" t="t" r="r" b="b"/>
              <a:pathLst>
                <a:path w="9705" h="2237" extrusionOk="0">
                  <a:moveTo>
                    <a:pt x="3340" y="756"/>
                  </a:moveTo>
                  <a:cubicBezTo>
                    <a:pt x="3561" y="756"/>
                    <a:pt x="3718" y="914"/>
                    <a:pt x="3718" y="1103"/>
                  </a:cubicBezTo>
                  <a:cubicBezTo>
                    <a:pt x="3718" y="1292"/>
                    <a:pt x="3561" y="1449"/>
                    <a:pt x="3340" y="1449"/>
                  </a:cubicBezTo>
                  <a:cubicBezTo>
                    <a:pt x="3151" y="1449"/>
                    <a:pt x="2994" y="1292"/>
                    <a:pt x="2994" y="1103"/>
                  </a:cubicBezTo>
                  <a:cubicBezTo>
                    <a:pt x="2962" y="914"/>
                    <a:pt x="3151" y="756"/>
                    <a:pt x="3340" y="756"/>
                  </a:cubicBezTo>
                  <a:close/>
                  <a:moveTo>
                    <a:pt x="6333" y="756"/>
                  </a:moveTo>
                  <a:cubicBezTo>
                    <a:pt x="6554" y="756"/>
                    <a:pt x="6711" y="914"/>
                    <a:pt x="6711" y="1103"/>
                  </a:cubicBezTo>
                  <a:cubicBezTo>
                    <a:pt x="6711" y="1292"/>
                    <a:pt x="6554" y="1449"/>
                    <a:pt x="6333" y="1449"/>
                  </a:cubicBezTo>
                  <a:cubicBezTo>
                    <a:pt x="6144" y="1449"/>
                    <a:pt x="5987" y="1292"/>
                    <a:pt x="5987" y="1103"/>
                  </a:cubicBezTo>
                  <a:cubicBezTo>
                    <a:pt x="5955" y="914"/>
                    <a:pt x="6113" y="756"/>
                    <a:pt x="6333" y="756"/>
                  </a:cubicBezTo>
                  <a:close/>
                  <a:moveTo>
                    <a:pt x="1" y="0"/>
                  </a:moveTo>
                  <a:lnTo>
                    <a:pt x="1" y="2237"/>
                  </a:lnTo>
                  <a:lnTo>
                    <a:pt x="9704" y="2237"/>
                  </a:lnTo>
                  <a:lnTo>
                    <a:pt x="97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85"/>
            <p:cNvSpPr/>
            <p:nvPr/>
          </p:nvSpPr>
          <p:spPr>
            <a:xfrm>
              <a:off x="-53232100" y="3399775"/>
              <a:ext cx="241825" cy="111850"/>
            </a:xfrm>
            <a:custGeom>
              <a:avLst/>
              <a:gdLst/>
              <a:ahLst/>
              <a:cxnLst/>
              <a:rect l="l" t="t" r="r" b="b"/>
              <a:pathLst>
                <a:path w="9673" h="4474" extrusionOk="0">
                  <a:moveTo>
                    <a:pt x="0" y="0"/>
                  </a:moveTo>
                  <a:cubicBezTo>
                    <a:pt x="158" y="2457"/>
                    <a:pt x="2269" y="4474"/>
                    <a:pt x="4821" y="4474"/>
                  </a:cubicBezTo>
                  <a:cubicBezTo>
                    <a:pt x="7372" y="4474"/>
                    <a:pt x="9452" y="2457"/>
                    <a:pt x="96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85"/>
            <p:cNvSpPr/>
            <p:nvPr/>
          </p:nvSpPr>
          <p:spPr>
            <a:xfrm>
              <a:off x="-53134450" y="3287125"/>
              <a:ext cx="44125" cy="18925"/>
            </a:xfrm>
            <a:custGeom>
              <a:avLst/>
              <a:gdLst/>
              <a:ahLst/>
              <a:cxnLst/>
              <a:rect l="l" t="t" r="r" b="b"/>
              <a:pathLst>
                <a:path w="1765" h="757" extrusionOk="0">
                  <a:moveTo>
                    <a:pt x="1" y="1"/>
                  </a:moveTo>
                  <a:lnTo>
                    <a:pt x="410" y="757"/>
                  </a:lnTo>
                  <a:lnTo>
                    <a:pt x="1419" y="757"/>
                  </a:lnTo>
                  <a:lnTo>
                    <a:pt x="17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85"/>
            <p:cNvSpPr/>
            <p:nvPr/>
          </p:nvSpPr>
          <p:spPr>
            <a:xfrm>
              <a:off x="-53232900" y="3287125"/>
              <a:ext cx="86675" cy="18925"/>
            </a:xfrm>
            <a:custGeom>
              <a:avLst/>
              <a:gdLst/>
              <a:ahLst/>
              <a:cxnLst/>
              <a:rect l="l" t="t" r="r" b="b"/>
              <a:pathLst>
                <a:path w="3467" h="757" extrusionOk="0">
                  <a:moveTo>
                    <a:pt x="127" y="1"/>
                  </a:moveTo>
                  <a:cubicBezTo>
                    <a:pt x="95" y="253"/>
                    <a:pt x="32" y="473"/>
                    <a:pt x="1" y="757"/>
                  </a:cubicBezTo>
                  <a:lnTo>
                    <a:pt x="3466" y="757"/>
                  </a:lnTo>
                  <a:lnTo>
                    <a:pt x="31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85"/>
            <p:cNvSpPr/>
            <p:nvPr/>
          </p:nvSpPr>
          <p:spPr>
            <a:xfrm>
              <a:off x="-53078525" y="3287125"/>
              <a:ext cx="86675" cy="18925"/>
            </a:xfrm>
            <a:custGeom>
              <a:avLst/>
              <a:gdLst/>
              <a:ahLst/>
              <a:cxnLst/>
              <a:rect l="l" t="t" r="r" b="b"/>
              <a:pathLst>
                <a:path w="3467" h="757" extrusionOk="0">
                  <a:moveTo>
                    <a:pt x="379" y="1"/>
                  </a:moveTo>
                  <a:lnTo>
                    <a:pt x="1" y="757"/>
                  </a:lnTo>
                  <a:lnTo>
                    <a:pt x="3466" y="757"/>
                  </a:lnTo>
                  <a:cubicBezTo>
                    <a:pt x="3466" y="536"/>
                    <a:pt x="3435" y="253"/>
                    <a:pt x="3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85"/>
            <p:cNvSpPr/>
            <p:nvPr/>
          </p:nvSpPr>
          <p:spPr>
            <a:xfrm>
              <a:off x="-53224225" y="3192625"/>
              <a:ext cx="223700" cy="74850"/>
            </a:xfrm>
            <a:custGeom>
              <a:avLst/>
              <a:gdLst/>
              <a:ahLst/>
              <a:cxnLst/>
              <a:rect l="l" t="t" r="r" b="b"/>
              <a:pathLst>
                <a:path w="8948" h="2994" extrusionOk="0">
                  <a:moveTo>
                    <a:pt x="4506" y="0"/>
                  </a:moveTo>
                  <a:cubicBezTo>
                    <a:pt x="2489" y="0"/>
                    <a:pt x="756" y="1260"/>
                    <a:pt x="0" y="2993"/>
                  </a:cubicBezTo>
                  <a:lnTo>
                    <a:pt x="8948" y="2993"/>
                  </a:lnTo>
                  <a:cubicBezTo>
                    <a:pt x="8255" y="1260"/>
                    <a:pt x="6522" y="0"/>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2" name="Google Shape;6352;p85"/>
          <p:cNvGrpSpPr/>
          <p:nvPr/>
        </p:nvGrpSpPr>
        <p:grpSpPr>
          <a:xfrm>
            <a:off x="6610731" y="3202536"/>
            <a:ext cx="357198" cy="356326"/>
            <a:chOff x="-53242350" y="3584850"/>
            <a:chExt cx="317425" cy="316650"/>
          </a:xfrm>
        </p:grpSpPr>
        <p:sp>
          <p:nvSpPr>
            <p:cNvPr id="6353" name="Google Shape;6353;p85"/>
            <p:cNvSpPr/>
            <p:nvPr/>
          </p:nvSpPr>
          <p:spPr>
            <a:xfrm>
              <a:off x="-53202975" y="3584850"/>
              <a:ext cx="237900" cy="98475"/>
            </a:xfrm>
            <a:custGeom>
              <a:avLst/>
              <a:gdLst/>
              <a:ahLst/>
              <a:cxnLst/>
              <a:rect l="l" t="t" r="r" b="b"/>
              <a:pathLst>
                <a:path w="9516" h="3939" extrusionOk="0">
                  <a:moveTo>
                    <a:pt x="4758" y="1"/>
                  </a:moveTo>
                  <a:cubicBezTo>
                    <a:pt x="2395" y="1"/>
                    <a:pt x="411" y="1702"/>
                    <a:pt x="1" y="3939"/>
                  </a:cubicBezTo>
                  <a:cubicBezTo>
                    <a:pt x="190" y="3781"/>
                    <a:pt x="474" y="3687"/>
                    <a:pt x="694" y="3655"/>
                  </a:cubicBezTo>
                  <a:cubicBezTo>
                    <a:pt x="2033" y="3435"/>
                    <a:pt x="3396" y="3324"/>
                    <a:pt x="4758" y="3324"/>
                  </a:cubicBezTo>
                  <a:cubicBezTo>
                    <a:pt x="6121" y="3324"/>
                    <a:pt x="7483" y="3435"/>
                    <a:pt x="8822" y="3655"/>
                  </a:cubicBezTo>
                  <a:cubicBezTo>
                    <a:pt x="9074" y="3687"/>
                    <a:pt x="9326" y="3813"/>
                    <a:pt x="9515" y="3939"/>
                  </a:cubicBezTo>
                  <a:cubicBezTo>
                    <a:pt x="9074" y="1702"/>
                    <a:pt x="7121"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85"/>
            <p:cNvSpPr/>
            <p:nvPr/>
          </p:nvSpPr>
          <p:spPr>
            <a:xfrm>
              <a:off x="-53242350" y="3711650"/>
              <a:ext cx="80350" cy="155975"/>
            </a:xfrm>
            <a:custGeom>
              <a:avLst/>
              <a:gdLst/>
              <a:ahLst/>
              <a:cxnLst/>
              <a:rect l="l" t="t" r="r" b="b"/>
              <a:pathLst>
                <a:path w="3214" h="6239" extrusionOk="0">
                  <a:moveTo>
                    <a:pt x="820" y="1"/>
                  </a:moveTo>
                  <a:cubicBezTo>
                    <a:pt x="316" y="442"/>
                    <a:pt x="1" y="1041"/>
                    <a:pt x="1" y="1734"/>
                  </a:cubicBezTo>
                  <a:cubicBezTo>
                    <a:pt x="1" y="2395"/>
                    <a:pt x="316" y="2994"/>
                    <a:pt x="788" y="3403"/>
                  </a:cubicBezTo>
                  <a:lnTo>
                    <a:pt x="788" y="5136"/>
                  </a:lnTo>
                  <a:cubicBezTo>
                    <a:pt x="788" y="5766"/>
                    <a:pt x="1292" y="6239"/>
                    <a:pt x="1891" y="6239"/>
                  </a:cubicBezTo>
                  <a:lnTo>
                    <a:pt x="3214" y="6239"/>
                  </a:lnTo>
                  <a:cubicBezTo>
                    <a:pt x="3057" y="6081"/>
                    <a:pt x="2742" y="5609"/>
                    <a:pt x="2679" y="5451"/>
                  </a:cubicBezTo>
                  <a:lnTo>
                    <a:pt x="1828" y="5451"/>
                  </a:lnTo>
                  <a:cubicBezTo>
                    <a:pt x="1639" y="5451"/>
                    <a:pt x="1481" y="5294"/>
                    <a:pt x="1481" y="5073"/>
                  </a:cubicBezTo>
                  <a:lnTo>
                    <a:pt x="1481" y="2805"/>
                  </a:lnTo>
                  <a:cubicBezTo>
                    <a:pt x="1103" y="2490"/>
                    <a:pt x="820" y="2049"/>
                    <a:pt x="788" y="1545"/>
                  </a:cubicBezTo>
                  <a:cubicBezTo>
                    <a:pt x="788" y="1513"/>
                    <a:pt x="725" y="1419"/>
                    <a:pt x="725" y="1356"/>
                  </a:cubicBezTo>
                  <a:lnTo>
                    <a:pt x="725" y="411"/>
                  </a:lnTo>
                  <a:cubicBezTo>
                    <a:pt x="725" y="348"/>
                    <a:pt x="788" y="158"/>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85"/>
            <p:cNvSpPr/>
            <p:nvPr/>
          </p:nvSpPr>
          <p:spPr>
            <a:xfrm>
              <a:off x="-53206125" y="3686850"/>
              <a:ext cx="243400" cy="84700"/>
            </a:xfrm>
            <a:custGeom>
              <a:avLst/>
              <a:gdLst/>
              <a:ahLst/>
              <a:cxnLst/>
              <a:rect l="l" t="t" r="r" b="b"/>
              <a:pathLst>
                <a:path w="9736" h="3388" extrusionOk="0">
                  <a:moveTo>
                    <a:pt x="4857" y="1"/>
                  </a:moveTo>
                  <a:cubicBezTo>
                    <a:pt x="3545" y="1"/>
                    <a:pt x="2238" y="111"/>
                    <a:pt x="946" y="331"/>
                  </a:cubicBezTo>
                  <a:cubicBezTo>
                    <a:pt x="442" y="394"/>
                    <a:pt x="1" y="867"/>
                    <a:pt x="1" y="1434"/>
                  </a:cubicBezTo>
                  <a:lnTo>
                    <a:pt x="1" y="2285"/>
                  </a:lnTo>
                  <a:cubicBezTo>
                    <a:pt x="1" y="2915"/>
                    <a:pt x="505" y="3387"/>
                    <a:pt x="1104" y="3387"/>
                  </a:cubicBezTo>
                  <a:lnTo>
                    <a:pt x="3782" y="3387"/>
                  </a:lnTo>
                  <a:cubicBezTo>
                    <a:pt x="3876" y="3387"/>
                    <a:pt x="3971" y="3356"/>
                    <a:pt x="4065" y="3261"/>
                  </a:cubicBezTo>
                  <a:lnTo>
                    <a:pt x="4569" y="2757"/>
                  </a:lnTo>
                  <a:cubicBezTo>
                    <a:pt x="4648" y="2678"/>
                    <a:pt x="4750" y="2639"/>
                    <a:pt x="4845" y="2639"/>
                  </a:cubicBezTo>
                  <a:cubicBezTo>
                    <a:pt x="4939" y="2639"/>
                    <a:pt x="5026" y="2678"/>
                    <a:pt x="5073" y="2757"/>
                  </a:cubicBezTo>
                  <a:lnTo>
                    <a:pt x="5609" y="3261"/>
                  </a:lnTo>
                  <a:cubicBezTo>
                    <a:pt x="5672" y="3356"/>
                    <a:pt x="5766" y="3387"/>
                    <a:pt x="5861" y="3387"/>
                  </a:cubicBezTo>
                  <a:lnTo>
                    <a:pt x="8539" y="3387"/>
                  </a:lnTo>
                  <a:cubicBezTo>
                    <a:pt x="9169" y="3387"/>
                    <a:pt x="9641" y="2883"/>
                    <a:pt x="9641" y="2285"/>
                  </a:cubicBezTo>
                  <a:lnTo>
                    <a:pt x="9641" y="1434"/>
                  </a:lnTo>
                  <a:lnTo>
                    <a:pt x="9736" y="1434"/>
                  </a:lnTo>
                  <a:cubicBezTo>
                    <a:pt x="9736" y="867"/>
                    <a:pt x="9295" y="394"/>
                    <a:pt x="8791" y="331"/>
                  </a:cubicBezTo>
                  <a:cubicBezTo>
                    <a:pt x="7483" y="111"/>
                    <a:pt x="6168" y="1"/>
                    <a:pt x="48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85"/>
            <p:cNvSpPr/>
            <p:nvPr/>
          </p:nvSpPr>
          <p:spPr>
            <a:xfrm>
              <a:off x="-53186425" y="3775450"/>
              <a:ext cx="205600" cy="126050"/>
            </a:xfrm>
            <a:custGeom>
              <a:avLst/>
              <a:gdLst/>
              <a:ahLst/>
              <a:cxnLst/>
              <a:rect l="l" t="t" r="r" b="b"/>
              <a:pathLst>
                <a:path w="8224" h="5042" extrusionOk="0">
                  <a:moveTo>
                    <a:pt x="5148" y="1710"/>
                  </a:moveTo>
                  <a:cubicBezTo>
                    <a:pt x="5238" y="1710"/>
                    <a:pt x="5325" y="1749"/>
                    <a:pt x="5388" y="1828"/>
                  </a:cubicBezTo>
                  <a:cubicBezTo>
                    <a:pt x="5545" y="1954"/>
                    <a:pt x="5545" y="2175"/>
                    <a:pt x="5419" y="2332"/>
                  </a:cubicBezTo>
                  <a:cubicBezTo>
                    <a:pt x="5073" y="2679"/>
                    <a:pt x="4600" y="2868"/>
                    <a:pt x="4128" y="2868"/>
                  </a:cubicBezTo>
                  <a:cubicBezTo>
                    <a:pt x="3624" y="2868"/>
                    <a:pt x="3151" y="2679"/>
                    <a:pt x="2805" y="2332"/>
                  </a:cubicBezTo>
                  <a:cubicBezTo>
                    <a:pt x="2647" y="2175"/>
                    <a:pt x="2647" y="1954"/>
                    <a:pt x="2805" y="1828"/>
                  </a:cubicBezTo>
                  <a:cubicBezTo>
                    <a:pt x="2883" y="1749"/>
                    <a:pt x="2978" y="1710"/>
                    <a:pt x="3068" y="1710"/>
                  </a:cubicBezTo>
                  <a:cubicBezTo>
                    <a:pt x="3159" y="1710"/>
                    <a:pt x="3246" y="1749"/>
                    <a:pt x="3309" y="1828"/>
                  </a:cubicBezTo>
                  <a:cubicBezTo>
                    <a:pt x="3529" y="2049"/>
                    <a:pt x="3813" y="2159"/>
                    <a:pt x="4096" y="2159"/>
                  </a:cubicBezTo>
                  <a:cubicBezTo>
                    <a:pt x="4380" y="2159"/>
                    <a:pt x="4663" y="2049"/>
                    <a:pt x="4884" y="1828"/>
                  </a:cubicBezTo>
                  <a:cubicBezTo>
                    <a:pt x="4963" y="1749"/>
                    <a:pt x="5057" y="1710"/>
                    <a:pt x="5148" y="1710"/>
                  </a:cubicBezTo>
                  <a:close/>
                  <a:moveTo>
                    <a:pt x="4096" y="1"/>
                  </a:moveTo>
                  <a:lnTo>
                    <a:pt x="3813" y="284"/>
                  </a:lnTo>
                  <a:cubicBezTo>
                    <a:pt x="3624" y="473"/>
                    <a:pt x="3309" y="599"/>
                    <a:pt x="3025" y="599"/>
                  </a:cubicBezTo>
                  <a:lnTo>
                    <a:pt x="1" y="599"/>
                  </a:lnTo>
                  <a:lnTo>
                    <a:pt x="1" y="1009"/>
                  </a:lnTo>
                  <a:cubicBezTo>
                    <a:pt x="1" y="1671"/>
                    <a:pt x="158" y="2301"/>
                    <a:pt x="473" y="2836"/>
                  </a:cubicBezTo>
                  <a:lnTo>
                    <a:pt x="2647" y="2836"/>
                  </a:lnTo>
                  <a:cubicBezTo>
                    <a:pt x="2836" y="2836"/>
                    <a:pt x="2994" y="2994"/>
                    <a:pt x="2994" y="3183"/>
                  </a:cubicBezTo>
                  <a:cubicBezTo>
                    <a:pt x="2994" y="3403"/>
                    <a:pt x="2836" y="3561"/>
                    <a:pt x="2647" y="3561"/>
                  </a:cubicBezTo>
                  <a:lnTo>
                    <a:pt x="977" y="3561"/>
                  </a:lnTo>
                  <a:cubicBezTo>
                    <a:pt x="1733" y="4506"/>
                    <a:pt x="2962" y="5042"/>
                    <a:pt x="4128" y="5042"/>
                  </a:cubicBezTo>
                  <a:cubicBezTo>
                    <a:pt x="6428" y="5042"/>
                    <a:pt x="8223" y="3151"/>
                    <a:pt x="8223" y="946"/>
                  </a:cubicBezTo>
                  <a:lnTo>
                    <a:pt x="8223" y="568"/>
                  </a:lnTo>
                  <a:lnTo>
                    <a:pt x="5199" y="568"/>
                  </a:lnTo>
                  <a:cubicBezTo>
                    <a:pt x="5163" y="571"/>
                    <a:pt x="5128" y="573"/>
                    <a:pt x="5094" y="573"/>
                  </a:cubicBezTo>
                  <a:cubicBezTo>
                    <a:pt x="4795" y="573"/>
                    <a:pt x="4549" y="454"/>
                    <a:pt x="4380" y="284"/>
                  </a:cubicBezTo>
                  <a:lnTo>
                    <a:pt x="40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85"/>
            <p:cNvSpPr/>
            <p:nvPr/>
          </p:nvSpPr>
          <p:spPr>
            <a:xfrm>
              <a:off x="-52962725" y="3710875"/>
              <a:ext cx="37800" cy="95325"/>
            </a:xfrm>
            <a:custGeom>
              <a:avLst/>
              <a:gdLst/>
              <a:ahLst/>
              <a:cxnLst/>
              <a:rect l="l" t="t" r="r" b="b"/>
              <a:pathLst>
                <a:path w="1512" h="3813" extrusionOk="0">
                  <a:moveTo>
                    <a:pt x="662" y="0"/>
                  </a:moveTo>
                  <a:lnTo>
                    <a:pt x="662" y="0"/>
                  </a:lnTo>
                  <a:cubicBezTo>
                    <a:pt x="693" y="158"/>
                    <a:pt x="725" y="347"/>
                    <a:pt x="725" y="379"/>
                  </a:cubicBezTo>
                  <a:lnTo>
                    <a:pt x="725" y="1387"/>
                  </a:lnTo>
                  <a:cubicBezTo>
                    <a:pt x="725" y="1481"/>
                    <a:pt x="725" y="1513"/>
                    <a:pt x="693" y="1576"/>
                  </a:cubicBezTo>
                  <a:cubicBezTo>
                    <a:pt x="662" y="2080"/>
                    <a:pt x="378" y="2552"/>
                    <a:pt x="0" y="2836"/>
                  </a:cubicBezTo>
                  <a:lnTo>
                    <a:pt x="0" y="3561"/>
                  </a:lnTo>
                  <a:lnTo>
                    <a:pt x="0" y="3813"/>
                  </a:lnTo>
                  <a:cubicBezTo>
                    <a:pt x="851" y="3497"/>
                    <a:pt x="1512" y="2678"/>
                    <a:pt x="1512" y="1733"/>
                  </a:cubicBezTo>
                  <a:cubicBezTo>
                    <a:pt x="1512" y="1009"/>
                    <a:pt x="1166" y="379"/>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8" name="Google Shape;6358;p85"/>
          <p:cNvGrpSpPr/>
          <p:nvPr/>
        </p:nvGrpSpPr>
        <p:grpSpPr>
          <a:xfrm>
            <a:off x="6631999" y="3665236"/>
            <a:ext cx="314662" cy="358999"/>
            <a:chOff x="-53224225" y="3976300"/>
            <a:chExt cx="279625" cy="319025"/>
          </a:xfrm>
        </p:grpSpPr>
        <p:sp>
          <p:nvSpPr>
            <p:cNvPr id="6359" name="Google Shape;6359;p85"/>
            <p:cNvSpPr/>
            <p:nvPr/>
          </p:nvSpPr>
          <p:spPr>
            <a:xfrm>
              <a:off x="-53224225" y="4132250"/>
              <a:ext cx="18925" cy="63825"/>
            </a:xfrm>
            <a:custGeom>
              <a:avLst/>
              <a:gdLst/>
              <a:ahLst/>
              <a:cxnLst/>
              <a:rect l="l" t="t" r="r" b="b"/>
              <a:pathLst>
                <a:path w="757" h="2553" extrusionOk="0">
                  <a:moveTo>
                    <a:pt x="756" y="1"/>
                  </a:moveTo>
                  <a:cubicBezTo>
                    <a:pt x="315" y="284"/>
                    <a:pt x="0" y="757"/>
                    <a:pt x="0" y="1292"/>
                  </a:cubicBezTo>
                  <a:cubicBezTo>
                    <a:pt x="0" y="1796"/>
                    <a:pt x="315" y="2269"/>
                    <a:pt x="756" y="2552"/>
                  </a:cubicBezTo>
                  <a:lnTo>
                    <a:pt x="756" y="2395"/>
                  </a:lnTo>
                  <a:lnTo>
                    <a:pt x="75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85"/>
            <p:cNvSpPr/>
            <p:nvPr/>
          </p:nvSpPr>
          <p:spPr>
            <a:xfrm>
              <a:off x="-53185625" y="4014900"/>
              <a:ext cx="204800" cy="117375"/>
            </a:xfrm>
            <a:custGeom>
              <a:avLst/>
              <a:gdLst/>
              <a:ahLst/>
              <a:cxnLst/>
              <a:rect l="l" t="t" r="r" b="b"/>
              <a:pathLst>
                <a:path w="8192" h="4695" extrusionOk="0">
                  <a:moveTo>
                    <a:pt x="4096" y="0"/>
                  </a:moveTo>
                  <a:cubicBezTo>
                    <a:pt x="1859" y="0"/>
                    <a:pt x="0" y="1859"/>
                    <a:pt x="0" y="4096"/>
                  </a:cubicBezTo>
                  <a:lnTo>
                    <a:pt x="0" y="4695"/>
                  </a:lnTo>
                  <a:lnTo>
                    <a:pt x="1638" y="3088"/>
                  </a:lnTo>
                  <a:cubicBezTo>
                    <a:pt x="1675" y="3014"/>
                    <a:pt x="1755" y="2983"/>
                    <a:pt x="1847" y="2983"/>
                  </a:cubicBezTo>
                  <a:cubicBezTo>
                    <a:pt x="1912" y="2983"/>
                    <a:pt x="1983" y="2999"/>
                    <a:pt x="2048" y="3025"/>
                  </a:cubicBezTo>
                  <a:cubicBezTo>
                    <a:pt x="2662" y="3450"/>
                    <a:pt x="3371" y="3663"/>
                    <a:pt x="4080" y="3663"/>
                  </a:cubicBezTo>
                  <a:cubicBezTo>
                    <a:pt x="4789" y="3663"/>
                    <a:pt x="5498" y="3450"/>
                    <a:pt x="6112" y="3025"/>
                  </a:cubicBezTo>
                  <a:cubicBezTo>
                    <a:pt x="6174" y="2987"/>
                    <a:pt x="6241" y="2970"/>
                    <a:pt x="6307" y="2970"/>
                  </a:cubicBezTo>
                  <a:cubicBezTo>
                    <a:pt x="6409" y="2970"/>
                    <a:pt x="6508" y="3011"/>
                    <a:pt x="6585" y="3088"/>
                  </a:cubicBezTo>
                  <a:lnTo>
                    <a:pt x="8191" y="4695"/>
                  </a:lnTo>
                  <a:lnTo>
                    <a:pt x="8191" y="4096"/>
                  </a:lnTo>
                  <a:cubicBezTo>
                    <a:pt x="8191" y="1859"/>
                    <a:pt x="6333"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85"/>
            <p:cNvSpPr/>
            <p:nvPr/>
          </p:nvSpPr>
          <p:spPr>
            <a:xfrm>
              <a:off x="-53187200" y="4110200"/>
              <a:ext cx="205575" cy="185125"/>
            </a:xfrm>
            <a:custGeom>
              <a:avLst/>
              <a:gdLst/>
              <a:ahLst/>
              <a:cxnLst/>
              <a:rect l="l" t="t" r="r" b="b"/>
              <a:pathLst>
                <a:path w="8223" h="7405" extrusionOk="0">
                  <a:moveTo>
                    <a:pt x="2615" y="1418"/>
                  </a:moveTo>
                  <a:cubicBezTo>
                    <a:pt x="2836" y="1418"/>
                    <a:pt x="2993" y="1576"/>
                    <a:pt x="2993" y="1796"/>
                  </a:cubicBezTo>
                  <a:cubicBezTo>
                    <a:pt x="2993" y="1985"/>
                    <a:pt x="2836" y="2143"/>
                    <a:pt x="2615" y="2143"/>
                  </a:cubicBezTo>
                  <a:cubicBezTo>
                    <a:pt x="2426" y="2143"/>
                    <a:pt x="2268" y="1985"/>
                    <a:pt x="2268" y="1796"/>
                  </a:cubicBezTo>
                  <a:cubicBezTo>
                    <a:pt x="2268" y="1576"/>
                    <a:pt x="2426" y="1418"/>
                    <a:pt x="2615" y="1418"/>
                  </a:cubicBezTo>
                  <a:close/>
                  <a:moveTo>
                    <a:pt x="5608" y="1418"/>
                  </a:moveTo>
                  <a:cubicBezTo>
                    <a:pt x="5829" y="1418"/>
                    <a:pt x="5986" y="1576"/>
                    <a:pt x="5986" y="1796"/>
                  </a:cubicBezTo>
                  <a:cubicBezTo>
                    <a:pt x="5986" y="1985"/>
                    <a:pt x="5829" y="2143"/>
                    <a:pt x="5608" y="2143"/>
                  </a:cubicBezTo>
                  <a:cubicBezTo>
                    <a:pt x="5419" y="2143"/>
                    <a:pt x="5261" y="1985"/>
                    <a:pt x="5261" y="1796"/>
                  </a:cubicBezTo>
                  <a:cubicBezTo>
                    <a:pt x="5261" y="1576"/>
                    <a:pt x="5419" y="1418"/>
                    <a:pt x="5608" y="1418"/>
                  </a:cubicBezTo>
                  <a:close/>
                  <a:moveTo>
                    <a:pt x="5179" y="3978"/>
                  </a:moveTo>
                  <a:cubicBezTo>
                    <a:pt x="5269" y="3978"/>
                    <a:pt x="5356" y="4017"/>
                    <a:pt x="5419" y="4096"/>
                  </a:cubicBezTo>
                  <a:cubicBezTo>
                    <a:pt x="5576" y="4222"/>
                    <a:pt x="5576" y="4474"/>
                    <a:pt x="5450" y="4632"/>
                  </a:cubicBezTo>
                  <a:cubicBezTo>
                    <a:pt x="5104" y="4978"/>
                    <a:pt x="4631" y="5167"/>
                    <a:pt x="4159" y="5167"/>
                  </a:cubicBezTo>
                  <a:cubicBezTo>
                    <a:pt x="3655" y="5167"/>
                    <a:pt x="3182" y="4978"/>
                    <a:pt x="2836" y="4632"/>
                  </a:cubicBezTo>
                  <a:cubicBezTo>
                    <a:pt x="2678" y="4474"/>
                    <a:pt x="2678" y="4222"/>
                    <a:pt x="2836" y="4096"/>
                  </a:cubicBezTo>
                  <a:cubicBezTo>
                    <a:pt x="2914" y="4017"/>
                    <a:pt x="3009" y="3978"/>
                    <a:pt x="3099" y="3978"/>
                  </a:cubicBezTo>
                  <a:cubicBezTo>
                    <a:pt x="3190" y="3978"/>
                    <a:pt x="3277" y="4017"/>
                    <a:pt x="3340" y="4096"/>
                  </a:cubicBezTo>
                  <a:cubicBezTo>
                    <a:pt x="3560" y="4317"/>
                    <a:pt x="3844" y="4427"/>
                    <a:pt x="4127" y="4427"/>
                  </a:cubicBezTo>
                  <a:cubicBezTo>
                    <a:pt x="4411" y="4427"/>
                    <a:pt x="4694" y="4317"/>
                    <a:pt x="4915" y="4096"/>
                  </a:cubicBezTo>
                  <a:cubicBezTo>
                    <a:pt x="4994" y="4017"/>
                    <a:pt x="5088" y="3978"/>
                    <a:pt x="5179" y="3978"/>
                  </a:cubicBezTo>
                  <a:close/>
                  <a:moveTo>
                    <a:pt x="1922" y="0"/>
                  </a:moveTo>
                  <a:lnTo>
                    <a:pt x="0" y="1954"/>
                  </a:lnTo>
                  <a:lnTo>
                    <a:pt x="0" y="3277"/>
                  </a:lnTo>
                  <a:cubicBezTo>
                    <a:pt x="0" y="5514"/>
                    <a:pt x="1827" y="7404"/>
                    <a:pt x="4096" y="7404"/>
                  </a:cubicBezTo>
                  <a:cubicBezTo>
                    <a:pt x="6396" y="7404"/>
                    <a:pt x="8223" y="5514"/>
                    <a:pt x="8223" y="3277"/>
                  </a:cubicBezTo>
                  <a:lnTo>
                    <a:pt x="8223" y="1954"/>
                  </a:lnTo>
                  <a:lnTo>
                    <a:pt x="6301" y="0"/>
                  </a:lnTo>
                  <a:cubicBezTo>
                    <a:pt x="5624" y="394"/>
                    <a:pt x="4875" y="591"/>
                    <a:pt x="4123" y="591"/>
                  </a:cubicBezTo>
                  <a:cubicBezTo>
                    <a:pt x="3371" y="591"/>
                    <a:pt x="2615" y="394"/>
                    <a:pt x="19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85"/>
            <p:cNvSpPr/>
            <p:nvPr/>
          </p:nvSpPr>
          <p:spPr>
            <a:xfrm>
              <a:off x="-53020225" y="4211800"/>
              <a:ext cx="74825" cy="83525"/>
            </a:xfrm>
            <a:custGeom>
              <a:avLst/>
              <a:gdLst/>
              <a:ahLst/>
              <a:cxnLst/>
              <a:rect l="l" t="t" r="r" b="b"/>
              <a:pathLst>
                <a:path w="2993" h="3341" extrusionOk="0">
                  <a:moveTo>
                    <a:pt x="2174" y="1"/>
                  </a:moveTo>
                  <a:cubicBezTo>
                    <a:pt x="2016" y="1387"/>
                    <a:pt x="1197" y="2615"/>
                    <a:pt x="0" y="3340"/>
                  </a:cubicBezTo>
                  <a:lnTo>
                    <a:pt x="2647" y="3340"/>
                  </a:lnTo>
                  <a:cubicBezTo>
                    <a:pt x="2836" y="3340"/>
                    <a:pt x="2993" y="3183"/>
                    <a:pt x="2993" y="2993"/>
                  </a:cubicBezTo>
                  <a:lnTo>
                    <a:pt x="2993" y="2867"/>
                  </a:lnTo>
                  <a:cubicBezTo>
                    <a:pt x="2993" y="1859"/>
                    <a:pt x="2710" y="883"/>
                    <a:pt x="21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85"/>
            <p:cNvSpPr/>
            <p:nvPr/>
          </p:nvSpPr>
          <p:spPr>
            <a:xfrm>
              <a:off x="-53224225" y="4211025"/>
              <a:ext cx="74850" cy="83500"/>
            </a:xfrm>
            <a:custGeom>
              <a:avLst/>
              <a:gdLst/>
              <a:ahLst/>
              <a:cxnLst/>
              <a:rect l="l" t="t" r="r" b="b"/>
              <a:pathLst>
                <a:path w="2994" h="3340" extrusionOk="0">
                  <a:moveTo>
                    <a:pt x="851" y="0"/>
                  </a:moveTo>
                  <a:cubicBezTo>
                    <a:pt x="315" y="851"/>
                    <a:pt x="0" y="1796"/>
                    <a:pt x="0" y="2867"/>
                  </a:cubicBezTo>
                  <a:lnTo>
                    <a:pt x="0" y="2993"/>
                  </a:lnTo>
                  <a:cubicBezTo>
                    <a:pt x="0" y="3182"/>
                    <a:pt x="158" y="3340"/>
                    <a:pt x="378" y="3340"/>
                  </a:cubicBezTo>
                  <a:lnTo>
                    <a:pt x="2993" y="3340"/>
                  </a:lnTo>
                  <a:cubicBezTo>
                    <a:pt x="1859" y="2646"/>
                    <a:pt x="1040" y="1418"/>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85"/>
            <p:cNvSpPr/>
            <p:nvPr/>
          </p:nvSpPr>
          <p:spPr>
            <a:xfrm>
              <a:off x="-52962725" y="4131475"/>
              <a:ext cx="18125" cy="63800"/>
            </a:xfrm>
            <a:custGeom>
              <a:avLst/>
              <a:gdLst/>
              <a:ahLst/>
              <a:cxnLst/>
              <a:rect l="l" t="t" r="r" b="b"/>
              <a:pathLst>
                <a:path w="725" h="2552" extrusionOk="0">
                  <a:moveTo>
                    <a:pt x="0" y="0"/>
                  </a:moveTo>
                  <a:lnTo>
                    <a:pt x="0" y="2394"/>
                  </a:lnTo>
                  <a:lnTo>
                    <a:pt x="0" y="2552"/>
                  </a:lnTo>
                  <a:cubicBezTo>
                    <a:pt x="410" y="2300"/>
                    <a:pt x="725" y="1827"/>
                    <a:pt x="725" y="1292"/>
                  </a:cubicBezTo>
                  <a:cubicBezTo>
                    <a:pt x="725" y="725"/>
                    <a:pt x="410"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85"/>
            <p:cNvSpPr/>
            <p:nvPr/>
          </p:nvSpPr>
          <p:spPr>
            <a:xfrm>
              <a:off x="-53125775" y="3976300"/>
              <a:ext cx="82725" cy="26800"/>
            </a:xfrm>
            <a:custGeom>
              <a:avLst/>
              <a:gdLst/>
              <a:ahLst/>
              <a:cxnLst/>
              <a:rect l="l" t="t" r="r" b="b"/>
              <a:pathLst>
                <a:path w="3309" h="1072" extrusionOk="0">
                  <a:moveTo>
                    <a:pt x="1670" y="1"/>
                  </a:moveTo>
                  <a:cubicBezTo>
                    <a:pt x="914" y="1"/>
                    <a:pt x="284" y="442"/>
                    <a:pt x="0" y="1072"/>
                  </a:cubicBezTo>
                  <a:cubicBezTo>
                    <a:pt x="536" y="883"/>
                    <a:pt x="1072" y="757"/>
                    <a:pt x="1670" y="757"/>
                  </a:cubicBezTo>
                  <a:cubicBezTo>
                    <a:pt x="2269" y="757"/>
                    <a:pt x="2804" y="883"/>
                    <a:pt x="3308" y="1072"/>
                  </a:cubicBezTo>
                  <a:cubicBezTo>
                    <a:pt x="2993" y="442"/>
                    <a:pt x="2363"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66" name="Google Shape;6366;p85"/>
          <p:cNvGrpSpPr/>
          <p:nvPr/>
        </p:nvGrpSpPr>
        <p:grpSpPr>
          <a:xfrm>
            <a:off x="7942896" y="3672917"/>
            <a:ext cx="358971" cy="358408"/>
            <a:chOff x="-52043575" y="3983125"/>
            <a:chExt cx="319000" cy="318500"/>
          </a:xfrm>
        </p:grpSpPr>
        <p:sp>
          <p:nvSpPr>
            <p:cNvPr id="6367" name="Google Shape;6367;p85"/>
            <p:cNvSpPr/>
            <p:nvPr/>
          </p:nvSpPr>
          <p:spPr>
            <a:xfrm>
              <a:off x="-52043575" y="3983200"/>
              <a:ext cx="55150" cy="105750"/>
            </a:xfrm>
            <a:custGeom>
              <a:avLst/>
              <a:gdLst/>
              <a:ahLst/>
              <a:cxnLst/>
              <a:rect l="l" t="t" r="r" b="b"/>
              <a:pathLst>
                <a:path w="2206" h="4230" extrusionOk="0">
                  <a:moveTo>
                    <a:pt x="367" y="0"/>
                  </a:moveTo>
                  <a:cubicBezTo>
                    <a:pt x="339" y="0"/>
                    <a:pt x="311" y="3"/>
                    <a:pt x="284" y="8"/>
                  </a:cubicBezTo>
                  <a:cubicBezTo>
                    <a:pt x="126" y="40"/>
                    <a:pt x="0" y="197"/>
                    <a:pt x="0" y="355"/>
                  </a:cubicBezTo>
                  <a:lnTo>
                    <a:pt x="0" y="1867"/>
                  </a:lnTo>
                  <a:cubicBezTo>
                    <a:pt x="0" y="2875"/>
                    <a:pt x="630" y="3789"/>
                    <a:pt x="1512" y="4230"/>
                  </a:cubicBezTo>
                  <a:cubicBezTo>
                    <a:pt x="1512" y="3285"/>
                    <a:pt x="1733" y="2371"/>
                    <a:pt x="2206" y="1583"/>
                  </a:cubicBezTo>
                  <a:cubicBezTo>
                    <a:pt x="1607" y="1237"/>
                    <a:pt x="1103" y="764"/>
                    <a:pt x="725" y="166"/>
                  </a:cubicBezTo>
                  <a:cubicBezTo>
                    <a:pt x="647" y="61"/>
                    <a:pt x="503" y="0"/>
                    <a:pt x="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85"/>
            <p:cNvSpPr/>
            <p:nvPr/>
          </p:nvSpPr>
          <p:spPr>
            <a:xfrm>
              <a:off x="-51985300" y="3983400"/>
              <a:ext cx="204800" cy="129975"/>
            </a:xfrm>
            <a:custGeom>
              <a:avLst/>
              <a:gdLst/>
              <a:ahLst/>
              <a:cxnLst/>
              <a:rect l="l" t="t" r="r" b="b"/>
              <a:pathLst>
                <a:path w="8192" h="5199" extrusionOk="0">
                  <a:moveTo>
                    <a:pt x="3718" y="0"/>
                  </a:moveTo>
                  <a:lnTo>
                    <a:pt x="3718" y="4096"/>
                  </a:lnTo>
                  <a:cubicBezTo>
                    <a:pt x="3718" y="4285"/>
                    <a:pt x="3561" y="4442"/>
                    <a:pt x="3340" y="4442"/>
                  </a:cubicBezTo>
                  <a:lnTo>
                    <a:pt x="1" y="4442"/>
                  </a:lnTo>
                  <a:lnTo>
                    <a:pt x="1" y="5198"/>
                  </a:lnTo>
                  <a:lnTo>
                    <a:pt x="8192" y="5198"/>
                  </a:lnTo>
                  <a:lnTo>
                    <a:pt x="8192" y="4442"/>
                  </a:lnTo>
                  <a:lnTo>
                    <a:pt x="4852" y="4442"/>
                  </a:lnTo>
                  <a:cubicBezTo>
                    <a:pt x="4814" y="4452"/>
                    <a:pt x="4778" y="4456"/>
                    <a:pt x="4743" y="4456"/>
                  </a:cubicBezTo>
                  <a:cubicBezTo>
                    <a:pt x="4548" y="4456"/>
                    <a:pt x="4411" y="4314"/>
                    <a:pt x="4411" y="4127"/>
                  </a:cubicBezTo>
                  <a:lnTo>
                    <a:pt x="4411" y="32"/>
                  </a:lnTo>
                  <a:cubicBezTo>
                    <a:pt x="4285" y="32"/>
                    <a:pt x="4159" y="0"/>
                    <a:pt x="4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85"/>
            <p:cNvSpPr/>
            <p:nvPr/>
          </p:nvSpPr>
          <p:spPr>
            <a:xfrm>
              <a:off x="-51855350" y="3987325"/>
              <a:ext cx="74075" cy="89825"/>
            </a:xfrm>
            <a:custGeom>
              <a:avLst/>
              <a:gdLst/>
              <a:ahLst/>
              <a:cxnLst/>
              <a:rect l="l" t="t" r="r" b="b"/>
              <a:pathLst>
                <a:path w="2963" h="3593" extrusionOk="0">
                  <a:moveTo>
                    <a:pt x="1" y="1"/>
                  </a:moveTo>
                  <a:lnTo>
                    <a:pt x="1" y="3592"/>
                  </a:lnTo>
                  <a:lnTo>
                    <a:pt x="2962" y="3592"/>
                  </a:lnTo>
                  <a:cubicBezTo>
                    <a:pt x="2836" y="2647"/>
                    <a:pt x="2427" y="1733"/>
                    <a:pt x="1765" y="1009"/>
                  </a:cubicBezTo>
                  <a:cubicBezTo>
                    <a:pt x="1261" y="505"/>
                    <a:pt x="663" y="190"/>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85"/>
            <p:cNvSpPr/>
            <p:nvPr/>
          </p:nvSpPr>
          <p:spPr>
            <a:xfrm>
              <a:off x="-51985300" y="3987325"/>
              <a:ext cx="74050" cy="89825"/>
            </a:xfrm>
            <a:custGeom>
              <a:avLst/>
              <a:gdLst/>
              <a:ahLst/>
              <a:cxnLst/>
              <a:rect l="l" t="t" r="r" b="b"/>
              <a:pathLst>
                <a:path w="2962" h="3593" extrusionOk="0">
                  <a:moveTo>
                    <a:pt x="2962" y="1"/>
                  </a:moveTo>
                  <a:cubicBezTo>
                    <a:pt x="1324" y="473"/>
                    <a:pt x="158" y="1891"/>
                    <a:pt x="1" y="3592"/>
                  </a:cubicBezTo>
                  <a:lnTo>
                    <a:pt x="2962" y="3592"/>
                  </a:ln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85"/>
            <p:cNvSpPr/>
            <p:nvPr/>
          </p:nvSpPr>
          <p:spPr>
            <a:xfrm>
              <a:off x="-51985300" y="4190350"/>
              <a:ext cx="204800" cy="111275"/>
            </a:xfrm>
            <a:custGeom>
              <a:avLst/>
              <a:gdLst/>
              <a:ahLst/>
              <a:cxnLst/>
              <a:rect l="l" t="t" r="r" b="b"/>
              <a:pathLst>
                <a:path w="8192" h="4451" extrusionOk="0">
                  <a:moveTo>
                    <a:pt x="5069" y="1024"/>
                  </a:moveTo>
                  <a:cubicBezTo>
                    <a:pt x="5167" y="1024"/>
                    <a:pt x="5262" y="1063"/>
                    <a:pt x="5325" y="1142"/>
                  </a:cubicBezTo>
                  <a:cubicBezTo>
                    <a:pt x="5514" y="1268"/>
                    <a:pt x="5514" y="1489"/>
                    <a:pt x="5356" y="1646"/>
                  </a:cubicBezTo>
                  <a:cubicBezTo>
                    <a:pt x="5010" y="1993"/>
                    <a:pt x="4537" y="2213"/>
                    <a:pt x="4002" y="2213"/>
                  </a:cubicBezTo>
                  <a:cubicBezTo>
                    <a:pt x="3498" y="2213"/>
                    <a:pt x="3025" y="1993"/>
                    <a:pt x="2710" y="1646"/>
                  </a:cubicBezTo>
                  <a:cubicBezTo>
                    <a:pt x="2552" y="1489"/>
                    <a:pt x="2552" y="1268"/>
                    <a:pt x="2710" y="1142"/>
                  </a:cubicBezTo>
                  <a:cubicBezTo>
                    <a:pt x="2789" y="1063"/>
                    <a:pt x="2891" y="1024"/>
                    <a:pt x="2986" y="1024"/>
                  </a:cubicBezTo>
                  <a:cubicBezTo>
                    <a:pt x="3080" y="1024"/>
                    <a:pt x="3167" y="1063"/>
                    <a:pt x="3214" y="1142"/>
                  </a:cubicBezTo>
                  <a:cubicBezTo>
                    <a:pt x="3435" y="1363"/>
                    <a:pt x="3726" y="1473"/>
                    <a:pt x="4014" y="1473"/>
                  </a:cubicBezTo>
                  <a:cubicBezTo>
                    <a:pt x="4301" y="1473"/>
                    <a:pt x="4585" y="1363"/>
                    <a:pt x="4789" y="1142"/>
                  </a:cubicBezTo>
                  <a:cubicBezTo>
                    <a:pt x="4868" y="1063"/>
                    <a:pt x="4971" y="1024"/>
                    <a:pt x="5069" y="1024"/>
                  </a:cubicBezTo>
                  <a:close/>
                  <a:moveTo>
                    <a:pt x="4080" y="0"/>
                  </a:moveTo>
                  <a:cubicBezTo>
                    <a:pt x="3372" y="0"/>
                    <a:pt x="2663" y="213"/>
                    <a:pt x="2048" y="638"/>
                  </a:cubicBezTo>
                  <a:cubicBezTo>
                    <a:pt x="1954" y="669"/>
                    <a:pt x="1922" y="701"/>
                    <a:pt x="1859" y="701"/>
                  </a:cubicBezTo>
                  <a:lnTo>
                    <a:pt x="1" y="701"/>
                  </a:lnTo>
                  <a:cubicBezTo>
                    <a:pt x="190" y="2780"/>
                    <a:pt x="1922" y="4450"/>
                    <a:pt x="4096" y="4450"/>
                  </a:cubicBezTo>
                  <a:cubicBezTo>
                    <a:pt x="6207" y="4450"/>
                    <a:pt x="8003" y="2780"/>
                    <a:pt x="8192" y="701"/>
                  </a:cubicBezTo>
                  <a:lnTo>
                    <a:pt x="6333" y="701"/>
                  </a:lnTo>
                  <a:cubicBezTo>
                    <a:pt x="6207" y="701"/>
                    <a:pt x="6144" y="701"/>
                    <a:pt x="6113" y="638"/>
                  </a:cubicBezTo>
                  <a:cubicBezTo>
                    <a:pt x="5498" y="213"/>
                    <a:pt x="4789" y="0"/>
                    <a:pt x="4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85"/>
            <p:cNvSpPr/>
            <p:nvPr/>
          </p:nvSpPr>
          <p:spPr>
            <a:xfrm>
              <a:off x="-51985300" y="4133050"/>
              <a:ext cx="204800" cy="55925"/>
            </a:xfrm>
            <a:custGeom>
              <a:avLst/>
              <a:gdLst/>
              <a:ahLst/>
              <a:cxnLst/>
              <a:rect l="l" t="t" r="r" b="b"/>
              <a:pathLst>
                <a:path w="8192" h="2237" extrusionOk="0">
                  <a:moveTo>
                    <a:pt x="2552" y="756"/>
                  </a:moveTo>
                  <a:cubicBezTo>
                    <a:pt x="2742" y="756"/>
                    <a:pt x="2899" y="914"/>
                    <a:pt x="2899" y="1103"/>
                  </a:cubicBezTo>
                  <a:cubicBezTo>
                    <a:pt x="2899" y="1292"/>
                    <a:pt x="2742" y="1449"/>
                    <a:pt x="2552" y="1449"/>
                  </a:cubicBezTo>
                  <a:cubicBezTo>
                    <a:pt x="2363" y="1449"/>
                    <a:pt x="2206" y="1292"/>
                    <a:pt x="2206" y="1103"/>
                  </a:cubicBezTo>
                  <a:cubicBezTo>
                    <a:pt x="2206" y="914"/>
                    <a:pt x="2363" y="756"/>
                    <a:pt x="2552" y="756"/>
                  </a:cubicBezTo>
                  <a:close/>
                  <a:moveTo>
                    <a:pt x="5545" y="756"/>
                  </a:moveTo>
                  <a:cubicBezTo>
                    <a:pt x="5734" y="756"/>
                    <a:pt x="5892" y="914"/>
                    <a:pt x="5892" y="1103"/>
                  </a:cubicBezTo>
                  <a:cubicBezTo>
                    <a:pt x="5892" y="1292"/>
                    <a:pt x="5734" y="1449"/>
                    <a:pt x="5545" y="1449"/>
                  </a:cubicBezTo>
                  <a:cubicBezTo>
                    <a:pt x="5356" y="1449"/>
                    <a:pt x="5199" y="1292"/>
                    <a:pt x="5199" y="1103"/>
                  </a:cubicBezTo>
                  <a:cubicBezTo>
                    <a:pt x="5167" y="914"/>
                    <a:pt x="5356" y="756"/>
                    <a:pt x="5545" y="756"/>
                  </a:cubicBezTo>
                  <a:close/>
                  <a:moveTo>
                    <a:pt x="1" y="0"/>
                  </a:moveTo>
                  <a:lnTo>
                    <a:pt x="1" y="2237"/>
                  </a:lnTo>
                  <a:lnTo>
                    <a:pt x="1733" y="2237"/>
                  </a:lnTo>
                  <a:cubicBezTo>
                    <a:pt x="2458" y="1796"/>
                    <a:pt x="3277" y="1575"/>
                    <a:pt x="4092" y="1575"/>
                  </a:cubicBezTo>
                  <a:cubicBezTo>
                    <a:pt x="4907" y="1575"/>
                    <a:pt x="5719" y="1796"/>
                    <a:pt x="6428" y="2237"/>
                  </a:cubicBezTo>
                  <a:lnTo>
                    <a:pt x="8192" y="2237"/>
                  </a:ln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85"/>
            <p:cNvSpPr/>
            <p:nvPr/>
          </p:nvSpPr>
          <p:spPr>
            <a:xfrm>
              <a:off x="-51780525" y="3983125"/>
              <a:ext cx="55950" cy="105825"/>
            </a:xfrm>
            <a:custGeom>
              <a:avLst/>
              <a:gdLst/>
              <a:ahLst/>
              <a:cxnLst/>
              <a:rect l="l" t="t" r="r" b="b"/>
              <a:pathLst>
                <a:path w="2238" h="4233" extrusionOk="0">
                  <a:moveTo>
                    <a:pt x="1849" y="0"/>
                  </a:moveTo>
                  <a:cubicBezTo>
                    <a:pt x="1729" y="0"/>
                    <a:pt x="1618" y="47"/>
                    <a:pt x="1545" y="169"/>
                  </a:cubicBezTo>
                  <a:cubicBezTo>
                    <a:pt x="1135" y="767"/>
                    <a:pt x="631" y="1240"/>
                    <a:pt x="1" y="1586"/>
                  </a:cubicBezTo>
                  <a:cubicBezTo>
                    <a:pt x="473" y="2374"/>
                    <a:pt x="694" y="3288"/>
                    <a:pt x="694" y="4233"/>
                  </a:cubicBezTo>
                  <a:cubicBezTo>
                    <a:pt x="1576" y="3792"/>
                    <a:pt x="2206" y="2910"/>
                    <a:pt x="2206" y="1870"/>
                  </a:cubicBezTo>
                  <a:lnTo>
                    <a:pt x="2206" y="358"/>
                  </a:lnTo>
                  <a:cubicBezTo>
                    <a:pt x="2238" y="200"/>
                    <a:pt x="2112" y="106"/>
                    <a:pt x="1954" y="11"/>
                  </a:cubicBezTo>
                  <a:cubicBezTo>
                    <a:pt x="1919" y="4"/>
                    <a:pt x="1883" y="0"/>
                    <a:pt x="18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85"/>
            <p:cNvSpPr/>
            <p:nvPr/>
          </p:nvSpPr>
          <p:spPr>
            <a:xfrm>
              <a:off x="-52023900" y="4139350"/>
              <a:ext cx="18925" cy="63800"/>
            </a:xfrm>
            <a:custGeom>
              <a:avLst/>
              <a:gdLst/>
              <a:ahLst/>
              <a:cxnLst/>
              <a:rect l="l" t="t" r="r" b="b"/>
              <a:pathLst>
                <a:path w="757" h="2552" extrusionOk="0">
                  <a:moveTo>
                    <a:pt x="757" y="0"/>
                  </a:moveTo>
                  <a:cubicBezTo>
                    <a:pt x="316" y="221"/>
                    <a:pt x="1" y="693"/>
                    <a:pt x="1" y="1260"/>
                  </a:cubicBezTo>
                  <a:cubicBezTo>
                    <a:pt x="1" y="1796"/>
                    <a:pt x="316" y="2268"/>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85"/>
            <p:cNvSpPr/>
            <p:nvPr/>
          </p:nvSpPr>
          <p:spPr>
            <a:xfrm>
              <a:off x="-51763200" y="4139350"/>
              <a:ext cx="18925" cy="63800"/>
            </a:xfrm>
            <a:custGeom>
              <a:avLst/>
              <a:gdLst/>
              <a:ahLst/>
              <a:cxnLst/>
              <a:rect l="l" t="t" r="r" b="b"/>
              <a:pathLst>
                <a:path w="757" h="2552" extrusionOk="0">
                  <a:moveTo>
                    <a:pt x="1" y="0"/>
                  </a:moveTo>
                  <a:lnTo>
                    <a:pt x="1" y="2552"/>
                  </a:lnTo>
                  <a:cubicBezTo>
                    <a:pt x="442" y="2268"/>
                    <a:pt x="757" y="1796"/>
                    <a:pt x="757" y="1260"/>
                  </a:cubicBezTo>
                  <a:cubicBezTo>
                    <a:pt x="757" y="693"/>
                    <a:pt x="442"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6" name="Google Shape;6376;p85"/>
          <p:cNvGrpSpPr/>
          <p:nvPr/>
        </p:nvGrpSpPr>
        <p:grpSpPr>
          <a:xfrm>
            <a:off x="6196836" y="1376934"/>
            <a:ext cx="314662" cy="358971"/>
            <a:chOff x="-56766175" y="3198925"/>
            <a:chExt cx="279625" cy="319000"/>
          </a:xfrm>
        </p:grpSpPr>
        <p:sp>
          <p:nvSpPr>
            <p:cNvPr id="6377" name="Google Shape;6377;p85"/>
            <p:cNvSpPr/>
            <p:nvPr/>
          </p:nvSpPr>
          <p:spPr>
            <a:xfrm>
              <a:off x="-56766175" y="333597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158"/>
                  </a:ln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85"/>
            <p:cNvSpPr/>
            <p:nvPr/>
          </p:nvSpPr>
          <p:spPr>
            <a:xfrm>
              <a:off x="-56747275" y="3198925"/>
              <a:ext cx="222925" cy="93750"/>
            </a:xfrm>
            <a:custGeom>
              <a:avLst/>
              <a:gdLst/>
              <a:ahLst/>
              <a:cxnLst/>
              <a:rect l="l" t="t" r="r" b="b"/>
              <a:pathLst>
                <a:path w="8917" h="3750" extrusionOk="0">
                  <a:moveTo>
                    <a:pt x="347" y="0"/>
                  </a:moveTo>
                  <a:cubicBezTo>
                    <a:pt x="158" y="0"/>
                    <a:pt x="1" y="158"/>
                    <a:pt x="32" y="347"/>
                  </a:cubicBezTo>
                  <a:cubicBezTo>
                    <a:pt x="410" y="2269"/>
                    <a:pt x="2080" y="3749"/>
                    <a:pt x="4096" y="3749"/>
                  </a:cubicBezTo>
                  <a:lnTo>
                    <a:pt x="8917" y="3749"/>
                  </a:lnTo>
                  <a:cubicBezTo>
                    <a:pt x="8728" y="1639"/>
                    <a:pt x="6995" y="0"/>
                    <a:pt x="48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85"/>
            <p:cNvSpPr/>
            <p:nvPr/>
          </p:nvSpPr>
          <p:spPr>
            <a:xfrm>
              <a:off x="-56710250" y="3348575"/>
              <a:ext cx="55150" cy="55150"/>
            </a:xfrm>
            <a:custGeom>
              <a:avLst/>
              <a:gdLst/>
              <a:ahLst/>
              <a:cxnLst/>
              <a:rect l="l" t="t" r="r" b="b"/>
              <a:pathLst>
                <a:path w="2206" h="2206" extrusionOk="0">
                  <a:moveTo>
                    <a:pt x="1103" y="0"/>
                  </a:moveTo>
                  <a:cubicBezTo>
                    <a:pt x="473" y="0"/>
                    <a:pt x="0" y="504"/>
                    <a:pt x="0" y="1103"/>
                  </a:cubicBezTo>
                  <a:cubicBezTo>
                    <a:pt x="0" y="1670"/>
                    <a:pt x="504" y="2206"/>
                    <a:pt x="1103" y="2206"/>
                  </a:cubicBezTo>
                  <a:cubicBezTo>
                    <a:pt x="1733" y="2206"/>
                    <a:pt x="2206" y="1702"/>
                    <a:pt x="2206" y="1103"/>
                  </a:cubicBezTo>
                  <a:cubicBezTo>
                    <a:pt x="2206" y="504"/>
                    <a:pt x="1733"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85"/>
            <p:cNvSpPr/>
            <p:nvPr/>
          </p:nvSpPr>
          <p:spPr>
            <a:xfrm>
              <a:off x="-56597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85"/>
            <p:cNvSpPr/>
            <p:nvPr/>
          </p:nvSpPr>
          <p:spPr>
            <a:xfrm>
              <a:off x="-56727575" y="3376925"/>
              <a:ext cx="204800" cy="141000"/>
            </a:xfrm>
            <a:custGeom>
              <a:avLst/>
              <a:gdLst/>
              <a:ahLst/>
              <a:cxnLst/>
              <a:rect l="l" t="t" r="r" b="b"/>
              <a:pathLst>
                <a:path w="8192" h="5640" extrusionOk="0">
                  <a:moveTo>
                    <a:pt x="5104" y="2174"/>
                  </a:moveTo>
                  <a:cubicBezTo>
                    <a:pt x="5199" y="2174"/>
                    <a:pt x="5293" y="2206"/>
                    <a:pt x="5356" y="2269"/>
                  </a:cubicBezTo>
                  <a:cubicBezTo>
                    <a:pt x="5545" y="2395"/>
                    <a:pt x="5545" y="2647"/>
                    <a:pt x="5388" y="2804"/>
                  </a:cubicBezTo>
                  <a:cubicBezTo>
                    <a:pt x="5041" y="3151"/>
                    <a:pt x="4569" y="3340"/>
                    <a:pt x="4096" y="3340"/>
                  </a:cubicBezTo>
                  <a:cubicBezTo>
                    <a:pt x="3560" y="3340"/>
                    <a:pt x="3088" y="3151"/>
                    <a:pt x="2741" y="2804"/>
                  </a:cubicBezTo>
                  <a:cubicBezTo>
                    <a:pt x="2584" y="2647"/>
                    <a:pt x="2584" y="2395"/>
                    <a:pt x="2741" y="2269"/>
                  </a:cubicBezTo>
                  <a:cubicBezTo>
                    <a:pt x="2820" y="2206"/>
                    <a:pt x="2922" y="2174"/>
                    <a:pt x="3021" y="2174"/>
                  </a:cubicBezTo>
                  <a:cubicBezTo>
                    <a:pt x="3119" y="2174"/>
                    <a:pt x="3214" y="2206"/>
                    <a:pt x="3277" y="2269"/>
                  </a:cubicBezTo>
                  <a:cubicBezTo>
                    <a:pt x="3482" y="2489"/>
                    <a:pt x="3765" y="2600"/>
                    <a:pt x="4053" y="2600"/>
                  </a:cubicBezTo>
                  <a:cubicBezTo>
                    <a:pt x="4340" y="2600"/>
                    <a:pt x="4632" y="2489"/>
                    <a:pt x="4852" y="2269"/>
                  </a:cubicBezTo>
                  <a:cubicBezTo>
                    <a:pt x="4915" y="2206"/>
                    <a:pt x="5010" y="2174"/>
                    <a:pt x="5104" y="2174"/>
                  </a:cubicBezTo>
                  <a:close/>
                  <a:moveTo>
                    <a:pt x="0" y="0"/>
                  </a:moveTo>
                  <a:lnTo>
                    <a:pt x="0" y="1513"/>
                  </a:lnTo>
                  <a:cubicBezTo>
                    <a:pt x="0" y="3623"/>
                    <a:pt x="1639" y="5451"/>
                    <a:pt x="3718" y="5640"/>
                  </a:cubicBezTo>
                  <a:lnTo>
                    <a:pt x="3718" y="4537"/>
                  </a:lnTo>
                  <a:cubicBezTo>
                    <a:pt x="3718" y="4348"/>
                    <a:pt x="3875" y="4191"/>
                    <a:pt x="4096" y="4191"/>
                  </a:cubicBezTo>
                  <a:cubicBezTo>
                    <a:pt x="4285" y="4191"/>
                    <a:pt x="4442" y="4348"/>
                    <a:pt x="4442" y="4537"/>
                  </a:cubicBezTo>
                  <a:lnTo>
                    <a:pt x="4442" y="5640"/>
                  </a:lnTo>
                  <a:cubicBezTo>
                    <a:pt x="6522" y="5451"/>
                    <a:pt x="8192" y="3623"/>
                    <a:pt x="8192" y="1513"/>
                  </a:cubicBezTo>
                  <a:lnTo>
                    <a:pt x="8192" y="0"/>
                  </a:lnTo>
                  <a:cubicBezTo>
                    <a:pt x="8192" y="1009"/>
                    <a:pt x="7309" y="1859"/>
                    <a:pt x="6301" y="1859"/>
                  </a:cubicBezTo>
                  <a:cubicBezTo>
                    <a:pt x="5388" y="1859"/>
                    <a:pt x="4632" y="1229"/>
                    <a:pt x="4474" y="347"/>
                  </a:cubicBezTo>
                  <a:lnTo>
                    <a:pt x="3655" y="347"/>
                  </a:lnTo>
                  <a:cubicBezTo>
                    <a:pt x="3497" y="1229"/>
                    <a:pt x="2710" y="1859"/>
                    <a:pt x="1828" y="1859"/>
                  </a:cubicBezTo>
                  <a:cubicBezTo>
                    <a:pt x="819" y="1859"/>
                    <a:pt x="0" y="1009"/>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85"/>
            <p:cNvSpPr/>
            <p:nvPr/>
          </p:nvSpPr>
          <p:spPr>
            <a:xfrm>
              <a:off x="-56729150" y="3289500"/>
              <a:ext cx="204000" cy="87450"/>
            </a:xfrm>
            <a:custGeom>
              <a:avLst/>
              <a:gdLst/>
              <a:ahLst/>
              <a:cxnLst/>
              <a:rect l="l" t="t" r="r" b="b"/>
              <a:pathLst>
                <a:path w="8160" h="3498" extrusionOk="0">
                  <a:moveTo>
                    <a:pt x="567" y="0"/>
                  </a:moveTo>
                  <a:cubicBezTo>
                    <a:pt x="221" y="630"/>
                    <a:pt x="0" y="1292"/>
                    <a:pt x="0" y="2017"/>
                  </a:cubicBezTo>
                  <a:lnTo>
                    <a:pt x="0" y="3497"/>
                  </a:lnTo>
                  <a:cubicBezTo>
                    <a:pt x="0" y="2489"/>
                    <a:pt x="851" y="1639"/>
                    <a:pt x="1859" y="1639"/>
                  </a:cubicBezTo>
                  <a:cubicBezTo>
                    <a:pt x="2773" y="1639"/>
                    <a:pt x="3529" y="2269"/>
                    <a:pt x="3686" y="3151"/>
                  </a:cubicBezTo>
                  <a:lnTo>
                    <a:pt x="4505" y="3151"/>
                  </a:lnTo>
                  <a:cubicBezTo>
                    <a:pt x="4663" y="2269"/>
                    <a:pt x="5451" y="1639"/>
                    <a:pt x="6333" y="1639"/>
                  </a:cubicBezTo>
                  <a:cubicBezTo>
                    <a:pt x="7341" y="1639"/>
                    <a:pt x="8160" y="2489"/>
                    <a:pt x="8160" y="3497"/>
                  </a:cubicBezTo>
                  <a:lnTo>
                    <a:pt x="8160" y="914"/>
                  </a:lnTo>
                  <a:lnTo>
                    <a:pt x="3340" y="914"/>
                  </a:lnTo>
                  <a:cubicBezTo>
                    <a:pt x="2332" y="851"/>
                    <a:pt x="1355" y="536"/>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85"/>
            <p:cNvSpPr/>
            <p:nvPr/>
          </p:nvSpPr>
          <p:spPr>
            <a:xfrm>
              <a:off x="-56505475" y="3335975"/>
              <a:ext cx="18925" cy="63825"/>
            </a:xfrm>
            <a:custGeom>
              <a:avLst/>
              <a:gdLst/>
              <a:ahLst/>
              <a:cxnLst/>
              <a:rect l="l" t="t" r="r" b="b"/>
              <a:pathLst>
                <a:path w="757" h="2553" extrusionOk="0">
                  <a:moveTo>
                    <a:pt x="1" y="0"/>
                  </a:moveTo>
                  <a:lnTo>
                    <a:pt x="1" y="2552"/>
                  </a:lnTo>
                  <a:cubicBezTo>
                    <a:pt x="442" y="2269"/>
                    <a:pt x="757" y="1796"/>
                    <a:pt x="757" y="1260"/>
                  </a:cubicBezTo>
                  <a:cubicBezTo>
                    <a:pt x="757" y="693"/>
                    <a:pt x="473"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84" name="Google Shape;6384;p85"/>
          <p:cNvGrpSpPr/>
          <p:nvPr/>
        </p:nvGrpSpPr>
        <p:grpSpPr>
          <a:xfrm>
            <a:off x="6195950" y="1832234"/>
            <a:ext cx="316434" cy="358099"/>
            <a:chOff x="-56766175" y="3590375"/>
            <a:chExt cx="281200" cy="318225"/>
          </a:xfrm>
        </p:grpSpPr>
        <p:sp>
          <p:nvSpPr>
            <p:cNvPr id="6385" name="Google Shape;6385;p85"/>
            <p:cNvSpPr/>
            <p:nvPr/>
          </p:nvSpPr>
          <p:spPr>
            <a:xfrm>
              <a:off x="-56766175" y="3632900"/>
              <a:ext cx="281200" cy="275700"/>
            </a:xfrm>
            <a:custGeom>
              <a:avLst/>
              <a:gdLst/>
              <a:ahLst/>
              <a:cxnLst/>
              <a:rect l="l" t="t" r="r" b="b"/>
              <a:pathLst>
                <a:path w="11248" h="11028" extrusionOk="0">
                  <a:moveTo>
                    <a:pt x="1576" y="0"/>
                  </a:moveTo>
                  <a:cubicBezTo>
                    <a:pt x="599" y="1009"/>
                    <a:pt x="1" y="2395"/>
                    <a:pt x="1" y="3907"/>
                  </a:cubicBezTo>
                  <a:lnTo>
                    <a:pt x="1" y="10681"/>
                  </a:lnTo>
                  <a:cubicBezTo>
                    <a:pt x="1" y="10870"/>
                    <a:pt x="158" y="11027"/>
                    <a:pt x="347" y="11027"/>
                  </a:cubicBezTo>
                  <a:lnTo>
                    <a:pt x="5577" y="11027"/>
                  </a:lnTo>
                  <a:cubicBezTo>
                    <a:pt x="3340" y="11027"/>
                    <a:pt x="1481" y="9200"/>
                    <a:pt x="1481" y="6932"/>
                  </a:cubicBezTo>
                  <a:lnTo>
                    <a:pt x="1481" y="5388"/>
                  </a:lnTo>
                  <a:cubicBezTo>
                    <a:pt x="1481" y="5262"/>
                    <a:pt x="1576" y="5167"/>
                    <a:pt x="1702" y="5073"/>
                  </a:cubicBezTo>
                  <a:lnTo>
                    <a:pt x="5419" y="2836"/>
                  </a:lnTo>
                  <a:cubicBezTo>
                    <a:pt x="5482" y="2789"/>
                    <a:pt x="5553" y="2765"/>
                    <a:pt x="5624" y="2765"/>
                  </a:cubicBezTo>
                  <a:cubicBezTo>
                    <a:pt x="5695" y="2765"/>
                    <a:pt x="5766" y="2789"/>
                    <a:pt x="5829" y="2836"/>
                  </a:cubicBezTo>
                  <a:lnTo>
                    <a:pt x="9578" y="5073"/>
                  </a:lnTo>
                  <a:cubicBezTo>
                    <a:pt x="9673" y="5167"/>
                    <a:pt x="9767" y="5262"/>
                    <a:pt x="9767" y="5388"/>
                  </a:cubicBezTo>
                  <a:lnTo>
                    <a:pt x="9767" y="6932"/>
                  </a:lnTo>
                  <a:cubicBezTo>
                    <a:pt x="9767" y="9200"/>
                    <a:pt x="7908" y="11027"/>
                    <a:pt x="5671" y="11027"/>
                  </a:cubicBezTo>
                  <a:lnTo>
                    <a:pt x="10901" y="11027"/>
                  </a:lnTo>
                  <a:cubicBezTo>
                    <a:pt x="11090" y="11027"/>
                    <a:pt x="11248" y="10870"/>
                    <a:pt x="11248" y="10681"/>
                  </a:cubicBezTo>
                  <a:lnTo>
                    <a:pt x="11248" y="3907"/>
                  </a:lnTo>
                  <a:cubicBezTo>
                    <a:pt x="11185" y="2363"/>
                    <a:pt x="10586" y="977"/>
                    <a:pt x="9610" y="0"/>
                  </a:cubicBezTo>
                  <a:cubicBezTo>
                    <a:pt x="9578" y="158"/>
                    <a:pt x="9484" y="316"/>
                    <a:pt x="9358" y="473"/>
                  </a:cubicBezTo>
                  <a:cubicBezTo>
                    <a:pt x="8727" y="1418"/>
                    <a:pt x="7247" y="2048"/>
                    <a:pt x="5577" y="2048"/>
                  </a:cubicBezTo>
                  <a:cubicBezTo>
                    <a:pt x="3907" y="2048"/>
                    <a:pt x="2395" y="1418"/>
                    <a:pt x="1765" y="442"/>
                  </a:cubicBezTo>
                  <a:cubicBezTo>
                    <a:pt x="1702" y="316"/>
                    <a:pt x="1607" y="158"/>
                    <a:pt x="15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85"/>
            <p:cNvSpPr/>
            <p:nvPr/>
          </p:nvSpPr>
          <p:spPr>
            <a:xfrm>
              <a:off x="-56709475" y="3722700"/>
              <a:ext cx="167800" cy="153600"/>
            </a:xfrm>
            <a:custGeom>
              <a:avLst/>
              <a:gdLst/>
              <a:ahLst/>
              <a:cxnLst/>
              <a:rect l="l" t="t" r="r" b="b"/>
              <a:pathLst>
                <a:path w="6712" h="6144" extrusionOk="0">
                  <a:moveTo>
                    <a:pt x="1828" y="1449"/>
                  </a:moveTo>
                  <a:cubicBezTo>
                    <a:pt x="2017" y="1449"/>
                    <a:pt x="2175" y="1607"/>
                    <a:pt x="2175" y="1796"/>
                  </a:cubicBezTo>
                  <a:cubicBezTo>
                    <a:pt x="2206" y="2016"/>
                    <a:pt x="2049" y="2142"/>
                    <a:pt x="1828" y="2142"/>
                  </a:cubicBezTo>
                  <a:cubicBezTo>
                    <a:pt x="1639" y="2142"/>
                    <a:pt x="1482" y="2016"/>
                    <a:pt x="1482" y="1796"/>
                  </a:cubicBezTo>
                  <a:cubicBezTo>
                    <a:pt x="1482" y="1607"/>
                    <a:pt x="1639" y="1449"/>
                    <a:pt x="1828" y="1449"/>
                  </a:cubicBezTo>
                  <a:close/>
                  <a:moveTo>
                    <a:pt x="4821" y="1449"/>
                  </a:moveTo>
                  <a:cubicBezTo>
                    <a:pt x="5010" y="1449"/>
                    <a:pt x="5168" y="1607"/>
                    <a:pt x="5168" y="1796"/>
                  </a:cubicBezTo>
                  <a:cubicBezTo>
                    <a:pt x="5199" y="2016"/>
                    <a:pt x="5010" y="2142"/>
                    <a:pt x="4821" y="2142"/>
                  </a:cubicBezTo>
                  <a:cubicBezTo>
                    <a:pt x="4632" y="2142"/>
                    <a:pt x="4475" y="2016"/>
                    <a:pt x="4475" y="1796"/>
                  </a:cubicBezTo>
                  <a:cubicBezTo>
                    <a:pt x="4475" y="1607"/>
                    <a:pt x="4632" y="1449"/>
                    <a:pt x="4821" y="1449"/>
                  </a:cubicBezTo>
                  <a:close/>
                  <a:moveTo>
                    <a:pt x="3372" y="0"/>
                  </a:moveTo>
                  <a:lnTo>
                    <a:pt x="1" y="2016"/>
                  </a:lnTo>
                  <a:lnTo>
                    <a:pt x="1" y="3340"/>
                  </a:lnTo>
                  <a:cubicBezTo>
                    <a:pt x="1" y="4474"/>
                    <a:pt x="599" y="5545"/>
                    <a:pt x="1513" y="6143"/>
                  </a:cubicBezTo>
                  <a:lnTo>
                    <a:pt x="1513" y="4411"/>
                  </a:lnTo>
                  <a:cubicBezTo>
                    <a:pt x="1513" y="4253"/>
                    <a:pt x="1576" y="4127"/>
                    <a:pt x="1702" y="4096"/>
                  </a:cubicBezTo>
                  <a:cubicBezTo>
                    <a:pt x="2222" y="3844"/>
                    <a:pt x="2797" y="3718"/>
                    <a:pt x="3368" y="3718"/>
                  </a:cubicBezTo>
                  <a:cubicBezTo>
                    <a:pt x="3939" y="3718"/>
                    <a:pt x="4506" y="3844"/>
                    <a:pt x="5010" y="4096"/>
                  </a:cubicBezTo>
                  <a:cubicBezTo>
                    <a:pt x="5136" y="4159"/>
                    <a:pt x="5199" y="4285"/>
                    <a:pt x="5199" y="4411"/>
                  </a:cubicBezTo>
                  <a:lnTo>
                    <a:pt x="5199" y="6143"/>
                  </a:lnTo>
                  <a:cubicBezTo>
                    <a:pt x="6113" y="5545"/>
                    <a:pt x="6711" y="4505"/>
                    <a:pt x="6711" y="3340"/>
                  </a:cubicBezTo>
                  <a:lnTo>
                    <a:pt x="6711" y="2016"/>
                  </a:lnTo>
                  <a:lnTo>
                    <a:pt x="33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85"/>
            <p:cNvSpPr/>
            <p:nvPr/>
          </p:nvSpPr>
          <p:spPr>
            <a:xfrm>
              <a:off x="-56654325" y="3833750"/>
              <a:ext cx="55150" cy="55950"/>
            </a:xfrm>
            <a:custGeom>
              <a:avLst/>
              <a:gdLst/>
              <a:ahLst/>
              <a:cxnLst/>
              <a:rect l="l" t="t" r="r" b="b"/>
              <a:pathLst>
                <a:path w="2206" h="2238" extrusionOk="0">
                  <a:moveTo>
                    <a:pt x="1127" y="0"/>
                  </a:moveTo>
                  <a:cubicBezTo>
                    <a:pt x="748" y="0"/>
                    <a:pt x="363" y="63"/>
                    <a:pt x="0" y="189"/>
                  </a:cubicBezTo>
                  <a:lnTo>
                    <a:pt x="0" y="2048"/>
                  </a:lnTo>
                  <a:cubicBezTo>
                    <a:pt x="378" y="2174"/>
                    <a:pt x="725" y="2237"/>
                    <a:pt x="1103" y="2237"/>
                  </a:cubicBezTo>
                  <a:cubicBezTo>
                    <a:pt x="1512" y="2237"/>
                    <a:pt x="1859" y="2174"/>
                    <a:pt x="2206" y="2048"/>
                  </a:cubicBezTo>
                  <a:lnTo>
                    <a:pt x="2206" y="189"/>
                  </a:lnTo>
                  <a:cubicBezTo>
                    <a:pt x="1875" y="63"/>
                    <a:pt x="1505" y="0"/>
                    <a:pt x="11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85"/>
            <p:cNvSpPr/>
            <p:nvPr/>
          </p:nvSpPr>
          <p:spPr>
            <a:xfrm>
              <a:off x="-56710250" y="3590375"/>
              <a:ext cx="167775" cy="74850"/>
            </a:xfrm>
            <a:custGeom>
              <a:avLst/>
              <a:gdLst/>
              <a:ahLst/>
              <a:cxnLst/>
              <a:rect l="l" t="t" r="r" b="b"/>
              <a:pathLst>
                <a:path w="6711" h="2994" extrusionOk="0">
                  <a:moveTo>
                    <a:pt x="3340" y="0"/>
                  </a:moveTo>
                  <a:cubicBezTo>
                    <a:pt x="2080" y="0"/>
                    <a:pt x="946" y="441"/>
                    <a:pt x="0" y="1134"/>
                  </a:cubicBezTo>
                  <a:cubicBezTo>
                    <a:pt x="0" y="1355"/>
                    <a:pt x="32" y="1544"/>
                    <a:pt x="189" y="1733"/>
                  </a:cubicBezTo>
                  <a:cubicBezTo>
                    <a:pt x="662" y="2489"/>
                    <a:pt x="1922" y="2993"/>
                    <a:pt x="3340" y="2993"/>
                  </a:cubicBezTo>
                  <a:cubicBezTo>
                    <a:pt x="4726" y="2993"/>
                    <a:pt x="5986" y="2489"/>
                    <a:pt x="6490" y="1796"/>
                  </a:cubicBezTo>
                  <a:cubicBezTo>
                    <a:pt x="6648" y="1575"/>
                    <a:pt x="6711" y="1355"/>
                    <a:pt x="6711" y="1134"/>
                  </a:cubicBezTo>
                  <a:cubicBezTo>
                    <a:pt x="5766" y="441"/>
                    <a:pt x="4600" y="0"/>
                    <a:pt x="33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89" name="Google Shape;6389;p85"/>
          <p:cNvGrpSpPr/>
          <p:nvPr/>
        </p:nvGrpSpPr>
        <p:grpSpPr>
          <a:xfrm>
            <a:off x="6232906" y="2273605"/>
            <a:ext cx="272126" cy="358099"/>
            <a:chOff x="-56747275" y="3982600"/>
            <a:chExt cx="241825" cy="318225"/>
          </a:xfrm>
        </p:grpSpPr>
        <p:sp>
          <p:nvSpPr>
            <p:cNvPr id="6390" name="Google Shape;6390;p85"/>
            <p:cNvSpPr/>
            <p:nvPr/>
          </p:nvSpPr>
          <p:spPr>
            <a:xfrm>
              <a:off x="-56635425" y="4076325"/>
              <a:ext cx="18125" cy="37050"/>
            </a:xfrm>
            <a:custGeom>
              <a:avLst/>
              <a:gdLst/>
              <a:ahLst/>
              <a:cxnLst/>
              <a:rect l="l" t="t" r="r" b="b"/>
              <a:pathLst>
                <a:path w="725" h="1482" extrusionOk="0">
                  <a:moveTo>
                    <a:pt x="378" y="1"/>
                  </a:moveTo>
                  <a:cubicBezTo>
                    <a:pt x="158" y="1"/>
                    <a:pt x="0" y="316"/>
                    <a:pt x="0" y="725"/>
                  </a:cubicBezTo>
                  <a:cubicBezTo>
                    <a:pt x="0" y="1135"/>
                    <a:pt x="158" y="1481"/>
                    <a:pt x="378" y="1481"/>
                  </a:cubicBezTo>
                  <a:cubicBezTo>
                    <a:pt x="567" y="1481"/>
                    <a:pt x="725" y="1135"/>
                    <a:pt x="725" y="725"/>
                  </a:cubicBezTo>
                  <a:cubicBezTo>
                    <a:pt x="725" y="316"/>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85"/>
            <p:cNvSpPr/>
            <p:nvPr/>
          </p:nvSpPr>
          <p:spPr>
            <a:xfrm>
              <a:off x="-56618900" y="3991275"/>
              <a:ext cx="113450" cy="136250"/>
            </a:xfrm>
            <a:custGeom>
              <a:avLst/>
              <a:gdLst/>
              <a:ahLst/>
              <a:cxnLst/>
              <a:rect l="l" t="t" r="r" b="b"/>
              <a:pathLst>
                <a:path w="4538" h="5450" extrusionOk="0">
                  <a:moveTo>
                    <a:pt x="3277" y="0"/>
                  </a:moveTo>
                  <a:lnTo>
                    <a:pt x="1" y="2647"/>
                  </a:lnTo>
                  <a:lnTo>
                    <a:pt x="3939" y="5387"/>
                  </a:lnTo>
                  <a:cubicBezTo>
                    <a:pt x="4007" y="5430"/>
                    <a:pt x="4081" y="5449"/>
                    <a:pt x="4154" y="5449"/>
                  </a:cubicBezTo>
                  <a:cubicBezTo>
                    <a:pt x="4352" y="5449"/>
                    <a:pt x="4538" y="5303"/>
                    <a:pt x="4538" y="5072"/>
                  </a:cubicBezTo>
                  <a:lnTo>
                    <a:pt x="4538" y="2300"/>
                  </a:lnTo>
                  <a:cubicBezTo>
                    <a:pt x="4538" y="1355"/>
                    <a:pt x="4034" y="473"/>
                    <a:pt x="32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85"/>
            <p:cNvSpPr/>
            <p:nvPr/>
          </p:nvSpPr>
          <p:spPr>
            <a:xfrm>
              <a:off x="-56601550" y="4094450"/>
              <a:ext cx="31525" cy="19700"/>
            </a:xfrm>
            <a:custGeom>
              <a:avLst/>
              <a:gdLst/>
              <a:ahLst/>
              <a:cxnLst/>
              <a:rect l="l" t="t" r="r" b="b"/>
              <a:pathLst>
                <a:path w="1261" h="788" extrusionOk="0">
                  <a:moveTo>
                    <a:pt x="158" y="0"/>
                  </a:moveTo>
                  <a:lnTo>
                    <a:pt x="158" y="63"/>
                  </a:lnTo>
                  <a:cubicBezTo>
                    <a:pt x="158" y="315"/>
                    <a:pt x="95" y="567"/>
                    <a:pt x="0" y="788"/>
                  </a:cubicBezTo>
                  <a:lnTo>
                    <a:pt x="1260" y="788"/>
                  </a:lnTo>
                  <a:lnTo>
                    <a:pt x="1260" y="756"/>
                  </a:lnTo>
                  <a:lnTo>
                    <a:pt x="1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85"/>
            <p:cNvSpPr/>
            <p:nvPr/>
          </p:nvSpPr>
          <p:spPr>
            <a:xfrm>
              <a:off x="-56688200" y="4085775"/>
              <a:ext cx="37050" cy="27600"/>
            </a:xfrm>
            <a:custGeom>
              <a:avLst/>
              <a:gdLst/>
              <a:ahLst/>
              <a:cxnLst/>
              <a:rect l="l" t="t" r="r" b="b"/>
              <a:pathLst>
                <a:path w="1482" h="1104" extrusionOk="0">
                  <a:moveTo>
                    <a:pt x="1355" y="1"/>
                  </a:moveTo>
                  <a:lnTo>
                    <a:pt x="1" y="1103"/>
                  </a:lnTo>
                  <a:lnTo>
                    <a:pt x="1481" y="1103"/>
                  </a:lnTo>
                  <a:cubicBezTo>
                    <a:pt x="1418" y="883"/>
                    <a:pt x="1324" y="631"/>
                    <a:pt x="1324" y="347"/>
                  </a:cubicBezTo>
                  <a:cubicBezTo>
                    <a:pt x="1324" y="253"/>
                    <a:pt x="1324" y="127"/>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85"/>
            <p:cNvSpPr/>
            <p:nvPr/>
          </p:nvSpPr>
          <p:spPr>
            <a:xfrm>
              <a:off x="-56747275" y="3982600"/>
              <a:ext cx="189850" cy="143850"/>
            </a:xfrm>
            <a:custGeom>
              <a:avLst/>
              <a:gdLst/>
              <a:ahLst/>
              <a:cxnLst/>
              <a:rect l="l" t="t" r="r" b="b"/>
              <a:pathLst>
                <a:path w="7594" h="5754" extrusionOk="0">
                  <a:moveTo>
                    <a:pt x="2584" y="1"/>
                  </a:moveTo>
                  <a:cubicBezTo>
                    <a:pt x="1135" y="1"/>
                    <a:pt x="1" y="1166"/>
                    <a:pt x="1" y="2647"/>
                  </a:cubicBezTo>
                  <a:lnTo>
                    <a:pt x="1" y="5388"/>
                  </a:lnTo>
                  <a:cubicBezTo>
                    <a:pt x="1" y="5610"/>
                    <a:pt x="172" y="5753"/>
                    <a:pt x="350" y="5753"/>
                  </a:cubicBezTo>
                  <a:cubicBezTo>
                    <a:pt x="426" y="5753"/>
                    <a:pt x="502" y="5728"/>
                    <a:pt x="568" y="5671"/>
                  </a:cubicBezTo>
                  <a:lnTo>
                    <a:pt x="7593" y="32"/>
                  </a:lnTo>
                  <a:cubicBezTo>
                    <a:pt x="7436" y="1"/>
                    <a:pt x="7278" y="1"/>
                    <a:pt x="70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85"/>
            <p:cNvSpPr/>
            <p:nvPr/>
          </p:nvSpPr>
          <p:spPr>
            <a:xfrm>
              <a:off x="-56654325" y="4217500"/>
              <a:ext cx="55150" cy="83325"/>
            </a:xfrm>
            <a:custGeom>
              <a:avLst/>
              <a:gdLst/>
              <a:ahLst/>
              <a:cxnLst/>
              <a:rect l="l" t="t" r="r" b="b"/>
              <a:pathLst>
                <a:path w="2206" h="3333" extrusionOk="0">
                  <a:moveTo>
                    <a:pt x="1127" y="1"/>
                  </a:moveTo>
                  <a:cubicBezTo>
                    <a:pt x="748" y="1"/>
                    <a:pt x="363" y="72"/>
                    <a:pt x="0" y="214"/>
                  </a:cubicBezTo>
                  <a:lnTo>
                    <a:pt x="0" y="3175"/>
                  </a:lnTo>
                  <a:cubicBezTo>
                    <a:pt x="378" y="3270"/>
                    <a:pt x="756" y="3333"/>
                    <a:pt x="1103" y="3333"/>
                  </a:cubicBezTo>
                  <a:cubicBezTo>
                    <a:pt x="1512" y="3333"/>
                    <a:pt x="1859" y="3270"/>
                    <a:pt x="2206" y="3175"/>
                  </a:cubicBezTo>
                  <a:lnTo>
                    <a:pt x="2206" y="214"/>
                  </a:lnTo>
                  <a:cubicBezTo>
                    <a:pt x="1875" y="72"/>
                    <a:pt x="1505" y="1"/>
                    <a:pt x="11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85"/>
            <p:cNvSpPr/>
            <p:nvPr/>
          </p:nvSpPr>
          <p:spPr>
            <a:xfrm>
              <a:off x="-56729150" y="4132250"/>
              <a:ext cx="204800" cy="157550"/>
            </a:xfrm>
            <a:custGeom>
              <a:avLst/>
              <a:gdLst/>
              <a:ahLst/>
              <a:cxnLst/>
              <a:rect l="l" t="t" r="r" b="b"/>
              <a:pathLst>
                <a:path w="8192" h="6302" extrusionOk="0">
                  <a:moveTo>
                    <a:pt x="2615" y="788"/>
                  </a:moveTo>
                  <a:cubicBezTo>
                    <a:pt x="2804" y="788"/>
                    <a:pt x="2962" y="946"/>
                    <a:pt x="2962" y="1135"/>
                  </a:cubicBezTo>
                  <a:cubicBezTo>
                    <a:pt x="2993" y="1324"/>
                    <a:pt x="2836" y="1481"/>
                    <a:pt x="2615" y="1481"/>
                  </a:cubicBezTo>
                  <a:cubicBezTo>
                    <a:pt x="2426" y="1481"/>
                    <a:pt x="2269" y="1324"/>
                    <a:pt x="2269" y="1135"/>
                  </a:cubicBezTo>
                  <a:cubicBezTo>
                    <a:pt x="2269" y="946"/>
                    <a:pt x="2426" y="788"/>
                    <a:pt x="2615" y="788"/>
                  </a:cubicBezTo>
                  <a:close/>
                  <a:moveTo>
                    <a:pt x="5608" y="788"/>
                  </a:moveTo>
                  <a:cubicBezTo>
                    <a:pt x="5797" y="788"/>
                    <a:pt x="5955" y="946"/>
                    <a:pt x="5955" y="1135"/>
                  </a:cubicBezTo>
                  <a:cubicBezTo>
                    <a:pt x="5986" y="1324"/>
                    <a:pt x="5797" y="1481"/>
                    <a:pt x="5608" y="1481"/>
                  </a:cubicBezTo>
                  <a:cubicBezTo>
                    <a:pt x="5419" y="1481"/>
                    <a:pt x="5262" y="1324"/>
                    <a:pt x="5262" y="1135"/>
                  </a:cubicBezTo>
                  <a:cubicBezTo>
                    <a:pt x="5262" y="946"/>
                    <a:pt x="5419" y="788"/>
                    <a:pt x="5608" y="788"/>
                  </a:cubicBezTo>
                  <a:close/>
                  <a:moveTo>
                    <a:pt x="725" y="1"/>
                  </a:moveTo>
                  <a:lnTo>
                    <a:pt x="0" y="536"/>
                  </a:lnTo>
                  <a:lnTo>
                    <a:pt x="0" y="2647"/>
                  </a:lnTo>
                  <a:cubicBezTo>
                    <a:pt x="0" y="4222"/>
                    <a:pt x="914" y="5577"/>
                    <a:pt x="2269" y="6301"/>
                  </a:cubicBezTo>
                  <a:lnTo>
                    <a:pt x="2269" y="3372"/>
                  </a:lnTo>
                  <a:cubicBezTo>
                    <a:pt x="2269" y="3214"/>
                    <a:pt x="2332" y="3120"/>
                    <a:pt x="2458" y="3056"/>
                  </a:cubicBezTo>
                  <a:cubicBezTo>
                    <a:pt x="2962" y="2804"/>
                    <a:pt x="3529" y="2678"/>
                    <a:pt x="4100" y="2678"/>
                  </a:cubicBezTo>
                  <a:cubicBezTo>
                    <a:pt x="4671" y="2678"/>
                    <a:pt x="5246" y="2804"/>
                    <a:pt x="5766" y="3056"/>
                  </a:cubicBezTo>
                  <a:cubicBezTo>
                    <a:pt x="5892" y="3151"/>
                    <a:pt x="5955" y="3277"/>
                    <a:pt x="5955" y="3372"/>
                  </a:cubicBezTo>
                  <a:lnTo>
                    <a:pt x="5955" y="6301"/>
                  </a:lnTo>
                  <a:cubicBezTo>
                    <a:pt x="7309" y="5640"/>
                    <a:pt x="8192" y="4254"/>
                    <a:pt x="8192" y="2647"/>
                  </a:cubicBezTo>
                  <a:lnTo>
                    <a:pt x="8192" y="536"/>
                  </a:lnTo>
                  <a:lnTo>
                    <a:pt x="7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7" name="Google Shape;6397;p85"/>
          <p:cNvGrpSpPr/>
          <p:nvPr/>
        </p:nvGrpSpPr>
        <p:grpSpPr>
          <a:xfrm>
            <a:off x="4840657" y="3215842"/>
            <a:ext cx="358999" cy="342991"/>
            <a:chOff x="-54812875" y="3596675"/>
            <a:chExt cx="319025" cy="304800"/>
          </a:xfrm>
        </p:grpSpPr>
        <p:sp>
          <p:nvSpPr>
            <p:cNvPr id="6398" name="Google Shape;6398;p85"/>
            <p:cNvSpPr/>
            <p:nvPr/>
          </p:nvSpPr>
          <p:spPr>
            <a:xfrm>
              <a:off x="-54812875" y="3607700"/>
              <a:ext cx="74850" cy="293775"/>
            </a:xfrm>
            <a:custGeom>
              <a:avLst/>
              <a:gdLst/>
              <a:ahLst/>
              <a:cxnLst/>
              <a:rect l="l" t="t" r="r" b="b"/>
              <a:pathLst>
                <a:path w="2994" h="11751" extrusionOk="0">
                  <a:moveTo>
                    <a:pt x="1482" y="0"/>
                  </a:moveTo>
                  <a:lnTo>
                    <a:pt x="1482" y="2710"/>
                  </a:lnTo>
                  <a:cubicBezTo>
                    <a:pt x="1482" y="3749"/>
                    <a:pt x="1261" y="4789"/>
                    <a:pt x="788" y="5734"/>
                  </a:cubicBezTo>
                  <a:cubicBezTo>
                    <a:pt x="284" y="6805"/>
                    <a:pt x="1" y="7971"/>
                    <a:pt x="1" y="9168"/>
                  </a:cubicBezTo>
                  <a:cubicBezTo>
                    <a:pt x="1" y="10050"/>
                    <a:pt x="505" y="10901"/>
                    <a:pt x="1261" y="11405"/>
                  </a:cubicBezTo>
                  <a:lnTo>
                    <a:pt x="1639" y="11689"/>
                  </a:lnTo>
                  <a:cubicBezTo>
                    <a:pt x="1707" y="11731"/>
                    <a:pt x="1781" y="11750"/>
                    <a:pt x="1854" y="11750"/>
                  </a:cubicBezTo>
                  <a:cubicBezTo>
                    <a:pt x="2052" y="11750"/>
                    <a:pt x="2238" y="11604"/>
                    <a:pt x="2238" y="11374"/>
                  </a:cubicBezTo>
                  <a:lnTo>
                    <a:pt x="2238" y="9326"/>
                  </a:lnTo>
                  <a:cubicBezTo>
                    <a:pt x="2238" y="8570"/>
                    <a:pt x="2364" y="7751"/>
                    <a:pt x="2584" y="7026"/>
                  </a:cubicBezTo>
                  <a:cubicBezTo>
                    <a:pt x="2836" y="6270"/>
                    <a:pt x="2994" y="5545"/>
                    <a:pt x="2994" y="4758"/>
                  </a:cubicBezTo>
                  <a:lnTo>
                    <a:pt x="2994" y="3718"/>
                  </a:lnTo>
                  <a:lnTo>
                    <a:pt x="14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85"/>
            <p:cNvSpPr/>
            <p:nvPr/>
          </p:nvSpPr>
          <p:spPr>
            <a:xfrm>
              <a:off x="-54662425" y="3621875"/>
              <a:ext cx="18125" cy="61450"/>
            </a:xfrm>
            <a:custGeom>
              <a:avLst/>
              <a:gdLst/>
              <a:ahLst/>
              <a:cxnLst/>
              <a:rect l="l" t="t" r="r" b="b"/>
              <a:pathLst>
                <a:path w="725" h="2458" extrusionOk="0">
                  <a:moveTo>
                    <a:pt x="347" y="0"/>
                  </a:moveTo>
                  <a:cubicBezTo>
                    <a:pt x="158" y="315"/>
                    <a:pt x="0" y="757"/>
                    <a:pt x="0" y="1229"/>
                  </a:cubicBezTo>
                  <a:cubicBezTo>
                    <a:pt x="0" y="1702"/>
                    <a:pt x="189" y="2143"/>
                    <a:pt x="347" y="2458"/>
                  </a:cubicBezTo>
                  <a:cubicBezTo>
                    <a:pt x="504" y="2143"/>
                    <a:pt x="725" y="1702"/>
                    <a:pt x="725" y="1229"/>
                  </a:cubicBezTo>
                  <a:cubicBezTo>
                    <a:pt x="725" y="757"/>
                    <a:pt x="504" y="315"/>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85"/>
            <p:cNvSpPr/>
            <p:nvPr/>
          </p:nvSpPr>
          <p:spPr>
            <a:xfrm>
              <a:off x="-54737250" y="3652600"/>
              <a:ext cx="66175" cy="37825"/>
            </a:xfrm>
            <a:custGeom>
              <a:avLst/>
              <a:gdLst/>
              <a:ahLst/>
              <a:cxnLst/>
              <a:rect l="l" t="t" r="r" b="b"/>
              <a:pathLst>
                <a:path w="2647" h="1513" extrusionOk="0">
                  <a:moveTo>
                    <a:pt x="0" y="0"/>
                  </a:moveTo>
                  <a:lnTo>
                    <a:pt x="599" y="1512"/>
                  </a:lnTo>
                  <a:lnTo>
                    <a:pt x="2647" y="1512"/>
                  </a:lnTo>
                  <a:cubicBezTo>
                    <a:pt x="2458" y="1103"/>
                    <a:pt x="2206" y="599"/>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85"/>
            <p:cNvSpPr/>
            <p:nvPr/>
          </p:nvSpPr>
          <p:spPr>
            <a:xfrm>
              <a:off x="-54568700" y="3608475"/>
              <a:ext cx="74850" cy="293000"/>
            </a:xfrm>
            <a:custGeom>
              <a:avLst/>
              <a:gdLst/>
              <a:ahLst/>
              <a:cxnLst/>
              <a:rect l="l" t="t" r="r" b="b"/>
              <a:pathLst>
                <a:path w="2994" h="11720" extrusionOk="0">
                  <a:moveTo>
                    <a:pt x="1481" y="1"/>
                  </a:moveTo>
                  <a:lnTo>
                    <a:pt x="851" y="1576"/>
                  </a:lnTo>
                  <a:lnTo>
                    <a:pt x="0" y="3750"/>
                  </a:lnTo>
                  <a:lnTo>
                    <a:pt x="0" y="4727"/>
                  </a:lnTo>
                  <a:cubicBezTo>
                    <a:pt x="0" y="5514"/>
                    <a:pt x="158" y="6270"/>
                    <a:pt x="378" y="6995"/>
                  </a:cubicBezTo>
                  <a:cubicBezTo>
                    <a:pt x="630" y="7751"/>
                    <a:pt x="757" y="8539"/>
                    <a:pt x="757" y="9295"/>
                  </a:cubicBezTo>
                  <a:lnTo>
                    <a:pt x="757" y="11343"/>
                  </a:lnTo>
                  <a:cubicBezTo>
                    <a:pt x="757" y="11573"/>
                    <a:pt x="925" y="11719"/>
                    <a:pt x="1115" y="11719"/>
                  </a:cubicBezTo>
                  <a:cubicBezTo>
                    <a:pt x="1184" y="11719"/>
                    <a:pt x="1256" y="11700"/>
                    <a:pt x="1324" y="11658"/>
                  </a:cubicBezTo>
                  <a:lnTo>
                    <a:pt x="1733" y="11374"/>
                  </a:lnTo>
                  <a:cubicBezTo>
                    <a:pt x="2489" y="10870"/>
                    <a:pt x="2993" y="10051"/>
                    <a:pt x="2993" y="9137"/>
                  </a:cubicBezTo>
                  <a:cubicBezTo>
                    <a:pt x="2993" y="8003"/>
                    <a:pt x="2710" y="6774"/>
                    <a:pt x="2206" y="5735"/>
                  </a:cubicBezTo>
                  <a:cubicBezTo>
                    <a:pt x="1733" y="4790"/>
                    <a:pt x="1481" y="3781"/>
                    <a:pt x="1481" y="2710"/>
                  </a:cubicBez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85"/>
            <p:cNvSpPr/>
            <p:nvPr/>
          </p:nvSpPr>
          <p:spPr>
            <a:xfrm>
              <a:off x="-54636450" y="3652600"/>
              <a:ext cx="66975" cy="37825"/>
            </a:xfrm>
            <a:custGeom>
              <a:avLst/>
              <a:gdLst/>
              <a:ahLst/>
              <a:cxnLst/>
              <a:rect l="l" t="t" r="r" b="b"/>
              <a:pathLst>
                <a:path w="2679" h="1513" extrusionOk="0">
                  <a:moveTo>
                    <a:pt x="411" y="0"/>
                  </a:moveTo>
                  <a:cubicBezTo>
                    <a:pt x="411" y="599"/>
                    <a:pt x="221" y="1103"/>
                    <a:pt x="1" y="1512"/>
                  </a:cubicBezTo>
                  <a:lnTo>
                    <a:pt x="2080" y="1512"/>
                  </a:lnTo>
                  <a:lnTo>
                    <a:pt x="26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85"/>
            <p:cNvSpPr/>
            <p:nvPr/>
          </p:nvSpPr>
          <p:spPr>
            <a:xfrm>
              <a:off x="-54760100" y="3596675"/>
              <a:ext cx="212675" cy="37025"/>
            </a:xfrm>
            <a:custGeom>
              <a:avLst/>
              <a:gdLst/>
              <a:ahLst/>
              <a:cxnLst/>
              <a:rect l="l" t="t" r="r" b="b"/>
              <a:pathLst>
                <a:path w="8507" h="1481" extrusionOk="0">
                  <a:moveTo>
                    <a:pt x="1" y="0"/>
                  </a:moveTo>
                  <a:lnTo>
                    <a:pt x="599" y="1481"/>
                  </a:lnTo>
                  <a:lnTo>
                    <a:pt x="3246" y="1481"/>
                  </a:lnTo>
                  <a:cubicBezTo>
                    <a:pt x="3466" y="693"/>
                    <a:pt x="3939" y="158"/>
                    <a:pt x="4002" y="95"/>
                  </a:cubicBezTo>
                  <a:cubicBezTo>
                    <a:pt x="4081" y="32"/>
                    <a:pt x="4183" y="0"/>
                    <a:pt x="4281" y="0"/>
                  </a:cubicBezTo>
                  <a:close/>
                  <a:moveTo>
                    <a:pt x="4281" y="0"/>
                  </a:moveTo>
                  <a:cubicBezTo>
                    <a:pt x="4380" y="0"/>
                    <a:pt x="4474" y="32"/>
                    <a:pt x="4537" y="95"/>
                  </a:cubicBezTo>
                  <a:cubicBezTo>
                    <a:pt x="4569" y="158"/>
                    <a:pt x="5041" y="693"/>
                    <a:pt x="5294" y="1481"/>
                  </a:cubicBezTo>
                  <a:lnTo>
                    <a:pt x="7940" y="1481"/>
                  </a:ln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85"/>
            <p:cNvSpPr/>
            <p:nvPr/>
          </p:nvSpPr>
          <p:spPr>
            <a:xfrm>
              <a:off x="-54738050" y="3708500"/>
              <a:ext cx="169375" cy="186700"/>
            </a:xfrm>
            <a:custGeom>
              <a:avLst/>
              <a:gdLst/>
              <a:ahLst/>
              <a:cxnLst/>
              <a:rect l="l" t="t" r="r" b="b"/>
              <a:pathLst>
                <a:path w="6775" h="7468" extrusionOk="0">
                  <a:moveTo>
                    <a:pt x="1891" y="1513"/>
                  </a:moveTo>
                  <a:cubicBezTo>
                    <a:pt x="2080" y="1513"/>
                    <a:pt x="2238" y="1671"/>
                    <a:pt x="2238" y="1860"/>
                  </a:cubicBezTo>
                  <a:cubicBezTo>
                    <a:pt x="2238" y="2049"/>
                    <a:pt x="2080" y="2206"/>
                    <a:pt x="1891" y="2206"/>
                  </a:cubicBezTo>
                  <a:cubicBezTo>
                    <a:pt x="1702" y="2206"/>
                    <a:pt x="1545" y="2112"/>
                    <a:pt x="1545" y="1860"/>
                  </a:cubicBezTo>
                  <a:cubicBezTo>
                    <a:pt x="1545" y="1671"/>
                    <a:pt x="1702" y="1513"/>
                    <a:pt x="1891" y="1513"/>
                  </a:cubicBezTo>
                  <a:close/>
                  <a:moveTo>
                    <a:pt x="4884" y="1545"/>
                  </a:moveTo>
                  <a:cubicBezTo>
                    <a:pt x="5073" y="1545"/>
                    <a:pt x="5231" y="1702"/>
                    <a:pt x="5231" y="1891"/>
                  </a:cubicBezTo>
                  <a:cubicBezTo>
                    <a:pt x="5231" y="2112"/>
                    <a:pt x="5073" y="2269"/>
                    <a:pt x="4884" y="2269"/>
                  </a:cubicBezTo>
                  <a:cubicBezTo>
                    <a:pt x="4695" y="2269"/>
                    <a:pt x="4538" y="2112"/>
                    <a:pt x="4538" y="1891"/>
                  </a:cubicBezTo>
                  <a:cubicBezTo>
                    <a:pt x="4538" y="1702"/>
                    <a:pt x="4695" y="1545"/>
                    <a:pt x="4884" y="1545"/>
                  </a:cubicBezTo>
                  <a:close/>
                  <a:moveTo>
                    <a:pt x="4404" y="4073"/>
                  </a:moveTo>
                  <a:cubicBezTo>
                    <a:pt x="4498" y="4073"/>
                    <a:pt x="4585" y="4112"/>
                    <a:pt x="4632" y="4191"/>
                  </a:cubicBezTo>
                  <a:cubicBezTo>
                    <a:pt x="4853" y="4286"/>
                    <a:pt x="4853" y="4538"/>
                    <a:pt x="4695" y="4695"/>
                  </a:cubicBezTo>
                  <a:cubicBezTo>
                    <a:pt x="4317" y="5042"/>
                    <a:pt x="3844" y="5231"/>
                    <a:pt x="3340" y="5231"/>
                  </a:cubicBezTo>
                  <a:cubicBezTo>
                    <a:pt x="2836" y="5231"/>
                    <a:pt x="2364" y="5042"/>
                    <a:pt x="2049" y="4695"/>
                  </a:cubicBezTo>
                  <a:cubicBezTo>
                    <a:pt x="1891" y="4538"/>
                    <a:pt x="1891" y="4286"/>
                    <a:pt x="2049" y="4191"/>
                  </a:cubicBezTo>
                  <a:cubicBezTo>
                    <a:pt x="2127" y="4112"/>
                    <a:pt x="2222" y="4073"/>
                    <a:pt x="2312" y="4073"/>
                  </a:cubicBezTo>
                  <a:cubicBezTo>
                    <a:pt x="2403" y="4073"/>
                    <a:pt x="2490" y="4112"/>
                    <a:pt x="2553" y="4191"/>
                  </a:cubicBezTo>
                  <a:cubicBezTo>
                    <a:pt x="2773" y="4412"/>
                    <a:pt x="3057" y="4522"/>
                    <a:pt x="3340" y="4522"/>
                  </a:cubicBezTo>
                  <a:cubicBezTo>
                    <a:pt x="3624" y="4522"/>
                    <a:pt x="3907" y="4412"/>
                    <a:pt x="4128" y="4191"/>
                  </a:cubicBezTo>
                  <a:cubicBezTo>
                    <a:pt x="4207" y="4112"/>
                    <a:pt x="4309" y="4073"/>
                    <a:pt x="4404" y="4073"/>
                  </a:cubicBezTo>
                  <a:close/>
                  <a:moveTo>
                    <a:pt x="757" y="1"/>
                  </a:moveTo>
                  <a:lnTo>
                    <a:pt x="757" y="694"/>
                  </a:lnTo>
                  <a:cubicBezTo>
                    <a:pt x="757" y="1513"/>
                    <a:pt x="631" y="2332"/>
                    <a:pt x="347" y="3088"/>
                  </a:cubicBezTo>
                  <a:cubicBezTo>
                    <a:pt x="1" y="4160"/>
                    <a:pt x="1" y="4947"/>
                    <a:pt x="1" y="5672"/>
                  </a:cubicBezTo>
                  <a:cubicBezTo>
                    <a:pt x="757" y="6743"/>
                    <a:pt x="2017" y="7468"/>
                    <a:pt x="3403" y="7468"/>
                  </a:cubicBezTo>
                  <a:cubicBezTo>
                    <a:pt x="4758" y="7468"/>
                    <a:pt x="6018" y="6774"/>
                    <a:pt x="6774" y="5672"/>
                  </a:cubicBezTo>
                  <a:cubicBezTo>
                    <a:pt x="6774" y="4947"/>
                    <a:pt x="6774" y="4160"/>
                    <a:pt x="6428" y="3088"/>
                  </a:cubicBezTo>
                  <a:cubicBezTo>
                    <a:pt x="6144" y="2332"/>
                    <a:pt x="6018" y="1513"/>
                    <a:pt x="6018" y="694"/>
                  </a:cubicBezTo>
                  <a:lnTo>
                    <a:pt x="60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05" name="Google Shape;6405;p85"/>
          <p:cNvSpPr/>
          <p:nvPr/>
        </p:nvSpPr>
        <p:spPr>
          <a:xfrm>
            <a:off x="5015548" y="3590113"/>
            <a:ext cx="8018" cy="900"/>
          </a:xfrm>
          <a:custGeom>
            <a:avLst/>
            <a:gdLst/>
            <a:ahLst/>
            <a:cxnLst/>
            <a:rect l="l" t="t" r="r" b="b"/>
            <a:pathLst>
              <a:path w="285" h="32" extrusionOk="0">
                <a:moveTo>
                  <a:pt x="1" y="0"/>
                </a:moveTo>
                <a:cubicBezTo>
                  <a:pt x="95" y="32"/>
                  <a:pt x="158" y="32"/>
                  <a:pt x="284" y="32"/>
                </a:cubicBezTo>
                <a:cubicBezTo>
                  <a:pt x="221" y="32"/>
                  <a:pt x="127"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85"/>
          <p:cNvSpPr/>
          <p:nvPr/>
        </p:nvSpPr>
        <p:spPr>
          <a:xfrm>
            <a:off x="5015998" y="3590985"/>
            <a:ext cx="7118" cy="928"/>
          </a:xfrm>
          <a:custGeom>
            <a:avLst/>
            <a:gdLst/>
            <a:ahLst/>
            <a:cxnLst/>
            <a:rect l="l" t="t" r="r" b="b"/>
            <a:pathLst>
              <a:path w="253" h="33" extrusionOk="0">
                <a:moveTo>
                  <a:pt x="253" y="1"/>
                </a:moveTo>
                <a:lnTo>
                  <a:pt x="253" y="1"/>
                </a:lnTo>
                <a:cubicBezTo>
                  <a:pt x="189" y="1"/>
                  <a:pt x="64" y="1"/>
                  <a:pt x="1" y="32"/>
                </a:cubicBezTo>
                <a:cubicBezTo>
                  <a:pt x="95" y="1"/>
                  <a:pt x="190" y="1"/>
                  <a:pt x="2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07" name="Google Shape;6407;p85"/>
          <p:cNvGrpSpPr/>
          <p:nvPr/>
        </p:nvGrpSpPr>
        <p:grpSpPr>
          <a:xfrm>
            <a:off x="4862826" y="3672326"/>
            <a:ext cx="314662" cy="358099"/>
            <a:chOff x="-54793175" y="3982600"/>
            <a:chExt cx="279625" cy="318225"/>
          </a:xfrm>
        </p:grpSpPr>
        <p:sp>
          <p:nvSpPr>
            <p:cNvPr id="6408" name="Google Shape;6408;p85"/>
            <p:cNvSpPr/>
            <p:nvPr/>
          </p:nvSpPr>
          <p:spPr>
            <a:xfrm>
              <a:off x="-54646675" y="3982600"/>
              <a:ext cx="113425" cy="111075"/>
            </a:xfrm>
            <a:custGeom>
              <a:avLst/>
              <a:gdLst/>
              <a:ahLst/>
              <a:cxnLst/>
              <a:rect l="l" t="t" r="r" b="b"/>
              <a:pathLst>
                <a:path w="4537" h="4443" extrusionOk="0">
                  <a:moveTo>
                    <a:pt x="0" y="1"/>
                  </a:moveTo>
                  <a:cubicBezTo>
                    <a:pt x="1261" y="221"/>
                    <a:pt x="2237" y="2080"/>
                    <a:pt x="2332" y="4443"/>
                  </a:cubicBezTo>
                  <a:lnTo>
                    <a:pt x="4128" y="4443"/>
                  </a:lnTo>
                  <a:cubicBezTo>
                    <a:pt x="4380" y="4443"/>
                    <a:pt x="4537" y="4254"/>
                    <a:pt x="4506" y="4002"/>
                  </a:cubicBezTo>
                  <a:cubicBezTo>
                    <a:pt x="4128" y="1859"/>
                    <a:pt x="2300"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85"/>
            <p:cNvSpPr/>
            <p:nvPr/>
          </p:nvSpPr>
          <p:spPr>
            <a:xfrm>
              <a:off x="-54644325" y="4003075"/>
              <a:ext cx="36250" cy="90600"/>
            </a:xfrm>
            <a:custGeom>
              <a:avLst/>
              <a:gdLst/>
              <a:ahLst/>
              <a:cxnLst/>
              <a:rect l="l" t="t" r="r" b="b"/>
              <a:pathLst>
                <a:path w="1450" h="3624" extrusionOk="0">
                  <a:moveTo>
                    <a:pt x="1" y="1"/>
                  </a:moveTo>
                  <a:lnTo>
                    <a:pt x="1" y="3624"/>
                  </a:lnTo>
                  <a:lnTo>
                    <a:pt x="1450" y="3624"/>
                  </a:lnTo>
                  <a:cubicBezTo>
                    <a:pt x="1419" y="1765"/>
                    <a:pt x="726" y="379"/>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85"/>
            <p:cNvSpPr/>
            <p:nvPr/>
          </p:nvSpPr>
          <p:spPr>
            <a:xfrm>
              <a:off x="-54773475" y="3983400"/>
              <a:ext cx="113425" cy="111075"/>
            </a:xfrm>
            <a:custGeom>
              <a:avLst/>
              <a:gdLst/>
              <a:ahLst/>
              <a:cxnLst/>
              <a:rect l="l" t="t" r="r" b="b"/>
              <a:pathLst>
                <a:path w="4537" h="4443" extrusionOk="0">
                  <a:moveTo>
                    <a:pt x="4537" y="0"/>
                  </a:moveTo>
                  <a:lnTo>
                    <a:pt x="4537" y="0"/>
                  </a:lnTo>
                  <a:cubicBezTo>
                    <a:pt x="2237" y="126"/>
                    <a:pt x="378" y="1827"/>
                    <a:pt x="32" y="4033"/>
                  </a:cubicBezTo>
                  <a:cubicBezTo>
                    <a:pt x="0" y="4253"/>
                    <a:pt x="189" y="4442"/>
                    <a:pt x="378" y="4442"/>
                  </a:cubicBezTo>
                  <a:lnTo>
                    <a:pt x="2205" y="4442"/>
                  </a:lnTo>
                  <a:cubicBezTo>
                    <a:pt x="2268" y="2079"/>
                    <a:pt x="3277" y="252"/>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85"/>
            <p:cNvSpPr/>
            <p:nvPr/>
          </p:nvSpPr>
          <p:spPr>
            <a:xfrm>
              <a:off x="-54699450" y="4003075"/>
              <a:ext cx="36250" cy="90600"/>
            </a:xfrm>
            <a:custGeom>
              <a:avLst/>
              <a:gdLst/>
              <a:ahLst/>
              <a:cxnLst/>
              <a:rect l="l" t="t" r="r" b="b"/>
              <a:pathLst>
                <a:path w="1450" h="3624" extrusionOk="0">
                  <a:moveTo>
                    <a:pt x="1450" y="1"/>
                  </a:moveTo>
                  <a:cubicBezTo>
                    <a:pt x="725" y="379"/>
                    <a:pt x="64" y="1765"/>
                    <a:pt x="1" y="3624"/>
                  </a:cubicBezTo>
                  <a:lnTo>
                    <a:pt x="1450" y="3624"/>
                  </a:lnTo>
                  <a:lnTo>
                    <a:pt x="145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85"/>
            <p:cNvSpPr/>
            <p:nvPr/>
          </p:nvSpPr>
          <p:spPr>
            <a:xfrm>
              <a:off x="-54756150" y="4112550"/>
              <a:ext cx="204800" cy="188275"/>
            </a:xfrm>
            <a:custGeom>
              <a:avLst/>
              <a:gdLst/>
              <a:ahLst/>
              <a:cxnLst/>
              <a:rect l="l" t="t" r="r" b="b"/>
              <a:pathLst>
                <a:path w="8192" h="7531" extrusionOk="0">
                  <a:moveTo>
                    <a:pt x="2615" y="1545"/>
                  </a:moveTo>
                  <a:cubicBezTo>
                    <a:pt x="2804" y="1545"/>
                    <a:pt x="2962" y="1671"/>
                    <a:pt x="2962" y="1891"/>
                  </a:cubicBezTo>
                  <a:cubicBezTo>
                    <a:pt x="2962" y="2080"/>
                    <a:pt x="2804" y="2238"/>
                    <a:pt x="2615" y="2238"/>
                  </a:cubicBezTo>
                  <a:cubicBezTo>
                    <a:pt x="2426" y="2238"/>
                    <a:pt x="2269" y="2080"/>
                    <a:pt x="2269" y="1891"/>
                  </a:cubicBezTo>
                  <a:cubicBezTo>
                    <a:pt x="2269" y="1702"/>
                    <a:pt x="2426" y="1545"/>
                    <a:pt x="2615" y="1545"/>
                  </a:cubicBezTo>
                  <a:close/>
                  <a:moveTo>
                    <a:pt x="5608" y="1545"/>
                  </a:moveTo>
                  <a:cubicBezTo>
                    <a:pt x="5797" y="1545"/>
                    <a:pt x="5955" y="1671"/>
                    <a:pt x="5955" y="1891"/>
                  </a:cubicBezTo>
                  <a:cubicBezTo>
                    <a:pt x="5955" y="2080"/>
                    <a:pt x="5797" y="2238"/>
                    <a:pt x="5608" y="2238"/>
                  </a:cubicBezTo>
                  <a:cubicBezTo>
                    <a:pt x="5419" y="2238"/>
                    <a:pt x="5262" y="2080"/>
                    <a:pt x="5262" y="1891"/>
                  </a:cubicBezTo>
                  <a:cubicBezTo>
                    <a:pt x="5199" y="1702"/>
                    <a:pt x="5419" y="1545"/>
                    <a:pt x="5608" y="1545"/>
                  </a:cubicBezTo>
                  <a:close/>
                  <a:moveTo>
                    <a:pt x="5163" y="4104"/>
                  </a:moveTo>
                  <a:cubicBezTo>
                    <a:pt x="5262" y="4104"/>
                    <a:pt x="5356" y="4144"/>
                    <a:pt x="5419" y="4223"/>
                  </a:cubicBezTo>
                  <a:cubicBezTo>
                    <a:pt x="5577" y="4380"/>
                    <a:pt x="5577" y="4601"/>
                    <a:pt x="5419" y="4727"/>
                  </a:cubicBezTo>
                  <a:cubicBezTo>
                    <a:pt x="5073" y="5073"/>
                    <a:pt x="4568" y="5262"/>
                    <a:pt x="4064" y="5262"/>
                  </a:cubicBezTo>
                  <a:cubicBezTo>
                    <a:pt x="3560" y="5262"/>
                    <a:pt x="3088" y="5073"/>
                    <a:pt x="2773" y="4727"/>
                  </a:cubicBezTo>
                  <a:cubicBezTo>
                    <a:pt x="2615" y="4569"/>
                    <a:pt x="2615" y="4317"/>
                    <a:pt x="2773" y="4223"/>
                  </a:cubicBezTo>
                  <a:cubicBezTo>
                    <a:pt x="2851" y="4144"/>
                    <a:pt x="2946" y="4104"/>
                    <a:pt x="3040" y="4104"/>
                  </a:cubicBezTo>
                  <a:cubicBezTo>
                    <a:pt x="3135" y="4104"/>
                    <a:pt x="3229" y="4144"/>
                    <a:pt x="3308" y="4223"/>
                  </a:cubicBezTo>
                  <a:cubicBezTo>
                    <a:pt x="3529" y="4427"/>
                    <a:pt x="3820" y="4530"/>
                    <a:pt x="4108" y="4530"/>
                  </a:cubicBezTo>
                  <a:cubicBezTo>
                    <a:pt x="4395" y="4530"/>
                    <a:pt x="4679" y="4427"/>
                    <a:pt x="4883" y="4223"/>
                  </a:cubicBezTo>
                  <a:cubicBezTo>
                    <a:pt x="4962" y="4144"/>
                    <a:pt x="5065" y="4104"/>
                    <a:pt x="5163" y="4104"/>
                  </a:cubicBezTo>
                  <a:close/>
                  <a:moveTo>
                    <a:pt x="0" y="1"/>
                  </a:moveTo>
                  <a:lnTo>
                    <a:pt x="0" y="3435"/>
                  </a:lnTo>
                  <a:cubicBezTo>
                    <a:pt x="0" y="5672"/>
                    <a:pt x="1859" y="7531"/>
                    <a:pt x="4096" y="7531"/>
                  </a:cubicBezTo>
                  <a:cubicBezTo>
                    <a:pt x="6364" y="7531"/>
                    <a:pt x="8191" y="5672"/>
                    <a:pt x="8191" y="3435"/>
                  </a:cubicBezTo>
                  <a:lnTo>
                    <a:pt x="81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85"/>
            <p:cNvSpPr/>
            <p:nvPr/>
          </p:nvSpPr>
          <p:spPr>
            <a:xfrm>
              <a:off x="-54532475" y="4136975"/>
              <a:ext cx="18925" cy="63825"/>
            </a:xfrm>
            <a:custGeom>
              <a:avLst/>
              <a:gdLst/>
              <a:ahLst/>
              <a:cxnLst/>
              <a:rect l="l" t="t" r="r" b="b"/>
              <a:pathLst>
                <a:path w="757" h="2553" extrusionOk="0">
                  <a:moveTo>
                    <a:pt x="1" y="1"/>
                  </a:moveTo>
                  <a:lnTo>
                    <a:pt x="1" y="2552"/>
                  </a:lnTo>
                  <a:cubicBezTo>
                    <a:pt x="442" y="2300"/>
                    <a:pt x="757" y="1828"/>
                    <a:pt x="757" y="1261"/>
                  </a:cubicBezTo>
                  <a:cubicBezTo>
                    <a:pt x="757" y="757"/>
                    <a:pt x="442"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85"/>
            <p:cNvSpPr/>
            <p:nvPr/>
          </p:nvSpPr>
          <p:spPr>
            <a:xfrm>
              <a:off x="-54793175" y="4136975"/>
              <a:ext cx="18925" cy="65400"/>
            </a:xfrm>
            <a:custGeom>
              <a:avLst/>
              <a:gdLst/>
              <a:ahLst/>
              <a:cxnLst/>
              <a:rect l="l" t="t" r="r" b="b"/>
              <a:pathLst>
                <a:path w="757" h="2616" extrusionOk="0">
                  <a:moveTo>
                    <a:pt x="757" y="1"/>
                  </a:moveTo>
                  <a:cubicBezTo>
                    <a:pt x="316" y="284"/>
                    <a:pt x="0" y="757"/>
                    <a:pt x="0" y="1292"/>
                  </a:cubicBezTo>
                  <a:cubicBezTo>
                    <a:pt x="0" y="1859"/>
                    <a:pt x="316" y="2332"/>
                    <a:pt x="757" y="2615"/>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5" name="Google Shape;6415;p85"/>
          <p:cNvGrpSpPr/>
          <p:nvPr/>
        </p:nvGrpSpPr>
        <p:grpSpPr>
          <a:xfrm>
            <a:off x="7074284" y="2731562"/>
            <a:ext cx="314662" cy="358099"/>
            <a:chOff x="-52832000" y="3192625"/>
            <a:chExt cx="279625" cy="318225"/>
          </a:xfrm>
        </p:grpSpPr>
        <p:sp>
          <p:nvSpPr>
            <p:cNvPr id="6416" name="Google Shape;6416;p85"/>
            <p:cNvSpPr/>
            <p:nvPr/>
          </p:nvSpPr>
          <p:spPr>
            <a:xfrm>
              <a:off x="-52574450" y="3306025"/>
              <a:ext cx="22075" cy="110300"/>
            </a:xfrm>
            <a:custGeom>
              <a:avLst/>
              <a:gdLst/>
              <a:ahLst/>
              <a:cxnLst/>
              <a:rect l="l" t="t" r="r" b="b"/>
              <a:pathLst>
                <a:path w="883" h="4412" extrusionOk="0">
                  <a:moveTo>
                    <a:pt x="1" y="1"/>
                  </a:moveTo>
                  <a:lnTo>
                    <a:pt x="1" y="1"/>
                  </a:lnTo>
                  <a:cubicBezTo>
                    <a:pt x="95" y="348"/>
                    <a:pt x="127" y="726"/>
                    <a:pt x="127" y="1104"/>
                  </a:cubicBezTo>
                  <a:lnTo>
                    <a:pt x="127" y="3939"/>
                  </a:lnTo>
                  <a:cubicBezTo>
                    <a:pt x="127" y="4097"/>
                    <a:pt x="127" y="4254"/>
                    <a:pt x="95" y="4412"/>
                  </a:cubicBezTo>
                  <a:cubicBezTo>
                    <a:pt x="537" y="4254"/>
                    <a:pt x="883" y="3876"/>
                    <a:pt x="883" y="3341"/>
                  </a:cubicBezTo>
                  <a:lnTo>
                    <a:pt x="883" y="1104"/>
                  </a:lnTo>
                  <a:cubicBezTo>
                    <a:pt x="883" y="600"/>
                    <a:pt x="537"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85"/>
            <p:cNvSpPr/>
            <p:nvPr/>
          </p:nvSpPr>
          <p:spPr>
            <a:xfrm>
              <a:off x="-52826475" y="3192625"/>
              <a:ext cx="267800" cy="100050"/>
            </a:xfrm>
            <a:custGeom>
              <a:avLst/>
              <a:gdLst/>
              <a:ahLst/>
              <a:cxnLst/>
              <a:rect l="l" t="t" r="r" b="b"/>
              <a:pathLst>
                <a:path w="10712" h="4002" extrusionOk="0">
                  <a:moveTo>
                    <a:pt x="5356" y="0"/>
                  </a:moveTo>
                  <a:cubicBezTo>
                    <a:pt x="2836" y="0"/>
                    <a:pt x="725" y="1670"/>
                    <a:pt x="0" y="4001"/>
                  </a:cubicBezTo>
                  <a:cubicBezTo>
                    <a:pt x="284" y="3844"/>
                    <a:pt x="567" y="3749"/>
                    <a:pt x="882" y="3749"/>
                  </a:cubicBezTo>
                  <a:cubicBezTo>
                    <a:pt x="1639" y="2017"/>
                    <a:pt x="3371" y="756"/>
                    <a:pt x="5356" y="756"/>
                  </a:cubicBezTo>
                  <a:cubicBezTo>
                    <a:pt x="7373" y="756"/>
                    <a:pt x="9105" y="1985"/>
                    <a:pt x="9861" y="3749"/>
                  </a:cubicBezTo>
                  <a:cubicBezTo>
                    <a:pt x="10176" y="3749"/>
                    <a:pt x="10492" y="3844"/>
                    <a:pt x="10712" y="4001"/>
                  </a:cubicBezTo>
                  <a:cubicBezTo>
                    <a:pt x="10019" y="1702"/>
                    <a:pt x="7877"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85"/>
            <p:cNvSpPr/>
            <p:nvPr/>
          </p:nvSpPr>
          <p:spPr>
            <a:xfrm>
              <a:off x="-52794975" y="3361175"/>
              <a:ext cx="204800" cy="149675"/>
            </a:xfrm>
            <a:custGeom>
              <a:avLst/>
              <a:gdLst/>
              <a:ahLst/>
              <a:cxnLst/>
              <a:rect l="l" t="t" r="r" b="b"/>
              <a:pathLst>
                <a:path w="8192" h="5987" extrusionOk="0">
                  <a:moveTo>
                    <a:pt x="5132" y="2560"/>
                  </a:moveTo>
                  <a:cubicBezTo>
                    <a:pt x="5230" y="2560"/>
                    <a:pt x="5325" y="2599"/>
                    <a:pt x="5388" y="2678"/>
                  </a:cubicBezTo>
                  <a:cubicBezTo>
                    <a:pt x="5577" y="2836"/>
                    <a:pt x="5577" y="3088"/>
                    <a:pt x="5419" y="3182"/>
                  </a:cubicBezTo>
                  <a:cubicBezTo>
                    <a:pt x="5073" y="3560"/>
                    <a:pt x="4569" y="3749"/>
                    <a:pt x="4096" y="3749"/>
                  </a:cubicBezTo>
                  <a:cubicBezTo>
                    <a:pt x="3592" y="3749"/>
                    <a:pt x="3120" y="3560"/>
                    <a:pt x="2773" y="3182"/>
                  </a:cubicBezTo>
                  <a:cubicBezTo>
                    <a:pt x="2615" y="3025"/>
                    <a:pt x="2615" y="2804"/>
                    <a:pt x="2773" y="2678"/>
                  </a:cubicBezTo>
                  <a:cubicBezTo>
                    <a:pt x="2852" y="2599"/>
                    <a:pt x="2946" y="2560"/>
                    <a:pt x="3037" y="2560"/>
                  </a:cubicBezTo>
                  <a:cubicBezTo>
                    <a:pt x="3127" y="2560"/>
                    <a:pt x="3214" y="2599"/>
                    <a:pt x="3277" y="2678"/>
                  </a:cubicBezTo>
                  <a:cubicBezTo>
                    <a:pt x="3498" y="2899"/>
                    <a:pt x="3781" y="3009"/>
                    <a:pt x="4065" y="3009"/>
                  </a:cubicBezTo>
                  <a:cubicBezTo>
                    <a:pt x="4348" y="3009"/>
                    <a:pt x="4632" y="2899"/>
                    <a:pt x="4852" y="2678"/>
                  </a:cubicBezTo>
                  <a:cubicBezTo>
                    <a:pt x="4931" y="2599"/>
                    <a:pt x="5033" y="2560"/>
                    <a:pt x="5132" y="2560"/>
                  </a:cubicBezTo>
                  <a:close/>
                  <a:moveTo>
                    <a:pt x="1" y="0"/>
                  </a:moveTo>
                  <a:lnTo>
                    <a:pt x="1" y="1859"/>
                  </a:lnTo>
                  <a:cubicBezTo>
                    <a:pt x="1" y="2993"/>
                    <a:pt x="473" y="4127"/>
                    <a:pt x="1355" y="4915"/>
                  </a:cubicBezTo>
                  <a:cubicBezTo>
                    <a:pt x="2111" y="5640"/>
                    <a:pt x="3088" y="5986"/>
                    <a:pt x="4096" y="5986"/>
                  </a:cubicBezTo>
                  <a:lnTo>
                    <a:pt x="4506" y="5986"/>
                  </a:lnTo>
                  <a:cubicBezTo>
                    <a:pt x="6585" y="5797"/>
                    <a:pt x="8192" y="3907"/>
                    <a:pt x="8192" y="1733"/>
                  </a:cubicBezTo>
                  <a:lnTo>
                    <a:pt x="8192" y="32"/>
                  </a:lnTo>
                  <a:cubicBezTo>
                    <a:pt x="8192" y="1261"/>
                    <a:pt x="7215" y="2237"/>
                    <a:pt x="5955" y="2237"/>
                  </a:cubicBezTo>
                  <a:cubicBezTo>
                    <a:pt x="5167" y="2237"/>
                    <a:pt x="4506" y="1859"/>
                    <a:pt x="4096" y="1229"/>
                  </a:cubicBezTo>
                  <a:cubicBezTo>
                    <a:pt x="3718" y="1796"/>
                    <a:pt x="2994" y="2237"/>
                    <a:pt x="2269" y="2237"/>
                  </a:cubicBezTo>
                  <a:cubicBezTo>
                    <a:pt x="1040" y="2237"/>
                    <a:pt x="1" y="126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85"/>
            <p:cNvSpPr/>
            <p:nvPr/>
          </p:nvSpPr>
          <p:spPr>
            <a:xfrm>
              <a:off x="-52791025" y="3231225"/>
              <a:ext cx="137850" cy="74825"/>
            </a:xfrm>
            <a:custGeom>
              <a:avLst/>
              <a:gdLst/>
              <a:ahLst/>
              <a:cxnLst/>
              <a:rect l="l" t="t" r="r" b="b"/>
              <a:pathLst>
                <a:path w="5514" h="2993" extrusionOk="0">
                  <a:moveTo>
                    <a:pt x="3938" y="0"/>
                  </a:moveTo>
                  <a:cubicBezTo>
                    <a:pt x="2048" y="0"/>
                    <a:pt x="473" y="1260"/>
                    <a:pt x="0" y="2993"/>
                  </a:cubicBezTo>
                  <a:lnTo>
                    <a:pt x="1701" y="2993"/>
                  </a:lnTo>
                  <a:cubicBezTo>
                    <a:pt x="3434" y="2993"/>
                    <a:pt x="4946" y="1890"/>
                    <a:pt x="5513" y="315"/>
                  </a:cubicBezTo>
                  <a:cubicBezTo>
                    <a:pt x="5041" y="126"/>
                    <a:pt x="4505" y="0"/>
                    <a:pt x="39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85"/>
            <p:cNvSpPr/>
            <p:nvPr/>
          </p:nvSpPr>
          <p:spPr>
            <a:xfrm>
              <a:off x="-52683125" y="3361950"/>
              <a:ext cx="74825" cy="37850"/>
            </a:xfrm>
            <a:custGeom>
              <a:avLst/>
              <a:gdLst/>
              <a:ahLst/>
              <a:cxnLst/>
              <a:rect l="l" t="t" r="r" b="b"/>
              <a:pathLst>
                <a:path w="2993" h="1514" extrusionOk="0">
                  <a:moveTo>
                    <a:pt x="0" y="1"/>
                  </a:moveTo>
                  <a:cubicBezTo>
                    <a:pt x="0" y="851"/>
                    <a:pt x="662" y="1513"/>
                    <a:pt x="1481" y="1513"/>
                  </a:cubicBezTo>
                  <a:cubicBezTo>
                    <a:pt x="2300" y="1513"/>
                    <a:pt x="2993" y="820"/>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85"/>
            <p:cNvSpPr/>
            <p:nvPr/>
          </p:nvSpPr>
          <p:spPr>
            <a:xfrm>
              <a:off x="-52794975" y="3247750"/>
              <a:ext cx="204800" cy="104000"/>
            </a:xfrm>
            <a:custGeom>
              <a:avLst/>
              <a:gdLst/>
              <a:ahLst/>
              <a:cxnLst/>
              <a:rect l="l" t="t" r="r" b="b"/>
              <a:pathLst>
                <a:path w="8192" h="4160" extrusionOk="0">
                  <a:moveTo>
                    <a:pt x="6365" y="1"/>
                  </a:moveTo>
                  <a:cubicBezTo>
                    <a:pt x="5640" y="1828"/>
                    <a:pt x="3876" y="3025"/>
                    <a:pt x="1859" y="3025"/>
                  </a:cubicBezTo>
                  <a:lnTo>
                    <a:pt x="1" y="3025"/>
                  </a:lnTo>
                  <a:lnTo>
                    <a:pt x="1" y="3403"/>
                  </a:lnTo>
                  <a:lnTo>
                    <a:pt x="1" y="4159"/>
                  </a:lnTo>
                  <a:cubicBezTo>
                    <a:pt x="1" y="3939"/>
                    <a:pt x="158" y="3781"/>
                    <a:pt x="379" y="3781"/>
                  </a:cubicBezTo>
                  <a:lnTo>
                    <a:pt x="7814" y="3781"/>
                  </a:lnTo>
                  <a:cubicBezTo>
                    <a:pt x="8003" y="3781"/>
                    <a:pt x="8160" y="3939"/>
                    <a:pt x="8160" y="4159"/>
                  </a:cubicBezTo>
                  <a:lnTo>
                    <a:pt x="8160" y="3403"/>
                  </a:lnTo>
                  <a:cubicBezTo>
                    <a:pt x="8192" y="2017"/>
                    <a:pt x="7467" y="757"/>
                    <a:pt x="63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85"/>
            <p:cNvSpPr/>
            <p:nvPr/>
          </p:nvSpPr>
          <p:spPr>
            <a:xfrm>
              <a:off x="-52776850" y="3361950"/>
              <a:ext cx="74825" cy="37850"/>
            </a:xfrm>
            <a:custGeom>
              <a:avLst/>
              <a:gdLst/>
              <a:ahLst/>
              <a:cxnLst/>
              <a:rect l="l" t="t" r="r" b="b"/>
              <a:pathLst>
                <a:path w="2993" h="1514" extrusionOk="0">
                  <a:moveTo>
                    <a:pt x="0" y="1"/>
                  </a:moveTo>
                  <a:cubicBezTo>
                    <a:pt x="0" y="851"/>
                    <a:pt x="662" y="1513"/>
                    <a:pt x="1481" y="1513"/>
                  </a:cubicBezTo>
                  <a:cubicBezTo>
                    <a:pt x="2332" y="1513"/>
                    <a:pt x="2993" y="820"/>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85"/>
            <p:cNvSpPr/>
            <p:nvPr/>
          </p:nvSpPr>
          <p:spPr>
            <a:xfrm>
              <a:off x="-52832000" y="3306025"/>
              <a:ext cx="21300" cy="110300"/>
            </a:xfrm>
            <a:custGeom>
              <a:avLst/>
              <a:gdLst/>
              <a:ahLst/>
              <a:cxnLst/>
              <a:rect l="l" t="t" r="r" b="b"/>
              <a:pathLst>
                <a:path w="852" h="4412" extrusionOk="0">
                  <a:moveTo>
                    <a:pt x="851" y="1"/>
                  </a:moveTo>
                  <a:cubicBezTo>
                    <a:pt x="347" y="127"/>
                    <a:pt x="1" y="568"/>
                    <a:pt x="1" y="1104"/>
                  </a:cubicBezTo>
                  <a:lnTo>
                    <a:pt x="1" y="3341"/>
                  </a:lnTo>
                  <a:cubicBezTo>
                    <a:pt x="1" y="3813"/>
                    <a:pt x="316" y="4254"/>
                    <a:pt x="757" y="4412"/>
                  </a:cubicBezTo>
                  <a:lnTo>
                    <a:pt x="757" y="4097"/>
                  </a:lnTo>
                  <a:lnTo>
                    <a:pt x="757" y="3341"/>
                  </a:lnTo>
                  <a:lnTo>
                    <a:pt x="757" y="1104"/>
                  </a:lnTo>
                  <a:cubicBezTo>
                    <a:pt x="757" y="726"/>
                    <a:pt x="788" y="348"/>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24" name="Google Shape;6424;p85"/>
          <p:cNvGrpSpPr/>
          <p:nvPr/>
        </p:nvGrpSpPr>
        <p:grpSpPr>
          <a:xfrm>
            <a:off x="5760817" y="2272929"/>
            <a:ext cx="323524" cy="358774"/>
            <a:chOff x="-57162350" y="3982000"/>
            <a:chExt cx="287500" cy="318825"/>
          </a:xfrm>
        </p:grpSpPr>
        <p:sp>
          <p:nvSpPr>
            <p:cNvPr id="6425" name="Google Shape;6425;p85"/>
            <p:cNvSpPr/>
            <p:nvPr/>
          </p:nvSpPr>
          <p:spPr>
            <a:xfrm>
              <a:off x="-56989850" y="4151150"/>
              <a:ext cx="55150" cy="55150"/>
            </a:xfrm>
            <a:custGeom>
              <a:avLst/>
              <a:gdLst/>
              <a:ahLst/>
              <a:cxnLst/>
              <a:rect l="l" t="t" r="r" b="b"/>
              <a:pathLst>
                <a:path w="2206" h="2206" extrusionOk="0">
                  <a:moveTo>
                    <a:pt x="1103" y="1"/>
                  </a:moveTo>
                  <a:cubicBezTo>
                    <a:pt x="504" y="1"/>
                    <a:pt x="0" y="473"/>
                    <a:pt x="0" y="1103"/>
                  </a:cubicBezTo>
                  <a:cubicBezTo>
                    <a:pt x="0" y="1702"/>
                    <a:pt x="504" y="2206"/>
                    <a:pt x="1103" y="2206"/>
                  </a:cubicBezTo>
                  <a:cubicBezTo>
                    <a:pt x="1733" y="2206"/>
                    <a:pt x="2205" y="1702"/>
                    <a:pt x="2205" y="1103"/>
                  </a:cubicBezTo>
                  <a:cubicBezTo>
                    <a:pt x="2205" y="473"/>
                    <a:pt x="1733"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85"/>
            <p:cNvSpPr/>
            <p:nvPr/>
          </p:nvSpPr>
          <p:spPr>
            <a:xfrm>
              <a:off x="-57162350" y="3982000"/>
              <a:ext cx="287500" cy="161300"/>
            </a:xfrm>
            <a:custGeom>
              <a:avLst/>
              <a:gdLst/>
              <a:ahLst/>
              <a:cxnLst/>
              <a:rect l="l" t="t" r="r" b="b"/>
              <a:pathLst>
                <a:path w="11500" h="6452" extrusionOk="0">
                  <a:moveTo>
                    <a:pt x="5778" y="1"/>
                  </a:moveTo>
                  <a:cubicBezTo>
                    <a:pt x="5286" y="1"/>
                    <a:pt x="4789" y="166"/>
                    <a:pt x="4380" y="497"/>
                  </a:cubicBezTo>
                  <a:cubicBezTo>
                    <a:pt x="4263" y="479"/>
                    <a:pt x="4146" y="470"/>
                    <a:pt x="4031" y="470"/>
                  </a:cubicBezTo>
                  <a:cubicBezTo>
                    <a:pt x="3147" y="470"/>
                    <a:pt x="2323" y="992"/>
                    <a:pt x="2017" y="1883"/>
                  </a:cubicBezTo>
                  <a:cubicBezTo>
                    <a:pt x="1072" y="2230"/>
                    <a:pt x="473" y="3238"/>
                    <a:pt x="631" y="4246"/>
                  </a:cubicBezTo>
                  <a:cubicBezTo>
                    <a:pt x="127" y="4876"/>
                    <a:pt x="1" y="5695"/>
                    <a:pt x="316" y="6452"/>
                  </a:cubicBezTo>
                  <a:cubicBezTo>
                    <a:pt x="536" y="6294"/>
                    <a:pt x="757" y="6168"/>
                    <a:pt x="1040" y="6074"/>
                  </a:cubicBezTo>
                  <a:cubicBezTo>
                    <a:pt x="1355" y="4498"/>
                    <a:pt x="2458" y="3175"/>
                    <a:pt x="4002" y="2577"/>
                  </a:cubicBezTo>
                  <a:cubicBezTo>
                    <a:pt x="4096" y="2545"/>
                    <a:pt x="4096" y="2545"/>
                    <a:pt x="4191" y="2513"/>
                  </a:cubicBezTo>
                  <a:cubicBezTo>
                    <a:pt x="4224" y="2504"/>
                    <a:pt x="4257" y="2499"/>
                    <a:pt x="4290" y="2499"/>
                  </a:cubicBezTo>
                  <a:cubicBezTo>
                    <a:pt x="4474" y="2499"/>
                    <a:pt x="4637" y="2641"/>
                    <a:pt x="4663" y="2829"/>
                  </a:cubicBezTo>
                  <a:cubicBezTo>
                    <a:pt x="4789" y="4593"/>
                    <a:pt x="6239" y="5979"/>
                    <a:pt x="8003" y="5979"/>
                  </a:cubicBezTo>
                  <a:lnTo>
                    <a:pt x="9862" y="5979"/>
                  </a:lnTo>
                  <a:cubicBezTo>
                    <a:pt x="10366" y="5979"/>
                    <a:pt x="10807" y="6137"/>
                    <a:pt x="11185" y="6389"/>
                  </a:cubicBezTo>
                  <a:cubicBezTo>
                    <a:pt x="11500" y="5695"/>
                    <a:pt x="11405" y="4876"/>
                    <a:pt x="10870" y="4246"/>
                  </a:cubicBezTo>
                  <a:cubicBezTo>
                    <a:pt x="11027" y="3207"/>
                    <a:pt x="10492" y="2230"/>
                    <a:pt x="9515" y="1883"/>
                  </a:cubicBezTo>
                  <a:cubicBezTo>
                    <a:pt x="9178" y="1040"/>
                    <a:pt x="8363" y="472"/>
                    <a:pt x="7475" y="472"/>
                  </a:cubicBezTo>
                  <a:cubicBezTo>
                    <a:pt x="7368" y="472"/>
                    <a:pt x="7260" y="480"/>
                    <a:pt x="7152" y="497"/>
                  </a:cubicBezTo>
                  <a:cubicBezTo>
                    <a:pt x="6758" y="166"/>
                    <a:pt x="6270" y="1"/>
                    <a:pt x="57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85"/>
            <p:cNvSpPr/>
            <p:nvPr/>
          </p:nvSpPr>
          <p:spPr>
            <a:xfrm>
              <a:off x="-57119850" y="4066875"/>
              <a:ext cx="126075" cy="111875"/>
            </a:xfrm>
            <a:custGeom>
              <a:avLst/>
              <a:gdLst/>
              <a:ahLst/>
              <a:cxnLst/>
              <a:rect l="l" t="t" r="r" b="b"/>
              <a:pathLst>
                <a:path w="5043" h="4475" extrusionOk="0">
                  <a:moveTo>
                    <a:pt x="2333" y="1"/>
                  </a:moveTo>
                  <a:cubicBezTo>
                    <a:pt x="915" y="694"/>
                    <a:pt x="2" y="2111"/>
                    <a:pt x="2" y="3718"/>
                  </a:cubicBezTo>
                  <a:lnTo>
                    <a:pt x="2" y="4191"/>
                  </a:lnTo>
                  <a:lnTo>
                    <a:pt x="2" y="4359"/>
                  </a:lnTo>
                  <a:lnTo>
                    <a:pt x="2" y="4359"/>
                  </a:lnTo>
                  <a:cubicBezTo>
                    <a:pt x="32" y="3375"/>
                    <a:pt x="829" y="2616"/>
                    <a:pt x="1861" y="2616"/>
                  </a:cubicBezTo>
                  <a:cubicBezTo>
                    <a:pt x="2774" y="2616"/>
                    <a:pt x="3499" y="3246"/>
                    <a:pt x="3656" y="4096"/>
                  </a:cubicBezTo>
                  <a:lnTo>
                    <a:pt x="4507" y="4096"/>
                  </a:lnTo>
                  <a:cubicBezTo>
                    <a:pt x="4570" y="3718"/>
                    <a:pt x="4791" y="3403"/>
                    <a:pt x="5043" y="3120"/>
                  </a:cubicBezTo>
                  <a:cubicBezTo>
                    <a:pt x="3656" y="2647"/>
                    <a:pt x="2617" y="1481"/>
                    <a:pt x="2333" y="1"/>
                  </a:cubicBezTo>
                  <a:close/>
                  <a:moveTo>
                    <a:pt x="2" y="4359"/>
                  </a:moveTo>
                  <a:cubicBezTo>
                    <a:pt x="1" y="4397"/>
                    <a:pt x="1" y="4435"/>
                    <a:pt x="2" y="4474"/>
                  </a:cubicBezTo>
                  <a:lnTo>
                    <a:pt x="2" y="4359"/>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85"/>
            <p:cNvSpPr/>
            <p:nvPr/>
          </p:nvSpPr>
          <p:spPr>
            <a:xfrm>
              <a:off x="-57100925" y="4151150"/>
              <a:ext cx="55175" cy="55150"/>
            </a:xfrm>
            <a:custGeom>
              <a:avLst/>
              <a:gdLst/>
              <a:ahLst/>
              <a:cxnLst/>
              <a:rect l="l" t="t" r="r" b="b"/>
              <a:pathLst>
                <a:path w="2207" h="2206" extrusionOk="0">
                  <a:moveTo>
                    <a:pt x="1104" y="1"/>
                  </a:moveTo>
                  <a:cubicBezTo>
                    <a:pt x="505" y="1"/>
                    <a:pt x="1" y="473"/>
                    <a:pt x="1" y="1103"/>
                  </a:cubicBezTo>
                  <a:cubicBezTo>
                    <a:pt x="1" y="1702"/>
                    <a:pt x="505" y="2206"/>
                    <a:pt x="1104" y="2206"/>
                  </a:cubicBezTo>
                  <a:cubicBezTo>
                    <a:pt x="1702" y="2206"/>
                    <a:pt x="2206" y="1702"/>
                    <a:pt x="2206" y="1103"/>
                  </a:cubicBezTo>
                  <a:cubicBezTo>
                    <a:pt x="2206" y="473"/>
                    <a:pt x="1702"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85"/>
            <p:cNvSpPr/>
            <p:nvPr/>
          </p:nvSpPr>
          <p:spPr>
            <a:xfrm>
              <a:off x="-57119825" y="4179500"/>
              <a:ext cx="204800" cy="121325"/>
            </a:xfrm>
            <a:custGeom>
              <a:avLst/>
              <a:gdLst/>
              <a:ahLst/>
              <a:cxnLst/>
              <a:rect l="l" t="t" r="r" b="b"/>
              <a:pathLst>
                <a:path w="8192" h="4853" extrusionOk="0">
                  <a:moveTo>
                    <a:pt x="5160" y="2151"/>
                  </a:moveTo>
                  <a:cubicBezTo>
                    <a:pt x="5254" y="2151"/>
                    <a:pt x="5341" y="2190"/>
                    <a:pt x="5388" y="2269"/>
                  </a:cubicBezTo>
                  <a:cubicBezTo>
                    <a:pt x="5546" y="2427"/>
                    <a:pt x="5546" y="2679"/>
                    <a:pt x="5388" y="2805"/>
                  </a:cubicBezTo>
                  <a:cubicBezTo>
                    <a:pt x="5042" y="3151"/>
                    <a:pt x="4569" y="3340"/>
                    <a:pt x="4096" y="3340"/>
                  </a:cubicBezTo>
                  <a:cubicBezTo>
                    <a:pt x="3624" y="3340"/>
                    <a:pt x="3120" y="3151"/>
                    <a:pt x="2805" y="2805"/>
                  </a:cubicBezTo>
                  <a:cubicBezTo>
                    <a:pt x="2647" y="2647"/>
                    <a:pt x="2647" y="2395"/>
                    <a:pt x="2805" y="2269"/>
                  </a:cubicBezTo>
                  <a:cubicBezTo>
                    <a:pt x="2884" y="2190"/>
                    <a:pt x="2978" y="2151"/>
                    <a:pt x="3069" y="2151"/>
                  </a:cubicBezTo>
                  <a:cubicBezTo>
                    <a:pt x="3159" y="2151"/>
                    <a:pt x="3246" y="2190"/>
                    <a:pt x="3309" y="2269"/>
                  </a:cubicBezTo>
                  <a:cubicBezTo>
                    <a:pt x="3529" y="2490"/>
                    <a:pt x="3813" y="2600"/>
                    <a:pt x="4096" y="2600"/>
                  </a:cubicBezTo>
                  <a:cubicBezTo>
                    <a:pt x="4380" y="2600"/>
                    <a:pt x="4664" y="2490"/>
                    <a:pt x="4884" y="2269"/>
                  </a:cubicBezTo>
                  <a:cubicBezTo>
                    <a:pt x="4963" y="2190"/>
                    <a:pt x="5065" y="2151"/>
                    <a:pt x="5160" y="2151"/>
                  </a:cubicBezTo>
                  <a:close/>
                  <a:moveTo>
                    <a:pt x="1" y="1"/>
                  </a:moveTo>
                  <a:lnTo>
                    <a:pt x="1" y="2238"/>
                  </a:lnTo>
                  <a:cubicBezTo>
                    <a:pt x="1" y="3687"/>
                    <a:pt x="1198" y="4853"/>
                    <a:pt x="2616" y="4853"/>
                  </a:cubicBezTo>
                  <a:lnTo>
                    <a:pt x="5609" y="4853"/>
                  </a:lnTo>
                  <a:cubicBezTo>
                    <a:pt x="7058" y="4853"/>
                    <a:pt x="8192" y="3655"/>
                    <a:pt x="8192" y="2238"/>
                  </a:cubicBezTo>
                  <a:lnTo>
                    <a:pt x="8192" y="1"/>
                  </a:lnTo>
                  <a:cubicBezTo>
                    <a:pt x="8192" y="977"/>
                    <a:pt x="7341" y="1860"/>
                    <a:pt x="6302" y="1860"/>
                  </a:cubicBezTo>
                  <a:cubicBezTo>
                    <a:pt x="5388" y="1860"/>
                    <a:pt x="4664" y="1230"/>
                    <a:pt x="4506" y="347"/>
                  </a:cubicBezTo>
                  <a:lnTo>
                    <a:pt x="3655" y="347"/>
                  </a:lnTo>
                  <a:cubicBezTo>
                    <a:pt x="3498" y="1230"/>
                    <a:pt x="2710" y="1860"/>
                    <a:pt x="1860" y="1860"/>
                  </a:cubicBezTo>
                  <a:cubicBezTo>
                    <a:pt x="820" y="1860"/>
                    <a:pt x="1" y="1009"/>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85"/>
            <p:cNvSpPr/>
            <p:nvPr/>
          </p:nvSpPr>
          <p:spPr>
            <a:xfrm>
              <a:off x="-57158400" y="4156675"/>
              <a:ext cx="18900" cy="63825"/>
            </a:xfrm>
            <a:custGeom>
              <a:avLst/>
              <a:gdLst/>
              <a:ahLst/>
              <a:cxnLst/>
              <a:rect l="l" t="t" r="r" b="b"/>
              <a:pathLst>
                <a:path w="756" h="2553" extrusionOk="0">
                  <a:moveTo>
                    <a:pt x="756" y="0"/>
                  </a:moveTo>
                  <a:cubicBezTo>
                    <a:pt x="315" y="252"/>
                    <a:pt x="0" y="725"/>
                    <a:pt x="0" y="1260"/>
                  </a:cubicBezTo>
                  <a:cubicBezTo>
                    <a:pt x="0" y="1827"/>
                    <a:pt x="315" y="2300"/>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85"/>
            <p:cNvSpPr/>
            <p:nvPr/>
          </p:nvSpPr>
          <p:spPr>
            <a:xfrm>
              <a:off x="-56896125" y="4155875"/>
              <a:ext cx="18925" cy="63825"/>
            </a:xfrm>
            <a:custGeom>
              <a:avLst/>
              <a:gdLst/>
              <a:ahLst/>
              <a:cxnLst/>
              <a:rect l="l" t="t" r="r" b="b"/>
              <a:pathLst>
                <a:path w="757" h="2553" extrusionOk="0">
                  <a:moveTo>
                    <a:pt x="0" y="1"/>
                  </a:moveTo>
                  <a:lnTo>
                    <a:pt x="0" y="2553"/>
                  </a:lnTo>
                  <a:cubicBezTo>
                    <a:pt x="441" y="2269"/>
                    <a:pt x="756" y="1796"/>
                    <a:pt x="756" y="1261"/>
                  </a:cubicBezTo>
                  <a:cubicBezTo>
                    <a:pt x="756" y="757"/>
                    <a:pt x="441" y="284"/>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85"/>
            <p:cNvSpPr/>
            <p:nvPr/>
          </p:nvSpPr>
          <p:spPr>
            <a:xfrm>
              <a:off x="-56924475" y="4149575"/>
              <a:ext cx="9450" cy="29175"/>
            </a:xfrm>
            <a:custGeom>
              <a:avLst/>
              <a:gdLst/>
              <a:ahLst/>
              <a:cxnLst/>
              <a:rect l="l" t="t" r="r" b="b"/>
              <a:pathLst>
                <a:path w="378" h="1167" extrusionOk="0">
                  <a:moveTo>
                    <a:pt x="0" y="1"/>
                  </a:moveTo>
                  <a:cubicBezTo>
                    <a:pt x="221" y="379"/>
                    <a:pt x="378" y="757"/>
                    <a:pt x="378" y="1166"/>
                  </a:cubicBezTo>
                  <a:lnTo>
                    <a:pt x="378" y="883"/>
                  </a:lnTo>
                  <a:lnTo>
                    <a:pt x="3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3" name="Google Shape;6433;p85"/>
          <p:cNvGrpSpPr/>
          <p:nvPr/>
        </p:nvGrpSpPr>
        <p:grpSpPr>
          <a:xfrm>
            <a:off x="7052130" y="3203436"/>
            <a:ext cx="358971" cy="357198"/>
            <a:chOff x="-52851675" y="3585650"/>
            <a:chExt cx="319000" cy="317425"/>
          </a:xfrm>
        </p:grpSpPr>
        <p:sp>
          <p:nvSpPr>
            <p:cNvPr id="6434" name="Google Shape;6434;p85"/>
            <p:cNvSpPr/>
            <p:nvPr/>
          </p:nvSpPr>
          <p:spPr>
            <a:xfrm>
              <a:off x="-52851675" y="3641575"/>
              <a:ext cx="319000" cy="106350"/>
            </a:xfrm>
            <a:custGeom>
              <a:avLst/>
              <a:gdLst/>
              <a:ahLst/>
              <a:cxnLst/>
              <a:rect l="l" t="t" r="r" b="b"/>
              <a:pathLst>
                <a:path w="12760" h="4254" extrusionOk="0">
                  <a:moveTo>
                    <a:pt x="6364" y="0"/>
                  </a:moveTo>
                  <a:cubicBezTo>
                    <a:pt x="2836" y="0"/>
                    <a:pt x="0" y="1449"/>
                    <a:pt x="0" y="3371"/>
                  </a:cubicBezTo>
                  <a:cubicBezTo>
                    <a:pt x="0" y="3686"/>
                    <a:pt x="63" y="4001"/>
                    <a:pt x="252" y="4253"/>
                  </a:cubicBezTo>
                  <a:cubicBezTo>
                    <a:pt x="473" y="3749"/>
                    <a:pt x="945" y="3308"/>
                    <a:pt x="1481" y="3119"/>
                  </a:cubicBezTo>
                  <a:lnTo>
                    <a:pt x="1481" y="2898"/>
                  </a:lnTo>
                  <a:cubicBezTo>
                    <a:pt x="1481" y="2741"/>
                    <a:pt x="1575" y="2615"/>
                    <a:pt x="1733" y="2520"/>
                  </a:cubicBezTo>
                  <a:cubicBezTo>
                    <a:pt x="3403" y="1796"/>
                    <a:pt x="4915" y="1512"/>
                    <a:pt x="6396" y="1512"/>
                  </a:cubicBezTo>
                  <a:cubicBezTo>
                    <a:pt x="7845" y="1512"/>
                    <a:pt x="9389" y="1827"/>
                    <a:pt x="11027" y="2520"/>
                  </a:cubicBezTo>
                  <a:cubicBezTo>
                    <a:pt x="11153" y="2615"/>
                    <a:pt x="11279" y="2741"/>
                    <a:pt x="11279" y="2898"/>
                  </a:cubicBezTo>
                  <a:lnTo>
                    <a:pt x="11279" y="3119"/>
                  </a:lnTo>
                  <a:cubicBezTo>
                    <a:pt x="11815" y="3308"/>
                    <a:pt x="12287" y="3718"/>
                    <a:pt x="12539" y="4253"/>
                  </a:cubicBezTo>
                  <a:cubicBezTo>
                    <a:pt x="12697" y="4001"/>
                    <a:pt x="12760" y="3686"/>
                    <a:pt x="12760" y="3371"/>
                  </a:cubicBezTo>
                  <a:cubicBezTo>
                    <a:pt x="12760" y="1449"/>
                    <a:pt x="9924" y="0"/>
                    <a:pt x="6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5" name="Google Shape;6435;p85"/>
            <p:cNvSpPr/>
            <p:nvPr/>
          </p:nvSpPr>
          <p:spPr>
            <a:xfrm>
              <a:off x="-52787100" y="3585650"/>
              <a:ext cx="189050" cy="52000"/>
            </a:xfrm>
            <a:custGeom>
              <a:avLst/>
              <a:gdLst/>
              <a:ahLst/>
              <a:cxnLst/>
              <a:rect l="l" t="t" r="r" b="b"/>
              <a:pathLst>
                <a:path w="7562" h="2080" extrusionOk="0">
                  <a:moveTo>
                    <a:pt x="3781" y="0"/>
                  </a:moveTo>
                  <a:cubicBezTo>
                    <a:pt x="2048" y="0"/>
                    <a:pt x="599" y="882"/>
                    <a:pt x="1" y="2080"/>
                  </a:cubicBezTo>
                  <a:cubicBezTo>
                    <a:pt x="1103" y="1701"/>
                    <a:pt x="2363" y="1512"/>
                    <a:pt x="3781" y="1512"/>
                  </a:cubicBezTo>
                  <a:cubicBezTo>
                    <a:pt x="3928" y="1506"/>
                    <a:pt x="4073" y="1503"/>
                    <a:pt x="4217" y="1503"/>
                  </a:cubicBezTo>
                  <a:cubicBezTo>
                    <a:pt x="5469" y="1503"/>
                    <a:pt x="6629" y="1740"/>
                    <a:pt x="7562" y="2080"/>
                  </a:cubicBezTo>
                  <a:cubicBezTo>
                    <a:pt x="6995" y="882"/>
                    <a:pt x="5514"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85"/>
            <p:cNvSpPr/>
            <p:nvPr/>
          </p:nvSpPr>
          <p:spPr>
            <a:xfrm>
              <a:off x="-52794975" y="3696700"/>
              <a:ext cx="127625" cy="74850"/>
            </a:xfrm>
            <a:custGeom>
              <a:avLst/>
              <a:gdLst/>
              <a:ahLst/>
              <a:cxnLst/>
              <a:rect l="l" t="t" r="r" b="b"/>
              <a:pathLst>
                <a:path w="5105" h="2994" extrusionOk="0">
                  <a:moveTo>
                    <a:pt x="4096" y="0"/>
                  </a:moveTo>
                  <a:cubicBezTo>
                    <a:pt x="2804" y="0"/>
                    <a:pt x="1324" y="284"/>
                    <a:pt x="1" y="883"/>
                  </a:cubicBezTo>
                  <a:lnTo>
                    <a:pt x="1" y="2993"/>
                  </a:lnTo>
                  <a:lnTo>
                    <a:pt x="1072" y="2993"/>
                  </a:lnTo>
                  <a:cubicBezTo>
                    <a:pt x="2741" y="2993"/>
                    <a:pt x="4317" y="2143"/>
                    <a:pt x="5104" y="95"/>
                  </a:cubicBezTo>
                  <a:cubicBezTo>
                    <a:pt x="4789" y="32"/>
                    <a:pt x="4411"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85"/>
            <p:cNvSpPr/>
            <p:nvPr/>
          </p:nvSpPr>
          <p:spPr>
            <a:xfrm>
              <a:off x="-52795750" y="3700625"/>
              <a:ext cx="204800" cy="202450"/>
            </a:xfrm>
            <a:custGeom>
              <a:avLst/>
              <a:gdLst/>
              <a:ahLst/>
              <a:cxnLst/>
              <a:rect l="l" t="t" r="r" b="b"/>
              <a:pathLst>
                <a:path w="8192" h="8098" extrusionOk="0">
                  <a:moveTo>
                    <a:pt x="5639" y="2143"/>
                  </a:moveTo>
                  <a:cubicBezTo>
                    <a:pt x="5828" y="2143"/>
                    <a:pt x="5986" y="2301"/>
                    <a:pt x="5986" y="2490"/>
                  </a:cubicBezTo>
                  <a:cubicBezTo>
                    <a:pt x="5986" y="2679"/>
                    <a:pt x="5828" y="2836"/>
                    <a:pt x="5639" y="2836"/>
                  </a:cubicBezTo>
                  <a:cubicBezTo>
                    <a:pt x="5450" y="2836"/>
                    <a:pt x="5293" y="2679"/>
                    <a:pt x="5293" y="2490"/>
                  </a:cubicBezTo>
                  <a:cubicBezTo>
                    <a:pt x="5293" y="2301"/>
                    <a:pt x="5450" y="2143"/>
                    <a:pt x="5639" y="2143"/>
                  </a:cubicBezTo>
                  <a:close/>
                  <a:moveTo>
                    <a:pt x="5163" y="4671"/>
                  </a:moveTo>
                  <a:cubicBezTo>
                    <a:pt x="5261" y="4671"/>
                    <a:pt x="5356" y="4711"/>
                    <a:pt x="5419" y="4790"/>
                  </a:cubicBezTo>
                  <a:cubicBezTo>
                    <a:pt x="5608" y="4947"/>
                    <a:pt x="5608" y="5168"/>
                    <a:pt x="5450" y="5294"/>
                  </a:cubicBezTo>
                  <a:cubicBezTo>
                    <a:pt x="5104" y="5640"/>
                    <a:pt x="4600" y="5829"/>
                    <a:pt x="4127" y="5829"/>
                  </a:cubicBezTo>
                  <a:cubicBezTo>
                    <a:pt x="3623" y="5829"/>
                    <a:pt x="3151" y="5640"/>
                    <a:pt x="2804" y="5294"/>
                  </a:cubicBezTo>
                  <a:cubicBezTo>
                    <a:pt x="2646" y="5136"/>
                    <a:pt x="2646" y="4884"/>
                    <a:pt x="2804" y="4790"/>
                  </a:cubicBezTo>
                  <a:cubicBezTo>
                    <a:pt x="2883" y="4711"/>
                    <a:pt x="2977" y="4671"/>
                    <a:pt x="3068" y="4671"/>
                  </a:cubicBezTo>
                  <a:cubicBezTo>
                    <a:pt x="3158" y="4671"/>
                    <a:pt x="3245" y="4711"/>
                    <a:pt x="3308" y="4790"/>
                  </a:cubicBezTo>
                  <a:cubicBezTo>
                    <a:pt x="3529" y="4994"/>
                    <a:pt x="3812" y="5097"/>
                    <a:pt x="4096" y="5097"/>
                  </a:cubicBezTo>
                  <a:cubicBezTo>
                    <a:pt x="4379" y="5097"/>
                    <a:pt x="4663" y="4994"/>
                    <a:pt x="4883" y="4790"/>
                  </a:cubicBezTo>
                  <a:cubicBezTo>
                    <a:pt x="4962" y="4711"/>
                    <a:pt x="5064" y="4671"/>
                    <a:pt x="5163" y="4671"/>
                  </a:cubicBezTo>
                  <a:close/>
                  <a:moveTo>
                    <a:pt x="5860" y="1"/>
                  </a:moveTo>
                  <a:cubicBezTo>
                    <a:pt x="4883" y="2521"/>
                    <a:pt x="3119" y="3592"/>
                    <a:pt x="1071" y="3592"/>
                  </a:cubicBezTo>
                  <a:lnTo>
                    <a:pt x="0" y="3592"/>
                  </a:lnTo>
                  <a:lnTo>
                    <a:pt x="0" y="3939"/>
                  </a:lnTo>
                  <a:cubicBezTo>
                    <a:pt x="0" y="6176"/>
                    <a:pt x="1859" y="8098"/>
                    <a:pt x="4096" y="8098"/>
                  </a:cubicBezTo>
                  <a:cubicBezTo>
                    <a:pt x="6333" y="8098"/>
                    <a:pt x="8191" y="6239"/>
                    <a:pt x="8191" y="3939"/>
                  </a:cubicBezTo>
                  <a:lnTo>
                    <a:pt x="8191" y="2931"/>
                  </a:lnTo>
                  <a:lnTo>
                    <a:pt x="8191" y="2868"/>
                  </a:lnTo>
                  <a:lnTo>
                    <a:pt x="8191" y="726"/>
                  </a:lnTo>
                  <a:cubicBezTo>
                    <a:pt x="7435" y="347"/>
                    <a:pt x="6648" y="158"/>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85"/>
            <p:cNvSpPr/>
            <p:nvPr/>
          </p:nvSpPr>
          <p:spPr>
            <a:xfrm>
              <a:off x="-52832775" y="3740025"/>
              <a:ext cx="18125" cy="64600"/>
            </a:xfrm>
            <a:custGeom>
              <a:avLst/>
              <a:gdLst/>
              <a:ahLst/>
              <a:cxnLst/>
              <a:rect l="l" t="t" r="r" b="b"/>
              <a:pathLst>
                <a:path w="725" h="2584" extrusionOk="0">
                  <a:moveTo>
                    <a:pt x="725" y="0"/>
                  </a:moveTo>
                  <a:cubicBezTo>
                    <a:pt x="315" y="252"/>
                    <a:pt x="0" y="725"/>
                    <a:pt x="0" y="1260"/>
                  </a:cubicBezTo>
                  <a:cubicBezTo>
                    <a:pt x="0" y="1827"/>
                    <a:pt x="315" y="2300"/>
                    <a:pt x="725" y="2584"/>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85"/>
            <p:cNvSpPr/>
            <p:nvPr/>
          </p:nvSpPr>
          <p:spPr>
            <a:xfrm>
              <a:off x="-52570500" y="3740025"/>
              <a:ext cx="18925" cy="64600"/>
            </a:xfrm>
            <a:custGeom>
              <a:avLst/>
              <a:gdLst/>
              <a:ahLst/>
              <a:cxnLst/>
              <a:rect l="l" t="t" r="r" b="b"/>
              <a:pathLst>
                <a:path w="757" h="2584" extrusionOk="0">
                  <a:moveTo>
                    <a:pt x="0" y="0"/>
                  </a:moveTo>
                  <a:lnTo>
                    <a:pt x="0" y="2584"/>
                  </a:lnTo>
                  <a:cubicBezTo>
                    <a:pt x="442" y="2300"/>
                    <a:pt x="757" y="1827"/>
                    <a:pt x="757" y="1260"/>
                  </a:cubicBezTo>
                  <a:cubicBezTo>
                    <a:pt x="757" y="725"/>
                    <a:pt x="442"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40" name="Google Shape;6440;p85"/>
          <p:cNvGrpSpPr/>
          <p:nvPr/>
        </p:nvGrpSpPr>
        <p:grpSpPr>
          <a:xfrm>
            <a:off x="7074284" y="3665236"/>
            <a:ext cx="314662" cy="358999"/>
            <a:chOff x="-52832000" y="3976300"/>
            <a:chExt cx="279625" cy="319025"/>
          </a:xfrm>
        </p:grpSpPr>
        <p:sp>
          <p:nvSpPr>
            <p:cNvPr id="6441" name="Google Shape;6441;p85"/>
            <p:cNvSpPr/>
            <p:nvPr/>
          </p:nvSpPr>
          <p:spPr>
            <a:xfrm>
              <a:off x="-52794975" y="3976300"/>
              <a:ext cx="204800" cy="112650"/>
            </a:xfrm>
            <a:custGeom>
              <a:avLst/>
              <a:gdLst/>
              <a:ahLst/>
              <a:cxnLst/>
              <a:rect l="l" t="t" r="r" b="b"/>
              <a:pathLst>
                <a:path w="8192" h="4506" extrusionOk="0">
                  <a:moveTo>
                    <a:pt x="4096" y="1"/>
                  </a:moveTo>
                  <a:cubicBezTo>
                    <a:pt x="1859" y="1"/>
                    <a:pt x="1" y="1859"/>
                    <a:pt x="1" y="4096"/>
                  </a:cubicBezTo>
                  <a:lnTo>
                    <a:pt x="1" y="4506"/>
                  </a:lnTo>
                  <a:cubicBezTo>
                    <a:pt x="883" y="3120"/>
                    <a:pt x="2363" y="2206"/>
                    <a:pt x="4096" y="2206"/>
                  </a:cubicBezTo>
                  <a:cubicBezTo>
                    <a:pt x="5829" y="2206"/>
                    <a:pt x="7341" y="3120"/>
                    <a:pt x="8192" y="4506"/>
                  </a:cubicBezTo>
                  <a:lnTo>
                    <a:pt x="8192" y="4096"/>
                  </a:lnTo>
                  <a:cubicBezTo>
                    <a:pt x="8192" y="1859"/>
                    <a:pt x="6365" y="1"/>
                    <a:pt x="40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85"/>
            <p:cNvSpPr/>
            <p:nvPr/>
          </p:nvSpPr>
          <p:spPr>
            <a:xfrm>
              <a:off x="-52757175" y="4051125"/>
              <a:ext cx="167000" cy="94550"/>
            </a:xfrm>
            <a:custGeom>
              <a:avLst/>
              <a:gdLst/>
              <a:ahLst/>
              <a:cxnLst/>
              <a:rect l="l" t="t" r="r" b="b"/>
              <a:pathLst>
                <a:path w="6680" h="3782" extrusionOk="0">
                  <a:moveTo>
                    <a:pt x="2584" y="1"/>
                  </a:moveTo>
                  <a:cubicBezTo>
                    <a:pt x="1608" y="1"/>
                    <a:pt x="694" y="379"/>
                    <a:pt x="1" y="946"/>
                  </a:cubicBezTo>
                  <a:cubicBezTo>
                    <a:pt x="473" y="820"/>
                    <a:pt x="977" y="757"/>
                    <a:pt x="1482" y="757"/>
                  </a:cubicBezTo>
                  <a:cubicBezTo>
                    <a:pt x="3750" y="757"/>
                    <a:pt x="5672" y="1985"/>
                    <a:pt x="6680" y="3781"/>
                  </a:cubicBezTo>
                  <a:cubicBezTo>
                    <a:pt x="6522" y="1670"/>
                    <a:pt x="4758" y="1"/>
                    <a:pt x="25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85"/>
            <p:cNvSpPr/>
            <p:nvPr/>
          </p:nvSpPr>
          <p:spPr>
            <a:xfrm>
              <a:off x="-52794975" y="4088925"/>
              <a:ext cx="204025" cy="206400"/>
            </a:xfrm>
            <a:custGeom>
              <a:avLst/>
              <a:gdLst/>
              <a:ahLst/>
              <a:cxnLst/>
              <a:rect l="l" t="t" r="r" b="b"/>
              <a:pathLst>
                <a:path w="8161" h="8256" extrusionOk="0">
                  <a:moveTo>
                    <a:pt x="2615" y="2238"/>
                  </a:moveTo>
                  <a:cubicBezTo>
                    <a:pt x="2804" y="2238"/>
                    <a:pt x="2962" y="2395"/>
                    <a:pt x="2962" y="2584"/>
                  </a:cubicBezTo>
                  <a:cubicBezTo>
                    <a:pt x="2962" y="2805"/>
                    <a:pt x="2804" y="2962"/>
                    <a:pt x="2615" y="2962"/>
                  </a:cubicBezTo>
                  <a:cubicBezTo>
                    <a:pt x="2602" y="2965"/>
                    <a:pt x="2588" y="2966"/>
                    <a:pt x="2574" y="2966"/>
                  </a:cubicBezTo>
                  <a:cubicBezTo>
                    <a:pt x="2404" y="2966"/>
                    <a:pt x="2269" y="2788"/>
                    <a:pt x="2269" y="2584"/>
                  </a:cubicBezTo>
                  <a:cubicBezTo>
                    <a:pt x="2269" y="2395"/>
                    <a:pt x="2426" y="2238"/>
                    <a:pt x="2615" y="2238"/>
                  </a:cubicBezTo>
                  <a:close/>
                  <a:moveTo>
                    <a:pt x="5608" y="2269"/>
                  </a:moveTo>
                  <a:cubicBezTo>
                    <a:pt x="5797" y="2269"/>
                    <a:pt x="5955" y="2427"/>
                    <a:pt x="5955" y="2647"/>
                  </a:cubicBezTo>
                  <a:cubicBezTo>
                    <a:pt x="5955" y="2805"/>
                    <a:pt x="5797" y="2994"/>
                    <a:pt x="5608" y="2994"/>
                  </a:cubicBezTo>
                  <a:cubicBezTo>
                    <a:pt x="5419" y="2994"/>
                    <a:pt x="5262" y="2836"/>
                    <a:pt x="5262" y="2647"/>
                  </a:cubicBezTo>
                  <a:cubicBezTo>
                    <a:pt x="5262" y="2427"/>
                    <a:pt x="5419" y="2269"/>
                    <a:pt x="5608" y="2269"/>
                  </a:cubicBezTo>
                  <a:close/>
                  <a:moveTo>
                    <a:pt x="5132" y="4797"/>
                  </a:moveTo>
                  <a:cubicBezTo>
                    <a:pt x="5230" y="4797"/>
                    <a:pt x="5325" y="4837"/>
                    <a:pt x="5388" y="4916"/>
                  </a:cubicBezTo>
                  <a:cubicBezTo>
                    <a:pt x="5577" y="5042"/>
                    <a:pt x="5577" y="5262"/>
                    <a:pt x="5419" y="5420"/>
                  </a:cubicBezTo>
                  <a:cubicBezTo>
                    <a:pt x="5073" y="5766"/>
                    <a:pt x="4569" y="5987"/>
                    <a:pt x="4096" y="5987"/>
                  </a:cubicBezTo>
                  <a:cubicBezTo>
                    <a:pt x="3592" y="5987"/>
                    <a:pt x="3120" y="5766"/>
                    <a:pt x="2773" y="5420"/>
                  </a:cubicBezTo>
                  <a:cubicBezTo>
                    <a:pt x="2615" y="5262"/>
                    <a:pt x="2615" y="5042"/>
                    <a:pt x="2773" y="4916"/>
                  </a:cubicBezTo>
                  <a:cubicBezTo>
                    <a:pt x="2852" y="4837"/>
                    <a:pt x="2946" y="4797"/>
                    <a:pt x="3037" y="4797"/>
                  </a:cubicBezTo>
                  <a:cubicBezTo>
                    <a:pt x="3127" y="4797"/>
                    <a:pt x="3214" y="4837"/>
                    <a:pt x="3277" y="4916"/>
                  </a:cubicBezTo>
                  <a:cubicBezTo>
                    <a:pt x="3498" y="5136"/>
                    <a:pt x="3781" y="5246"/>
                    <a:pt x="4065" y="5246"/>
                  </a:cubicBezTo>
                  <a:cubicBezTo>
                    <a:pt x="4348" y="5246"/>
                    <a:pt x="4632" y="5136"/>
                    <a:pt x="4852" y="4916"/>
                  </a:cubicBezTo>
                  <a:cubicBezTo>
                    <a:pt x="4931" y="4837"/>
                    <a:pt x="5033" y="4797"/>
                    <a:pt x="5132" y="4797"/>
                  </a:cubicBezTo>
                  <a:close/>
                  <a:moveTo>
                    <a:pt x="2994" y="1"/>
                  </a:moveTo>
                  <a:cubicBezTo>
                    <a:pt x="2174" y="1"/>
                    <a:pt x="1387" y="190"/>
                    <a:pt x="631" y="536"/>
                  </a:cubicBezTo>
                  <a:cubicBezTo>
                    <a:pt x="599" y="536"/>
                    <a:pt x="599" y="536"/>
                    <a:pt x="568" y="599"/>
                  </a:cubicBezTo>
                  <a:cubicBezTo>
                    <a:pt x="221" y="1166"/>
                    <a:pt x="1" y="1891"/>
                    <a:pt x="1" y="2584"/>
                  </a:cubicBezTo>
                  <a:lnTo>
                    <a:pt x="1" y="4128"/>
                  </a:lnTo>
                  <a:cubicBezTo>
                    <a:pt x="1" y="6365"/>
                    <a:pt x="1859" y="8255"/>
                    <a:pt x="4096" y="8255"/>
                  </a:cubicBezTo>
                  <a:cubicBezTo>
                    <a:pt x="6207" y="8255"/>
                    <a:pt x="7940" y="6680"/>
                    <a:pt x="8160" y="4695"/>
                  </a:cubicBezTo>
                  <a:cubicBezTo>
                    <a:pt x="7877" y="2017"/>
                    <a:pt x="5671" y="1"/>
                    <a:pt x="29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85"/>
            <p:cNvSpPr/>
            <p:nvPr/>
          </p:nvSpPr>
          <p:spPr>
            <a:xfrm>
              <a:off x="-52832000"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85"/>
            <p:cNvSpPr/>
            <p:nvPr/>
          </p:nvSpPr>
          <p:spPr>
            <a:xfrm>
              <a:off x="-52571300" y="4132250"/>
              <a:ext cx="18925" cy="63825"/>
            </a:xfrm>
            <a:custGeom>
              <a:avLst/>
              <a:gdLst/>
              <a:ahLst/>
              <a:cxnLst/>
              <a:rect l="l" t="t" r="r" b="b"/>
              <a:pathLst>
                <a:path w="757" h="2553" extrusionOk="0">
                  <a:moveTo>
                    <a:pt x="1" y="1"/>
                  </a:moveTo>
                  <a:lnTo>
                    <a:pt x="1" y="2552"/>
                  </a:lnTo>
                  <a:cubicBezTo>
                    <a:pt x="442" y="2269"/>
                    <a:pt x="757" y="1796"/>
                    <a:pt x="757" y="1261"/>
                  </a:cubicBezTo>
                  <a:cubicBezTo>
                    <a:pt x="757" y="694"/>
                    <a:pt x="442" y="221"/>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46" name="Google Shape;6446;p85"/>
          <p:cNvGrpSpPr/>
          <p:nvPr/>
        </p:nvGrpSpPr>
        <p:grpSpPr>
          <a:xfrm>
            <a:off x="6191490" y="4119884"/>
            <a:ext cx="316434" cy="358099"/>
            <a:chOff x="-51633225" y="3198925"/>
            <a:chExt cx="281200" cy="318225"/>
          </a:xfrm>
        </p:grpSpPr>
        <p:sp>
          <p:nvSpPr>
            <p:cNvPr id="6447" name="Google Shape;6447;p85"/>
            <p:cNvSpPr/>
            <p:nvPr/>
          </p:nvSpPr>
          <p:spPr>
            <a:xfrm>
              <a:off x="-51633225" y="3353300"/>
              <a:ext cx="18925" cy="63825"/>
            </a:xfrm>
            <a:custGeom>
              <a:avLst/>
              <a:gdLst/>
              <a:ahLst/>
              <a:cxnLst/>
              <a:rect l="l" t="t" r="r" b="b"/>
              <a:pathLst>
                <a:path w="757" h="2553" extrusionOk="0">
                  <a:moveTo>
                    <a:pt x="756" y="0"/>
                  </a:moveTo>
                  <a:cubicBezTo>
                    <a:pt x="315" y="284"/>
                    <a:pt x="0" y="756"/>
                    <a:pt x="0" y="1292"/>
                  </a:cubicBezTo>
                  <a:cubicBezTo>
                    <a:pt x="0" y="1859"/>
                    <a:pt x="315" y="2332"/>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85"/>
            <p:cNvSpPr/>
            <p:nvPr/>
          </p:nvSpPr>
          <p:spPr>
            <a:xfrm>
              <a:off x="-51595425" y="3348575"/>
              <a:ext cx="204800" cy="168575"/>
            </a:xfrm>
            <a:custGeom>
              <a:avLst/>
              <a:gdLst/>
              <a:ahLst/>
              <a:cxnLst/>
              <a:rect l="l" t="t" r="r" b="b"/>
              <a:pathLst>
                <a:path w="8192" h="6743" extrusionOk="0">
                  <a:moveTo>
                    <a:pt x="2647" y="756"/>
                  </a:moveTo>
                  <a:cubicBezTo>
                    <a:pt x="2836" y="756"/>
                    <a:pt x="2994" y="914"/>
                    <a:pt x="2994" y="1103"/>
                  </a:cubicBezTo>
                  <a:cubicBezTo>
                    <a:pt x="2994" y="1292"/>
                    <a:pt x="2836" y="1449"/>
                    <a:pt x="2647" y="1449"/>
                  </a:cubicBezTo>
                  <a:cubicBezTo>
                    <a:pt x="2426" y="1449"/>
                    <a:pt x="2269" y="1292"/>
                    <a:pt x="2269" y="1103"/>
                  </a:cubicBezTo>
                  <a:cubicBezTo>
                    <a:pt x="2237" y="914"/>
                    <a:pt x="2395" y="756"/>
                    <a:pt x="2647" y="756"/>
                  </a:cubicBezTo>
                  <a:close/>
                  <a:moveTo>
                    <a:pt x="5577" y="756"/>
                  </a:moveTo>
                  <a:cubicBezTo>
                    <a:pt x="5797" y="756"/>
                    <a:pt x="5955" y="914"/>
                    <a:pt x="5955" y="1103"/>
                  </a:cubicBezTo>
                  <a:cubicBezTo>
                    <a:pt x="5955" y="1292"/>
                    <a:pt x="5797" y="1449"/>
                    <a:pt x="5577" y="1449"/>
                  </a:cubicBezTo>
                  <a:cubicBezTo>
                    <a:pt x="5388" y="1449"/>
                    <a:pt x="5230" y="1292"/>
                    <a:pt x="5230" y="1103"/>
                  </a:cubicBezTo>
                  <a:cubicBezTo>
                    <a:pt x="5230" y="914"/>
                    <a:pt x="5388" y="756"/>
                    <a:pt x="5577" y="756"/>
                  </a:cubicBezTo>
                  <a:close/>
                  <a:moveTo>
                    <a:pt x="5148" y="3316"/>
                  </a:moveTo>
                  <a:cubicBezTo>
                    <a:pt x="5238" y="3316"/>
                    <a:pt x="5325" y="3356"/>
                    <a:pt x="5388" y="3434"/>
                  </a:cubicBezTo>
                  <a:cubicBezTo>
                    <a:pt x="5545" y="3592"/>
                    <a:pt x="5545" y="3812"/>
                    <a:pt x="5388" y="3938"/>
                  </a:cubicBezTo>
                  <a:cubicBezTo>
                    <a:pt x="5041" y="4285"/>
                    <a:pt x="4569" y="4474"/>
                    <a:pt x="4096" y="4474"/>
                  </a:cubicBezTo>
                  <a:cubicBezTo>
                    <a:pt x="3624" y="4474"/>
                    <a:pt x="3120" y="4285"/>
                    <a:pt x="2804" y="3938"/>
                  </a:cubicBezTo>
                  <a:cubicBezTo>
                    <a:pt x="2647" y="3781"/>
                    <a:pt x="2647" y="3529"/>
                    <a:pt x="2804" y="3434"/>
                  </a:cubicBezTo>
                  <a:cubicBezTo>
                    <a:pt x="2883" y="3371"/>
                    <a:pt x="2978" y="3340"/>
                    <a:pt x="3068" y="3340"/>
                  </a:cubicBezTo>
                  <a:cubicBezTo>
                    <a:pt x="3159" y="3340"/>
                    <a:pt x="3246" y="3371"/>
                    <a:pt x="3309" y="3434"/>
                  </a:cubicBezTo>
                  <a:cubicBezTo>
                    <a:pt x="3529" y="3639"/>
                    <a:pt x="3813" y="3741"/>
                    <a:pt x="4096" y="3741"/>
                  </a:cubicBezTo>
                  <a:cubicBezTo>
                    <a:pt x="4380" y="3741"/>
                    <a:pt x="4663" y="3639"/>
                    <a:pt x="4884" y="3434"/>
                  </a:cubicBezTo>
                  <a:cubicBezTo>
                    <a:pt x="4963" y="3356"/>
                    <a:pt x="5057" y="3316"/>
                    <a:pt x="5148" y="3316"/>
                  </a:cubicBezTo>
                  <a:close/>
                  <a:moveTo>
                    <a:pt x="1" y="0"/>
                  </a:moveTo>
                  <a:lnTo>
                    <a:pt x="1" y="2647"/>
                  </a:lnTo>
                  <a:cubicBezTo>
                    <a:pt x="1" y="4883"/>
                    <a:pt x="1859" y="6742"/>
                    <a:pt x="4096" y="6742"/>
                  </a:cubicBezTo>
                  <a:cubicBezTo>
                    <a:pt x="6333" y="6742"/>
                    <a:pt x="8192" y="4883"/>
                    <a:pt x="8192" y="2647"/>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85"/>
            <p:cNvSpPr/>
            <p:nvPr/>
          </p:nvSpPr>
          <p:spPr>
            <a:xfrm>
              <a:off x="-51633225" y="3292650"/>
              <a:ext cx="279625" cy="37050"/>
            </a:xfrm>
            <a:custGeom>
              <a:avLst/>
              <a:gdLst/>
              <a:ahLst/>
              <a:cxnLst/>
              <a:rect l="l" t="t" r="r" b="b"/>
              <a:pathLst>
                <a:path w="11185" h="1482" extrusionOk="0">
                  <a:moveTo>
                    <a:pt x="1513" y="0"/>
                  </a:moveTo>
                  <a:cubicBezTo>
                    <a:pt x="851" y="0"/>
                    <a:pt x="284" y="410"/>
                    <a:pt x="95" y="1009"/>
                  </a:cubicBezTo>
                  <a:cubicBezTo>
                    <a:pt x="0" y="1261"/>
                    <a:pt x="221" y="1481"/>
                    <a:pt x="441" y="1481"/>
                  </a:cubicBezTo>
                  <a:lnTo>
                    <a:pt x="10775" y="1481"/>
                  </a:lnTo>
                  <a:cubicBezTo>
                    <a:pt x="10996" y="1481"/>
                    <a:pt x="11185" y="1261"/>
                    <a:pt x="11122" y="1009"/>
                  </a:cubicBezTo>
                  <a:cubicBezTo>
                    <a:pt x="10933" y="410"/>
                    <a:pt x="10365" y="0"/>
                    <a:pt x="97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85"/>
            <p:cNvSpPr/>
            <p:nvPr/>
          </p:nvSpPr>
          <p:spPr>
            <a:xfrm>
              <a:off x="-51492250" y="3198925"/>
              <a:ext cx="98475" cy="74850"/>
            </a:xfrm>
            <a:custGeom>
              <a:avLst/>
              <a:gdLst/>
              <a:ahLst/>
              <a:cxnLst/>
              <a:rect l="l" t="t" r="r" b="b"/>
              <a:pathLst>
                <a:path w="3939" h="2994" extrusionOk="0">
                  <a:moveTo>
                    <a:pt x="1" y="0"/>
                  </a:moveTo>
                  <a:lnTo>
                    <a:pt x="1" y="0"/>
                  </a:lnTo>
                  <a:cubicBezTo>
                    <a:pt x="946" y="0"/>
                    <a:pt x="1576" y="1418"/>
                    <a:pt x="1765" y="2993"/>
                  </a:cubicBezTo>
                  <a:lnTo>
                    <a:pt x="3939" y="2993"/>
                  </a:lnTo>
                  <a:cubicBezTo>
                    <a:pt x="3466" y="1261"/>
                    <a:pt x="1859"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85"/>
            <p:cNvSpPr/>
            <p:nvPr/>
          </p:nvSpPr>
          <p:spPr>
            <a:xfrm>
              <a:off x="-51590700" y="3198925"/>
              <a:ext cx="98475" cy="74850"/>
            </a:xfrm>
            <a:custGeom>
              <a:avLst/>
              <a:gdLst/>
              <a:ahLst/>
              <a:cxnLst/>
              <a:rect l="l" t="t" r="r" b="b"/>
              <a:pathLst>
                <a:path w="3939" h="2994" extrusionOk="0">
                  <a:moveTo>
                    <a:pt x="3939" y="0"/>
                  </a:moveTo>
                  <a:lnTo>
                    <a:pt x="3939" y="0"/>
                  </a:lnTo>
                  <a:cubicBezTo>
                    <a:pt x="2048" y="0"/>
                    <a:pt x="473" y="1292"/>
                    <a:pt x="1" y="2993"/>
                  </a:cubicBezTo>
                  <a:lnTo>
                    <a:pt x="2174" y="2993"/>
                  </a:lnTo>
                  <a:cubicBezTo>
                    <a:pt x="2332" y="1418"/>
                    <a:pt x="2962" y="0"/>
                    <a:pt x="3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85"/>
            <p:cNvSpPr/>
            <p:nvPr/>
          </p:nvSpPr>
          <p:spPr>
            <a:xfrm>
              <a:off x="-51517450" y="3218600"/>
              <a:ext cx="52000" cy="55950"/>
            </a:xfrm>
            <a:custGeom>
              <a:avLst/>
              <a:gdLst/>
              <a:ahLst/>
              <a:cxnLst/>
              <a:rect l="l" t="t" r="r" b="b"/>
              <a:pathLst>
                <a:path w="2080" h="2238" extrusionOk="0">
                  <a:moveTo>
                    <a:pt x="1009" y="1"/>
                  </a:moveTo>
                  <a:cubicBezTo>
                    <a:pt x="662" y="1"/>
                    <a:pt x="158" y="852"/>
                    <a:pt x="1" y="2238"/>
                  </a:cubicBezTo>
                  <a:lnTo>
                    <a:pt x="2080" y="2238"/>
                  </a:lnTo>
                  <a:cubicBezTo>
                    <a:pt x="1828" y="820"/>
                    <a:pt x="1355"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85"/>
            <p:cNvSpPr/>
            <p:nvPr/>
          </p:nvSpPr>
          <p:spPr>
            <a:xfrm>
              <a:off x="-51370950" y="3354075"/>
              <a:ext cx="18925" cy="64625"/>
            </a:xfrm>
            <a:custGeom>
              <a:avLst/>
              <a:gdLst/>
              <a:ahLst/>
              <a:cxnLst/>
              <a:rect l="l" t="t" r="r" b="b"/>
              <a:pathLst>
                <a:path w="757" h="2585" extrusionOk="0">
                  <a:moveTo>
                    <a:pt x="0" y="1"/>
                  </a:moveTo>
                  <a:lnTo>
                    <a:pt x="0" y="2584"/>
                  </a:lnTo>
                  <a:cubicBezTo>
                    <a:pt x="442" y="2301"/>
                    <a:pt x="757" y="1828"/>
                    <a:pt x="757" y="1324"/>
                  </a:cubicBezTo>
                  <a:cubicBezTo>
                    <a:pt x="757" y="725"/>
                    <a:pt x="442" y="253"/>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54" name="Google Shape;6454;p85"/>
          <p:cNvGrpSpPr/>
          <p:nvPr/>
        </p:nvGrpSpPr>
        <p:grpSpPr>
          <a:xfrm>
            <a:off x="6610314" y="1377806"/>
            <a:ext cx="365188" cy="357226"/>
            <a:chOff x="-56396775" y="3199700"/>
            <a:chExt cx="324525" cy="317450"/>
          </a:xfrm>
        </p:grpSpPr>
        <p:sp>
          <p:nvSpPr>
            <p:cNvPr id="6455" name="Google Shape;6455;p85"/>
            <p:cNvSpPr/>
            <p:nvPr/>
          </p:nvSpPr>
          <p:spPr>
            <a:xfrm>
              <a:off x="-56374725" y="3353300"/>
              <a:ext cx="18925" cy="63825"/>
            </a:xfrm>
            <a:custGeom>
              <a:avLst/>
              <a:gdLst/>
              <a:ahLst/>
              <a:cxnLst/>
              <a:rect l="l" t="t" r="r" b="b"/>
              <a:pathLst>
                <a:path w="757" h="2553" extrusionOk="0">
                  <a:moveTo>
                    <a:pt x="757" y="0"/>
                  </a:moveTo>
                  <a:cubicBezTo>
                    <a:pt x="316" y="284"/>
                    <a:pt x="1" y="756"/>
                    <a:pt x="1" y="1292"/>
                  </a:cubicBezTo>
                  <a:cubicBezTo>
                    <a:pt x="1" y="1859"/>
                    <a:pt x="316" y="2332"/>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85"/>
            <p:cNvSpPr/>
            <p:nvPr/>
          </p:nvSpPr>
          <p:spPr>
            <a:xfrm>
              <a:off x="-56333775" y="3199700"/>
              <a:ext cx="198500" cy="73275"/>
            </a:xfrm>
            <a:custGeom>
              <a:avLst/>
              <a:gdLst/>
              <a:ahLst/>
              <a:cxnLst/>
              <a:rect l="l" t="t" r="r" b="b"/>
              <a:pathLst>
                <a:path w="7940" h="2931" extrusionOk="0">
                  <a:moveTo>
                    <a:pt x="2112" y="1"/>
                  </a:moveTo>
                  <a:cubicBezTo>
                    <a:pt x="1292" y="1"/>
                    <a:pt x="536" y="599"/>
                    <a:pt x="347" y="1387"/>
                  </a:cubicBezTo>
                  <a:lnTo>
                    <a:pt x="1" y="2773"/>
                  </a:lnTo>
                  <a:cubicBezTo>
                    <a:pt x="253" y="2868"/>
                    <a:pt x="568" y="2931"/>
                    <a:pt x="977" y="2931"/>
                  </a:cubicBezTo>
                  <a:lnTo>
                    <a:pt x="6963" y="2931"/>
                  </a:lnTo>
                  <a:cubicBezTo>
                    <a:pt x="7341" y="2931"/>
                    <a:pt x="7625" y="2868"/>
                    <a:pt x="7940" y="2773"/>
                  </a:cubicBezTo>
                  <a:lnTo>
                    <a:pt x="7593" y="1387"/>
                  </a:lnTo>
                  <a:cubicBezTo>
                    <a:pt x="7404" y="568"/>
                    <a:pt x="6648" y="1"/>
                    <a:pt x="5829" y="1"/>
                  </a:cubicBezTo>
                  <a:cubicBezTo>
                    <a:pt x="5546" y="1"/>
                    <a:pt x="5262" y="64"/>
                    <a:pt x="4979" y="190"/>
                  </a:cubicBezTo>
                  <a:lnTo>
                    <a:pt x="3970" y="725"/>
                  </a:lnTo>
                  <a:lnTo>
                    <a:pt x="2931" y="190"/>
                  </a:lnTo>
                  <a:cubicBezTo>
                    <a:pt x="2710" y="64"/>
                    <a:pt x="2395" y="1"/>
                    <a:pt x="21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85"/>
            <p:cNvSpPr/>
            <p:nvPr/>
          </p:nvSpPr>
          <p:spPr>
            <a:xfrm>
              <a:off x="-56396775" y="3273325"/>
              <a:ext cx="324525" cy="58725"/>
            </a:xfrm>
            <a:custGeom>
              <a:avLst/>
              <a:gdLst/>
              <a:ahLst/>
              <a:cxnLst/>
              <a:rect l="l" t="t" r="r" b="b"/>
              <a:pathLst>
                <a:path w="12981" h="2349" extrusionOk="0">
                  <a:moveTo>
                    <a:pt x="905" y="1"/>
                  </a:moveTo>
                  <a:cubicBezTo>
                    <a:pt x="606" y="1"/>
                    <a:pt x="325" y="165"/>
                    <a:pt x="189" y="458"/>
                  </a:cubicBezTo>
                  <a:cubicBezTo>
                    <a:pt x="0" y="836"/>
                    <a:pt x="158" y="1309"/>
                    <a:pt x="536" y="1498"/>
                  </a:cubicBezTo>
                  <a:cubicBezTo>
                    <a:pt x="1292" y="1876"/>
                    <a:pt x="2111" y="2349"/>
                    <a:pt x="3497" y="2349"/>
                  </a:cubicBezTo>
                  <a:lnTo>
                    <a:pt x="9483" y="2349"/>
                  </a:lnTo>
                  <a:cubicBezTo>
                    <a:pt x="10870" y="2349"/>
                    <a:pt x="11689" y="1908"/>
                    <a:pt x="12445" y="1498"/>
                  </a:cubicBezTo>
                  <a:cubicBezTo>
                    <a:pt x="12823" y="1277"/>
                    <a:pt x="12980" y="805"/>
                    <a:pt x="12791" y="458"/>
                  </a:cubicBezTo>
                  <a:cubicBezTo>
                    <a:pt x="12656" y="165"/>
                    <a:pt x="12375" y="1"/>
                    <a:pt x="12076" y="1"/>
                  </a:cubicBezTo>
                  <a:cubicBezTo>
                    <a:pt x="11958" y="1"/>
                    <a:pt x="11836" y="27"/>
                    <a:pt x="11720" y="80"/>
                  </a:cubicBezTo>
                  <a:cubicBezTo>
                    <a:pt x="10964" y="458"/>
                    <a:pt x="10460" y="773"/>
                    <a:pt x="9483" y="773"/>
                  </a:cubicBezTo>
                  <a:lnTo>
                    <a:pt x="3497" y="773"/>
                  </a:lnTo>
                  <a:cubicBezTo>
                    <a:pt x="2521" y="773"/>
                    <a:pt x="1985" y="490"/>
                    <a:pt x="1261" y="80"/>
                  </a:cubicBezTo>
                  <a:cubicBezTo>
                    <a:pt x="1144" y="27"/>
                    <a:pt x="1023" y="1"/>
                    <a:pt x="9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85"/>
            <p:cNvSpPr/>
            <p:nvPr/>
          </p:nvSpPr>
          <p:spPr>
            <a:xfrm>
              <a:off x="-56336925" y="3346200"/>
              <a:ext cx="204800" cy="78800"/>
            </a:xfrm>
            <a:custGeom>
              <a:avLst/>
              <a:gdLst/>
              <a:ahLst/>
              <a:cxnLst/>
              <a:rect l="l" t="t" r="r" b="b"/>
              <a:pathLst>
                <a:path w="8192" h="3152" extrusionOk="0">
                  <a:moveTo>
                    <a:pt x="2584" y="883"/>
                  </a:moveTo>
                  <a:cubicBezTo>
                    <a:pt x="2805" y="883"/>
                    <a:pt x="2962" y="1040"/>
                    <a:pt x="2962" y="1229"/>
                  </a:cubicBezTo>
                  <a:cubicBezTo>
                    <a:pt x="2962" y="1418"/>
                    <a:pt x="2836" y="1576"/>
                    <a:pt x="2584" y="1576"/>
                  </a:cubicBezTo>
                  <a:cubicBezTo>
                    <a:pt x="2395" y="1576"/>
                    <a:pt x="2238" y="1418"/>
                    <a:pt x="2238" y="1229"/>
                  </a:cubicBezTo>
                  <a:cubicBezTo>
                    <a:pt x="2238" y="1040"/>
                    <a:pt x="2395" y="883"/>
                    <a:pt x="2584" y="883"/>
                  </a:cubicBezTo>
                  <a:close/>
                  <a:moveTo>
                    <a:pt x="5577" y="883"/>
                  </a:moveTo>
                  <a:cubicBezTo>
                    <a:pt x="5798" y="883"/>
                    <a:pt x="5955" y="1040"/>
                    <a:pt x="5955" y="1229"/>
                  </a:cubicBezTo>
                  <a:cubicBezTo>
                    <a:pt x="5955" y="1418"/>
                    <a:pt x="5798" y="1576"/>
                    <a:pt x="5577" y="1576"/>
                  </a:cubicBezTo>
                  <a:cubicBezTo>
                    <a:pt x="5388" y="1576"/>
                    <a:pt x="5231" y="1418"/>
                    <a:pt x="5231" y="1229"/>
                  </a:cubicBezTo>
                  <a:cubicBezTo>
                    <a:pt x="5231" y="1040"/>
                    <a:pt x="5388" y="883"/>
                    <a:pt x="5577" y="883"/>
                  </a:cubicBezTo>
                  <a:close/>
                  <a:moveTo>
                    <a:pt x="1" y="1"/>
                  </a:moveTo>
                  <a:lnTo>
                    <a:pt x="1" y="2679"/>
                  </a:lnTo>
                  <a:cubicBezTo>
                    <a:pt x="1" y="2836"/>
                    <a:pt x="1" y="2994"/>
                    <a:pt x="32" y="3151"/>
                  </a:cubicBezTo>
                  <a:lnTo>
                    <a:pt x="3970" y="1576"/>
                  </a:lnTo>
                  <a:cubicBezTo>
                    <a:pt x="4018" y="1560"/>
                    <a:pt x="4065" y="1552"/>
                    <a:pt x="4112" y="1552"/>
                  </a:cubicBezTo>
                  <a:cubicBezTo>
                    <a:pt x="4159" y="1552"/>
                    <a:pt x="4207" y="1560"/>
                    <a:pt x="4254" y="1576"/>
                  </a:cubicBezTo>
                  <a:lnTo>
                    <a:pt x="8161" y="3151"/>
                  </a:lnTo>
                  <a:cubicBezTo>
                    <a:pt x="8192" y="2962"/>
                    <a:pt x="8192" y="2710"/>
                    <a:pt x="8192" y="2521"/>
                  </a:cubicBezTo>
                  <a:lnTo>
                    <a:pt x="8192" y="1"/>
                  </a:lnTo>
                  <a:cubicBezTo>
                    <a:pt x="7877" y="95"/>
                    <a:pt x="7467" y="127"/>
                    <a:pt x="7089" y="127"/>
                  </a:cubicBezTo>
                  <a:lnTo>
                    <a:pt x="1103" y="127"/>
                  </a:lnTo>
                  <a:cubicBezTo>
                    <a:pt x="694" y="127"/>
                    <a:pt x="316" y="95"/>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85"/>
            <p:cNvSpPr/>
            <p:nvPr/>
          </p:nvSpPr>
          <p:spPr>
            <a:xfrm>
              <a:off x="-56332200" y="3406850"/>
              <a:ext cx="193775" cy="110300"/>
            </a:xfrm>
            <a:custGeom>
              <a:avLst/>
              <a:gdLst/>
              <a:ahLst/>
              <a:cxnLst/>
              <a:rect l="l" t="t" r="r" b="b"/>
              <a:pathLst>
                <a:path w="7751" h="4412" extrusionOk="0">
                  <a:moveTo>
                    <a:pt x="3907" y="1"/>
                  </a:moveTo>
                  <a:lnTo>
                    <a:pt x="1" y="1513"/>
                  </a:lnTo>
                  <a:cubicBezTo>
                    <a:pt x="190" y="2237"/>
                    <a:pt x="599" y="2868"/>
                    <a:pt x="1135" y="3340"/>
                  </a:cubicBezTo>
                  <a:cubicBezTo>
                    <a:pt x="1891" y="4033"/>
                    <a:pt x="2868" y="4411"/>
                    <a:pt x="3907" y="4411"/>
                  </a:cubicBezTo>
                  <a:lnTo>
                    <a:pt x="4285" y="4411"/>
                  </a:lnTo>
                  <a:cubicBezTo>
                    <a:pt x="5924" y="4254"/>
                    <a:pt x="7247" y="3057"/>
                    <a:pt x="7751" y="1513"/>
                  </a:cubicBezTo>
                  <a:lnTo>
                    <a:pt x="39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85"/>
            <p:cNvSpPr/>
            <p:nvPr/>
          </p:nvSpPr>
          <p:spPr>
            <a:xfrm>
              <a:off x="-56113225" y="3354075"/>
              <a:ext cx="18125" cy="64625"/>
            </a:xfrm>
            <a:custGeom>
              <a:avLst/>
              <a:gdLst/>
              <a:ahLst/>
              <a:cxnLst/>
              <a:rect l="l" t="t" r="r" b="b"/>
              <a:pathLst>
                <a:path w="725" h="2585" extrusionOk="0">
                  <a:moveTo>
                    <a:pt x="0" y="1"/>
                  </a:moveTo>
                  <a:lnTo>
                    <a:pt x="0" y="2584"/>
                  </a:lnTo>
                  <a:cubicBezTo>
                    <a:pt x="410" y="2332"/>
                    <a:pt x="725" y="1828"/>
                    <a:pt x="725" y="1261"/>
                  </a:cubicBezTo>
                  <a:cubicBezTo>
                    <a:pt x="725" y="725"/>
                    <a:pt x="473" y="253"/>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1" name="Google Shape;6461;p85"/>
          <p:cNvGrpSpPr/>
          <p:nvPr/>
        </p:nvGrpSpPr>
        <p:grpSpPr>
          <a:xfrm>
            <a:off x="6613408" y="1843740"/>
            <a:ext cx="358999" cy="335958"/>
            <a:chOff x="-56394425" y="3600600"/>
            <a:chExt cx="319025" cy="298550"/>
          </a:xfrm>
        </p:grpSpPr>
        <p:sp>
          <p:nvSpPr>
            <p:cNvPr id="6462" name="Google Shape;6462;p85"/>
            <p:cNvSpPr/>
            <p:nvPr/>
          </p:nvSpPr>
          <p:spPr>
            <a:xfrm>
              <a:off x="-56272325" y="3861300"/>
              <a:ext cx="74825" cy="37850"/>
            </a:xfrm>
            <a:custGeom>
              <a:avLst/>
              <a:gdLst/>
              <a:ahLst/>
              <a:cxnLst/>
              <a:rect l="l" t="t" r="r" b="b"/>
              <a:pathLst>
                <a:path w="2993" h="1514" extrusionOk="0">
                  <a:moveTo>
                    <a:pt x="1512" y="1"/>
                  </a:moveTo>
                  <a:cubicBezTo>
                    <a:pt x="851" y="1"/>
                    <a:pt x="284" y="442"/>
                    <a:pt x="95" y="1041"/>
                  </a:cubicBezTo>
                  <a:cubicBezTo>
                    <a:pt x="0" y="1261"/>
                    <a:pt x="221" y="1513"/>
                    <a:pt x="441" y="1513"/>
                  </a:cubicBezTo>
                  <a:lnTo>
                    <a:pt x="2584" y="1513"/>
                  </a:lnTo>
                  <a:cubicBezTo>
                    <a:pt x="2804" y="1513"/>
                    <a:pt x="2993" y="1261"/>
                    <a:pt x="2930" y="1041"/>
                  </a:cubicBezTo>
                  <a:cubicBezTo>
                    <a:pt x="2741" y="442"/>
                    <a:pt x="2174" y="1"/>
                    <a:pt x="15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85"/>
            <p:cNvSpPr/>
            <p:nvPr/>
          </p:nvSpPr>
          <p:spPr>
            <a:xfrm>
              <a:off x="-56297550" y="3600600"/>
              <a:ext cx="126050" cy="71700"/>
            </a:xfrm>
            <a:custGeom>
              <a:avLst/>
              <a:gdLst/>
              <a:ahLst/>
              <a:cxnLst/>
              <a:rect l="l" t="t" r="r" b="b"/>
              <a:pathLst>
                <a:path w="5042" h="2868" extrusionOk="0">
                  <a:moveTo>
                    <a:pt x="2521" y="1"/>
                  </a:moveTo>
                  <a:cubicBezTo>
                    <a:pt x="1576" y="1"/>
                    <a:pt x="694" y="316"/>
                    <a:pt x="1" y="851"/>
                  </a:cubicBezTo>
                  <a:lnTo>
                    <a:pt x="2521" y="2868"/>
                  </a:lnTo>
                  <a:lnTo>
                    <a:pt x="5042" y="851"/>
                  </a:lnTo>
                  <a:cubicBezTo>
                    <a:pt x="4317" y="316"/>
                    <a:pt x="3467" y="1"/>
                    <a:pt x="25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85"/>
            <p:cNvSpPr/>
            <p:nvPr/>
          </p:nvSpPr>
          <p:spPr>
            <a:xfrm>
              <a:off x="-56394425" y="3635275"/>
              <a:ext cx="319025" cy="233925"/>
            </a:xfrm>
            <a:custGeom>
              <a:avLst/>
              <a:gdLst/>
              <a:ahLst/>
              <a:cxnLst/>
              <a:rect l="l" t="t" r="r" b="b"/>
              <a:pathLst>
                <a:path w="12761" h="9357" extrusionOk="0">
                  <a:moveTo>
                    <a:pt x="4884" y="3844"/>
                  </a:moveTo>
                  <a:cubicBezTo>
                    <a:pt x="5105" y="3844"/>
                    <a:pt x="5262" y="4001"/>
                    <a:pt x="5262" y="4190"/>
                  </a:cubicBezTo>
                  <a:cubicBezTo>
                    <a:pt x="5262" y="4411"/>
                    <a:pt x="5105" y="4537"/>
                    <a:pt x="4884" y="4537"/>
                  </a:cubicBezTo>
                  <a:cubicBezTo>
                    <a:pt x="4859" y="4545"/>
                    <a:pt x="4835" y="4549"/>
                    <a:pt x="4811" y="4549"/>
                  </a:cubicBezTo>
                  <a:cubicBezTo>
                    <a:pt x="4656" y="4549"/>
                    <a:pt x="4538" y="4381"/>
                    <a:pt x="4538" y="4190"/>
                  </a:cubicBezTo>
                  <a:cubicBezTo>
                    <a:pt x="4538" y="4001"/>
                    <a:pt x="4695" y="3844"/>
                    <a:pt x="4884" y="3844"/>
                  </a:cubicBezTo>
                  <a:close/>
                  <a:moveTo>
                    <a:pt x="7877" y="3875"/>
                  </a:moveTo>
                  <a:cubicBezTo>
                    <a:pt x="8098" y="3875"/>
                    <a:pt x="8255" y="4033"/>
                    <a:pt x="8255" y="4253"/>
                  </a:cubicBezTo>
                  <a:cubicBezTo>
                    <a:pt x="8287" y="4411"/>
                    <a:pt x="8098" y="4600"/>
                    <a:pt x="7877" y="4600"/>
                  </a:cubicBezTo>
                  <a:cubicBezTo>
                    <a:pt x="7688" y="4600"/>
                    <a:pt x="7531" y="4442"/>
                    <a:pt x="7531" y="4253"/>
                  </a:cubicBezTo>
                  <a:cubicBezTo>
                    <a:pt x="7531" y="4033"/>
                    <a:pt x="7688" y="3875"/>
                    <a:pt x="7877" y="3875"/>
                  </a:cubicBezTo>
                  <a:close/>
                  <a:moveTo>
                    <a:pt x="1072" y="4757"/>
                  </a:moveTo>
                  <a:cubicBezTo>
                    <a:pt x="1356" y="5104"/>
                    <a:pt x="1797" y="5356"/>
                    <a:pt x="2301" y="5356"/>
                  </a:cubicBezTo>
                  <a:cubicBezTo>
                    <a:pt x="2301" y="5734"/>
                    <a:pt x="1954" y="6080"/>
                    <a:pt x="1513" y="6080"/>
                  </a:cubicBezTo>
                  <a:cubicBezTo>
                    <a:pt x="1104" y="6080"/>
                    <a:pt x="757" y="5734"/>
                    <a:pt x="757" y="5356"/>
                  </a:cubicBezTo>
                  <a:cubicBezTo>
                    <a:pt x="757" y="5104"/>
                    <a:pt x="883" y="4883"/>
                    <a:pt x="1072" y="4757"/>
                  </a:cubicBezTo>
                  <a:close/>
                  <a:moveTo>
                    <a:pt x="11721" y="4757"/>
                  </a:moveTo>
                  <a:cubicBezTo>
                    <a:pt x="11910" y="4883"/>
                    <a:pt x="12036" y="5104"/>
                    <a:pt x="12036" y="5356"/>
                  </a:cubicBezTo>
                  <a:cubicBezTo>
                    <a:pt x="12036" y="5734"/>
                    <a:pt x="11658" y="6080"/>
                    <a:pt x="11280" y="6080"/>
                  </a:cubicBezTo>
                  <a:cubicBezTo>
                    <a:pt x="10870" y="6080"/>
                    <a:pt x="10492" y="5734"/>
                    <a:pt x="10492" y="5356"/>
                  </a:cubicBezTo>
                  <a:cubicBezTo>
                    <a:pt x="10965" y="5356"/>
                    <a:pt x="11437" y="5104"/>
                    <a:pt x="11721" y="4757"/>
                  </a:cubicBezTo>
                  <a:close/>
                  <a:moveTo>
                    <a:pt x="7448" y="6403"/>
                  </a:moveTo>
                  <a:cubicBezTo>
                    <a:pt x="7538" y="6403"/>
                    <a:pt x="7625" y="6443"/>
                    <a:pt x="7688" y="6521"/>
                  </a:cubicBezTo>
                  <a:cubicBezTo>
                    <a:pt x="7846" y="6648"/>
                    <a:pt x="7846" y="6868"/>
                    <a:pt x="7720" y="7026"/>
                  </a:cubicBezTo>
                  <a:cubicBezTo>
                    <a:pt x="7373" y="7372"/>
                    <a:pt x="6900" y="7593"/>
                    <a:pt x="6428" y="7593"/>
                  </a:cubicBezTo>
                  <a:cubicBezTo>
                    <a:pt x="5924" y="7593"/>
                    <a:pt x="5451" y="7372"/>
                    <a:pt x="5105" y="7026"/>
                  </a:cubicBezTo>
                  <a:cubicBezTo>
                    <a:pt x="4947" y="6868"/>
                    <a:pt x="4947" y="6648"/>
                    <a:pt x="5105" y="6521"/>
                  </a:cubicBezTo>
                  <a:cubicBezTo>
                    <a:pt x="5183" y="6443"/>
                    <a:pt x="5278" y="6403"/>
                    <a:pt x="5369" y="6403"/>
                  </a:cubicBezTo>
                  <a:cubicBezTo>
                    <a:pt x="5459" y="6403"/>
                    <a:pt x="5546" y="6443"/>
                    <a:pt x="5609" y="6521"/>
                  </a:cubicBezTo>
                  <a:cubicBezTo>
                    <a:pt x="5829" y="6742"/>
                    <a:pt x="6113" y="6852"/>
                    <a:pt x="6396" y="6852"/>
                  </a:cubicBezTo>
                  <a:cubicBezTo>
                    <a:pt x="6680" y="6852"/>
                    <a:pt x="6963" y="6742"/>
                    <a:pt x="7184" y="6521"/>
                  </a:cubicBezTo>
                  <a:cubicBezTo>
                    <a:pt x="7263" y="6443"/>
                    <a:pt x="7357" y="6403"/>
                    <a:pt x="7448" y="6403"/>
                  </a:cubicBezTo>
                  <a:close/>
                  <a:moveTo>
                    <a:pt x="3277" y="0"/>
                  </a:moveTo>
                  <a:cubicBezTo>
                    <a:pt x="2742" y="630"/>
                    <a:pt x="2364" y="1449"/>
                    <a:pt x="2301" y="2363"/>
                  </a:cubicBezTo>
                  <a:lnTo>
                    <a:pt x="2269" y="2363"/>
                  </a:lnTo>
                  <a:cubicBezTo>
                    <a:pt x="1419" y="2363"/>
                    <a:pt x="725" y="3024"/>
                    <a:pt x="725" y="3844"/>
                  </a:cubicBezTo>
                  <a:cubicBezTo>
                    <a:pt x="725" y="3938"/>
                    <a:pt x="725" y="3970"/>
                    <a:pt x="757" y="4033"/>
                  </a:cubicBezTo>
                  <a:cubicBezTo>
                    <a:pt x="284" y="4316"/>
                    <a:pt x="1" y="4789"/>
                    <a:pt x="1" y="5356"/>
                  </a:cubicBezTo>
                  <a:cubicBezTo>
                    <a:pt x="1" y="6175"/>
                    <a:pt x="694" y="6837"/>
                    <a:pt x="1513" y="6837"/>
                  </a:cubicBezTo>
                  <a:cubicBezTo>
                    <a:pt x="1828" y="6837"/>
                    <a:pt x="2143" y="6774"/>
                    <a:pt x="2364" y="6553"/>
                  </a:cubicBezTo>
                  <a:cubicBezTo>
                    <a:pt x="2616" y="7750"/>
                    <a:pt x="3403" y="8821"/>
                    <a:pt x="4506" y="9357"/>
                  </a:cubicBezTo>
                  <a:cubicBezTo>
                    <a:pt x="4884" y="8727"/>
                    <a:pt x="5609" y="8349"/>
                    <a:pt x="6396" y="8349"/>
                  </a:cubicBezTo>
                  <a:cubicBezTo>
                    <a:pt x="7184" y="8349"/>
                    <a:pt x="7877" y="8727"/>
                    <a:pt x="8287" y="9357"/>
                  </a:cubicBezTo>
                  <a:cubicBezTo>
                    <a:pt x="9389" y="8821"/>
                    <a:pt x="10145" y="7782"/>
                    <a:pt x="10398" y="6553"/>
                  </a:cubicBezTo>
                  <a:cubicBezTo>
                    <a:pt x="10650" y="6711"/>
                    <a:pt x="10965" y="6837"/>
                    <a:pt x="11280" y="6837"/>
                  </a:cubicBezTo>
                  <a:cubicBezTo>
                    <a:pt x="12099" y="6837"/>
                    <a:pt x="12760" y="6175"/>
                    <a:pt x="12760" y="5356"/>
                  </a:cubicBezTo>
                  <a:cubicBezTo>
                    <a:pt x="12760" y="4789"/>
                    <a:pt x="12445" y="4285"/>
                    <a:pt x="11973" y="4033"/>
                  </a:cubicBezTo>
                  <a:lnTo>
                    <a:pt x="11973" y="3844"/>
                  </a:lnTo>
                  <a:cubicBezTo>
                    <a:pt x="11973" y="3024"/>
                    <a:pt x="11280" y="2363"/>
                    <a:pt x="10461" y="2363"/>
                  </a:cubicBezTo>
                  <a:lnTo>
                    <a:pt x="10398" y="2363"/>
                  </a:lnTo>
                  <a:cubicBezTo>
                    <a:pt x="10335" y="1449"/>
                    <a:pt x="9988" y="662"/>
                    <a:pt x="9421" y="0"/>
                  </a:cubicBezTo>
                  <a:lnTo>
                    <a:pt x="6585" y="2268"/>
                  </a:lnTo>
                  <a:cubicBezTo>
                    <a:pt x="6522" y="2300"/>
                    <a:pt x="6428" y="2363"/>
                    <a:pt x="6365" y="2363"/>
                  </a:cubicBezTo>
                  <a:cubicBezTo>
                    <a:pt x="6270" y="2363"/>
                    <a:pt x="6207" y="2300"/>
                    <a:pt x="6113" y="2268"/>
                  </a:cubicBezTo>
                  <a:lnTo>
                    <a:pt x="3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5" name="Google Shape;6465;p85"/>
          <p:cNvGrpSpPr/>
          <p:nvPr/>
        </p:nvGrpSpPr>
        <p:grpSpPr>
          <a:xfrm>
            <a:off x="6644175" y="2274505"/>
            <a:ext cx="327068" cy="357198"/>
            <a:chOff x="-56379450" y="3983400"/>
            <a:chExt cx="290650" cy="317425"/>
          </a:xfrm>
        </p:grpSpPr>
        <p:sp>
          <p:nvSpPr>
            <p:cNvPr id="6466" name="Google Shape;6466;p85"/>
            <p:cNvSpPr/>
            <p:nvPr/>
          </p:nvSpPr>
          <p:spPr>
            <a:xfrm>
              <a:off x="-56330625" y="3983400"/>
              <a:ext cx="241825" cy="111075"/>
            </a:xfrm>
            <a:custGeom>
              <a:avLst/>
              <a:gdLst/>
              <a:ahLst/>
              <a:cxnLst/>
              <a:rect l="l" t="t" r="r" b="b"/>
              <a:pathLst>
                <a:path w="9673" h="4443" extrusionOk="0">
                  <a:moveTo>
                    <a:pt x="725" y="0"/>
                  </a:moveTo>
                  <a:cubicBezTo>
                    <a:pt x="536" y="0"/>
                    <a:pt x="410" y="126"/>
                    <a:pt x="379" y="315"/>
                  </a:cubicBezTo>
                  <a:lnTo>
                    <a:pt x="1" y="2300"/>
                  </a:lnTo>
                  <a:cubicBezTo>
                    <a:pt x="129" y="2274"/>
                    <a:pt x="257" y="2262"/>
                    <a:pt x="382" y="2262"/>
                  </a:cubicBezTo>
                  <a:cubicBezTo>
                    <a:pt x="869" y="2262"/>
                    <a:pt x="1320" y="2453"/>
                    <a:pt x="1671" y="2804"/>
                  </a:cubicBezTo>
                  <a:cubicBezTo>
                    <a:pt x="2017" y="2473"/>
                    <a:pt x="2498" y="2308"/>
                    <a:pt x="2978" y="2308"/>
                  </a:cubicBezTo>
                  <a:cubicBezTo>
                    <a:pt x="3458" y="2308"/>
                    <a:pt x="3939" y="2473"/>
                    <a:pt x="4285" y="2804"/>
                  </a:cubicBezTo>
                  <a:cubicBezTo>
                    <a:pt x="4636" y="2453"/>
                    <a:pt x="5107" y="2262"/>
                    <a:pt x="5602" y="2262"/>
                  </a:cubicBezTo>
                  <a:cubicBezTo>
                    <a:pt x="5729" y="2262"/>
                    <a:pt x="5858" y="2274"/>
                    <a:pt x="5987" y="2300"/>
                  </a:cubicBezTo>
                  <a:lnTo>
                    <a:pt x="5766" y="1292"/>
                  </a:lnTo>
                  <a:lnTo>
                    <a:pt x="7625" y="2741"/>
                  </a:lnTo>
                  <a:cubicBezTo>
                    <a:pt x="7499" y="2899"/>
                    <a:pt x="7467" y="3119"/>
                    <a:pt x="7467" y="3340"/>
                  </a:cubicBezTo>
                  <a:cubicBezTo>
                    <a:pt x="7467" y="3970"/>
                    <a:pt x="7972" y="4442"/>
                    <a:pt x="8570" y="4442"/>
                  </a:cubicBezTo>
                  <a:cubicBezTo>
                    <a:pt x="9200" y="4442"/>
                    <a:pt x="9673" y="3938"/>
                    <a:pt x="9673" y="3340"/>
                  </a:cubicBezTo>
                  <a:cubicBezTo>
                    <a:pt x="9673" y="2678"/>
                    <a:pt x="9169" y="2205"/>
                    <a:pt x="8570" y="2205"/>
                  </a:cubicBezTo>
                  <a:cubicBezTo>
                    <a:pt x="8444" y="2205"/>
                    <a:pt x="8318" y="2237"/>
                    <a:pt x="8224" y="2300"/>
                  </a:cubicBezTo>
                  <a:lnTo>
                    <a:pt x="5451" y="63"/>
                  </a:lnTo>
                  <a:lnTo>
                    <a:pt x="5420" y="63"/>
                  </a:lnTo>
                  <a:cubicBezTo>
                    <a:pt x="5325" y="32"/>
                    <a:pt x="5262" y="0"/>
                    <a:pt x="52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85"/>
            <p:cNvSpPr/>
            <p:nvPr/>
          </p:nvSpPr>
          <p:spPr>
            <a:xfrm>
              <a:off x="-56350300" y="4058225"/>
              <a:ext cx="186675" cy="55150"/>
            </a:xfrm>
            <a:custGeom>
              <a:avLst/>
              <a:gdLst/>
              <a:ahLst/>
              <a:cxnLst/>
              <a:rect l="l" t="t" r="r" b="b"/>
              <a:pathLst>
                <a:path w="7467" h="2206" extrusionOk="0">
                  <a:moveTo>
                    <a:pt x="1103" y="0"/>
                  </a:moveTo>
                  <a:cubicBezTo>
                    <a:pt x="441" y="0"/>
                    <a:pt x="0" y="504"/>
                    <a:pt x="0" y="1103"/>
                  </a:cubicBezTo>
                  <a:cubicBezTo>
                    <a:pt x="32" y="1701"/>
                    <a:pt x="504" y="2205"/>
                    <a:pt x="1134" y="2205"/>
                  </a:cubicBezTo>
                  <a:cubicBezTo>
                    <a:pt x="1512" y="2205"/>
                    <a:pt x="1922" y="1985"/>
                    <a:pt x="2111" y="1607"/>
                  </a:cubicBezTo>
                  <a:cubicBezTo>
                    <a:pt x="2174" y="1497"/>
                    <a:pt x="2300" y="1441"/>
                    <a:pt x="2430" y="1441"/>
                  </a:cubicBezTo>
                  <a:cubicBezTo>
                    <a:pt x="2560" y="1441"/>
                    <a:pt x="2694" y="1497"/>
                    <a:pt x="2773" y="1607"/>
                  </a:cubicBezTo>
                  <a:cubicBezTo>
                    <a:pt x="2962" y="1985"/>
                    <a:pt x="3371" y="2205"/>
                    <a:pt x="3749" y="2205"/>
                  </a:cubicBezTo>
                  <a:cubicBezTo>
                    <a:pt x="4159" y="2205"/>
                    <a:pt x="4537" y="1985"/>
                    <a:pt x="4757" y="1607"/>
                  </a:cubicBezTo>
                  <a:cubicBezTo>
                    <a:pt x="4820" y="1512"/>
                    <a:pt x="4946" y="1418"/>
                    <a:pt x="5072" y="1418"/>
                  </a:cubicBezTo>
                  <a:cubicBezTo>
                    <a:pt x="5167" y="1418"/>
                    <a:pt x="5325" y="1512"/>
                    <a:pt x="5388" y="1607"/>
                  </a:cubicBezTo>
                  <a:cubicBezTo>
                    <a:pt x="5577" y="1985"/>
                    <a:pt x="5955" y="2205"/>
                    <a:pt x="6364" y="2205"/>
                  </a:cubicBezTo>
                  <a:cubicBezTo>
                    <a:pt x="6994" y="2205"/>
                    <a:pt x="7467" y="1701"/>
                    <a:pt x="7467" y="1103"/>
                  </a:cubicBezTo>
                  <a:cubicBezTo>
                    <a:pt x="7467" y="473"/>
                    <a:pt x="6963" y="0"/>
                    <a:pt x="6364" y="0"/>
                  </a:cubicBezTo>
                  <a:cubicBezTo>
                    <a:pt x="5955" y="0"/>
                    <a:pt x="5577" y="252"/>
                    <a:pt x="5388" y="599"/>
                  </a:cubicBezTo>
                  <a:cubicBezTo>
                    <a:pt x="5325" y="709"/>
                    <a:pt x="5191" y="764"/>
                    <a:pt x="5057" y="764"/>
                  </a:cubicBezTo>
                  <a:cubicBezTo>
                    <a:pt x="4923" y="764"/>
                    <a:pt x="4789" y="709"/>
                    <a:pt x="4726" y="599"/>
                  </a:cubicBezTo>
                  <a:cubicBezTo>
                    <a:pt x="4505" y="252"/>
                    <a:pt x="4127" y="0"/>
                    <a:pt x="3718" y="0"/>
                  </a:cubicBezTo>
                  <a:cubicBezTo>
                    <a:pt x="3340" y="0"/>
                    <a:pt x="2930" y="252"/>
                    <a:pt x="2741" y="599"/>
                  </a:cubicBezTo>
                  <a:cubicBezTo>
                    <a:pt x="2678" y="709"/>
                    <a:pt x="2552" y="764"/>
                    <a:pt x="2422" y="764"/>
                  </a:cubicBezTo>
                  <a:cubicBezTo>
                    <a:pt x="2292" y="764"/>
                    <a:pt x="2158" y="709"/>
                    <a:pt x="2079" y="599"/>
                  </a:cubicBezTo>
                  <a:cubicBezTo>
                    <a:pt x="1890" y="252"/>
                    <a:pt x="1481"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85"/>
            <p:cNvSpPr/>
            <p:nvPr/>
          </p:nvSpPr>
          <p:spPr>
            <a:xfrm>
              <a:off x="-56245550" y="4168275"/>
              <a:ext cx="78000" cy="26600"/>
            </a:xfrm>
            <a:custGeom>
              <a:avLst/>
              <a:gdLst/>
              <a:ahLst/>
              <a:cxnLst/>
              <a:rect l="l" t="t" r="r" b="b"/>
              <a:pathLst>
                <a:path w="3120" h="1064" extrusionOk="0">
                  <a:moveTo>
                    <a:pt x="594" y="1"/>
                  </a:moveTo>
                  <a:cubicBezTo>
                    <a:pt x="555" y="1"/>
                    <a:pt x="515" y="4"/>
                    <a:pt x="473" y="9"/>
                  </a:cubicBezTo>
                  <a:cubicBezTo>
                    <a:pt x="284" y="40"/>
                    <a:pt x="126" y="166"/>
                    <a:pt x="0" y="324"/>
                  </a:cubicBezTo>
                  <a:lnTo>
                    <a:pt x="158" y="481"/>
                  </a:lnTo>
                  <a:cubicBezTo>
                    <a:pt x="410" y="733"/>
                    <a:pt x="630" y="891"/>
                    <a:pt x="945" y="954"/>
                  </a:cubicBezTo>
                  <a:cubicBezTo>
                    <a:pt x="1153" y="1029"/>
                    <a:pt x="1367" y="1064"/>
                    <a:pt x="1579" y="1064"/>
                  </a:cubicBezTo>
                  <a:cubicBezTo>
                    <a:pt x="2172" y="1064"/>
                    <a:pt x="2748" y="788"/>
                    <a:pt x="3119" y="324"/>
                  </a:cubicBezTo>
                  <a:lnTo>
                    <a:pt x="3119" y="324"/>
                  </a:lnTo>
                  <a:lnTo>
                    <a:pt x="2521" y="513"/>
                  </a:lnTo>
                  <a:cubicBezTo>
                    <a:pt x="2355" y="596"/>
                    <a:pt x="2183" y="634"/>
                    <a:pt x="2013" y="634"/>
                  </a:cubicBezTo>
                  <a:cubicBezTo>
                    <a:pt x="1665" y="634"/>
                    <a:pt x="1325" y="473"/>
                    <a:pt x="1071" y="198"/>
                  </a:cubicBezTo>
                  <a:cubicBezTo>
                    <a:pt x="940" y="67"/>
                    <a:pt x="787" y="1"/>
                    <a:pt x="5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85"/>
            <p:cNvSpPr/>
            <p:nvPr/>
          </p:nvSpPr>
          <p:spPr>
            <a:xfrm>
              <a:off x="-56359750" y="4112550"/>
              <a:ext cx="204800" cy="53100"/>
            </a:xfrm>
            <a:custGeom>
              <a:avLst/>
              <a:gdLst/>
              <a:ahLst/>
              <a:cxnLst/>
              <a:rect l="l" t="t" r="r" b="b"/>
              <a:pathLst>
                <a:path w="8192" h="2124" extrusionOk="0">
                  <a:moveTo>
                    <a:pt x="0" y="1"/>
                  </a:moveTo>
                  <a:lnTo>
                    <a:pt x="0" y="1608"/>
                  </a:lnTo>
                  <a:lnTo>
                    <a:pt x="1386" y="2080"/>
                  </a:lnTo>
                  <a:cubicBezTo>
                    <a:pt x="1455" y="2109"/>
                    <a:pt x="1529" y="2124"/>
                    <a:pt x="1605" y="2124"/>
                  </a:cubicBezTo>
                  <a:cubicBezTo>
                    <a:pt x="1773" y="2124"/>
                    <a:pt x="1949" y="2053"/>
                    <a:pt x="2079" y="1923"/>
                  </a:cubicBezTo>
                  <a:cubicBezTo>
                    <a:pt x="2333" y="1669"/>
                    <a:pt x="2689" y="1517"/>
                    <a:pt x="3048" y="1517"/>
                  </a:cubicBezTo>
                  <a:cubicBezTo>
                    <a:pt x="3135" y="1517"/>
                    <a:pt x="3222" y="1526"/>
                    <a:pt x="3308" y="1545"/>
                  </a:cubicBezTo>
                  <a:cubicBezTo>
                    <a:pt x="3623" y="1576"/>
                    <a:pt x="3907" y="1734"/>
                    <a:pt x="4096" y="1954"/>
                  </a:cubicBezTo>
                  <a:cubicBezTo>
                    <a:pt x="4316" y="1734"/>
                    <a:pt x="4568" y="1576"/>
                    <a:pt x="4883" y="1545"/>
                  </a:cubicBezTo>
                  <a:cubicBezTo>
                    <a:pt x="4975" y="1526"/>
                    <a:pt x="5066" y="1517"/>
                    <a:pt x="5155" y="1517"/>
                  </a:cubicBezTo>
                  <a:cubicBezTo>
                    <a:pt x="5523" y="1517"/>
                    <a:pt x="5858" y="1669"/>
                    <a:pt x="6112" y="1923"/>
                  </a:cubicBezTo>
                  <a:cubicBezTo>
                    <a:pt x="6243" y="2053"/>
                    <a:pt x="6403" y="2124"/>
                    <a:pt x="6583" y="2124"/>
                  </a:cubicBezTo>
                  <a:cubicBezTo>
                    <a:pt x="6664" y="2124"/>
                    <a:pt x="6749" y="2109"/>
                    <a:pt x="6837" y="2080"/>
                  </a:cubicBezTo>
                  <a:lnTo>
                    <a:pt x="8191" y="1608"/>
                  </a:lnTo>
                  <a:lnTo>
                    <a:pt x="8191" y="1"/>
                  </a:lnTo>
                  <a:cubicBezTo>
                    <a:pt x="7845" y="473"/>
                    <a:pt x="7341" y="726"/>
                    <a:pt x="6711" y="726"/>
                  </a:cubicBezTo>
                  <a:cubicBezTo>
                    <a:pt x="6207" y="726"/>
                    <a:pt x="5766" y="536"/>
                    <a:pt x="5419" y="190"/>
                  </a:cubicBezTo>
                  <a:cubicBezTo>
                    <a:pt x="5072" y="521"/>
                    <a:pt x="4584" y="686"/>
                    <a:pt x="4100" y="686"/>
                  </a:cubicBezTo>
                  <a:cubicBezTo>
                    <a:pt x="3615" y="686"/>
                    <a:pt x="3135" y="521"/>
                    <a:pt x="2804" y="190"/>
                  </a:cubicBezTo>
                  <a:cubicBezTo>
                    <a:pt x="2457" y="536"/>
                    <a:pt x="1985" y="726"/>
                    <a:pt x="1512" y="726"/>
                  </a:cubicBezTo>
                  <a:cubicBezTo>
                    <a:pt x="882" y="726"/>
                    <a:pt x="378" y="410"/>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85"/>
            <p:cNvSpPr/>
            <p:nvPr/>
          </p:nvSpPr>
          <p:spPr>
            <a:xfrm>
              <a:off x="-56345575" y="4169000"/>
              <a:ext cx="77200" cy="26325"/>
            </a:xfrm>
            <a:custGeom>
              <a:avLst/>
              <a:gdLst/>
              <a:ahLst/>
              <a:cxnLst/>
              <a:rect l="l" t="t" r="r" b="b"/>
              <a:pathLst>
                <a:path w="3088" h="1053" extrusionOk="0">
                  <a:moveTo>
                    <a:pt x="2471" y="0"/>
                  </a:moveTo>
                  <a:cubicBezTo>
                    <a:pt x="2311" y="0"/>
                    <a:pt x="2170" y="47"/>
                    <a:pt x="2048" y="169"/>
                  </a:cubicBezTo>
                  <a:cubicBezTo>
                    <a:pt x="1752" y="465"/>
                    <a:pt x="1391" y="612"/>
                    <a:pt x="1011" y="612"/>
                  </a:cubicBezTo>
                  <a:cubicBezTo>
                    <a:pt x="865" y="612"/>
                    <a:pt x="716" y="591"/>
                    <a:pt x="567" y="547"/>
                  </a:cubicBezTo>
                  <a:lnTo>
                    <a:pt x="0" y="326"/>
                  </a:lnTo>
                  <a:lnTo>
                    <a:pt x="0" y="326"/>
                  </a:lnTo>
                  <a:cubicBezTo>
                    <a:pt x="374" y="794"/>
                    <a:pt x="939" y="1053"/>
                    <a:pt x="1527" y="1053"/>
                  </a:cubicBezTo>
                  <a:cubicBezTo>
                    <a:pt x="1731" y="1053"/>
                    <a:pt x="1939" y="1022"/>
                    <a:pt x="2143" y="956"/>
                  </a:cubicBezTo>
                  <a:cubicBezTo>
                    <a:pt x="2426" y="893"/>
                    <a:pt x="2710" y="704"/>
                    <a:pt x="2930" y="484"/>
                  </a:cubicBezTo>
                  <a:lnTo>
                    <a:pt x="3088" y="326"/>
                  </a:lnTo>
                  <a:cubicBezTo>
                    <a:pt x="2993" y="169"/>
                    <a:pt x="2836" y="74"/>
                    <a:pt x="2615" y="11"/>
                  </a:cubicBezTo>
                  <a:cubicBezTo>
                    <a:pt x="2566" y="4"/>
                    <a:pt x="2518" y="0"/>
                    <a:pt x="24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85"/>
            <p:cNvSpPr/>
            <p:nvPr/>
          </p:nvSpPr>
          <p:spPr>
            <a:xfrm>
              <a:off x="-56379450" y="4180300"/>
              <a:ext cx="242600" cy="120525"/>
            </a:xfrm>
            <a:custGeom>
              <a:avLst/>
              <a:gdLst/>
              <a:ahLst/>
              <a:cxnLst/>
              <a:rect l="l" t="t" r="r" b="b"/>
              <a:pathLst>
                <a:path w="9704" h="4821" extrusionOk="0">
                  <a:moveTo>
                    <a:pt x="473" y="0"/>
                  </a:moveTo>
                  <a:cubicBezTo>
                    <a:pt x="221" y="284"/>
                    <a:pt x="0" y="662"/>
                    <a:pt x="0" y="1071"/>
                  </a:cubicBezTo>
                  <a:cubicBezTo>
                    <a:pt x="0" y="1576"/>
                    <a:pt x="284" y="2048"/>
                    <a:pt x="725" y="2332"/>
                  </a:cubicBezTo>
                  <a:cubicBezTo>
                    <a:pt x="946" y="2489"/>
                    <a:pt x="1229" y="2552"/>
                    <a:pt x="1513" y="2552"/>
                  </a:cubicBezTo>
                  <a:cubicBezTo>
                    <a:pt x="1513" y="3403"/>
                    <a:pt x="2174" y="4064"/>
                    <a:pt x="2993" y="4064"/>
                  </a:cubicBezTo>
                  <a:cubicBezTo>
                    <a:pt x="3214" y="4064"/>
                    <a:pt x="3372" y="4033"/>
                    <a:pt x="3529" y="3970"/>
                  </a:cubicBezTo>
                  <a:cubicBezTo>
                    <a:pt x="3750" y="4506"/>
                    <a:pt x="4254" y="4821"/>
                    <a:pt x="4852" y="4821"/>
                  </a:cubicBezTo>
                  <a:cubicBezTo>
                    <a:pt x="5451" y="4821"/>
                    <a:pt x="5955" y="4443"/>
                    <a:pt x="6207" y="3970"/>
                  </a:cubicBezTo>
                  <a:cubicBezTo>
                    <a:pt x="6333" y="4064"/>
                    <a:pt x="6554" y="4064"/>
                    <a:pt x="6711" y="4064"/>
                  </a:cubicBezTo>
                  <a:cubicBezTo>
                    <a:pt x="7530" y="4064"/>
                    <a:pt x="8192" y="3403"/>
                    <a:pt x="8192" y="2552"/>
                  </a:cubicBezTo>
                  <a:cubicBezTo>
                    <a:pt x="9042" y="2552"/>
                    <a:pt x="9704" y="1891"/>
                    <a:pt x="9704" y="1071"/>
                  </a:cubicBezTo>
                  <a:cubicBezTo>
                    <a:pt x="9704" y="662"/>
                    <a:pt x="9546" y="284"/>
                    <a:pt x="9231" y="0"/>
                  </a:cubicBezTo>
                  <a:lnTo>
                    <a:pt x="9168" y="158"/>
                  </a:lnTo>
                  <a:cubicBezTo>
                    <a:pt x="8664" y="945"/>
                    <a:pt x="7814" y="1387"/>
                    <a:pt x="6900" y="1387"/>
                  </a:cubicBezTo>
                  <a:cubicBezTo>
                    <a:pt x="6617" y="1387"/>
                    <a:pt x="6301" y="1355"/>
                    <a:pt x="6018" y="1229"/>
                  </a:cubicBezTo>
                  <a:cubicBezTo>
                    <a:pt x="5640" y="1103"/>
                    <a:pt x="5230" y="882"/>
                    <a:pt x="4978" y="567"/>
                  </a:cubicBezTo>
                  <a:lnTo>
                    <a:pt x="4884" y="473"/>
                  </a:lnTo>
                  <a:lnTo>
                    <a:pt x="4821" y="567"/>
                  </a:lnTo>
                  <a:cubicBezTo>
                    <a:pt x="4506" y="882"/>
                    <a:pt x="4159" y="1071"/>
                    <a:pt x="3750" y="1229"/>
                  </a:cubicBezTo>
                  <a:cubicBezTo>
                    <a:pt x="3466" y="1292"/>
                    <a:pt x="3151" y="1387"/>
                    <a:pt x="2899" y="1387"/>
                  </a:cubicBezTo>
                  <a:cubicBezTo>
                    <a:pt x="1985" y="1387"/>
                    <a:pt x="1103" y="945"/>
                    <a:pt x="599" y="158"/>
                  </a:cubicBezTo>
                  <a:lnTo>
                    <a:pt x="4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85"/>
            <p:cNvSpPr/>
            <p:nvPr/>
          </p:nvSpPr>
          <p:spPr>
            <a:xfrm>
              <a:off x="-56181750" y="4039300"/>
              <a:ext cx="0" cy="25"/>
            </a:xfrm>
            <a:custGeom>
              <a:avLst/>
              <a:gdLst/>
              <a:ahLst/>
              <a:cxnLst/>
              <a:rect l="l" t="t" r="r" b="b"/>
              <a:pathLst>
                <a:path h="1" extrusionOk="0">
                  <a:moveTo>
                    <a:pt x="0" y="1"/>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85"/>
            <p:cNvSpPr/>
            <p:nvPr/>
          </p:nvSpPr>
          <p:spPr>
            <a:xfrm>
              <a:off x="-56332200" y="4039300"/>
              <a:ext cx="25" cy="25"/>
            </a:xfrm>
            <a:custGeom>
              <a:avLst/>
              <a:gdLst/>
              <a:ahLst/>
              <a:cxnLst/>
              <a:rect l="l" t="t" r="r" b="b"/>
              <a:pathLst>
                <a:path w="1" h="1" extrusionOk="0">
                  <a:moveTo>
                    <a:pt x="1" y="1"/>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4" name="Google Shape;6474;p85"/>
          <p:cNvGrpSpPr/>
          <p:nvPr/>
        </p:nvGrpSpPr>
        <p:grpSpPr>
          <a:xfrm>
            <a:off x="5307879" y="2738651"/>
            <a:ext cx="316434" cy="358971"/>
            <a:chOff x="-54401725" y="3198925"/>
            <a:chExt cx="281200" cy="319000"/>
          </a:xfrm>
        </p:grpSpPr>
        <p:sp>
          <p:nvSpPr>
            <p:cNvPr id="6475" name="Google Shape;6475;p85"/>
            <p:cNvSpPr/>
            <p:nvPr/>
          </p:nvSpPr>
          <p:spPr>
            <a:xfrm>
              <a:off x="-54159150" y="3465925"/>
              <a:ext cx="38625" cy="52000"/>
            </a:xfrm>
            <a:custGeom>
              <a:avLst/>
              <a:gdLst/>
              <a:ahLst/>
              <a:cxnLst/>
              <a:rect l="l" t="t" r="r" b="b"/>
              <a:pathLst>
                <a:path w="1545" h="2080" extrusionOk="0">
                  <a:moveTo>
                    <a:pt x="789" y="0"/>
                  </a:moveTo>
                  <a:cubicBezTo>
                    <a:pt x="379" y="0"/>
                    <a:pt x="1" y="316"/>
                    <a:pt x="1" y="725"/>
                  </a:cubicBezTo>
                  <a:cubicBezTo>
                    <a:pt x="1" y="851"/>
                    <a:pt x="32" y="946"/>
                    <a:pt x="64" y="1040"/>
                  </a:cubicBezTo>
                  <a:lnTo>
                    <a:pt x="631" y="1985"/>
                  </a:lnTo>
                  <a:cubicBezTo>
                    <a:pt x="663" y="2048"/>
                    <a:pt x="694" y="2080"/>
                    <a:pt x="789" y="2080"/>
                  </a:cubicBezTo>
                  <a:cubicBezTo>
                    <a:pt x="852" y="2080"/>
                    <a:pt x="915" y="2017"/>
                    <a:pt x="946" y="1985"/>
                  </a:cubicBezTo>
                  <a:lnTo>
                    <a:pt x="1450" y="1072"/>
                  </a:lnTo>
                  <a:cubicBezTo>
                    <a:pt x="1482" y="977"/>
                    <a:pt x="1545" y="851"/>
                    <a:pt x="1545" y="725"/>
                  </a:cubicBezTo>
                  <a:cubicBezTo>
                    <a:pt x="1545" y="347"/>
                    <a:pt x="1167" y="0"/>
                    <a:pt x="7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85"/>
            <p:cNvSpPr/>
            <p:nvPr/>
          </p:nvSpPr>
          <p:spPr>
            <a:xfrm>
              <a:off x="-54401725" y="3465925"/>
              <a:ext cx="38600" cy="52000"/>
            </a:xfrm>
            <a:custGeom>
              <a:avLst/>
              <a:gdLst/>
              <a:ahLst/>
              <a:cxnLst/>
              <a:rect l="l" t="t" r="r" b="b"/>
              <a:pathLst>
                <a:path w="1544" h="2080" extrusionOk="0">
                  <a:moveTo>
                    <a:pt x="788" y="0"/>
                  </a:moveTo>
                  <a:cubicBezTo>
                    <a:pt x="410" y="0"/>
                    <a:pt x="0" y="316"/>
                    <a:pt x="0" y="725"/>
                  </a:cubicBezTo>
                  <a:cubicBezTo>
                    <a:pt x="0" y="851"/>
                    <a:pt x="63" y="946"/>
                    <a:pt x="95" y="1040"/>
                  </a:cubicBezTo>
                  <a:lnTo>
                    <a:pt x="631" y="1985"/>
                  </a:lnTo>
                  <a:cubicBezTo>
                    <a:pt x="694" y="2048"/>
                    <a:pt x="725" y="2080"/>
                    <a:pt x="788" y="2080"/>
                  </a:cubicBezTo>
                  <a:cubicBezTo>
                    <a:pt x="883" y="2080"/>
                    <a:pt x="914" y="2017"/>
                    <a:pt x="946" y="1985"/>
                  </a:cubicBezTo>
                  <a:lnTo>
                    <a:pt x="1481" y="1072"/>
                  </a:lnTo>
                  <a:cubicBezTo>
                    <a:pt x="1513" y="977"/>
                    <a:pt x="1544" y="851"/>
                    <a:pt x="1544" y="725"/>
                  </a:cubicBezTo>
                  <a:cubicBezTo>
                    <a:pt x="1544" y="347"/>
                    <a:pt x="1198" y="0"/>
                    <a:pt x="7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85"/>
            <p:cNvSpPr/>
            <p:nvPr/>
          </p:nvSpPr>
          <p:spPr>
            <a:xfrm>
              <a:off x="-54176475" y="3224125"/>
              <a:ext cx="17350" cy="61450"/>
            </a:xfrm>
            <a:custGeom>
              <a:avLst/>
              <a:gdLst/>
              <a:ahLst/>
              <a:cxnLst/>
              <a:rect l="l" t="t" r="r" b="b"/>
              <a:pathLst>
                <a:path w="694" h="2458" extrusionOk="0">
                  <a:moveTo>
                    <a:pt x="347" y="0"/>
                  </a:moveTo>
                  <a:cubicBezTo>
                    <a:pt x="190" y="316"/>
                    <a:pt x="1" y="757"/>
                    <a:pt x="1" y="1229"/>
                  </a:cubicBezTo>
                  <a:cubicBezTo>
                    <a:pt x="1" y="1702"/>
                    <a:pt x="190" y="2143"/>
                    <a:pt x="347" y="2458"/>
                  </a:cubicBezTo>
                  <a:cubicBezTo>
                    <a:pt x="505" y="2143"/>
                    <a:pt x="694" y="1702"/>
                    <a:pt x="694" y="1229"/>
                  </a:cubicBezTo>
                  <a:cubicBezTo>
                    <a:pt x="694" y="757"/>
                    <a:pt x="505" y="316"/>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85"/>
            <p:cNvSpPr/>
            <p:nvPr/>
          </p:nvSpPr>
          <p:spPr>
            <a:xfrm>
              <a:off x="-54385975" y="3198925"/>
              <a:ext cx="198500" cy="74850"/>
            </a:xfrm>
            <a:custGeom>
              <a:avLst/>
              <a:gdLst/>
              <a:ahLst/>
              <a:cxnLst/>
              <a:rect l="l" t="t" r="r" b="b"/>
              <a:pathLst>
                <a:path w="7940" h="2994" extrusionOk="0">
                  <a:moveTo>
                    <a:pt x="4978" y="0"/>
                  </a:moveTo>
                  <a:cubicBezTo>
                    <a:pt x="2836" y="0"/>
                    <a:pt x="946" y="1229"/>
                    <a:pt x="1" y="2993"/>
                  </a:cubicBezTo>
                  <a:lnTo>
                    <a:pt x="7688" y="2993"/>
                  </a:lnTo>
                  <a:cubicBezTo>
                    <a:pt x="7625" y="2741"/>
                    <a:pt x="7562" y="2521"/>
                    <a:pt x="7562" y="2237"/>
                  </a:cubicBezTo>
                  <a:cubicBezTo>
                    <a:pt x="7562" y="1733"/>
                    <a:pt x="7719" y="1261"/>
                    <a:pt x="7940" y="851"/>
                  </a:cubicBezTo>
                  <a:cubicBezTo>
                    <a:pt x="7026" y="315"/>
                    <a:pt x="6049" y="0"/>
                    <a:pt x="49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85"/>
            <p:cNvSpPr/>
            <p:nvPr/>
          </p:nvSpPr>
          <p:spPr>
            <a:xfrm>
              <a:off x="-544009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85"/>
            <p:cNvSpPr/>
            <p:nvPr/>
          </p:nvSpPr>
          <p:spPr>
            <a:xfrm>
              <a:off x="-54401725" y="3292650"/>
              <a:ext cx="128400" cy="74850"/>
            </a:xfrm>
            <a:custGeom>
              <a:avLst/>
              <a:gdLst/>
              <a:ahLst/>
              <a:cxnLst/>
              <a:rect l="l" t="t" r="r" b="b"/>
              <a:pathLst>
                <a:path w="5136" h="2994" extrusionOk="0">
                  <a:moveTo>
                    <a:pt x="315" y="0"/>
                  </a:moveTo>
                  <a:cubicBezTo>
                    <a:pt x="126" y="567"/>
                    <a:pt x="0" y="1198"/>
                    <a:pt x="0" y="1828"/>
                  </a:cubicBezTo>
                  <a:lnTo>
                    <a:pt x="0" y="2993"/>
                  </a:lnTo>
                  <a:lnTo>
                    <a:pt x="1513" y="2993"/>
                  </a:lnTo>
                  <a:lnTo>
                    <a:pt x="1513" y="1828"/>
                  </a:lnTo>
                  <a:cubicBezTo>
                    <a:pt x="1513" y="1639"/>
                    <a:pt x="1670" y="1481"/>
                    <a:pt x="1859" y="1481"/>
                  </a:cubicBezTo>
                  <a:lnTo>
                    <a:pt x="2615" y="1481"/>
                  </a:lnTo>
                  <a:cubicBezTo>
                    <a:pt x="3592" y="1481"/>
                    <a:pt x="4821" y="788"/>
                    <a:pt x="51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85"/>
            <p:cNvSpPr/>
            <p:nvPr/>
          </p:nvSpPr>
          <p:spPr>
            <a:xfrm>
              <a:off x="-54250500" y="3266650"/>
              <a:ext cx="128400" cy="99275"/>
            </a:xfrm>
            <a:custGeom>
              <a:avLst/>
              <a:gdLst/>
              <a:ahLst/>
              <a:cxnLst/>
              <a:rect l="l" t="t" r="r" b="b"/>
              <a:pathLst>
                <a:path w="5136" h="3971" extrusionOk="0">
                  <a:moveTo>
                    <a:pt x="4317" y="1"/>
                  </a:moveTo>
                  <a:cubicBezTo>
                    <a:pt x="4159" y="914"/>
                    <a:pt x="3560" y="1607"/>
                    <a:pt x="3529" y="1607"/>
                  </a:cubicBezTo>
                  <a:cubicBezTo>
                    <a:pt x="3466" y="1702"/>
                    <a:pt x="3371" y="1734"/>
                    <a:pt x="3245" y="1734"/>
                  </a:cubicBezTo>
                  <a:cubicBezTo>
                    <a:pt x="3151" y="1734"/>
                    <a:pt x="3056" y="1702"/>
                    <a:pt x="2993" y="1607"/>
                  </a:cubicBezTo>
                  <a:cubicBezTo>
                    <a:pt x="2993" y="1607"/>
                    <a:pt x="2741" y="1387"/>
                    <a:pt x="2552" y="977"/>
                  </a:cubicBezTo>
                  <a:lnTo>
                    <a:pt x="0" y="977"/>
                  </a:lnTo>
                  <a:cubicBezTo>
                    <a:pt x="315" y="1765"/>
                    <a:pt x="1576" y="2490"/>
                    <a:pt x="2521" y="2490"/>
                  </a:cubicBezTo>
                  <a:lnTo>
                    <a:pt x="3245" y="2490"/>
                  </a:lnTo>
                  <a:cubicBezTo>
                    <a:pt x="3466" y="2490"/>
                    <a:pt x="3623" y="2647"/>
                    <a:pt x="3623" y="2836"/>
                  </a:cubicBezTo>
                  <a:lnTo>
                    <a:pt x="3623" y="3970"/>
                  </a:lnTo>
                  <a:lnTo>
                    <a:pt x="5104" y="3970"/>
                  </a:lnTo>
                  <a:lnTo>
                    <a:pt x="5104" y="2521"/>
                  </a:lnTo>
                  <a:cubicBezTo>
                    <a:pt x="5136" y="2458"/>
                    <a:pt x="5136" y="2395"/>
                    <a:pt x="5104" y="2364"/>
                  </a:cubicBezTo>
                  <a:cubicBezTo>
                    <a:pt x="5041" y="1544"/>
                    <a:pt x="4758" y="725"/>
                    <a:pt x="4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85"/>
            <p:cNvSpPr/>
            <p:nvPr/>
          </p:nvSpPr>
          <p:spPr>
            <a:xfrm>
              <a:off x="-541591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85"/>
            <p:cNvSpPr/>
            <p:nvPr/>
          </p:nvSpPr>
          <p:spPr>
            <a:xfrm>
              <a:off x="-54345025" y="3309975"/>
              <a:ext cx="167000" cy="207175"/>
            </a:xfrm>
            <a:custGeom>
              <a:avLst/>
              <a:gdLst/>
              <a:ahLst/>
              <a:cxnLst/>
              <a:rect l="l" t="t" r="r" b="b"/>
              <a:pathLst>
                <a:path w="6680" h="8287" extrusionOk="0">
                  <a:moveTo>
                    <a:pt x="1797" y="2332"/>
                  </a:moveTo>
                  <a:cubicBezTo>
                    <a:pt x="1986" y="2332"/>
                    <a:pt x="2143" y="2489"/>
                    <a:pt x="2143" y="2678"/>
                  </a:cubicBezTo>
                  <a:cubicBezTo>
                    <a:pt x="2143" y="2867"/>
                    <a:pt x="1986" y="3025"/>
                    <a:pt x="1797" y="3025"/>
                  </a:cubicBezTo>
                  <a:cubicBezTo>
                    <a:pt x="1639" y="3025"/>
                    <a:pt x="1450" y="2867"/>
                    <a:pt x="1450" y="2678"/>
                  </a:cubicBezTo>
                  <a:cubicBezTo>
                    <a:pt x="1450" y="2489"/>
                    <a:pt x="1608" y="2332"/>
                    <a:pt x="1797" y="2332"/>
                  </a:cubicBezTo>
                  <a:close/>
                  <a:moveTo>
                    <a:pt x="4821" y="2332"/>
                  </a:moveTo>
                  <a:cubicBezTo>
                    <a:pt x="5042" y="2332"/>
                    <a:pt x="5199" y="2489"/>
                    <a:pt x="5199" y="2678"/>
                  </a:cubicBezTo>
                  <a:cubicBezTo>
                    <a:pt x="5199" y="2867"/>
                    <a:pt x="5042" y="3025"/>
                    <a:pt x="4821" y="3025"/>
                  </a:cubicBezTo>
                  <a:cubicBezTo>
                    <a:pt x="4632" y="3025"/>
                    <a:pt x="4474" y="2867"/>
                    <a:pt x="4474" y="2678"/>
                  </a:cubicBezTo>
                  <a:cubicBezTo>
                    <a:pt x="4474" y="2489"/>
                    <a:pt x="4632" y="2332"/>
                    <a:pt x="4821" y="2332"/>
                  </a:cubicBezTo>
                  <a:close/>
                  <a:moveTo>
                    <a:pt x="4392" y="4892"/>
                  </a:moveTo>
                  <a:cubicBezTo>
                    <a:pt x="4482" y="4892"/>
                    <a:pt x="4569" y="4931"/>
                    <a:pt x="4632" y="5010"/>
                  </a:cubicBezTo>
                  <a:cubicBezTo>
                    <a:pt x="4790" y="5136"/>
                    <a:pt x="4790" y="5356"/>
                    <a:pt x="4632" y="5514"/>
                  </a:cubicBezTo>
                  <a:cubicBezTo>
                    <a:pt x="4285" y="5860"/>
                    <a:pt x="3813" y="6049"/>
                    <a:pt x="3340" y="6049"/>
                  </a:cubicBezTo>
                  <a:cubicBezTo>
                    <a:pt x="2868" y="6049"/>
                    <a:pt x="2364" y="5860"/>
                    <a:pt x="2049" y="5514"/>
                  </a:cubicBezTo>
                  <a:cubicBezTo>
                    <a:pt x="1891" y="5356"/>
                    <a:pt x="1891" y="5136"/>
                    <a:pt x="2049" y="5010"/>
                  </a:cubicBezTo>
                  <a:cubicBezTo>
                    <a:pt x="2127" y="4931"/>
                    <a:pt x="2222" y="4892"/>
                    <a:pt x="2312" y="4892"/>
                  </a:cubicBezTo>
                  <a:cubicBezTo>
                    <a:pt x="2403" y="4892"/>
                    <a:pt x="2490" y="4931"/>
                    <a:pt x="2553" y="5010"/>
                  </a:cubicBezTo>
                  <a:cubicBezTo>
                    <a:pt x="2773" y="5230"/>
                    <a:pt x="3057" y="5341"/>
                    <a:pt x="3340" y="5341"/>
                  </a:cubicBezTo>
                  <a:cubicBezTo>
                    <a:pt x="3624" y="5341"/>
                    <a:pt x="3907" y="5230"/>
                    <a:pt x="4128" y="5010"/>
                  </a:cubicBezTo>
                  <a:cubicBezTo>
                    <a:pt x="4207" y="4931"/>
                    <a:pt x="4301" y="4892"/>
                    <a:pt x="4392" y="4892"/>
                  </a:cubicBezTo>
                  <a:close/>
                  <a:moveTo>
                    <a:pt x="3340" y="1"/>
                  </a:moveTo>
                  <a:cubicBezTo>
                    <a:pt x="2710" y="914"/>
                    <a:pt x="1324" y="1513"/>
                    <a:pt x="347" y="1513"/>
                  </a:cubicBezTo>
                  <a:lnTo>
                    <a:pt x="1" y="1513"/>
                  </a:lnTo>
                  <a:lnTo>
                    <a:pt x="1" y="4915"/>
                  </a:lnTo>
                  <a:cubicBezTo>
                    <a:pt x="1" y="6774"/>
                    <a:pt x="1482" y="8286"/>
                    <a:pt x="3340" y="8286"/>
                  </a:cubicBezTo>
                  <a:cubicBezTo>
                    <a:pt x="5199" y="8286"/>
                    <a:pt x="6680" y="6774"/>
                    <a:pt x="6680" y="4915"/>
                  </a:cubicBezTo>
                  <a:lnTo>
                    <a:pt x="6680" y="1513"/>
                  </a:lnTo>
                  <a:lnTo>
                    <a:pt x="6333" y="1513"/>
                  </a:lnTo>
                  <a:cubicBezTo>
                    <a:pt x="6307" y="1514"/>
                    <a:pt x="6281" y="1514"/>
                    <a:pt x="6254" y="1514"/>
                  </a:cubicBezTo>
                  <a:cubicBezTo>
                    <a:pt x="5228" y="1514"/>
                    <a:pt x="3955" y="922"/>
                    <a:pt x="3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85"/>
            <p:cNvSpPr/>
            <p:nvPr/>
          </p:nvSpPr>
          <p:spPr>
            <a:xfrm>
              <a:off x="-54401725" y="3424175"/>
              <a:ext cx="37825" cy="40975"/>
            </a:xfrm>
            <a:custGeom>
              <a:avLst/>
              <a:gdLst/>
              <a:ahLst/>
              <a:cxnLst/>
              <a:rect l="l" t="t" r="r" b="b"/>
              <a:pathLst>
                <a:path w="1513" h="1639" extrusionOk="0">
                  <a:moveTo>
                    <a:pt x="0" y="1"/>
                  </a:moveTo>
                  <a:lnTo>
                    <a:pt x="0" y="914"/>
                  </a:lnTo>
                  <a:cubicBezTo>
                    <a:pt x="0" y="1292"/>
                    <a:pt x="315" y="1639"/>
                    <a:pt x="757" y="1639"/>
                  </a:cubicBezTo>
                  <a:cubicBezTo>
                    <a:pt x="1198" y="1639"/>
                    <a:pt x="1513" y="1324"/>
                    <a:pt x="1513" y="914"/>
                  </a:cubicBez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85"/>
            <p:cNvSpPr/>
            <p:nvPr/>
          </p:nvSpPr>
          <p:spPr>
            <a:xfrm>
              <a:off x="-54159150" y="3424175"/>
              <a:ext cx="37050" cy="40975"/>
            </a:xfrm>
            <a:custGeom>
              <a:avLst/>
              <a:gdLst/>
              <a:ahLst/>
              <a:cxnLst/>
              <a:rect l="l" t="t" r="r" b="b"/>
              <a:pathLst>
                <a:path w="1482" h="1639" extrusionOk="0">
                  <a:moveTo>
                    <a:pt x="1" y="1"/>
                  </a:moveTo>
                  <a:lnTo>
                    <a:pt x="1" y="914"/>
                  </a:lnTo>
                  <a:cubicBezTo>
                    <a:pt x="1" y="1292"/>
                    <a:pt x="316" y="1639"/>
                    <a:pt x="757" y="1639"/>
                  </a:cubicBezTo>
                  <a:cubicBezTo>
                    <a:pt x="1167" y="1639"/>
                    <a:pt x="1482" y="1324"/>
                    <a:pt x="1482" y="914"/>
                  </a:cubicBez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86" name="Google Shape;6486;p85"/>
          <p:cNvGrpSpPr/>
          <p:nvPr/>
        </p:nvGrpSpPr>
        <p:grpSpPr>
          <a:xfrm>
            <a:off x="5308766" y="3208753"/>
            <a:ext cx="314662" cy="358099"/>
            <a:chOff x="-54401725" y="3590375"/>
            <a:chExt cx="279625" cy="318225"/>
          </a:xfrm>
        </p:grpSpPr>
        <p:sp>
          <p:nvSpPr>
            <p:cNvPr id="6487" name="Google Shape;6487;p85"/>
            <p:cNvSpPr/>
            <p:nvPr/>
          </p:nvSpPr>
          <p:spPr>
            <a:xfrm>
              <a:off x="-54194575" y="3721900"/>
              <a:ext cx="35450" cy="19725"/>
            </a:xfrm>
            <a:custGeom>
              <a:avLst/>
              <a:gdLst/>
              <a:ahLst/>
              <a:cxnLst/>
              <a:rect l="l" t="t" r="r" b="b"/>
              <a:pathLst>
                <a:path w="1418" h="789" extrusionOk="0">
                  <a:moveTo>
                    <a:pt x="0" y="1"/>
                  </a:moveTo>
                  <a:cubicBezTo>
                    <a:pt x="158" y="410"/>
                    <a:pt x="536" y="788"/>
                    <a:pt x="1071" y="788"/>
                  </a:cubicBezTo>
                  <a:lnTo>
                    <a:pt x="1418" y="788"/>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85"/>
            <p:cNvSpPr/>
            <p:nvPr/>
          </p:nvSpPr>
          <p:spPr>
            <a:xfrm>
              <a:off x="-54380450" y="3590375"/>
              <a:ext cx="237075" cy="112650"/>
            </a:xfrm>
            <a:custGeom>
              <a:avLst/>
              <a:gdLst/>
              <a:ahLst/>
              <a:cxnLst/>
              <a:rect l="l" t="t" r="r" b="b"/>
              <a:pathLst>
                <a:path w="9483" h="4506" extrusionOk="0">
                  <a:moveTo>
                    <a:pt x="4789" y="1575"/>
                  </a:moveTo>
                  <a:cubicBezTo>
                    <a:pt x="5009" y="1575"/>
                    <a:pt x="5135" y="1733"/>
                    <a:pt x="5135" y="1954"/>
                  </a:cubicBezTo>
                  <a:lnTo>
                    <a:pt x="5135" y="2300"/>
                  </a:lnTo>
                  <a:lnTo>
                    <a:pt x="5513" y="2300"/>
                  </a:lnTo>
                  <a:cubicBezTo>
                    <a:pt x="5702" y="2300"/>
                    <a:pt x="5860" y="2458"/>
                    <a:pt x="5860" y="2647"/>
                  </a:cubicBezTo>
                  <a:cubicBezTo>
                    <a:pt x="5860" y="2836"/>
                    <a:pt x="5702" y="2993"/>
                    <a:pt x="5513" y="2993"/>
                  </a:cubicBezTo>
                  <a:lnTo>
                    <a:pt x="5135" y="2993"/>
                  </a:lnTo>
                  <a:lnTo>
                    <a:pt x="5135" y="3371"/>
                  </a:lnTo>
                  <a:cubicBezTo>
                    <a:pt x="5135" y="3560"/>
                    <a:pt x="5009" y="3718"/>
                    <a:pt x="4789" y="3718"/>
                  </a:cubicBezTo>
                  <a:cubicBezTo>
                    <a:pt x="4600" y="3718"/>
                    <a:pt x="4442" y="3560"/>
                    <a:pt x="4442" y="3371"/>
                  </a:cubicBezTo>
                  <a:lnTo>
                    <a:pt x="4442" y="2993"/>
                  </a:lnTo>
                  <a:lnTo>
                    <a:pt x="4096" y="2993"/>
                  </a:lnTo>
                  <a:cubicBezTo>
                    <a:pt x="3907" y="2993"/>
                    <a:pt x="3749" y="2836"/>
                    <a:pt x="3749" y="2647"/>
                  </a:cubicBezTo>
                  <a:cubicBezTo>
                    <a:pt x="3749" y="2458"/>
                    <a:pt x="3907" y="2300"/>
                    <a:pt x="4096" y="2300"/>
                  </a:cubicBezTo>
                  <a:lnTo>
                    <a:pt x="4442" y="2300"/>
                  </a:lnTo>
                  <a:lnTo>
                    <a:pt x="4442" y="1954"/>
                  </a:lnTo>
                  <a:cubicBezTo>
                    <a:pt x="4442" y="1733"/>
                    <a:pt x="4600" y="1575"/>
                    <a:pt x="4789" y="1575"/>
                  </a:cubicBezTo>
                  <a:close/>
                  <a:moveTo>
                    <a:pt x="2048" y="0"/>
                  </a:moveTo>
                  <a:cubicBezTo>
                    <a:pt x="882" y="0"/>
                    <a:pt x="0" y="1040"/>
                    <a:pt x="189" y="2174"/>
                  </a:cubicBezTo>
                  <a:lnTo>
                    <a:pt x="567" y="4505"/>
                  </a:lnTo>
                  <a:lnTo>
                    <a:pt x="8916" y="4505"/>
                  </a:lnTo>
                  <a:lnTo>
                    <a:pt x="9326" y="2174"/>
                  </a:lnTo>
                  <a:cubicBezTo>
                    <a:pt x="9483" y="1040"/>
                    <a:pt x="8601" y="0"/>
                    <a:pt x="74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85"/>
            <p:cNvSpPr/>
            <p:nvPr/>
          </p:nvSpPr>
          <p:spPr>
            <a:xfrm>
              <a:off x="-54363925" y="3721900"/>
              <a:ext cx="35475" cy="19725"/>
            </a:xfrm>
            <a:custGeom>
              <a:avLst/>
              <a:gdLst/>
              <a:ahLst/>
              <a:cxnLst/>
              <a:rect l="l" t="t" r="r" b="b"/>
              <a:pathLst>
                <a:path w="1419" h="789" extrusionOk="0">
                  <a:moveTo>
                    <a:pt x="1" y="1"/>
                  </a:moveTo>
                  <a:lnTo>
                    <a:pt x="1" y="788"/>
                  </a:lnTo>
                  <a:lnTo>
                    <a:pt x="347" y="788"/>
                  </a:lnTo>
                  <a:cubicBezTo>
                    <a:pt x="820" y="788"/>
                    <a:pt x="1261" y="410"/>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85"/>
            <p:cNvSpPr/>
            <p:nvPr/>
          </p:nvSpPr>
          <p:spPr>
            <a:xfrm>
              <a:off x="-54363925" y="3721900"/>
              <a:ext cx="204800" cy="186700"/>
            </a:xfrm>
            <a:custGeom>
              <a:avLst/>
              <a:gdLst/>
              <a:ahLst/>
              <a:cxnLst/>
              <a:rect l="l" t="t" r="r" b="b"/>
              <a:pathLst>
                <a:path w="8192" h="7468" extrusionOk="0">
                  <a:moveTo>
                    <a:pt x="2553" y="1513"/>
                  </a:moveTo>
                  <a:cubicBezTo>
                    <a:pt x="2742" y="1513"/>
                    <a:pt x="2899" y="1670"/>
                    <a:pt x="2899" y="1891"/>
                  </a:cubicBezTo>
                  <a:cubicBezTo>
                    <a:pt x="2899" y="2080"/>
                    <a:pt x="2742" y="2237"/>
                    <a:pt x="2553" y="2237"/>
                  </a:cubicBezTo>
                  <a:cubicBezTo>
                    <a:pt x="2541" y="2240"/>
                    <a:pt x="2529" y="2241"/>
                    <a:pt x="2517" y="2241"/>
                  </a:cubicBezTo>
                  <a:cubicBezTo>
                    <a:pt x="2368" y="2241"/>
                    <a:pt x="2206" y="2066"/>
                    <a:pt x="2206" y="1891"/>
                  </a:cubicBezTo>
                  <a:cubicBezTo>
                    <a:pt x="2206" y="1670"/>
                    <a:pt x="2364" y="1513"/>
                    <a:pt x="2553" y="1513"/>
                  </a:cubicBezTo>
                  <a:close/>
                  <a:moveTo>
                    <a:pt x="5577" y="1576"/>
                  </a:moveTo>
                  <a:cubicBezTo>
                    <a:pt x="5798" y="1576"/>
                    <a:pt x="5955" y="1733"/>
                    <a:pt x="5955" y="1922"/>
                  </a:cubicBezTo>
                  <a:cubicBezTo>
                    <a:pt x="5955" y="2111"/>
                    <a:pt x="5798" y="2269"/>
                    <a:pt x="5577" y="2269"/>
                  </a:cubicBezTo>
                  <a:cubicBezTo>
                    <a:pt x="5388" y="2269"/>
                    <a:pt x="5230" y="2111"/>
                    <a:pt x="5230" y="1922"/>
                  </a:cubicBezTo>
                  <a:cubicBezTo>
                    <a:pt x="5230" y="1733"/>
                    <a:pt x="5388" y="1576"/>
                    <a:pt x="5577" y="1576"/>
                  </a:cubicBezTo>
                  <a:close/>
                  <a:moveTo>
                    <a:pt x="5148" y="4073"/>
                  </a:moveTo>
                  <a:cubicBezTo>
                    <a:pt x="5238" y="4073"/>
                    <a:pt x="5325" y="4112"/>
                    <a:pt x="5388" y="4191"/>
                  </a:cubicBezTo>
                  <a:cubicBezTo>
                    <a:pt x="5546" y="4317"/>
                    <a:pt x="5546" y="4537"/>
                    <a:pt x="5388" y="4726"/>
                  </a:cubicBezTo>
                  <a:cubicBezTo>
                    <a:pt x="5041" y="5073"/>
                    <a:pt x="4569" y="5262"/>
                    <a:pt x="4096" y="5262"/>
                  </a:cubicBezTo>
                  <a:cubicBezTo>
                    <a:pt x="3624" y="5262"/>
                    <a:pt x="3120" y="5073"/>
                    <a:pt x="2805" y="4726"/>
                  </a:cubicBezTo>
                  <a:cubicBezTo>
                    <a:pt x="2647" y="4569"/>
                    <a:pt x="2647" y="4317"/>
                    <a:pt x="2805" y="4191"/>
                  </a:cubicBezTo>
                  <a:cubicBezTo>
                    <a:pt x="2883" y="4112"/>
                    <a:pt x="2978" y="4073"/>
                    <a:pt x="3068" y="4073"/>
                  </a:cubicBezTo>
                  <a:cubicBezTo>
                    <a:pt x="3159" y="4073"/>
                    <a:pt x="3246" y="4112"/>
                    <a:pt x="3309" y="4191"/>
                  </a:cubicBezTo>
                  <a:cubicBezTo>
                    <a:pt x="3529" y="4411"/>
                    <a:pt x="3813" y="4521"/>
                    <a:pt x="4096" y="4521"/>
                  </a:cubicBezTo>
                  <a:cubicBezTo>
                    <a:pt x="4380" y="4521"/>
                    <a:pt x="4663" y="4411"/>
                    <a:pt x="4884" y="4191"/>
                  </a:cubicBezTo>
                  <a:cubicBezTo>
                    <a:pt x="4963" y="4112"/>
                    <a:pt x="5057" y="4073"/>
                    <a:pt x="5148" y="4073"/>
                  </a:cubicBezTo>
                  <a:close/>
                  <a:moveTo>
                    <a:pt x="2175" y="1"/>
                  </a:moveTo>
                  <a:cubicBezTo>
                    <a:pt x="2017" y="851"/>
                    <a:pt x="1229" y="1513"/>
                    <a:pt x="347" y="1513"/>
                  </a:cubicBezTo>
                  <a:lnTo>
                    <a:pt x="1" y="1513"/>
                  </a:lnTo>
                  <a:lnTo>
                    <a:pt x="1" y="3372"/>
                  </a:lnTo>
                  <a:cubicBezTo>
                    <a:pt x="1" y="5608"/>
                    <a:pt x="1859" y="7467"/>
                    <a:pt x="4096" y="7467"/>
                  </a:cubicBezTo>
                  <a:cubicBezTo>
                    <a:pt x="6333" y="7467"/>
                    <a:pt x="8192" y="5608"/>
                    <a:pt x="8192" y="3372"/>
                  </a:cubicBezTo>
                  <a:lnTo>
                    <a:pt x="8192" y="1513"/>
                  </a:lnTo>
                  <a:lnTo>
                    <a:pt x="7845" y="1513"/>
                  </a:lnTo>
                  <a:cubicBezTo>
                    <a:pt x="6932" y="1513"/>
                    <a:pt x="6176" y="820"/>
                    <a:pt x="59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85"/>
            <p:cNvSpPr/>
            <p:nvPr/>
          </p:nvSpPr>
          <p:spPr>
            <a:xfrm>
              <a:off x="-54401725" y="3747100"/>
              <a:ext cx="18925" cy="63825"/>
            </a:xfrm>
            <a:custGeom>
              <a:avLst/>
              <a:gdLst/>
              <a:ahLst/>
              <a:cxnLst/>
              <a:rect l="l" t="t" r="r" b="b"/>
              <a:pathLst>
                <a:path w="757" h="2553" extrusionOk="0">
                  <a:moveTo>
                    <a:pt x="757" y="1"/>
                  </a:moveTo>
                  <a:cubicBezTo>
                    <a:pt x="284" y="253"/>
                    <a:pt x="0" y="725"/>
                    <a:pt x="0" y="1261"/>
                  </a:cubicBezTo>
                  <a:cubicBezTo>
                    <a:pt x="0" y="1828"/>
                    <a:pt x="315" y="2301"/>
                    <a:pt x="757" y="2553"/>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85"/>
            <p:cNvSpPr/>
            <p:nvPr/>
          </p:nvSpPr>
          <p:spPr>
            <a:xfrm>
              <a:off x="-54140225" y="374632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8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3" name="Google Shape;6493;p85"/>
          <p:cNvGrpSpPr/>
          <p:nvPr/>
        </p:nvGrpSpPr>
        <p:grpSpPr>
          <a:xfrm>
            <a:off x="5306557" y="3672326"/>
            <a:ext cx="319079" cy="358099"/>
            <a:chOff x="-54403300" y="3982600"/>
            <a:chExt cx="283550" cy="318225"/>
          </a:xfrm>
        </p:grpSpPr>
        <p:sp>
          <p:nvSpPr>
            <p:cNvPr id="6494" name="Google Shape;6494;p85"/>
            <p:cNvSpPr/>
            <p:nvPr/>
          </p:nvSpPr>
          <p:spPr>
            <a:xfrm>
              <a:off x="-54273350" y="4036950"/>
              <a:ext cx="27600" cy="27600"/>
            </a:xfrm>
            <a:custGeom>
              <a:avLst/>
              <a:gdLst/>
              <a:ahLst/>
              <a:cxnLst/>
              <a:rect l="l" t="t" r="r" b="b"/>
              <a:pathLst>
                <a:path w="1104" h="1104" extrusionOk="0">
                  <a:moveTo>
                    <a:pt x="536" y="0"/>
                  </a:moveTo>
                  <a:lnTo>
                    <a:pt x="473" y="189"/>
                  </a:lnTo>
                  <a:cubicBezTo>
                    <a:pt x="442" y="315"/>
                    <a:pt x="316" y="379"/>
                    <a:pt x="190" y="379"/>
                  </a:cubicBezTo>
                  <a:lnTo>
                    <a:pt x="1" y="410"/>
                  </a:lnTo>
                  <a:lnTo>
                    <a:pt x="158" y="568"/>
                  </a:lnTo>
                  <a:cubicBezTo>
                    <a:pt x="127" y="662"/>
                    <a:pt x="158" y="788"/>
                    <a:pt x="158" y="883"/>
                  </a:cubicBezTo>
                  <a:lnTo>
                    <a:pt x="127" y="1103"/>
                  </a:lnTo>
                  <a:lnTo>
                    <a:pt x="316" y="1009"/>
                  </a:lnTo>
                  <a:cubicBezTo>
                    <a:pt x="379" y="993"/>
                    <a:pt x="434" y="985"/>
                    <a:pt x="489" y="985"/>
                  </a:cubicBezTo>
                  <a:cubicBezTo>
                    <a:pt x="544" y="985"/>
                    <a:pt x="599" y="993"/>
                    <a:pt x="662" y="1009"/>
                  </a:cubicBezTo>
                  <a:lnTo>
                    <a:pt x="851" y="1103"/>
                  </a:lnTo>
                  <a:lnTo>
                    <a:pt x="820" y="883"/>
                  </a:lnTo>
                  <a:cubicBezTo>
                    <a:pt x="788" y="788"/>
                    <a:pt x="820" y="662"/>
                    <a:pt x="946" y="568"/>
                  </a:cubicBezTo>
                  <a:lnTo>
                    <a:pt x="1103" y="410"/>
                  </a:lnTo>
                  <a:lnTo>
                    <a:pt x="914" y="379"/>
                  </a:lnTo>
                  <a:cubicBezTo>
                    <a:pt x="788" y="379"/>
                    <a:pt x="662" y="315"/>
                    <a:pt x="631" y="189"/>
                  </a:cubicBezTo>
                  <a:lnTo>
                    <a:pt x="5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85"/>
            <p:cNvSpPr/>
            <p:nvPr/>
          </p:nvSpPr>
          <p:spPr>
            <a:xfrm>
              <a:off x="-54383600" y="3982600"/>
              <a:ext cx="241800" cy="130775"/>
            </a:xfrm>
            <a:custGeom>
              <a:avLst/>
              <a:gdLst/>
              <a:ahLst/>
              <a:cxnLst/>
              <a:rect l="l" t="t" r="r" b="b"/>
              <a:pathLst>
                <a:path w="9672" h="5231" extrusionOk="0">
                  <a:moveTo>
                    <a:pt x="4856" y="946"/>
                  </a:moveTo>
                  <a:cubicBezTo>
                    <a:pt x="4994" y="946"/>
                    <a:pt x="5135" y="1009"/>
                    <a:pt x="5198" y="1135"/>
                  </a:cubicBezTo>
                  <a:lnTo>
                    <a:pt x="5545" y="1859"/>
                  </a:lnTo>
                  <a:lnTo>
                    <a:pt x="6301" y="1954"/>
                  </a:lnTo>
                  <a:cubicBezTo>
                    <a:pt x="6616" y="2017"/>
                    <a:pt x="6742" y="2395"/>
                    <a:pt x="6490" y="2584"/>
                  </a:cubicBezTo>
                  <a:lnTo>
                    <a:pt x="5954" y="3151"/>
                  </a:lnTo>
                  <a:lnTo>
                    <a:pt x="6049" y="3907"/>
                  </a:lnTo>
                  <a:cubicBezTo>
                    <a:pt x="6098" y="4150"/>
                    <a:pt x="5921" y="4337"/>
                    <a:pt x="5707" y="4337"/>
                  </a:cubicBezTo>
                  <a:cubicBezTo>
                    <a:pt x="5644" y="4337"/>
                    <a:pt x="5578" y="4321"/>
                    <a:pt x="5513" y="4285"/>
                  </a:cubicBezTo>
                  <a:lnTo>
                    <a:pt x="4852" y="3939"/>
                  </a:lnTo>
                  <a:lnTo>
                    <a:pt x="4159" y="4285"/>
                  </a:lnTo>
                  <a:cubicBezTo>
                    <a:pt x="4101" y="4321"/>
                    <a:pt x="4041" y="4337"/>
                    <a:pt x="3982" y="4337"/>
                  </a:cubicBezTo>
                  <a:cubicBezTo>
                    <a:pt x="3781" y="4337"/>
                    <a:pt x="3599" y="4150"/>
                    <a:pt x="3623" y="3907"/>
                  </a:cubicBezTo>
                  <a:lnTo>
                    <a:pt x="3749" y="3151"/>
                  </a:lnTo>
                  <a:lnTo>
                    <a:pt x="3182" y="2584"/>
                  </a:lnTo>
                  <a:cubicBezTo>
                    <a:pt x="3025" y="2363"/>
                    <a:pt x="3151" y="1985"/>
                    <a:pt x="3434" y="1954"/>
                  </a:cubicBezTo>
                  <a:lnTo>
                    <a:pt x="4159" y="1859"/>
                  </a:lnTo>
                  <a:lnTo>
                    <a:pt x="4537" y="1135"/>
                  </a:lnTo>
                  <a:cubicBezTo>
                    <a:pt x="4584" y="1009"/>
                    <a:pt x="4718" y="946"/>
                    <a:pt x="4856" y="946"/>
                  </a:cubicBezTo>
                  <a:close/>
                  <a:moveTo>
                    <a:pt x="1859" y="1"/>
                  </a:moveTo>
                  <a:cubicBezTo>
                    <a:pt x="819" y="1"/>
                    <a:pt x="0" y="820"/>
                    <a:pt x="0" y="1859"/>
                  </a:cubicBezTo>
                  <a:lnTo>
                    <a:pt x="0" y="4096"/>
                  </a:lnTo>
                  <a:cubicBezTo>
                    <a:pt x="32" y="4726"/>
                    <a:pt x="504" y="5230"/>
                    <a:pt x="1134" y="5230"/>
                  </a:cubicBezTo>
                  <a:lnTo>
                    <a:pt x="8569" y="5230"/>
                  </a:lnTo>
                  <a:cubicBezTo>
                    <a:pt x="9199" y="5230"/>
                    <a:pt x="9672" y="4726"/>
                    <a:pt x="9672" y="4128"/>
                  </a:cubicBezTo>
                  <a:lnTo>
                    <a:pt x="9672" y="1859"/>
                  </a:lnTo>
                  <a:cubicBezTo>
                    <a:pt x="9672" y="820"/>
                    <a:pt x="8853" y="1"/>
                    <a:pt x="78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85"/>
            <p:cNvSpPr/>
            <p:nvPr/>
          </p:nvSpPr>
          <p:spPr>
            <a:xfrm>
              <a:off x="-54403300" y="4122000"/>
              <a:ext cx="58300" cy="140225"/>
            </a:xfrm>
            <a:custGeom>
              <a:avLst/>
              <a:gdLst/>
              <a:ahLst/>
              <a:cxnLst/>
              <a:rect l="l" t="t" r="r" b="b"/>
              <a:pathLst>
                <a:path w="2332" h="5609" extrusionOk="0">
                  <a:moveTo>
                    <a:pt x="820" y="1"/>
                  </a:moveTo>
                  <a:lnTo>
                    <a:pt x="820" y="3088"/>
                  </a:lnTo>
                  <a:cubicBezTo>
                    <a:pt x="820" y="3561"/>
                    <a:pt x="631" y="4034"/>
                    <a:pt x="315" y="4349"/>
                  </a:cubicBezTo>
                  <a:cubicBezTo>
                    <a:pt x="0" y="4664"/>
                    <a:pt x="32" y="5136"/>
                    <a:pt x="315" y="5420"/>
                  </a:cubicBezTo>
                  <a:cubicBezTo>
                    <a:pt x="473" y="5546"/>
                    <a:pt x="662" y="5609"/>
                    <a:pt x="851" y="5609"/>
                  </a:cubicBezTo>
                  <a:cubicBezTo>
                    <a:pt x="1040" y="5609"/>
                    <a:pt x="1229" y="5546"/>
                    <a:pt x="1387" y="5420"/>
                  </a:cubicBezTo>
                  <a:cubicBezTo>
                    <a:pt x="2017" y="4790"/>
                    <a:pt x="2332" y="3939"/>
                    <a:pt x="2332" y="3088"/>
                  </a:cubicBezTo>
                  <a:lnTo>
                    <a:pt x="2332" y="379"/>
                  </a:lnTo>
                  <a:lnTo>
                    <a:pt x="1954" y="379"/>
                  </a:lnTo>
                  <a:cubicBezTo>
                    <a:pt x="1913" y="382"/>
                    <a:pt x="1874" y="383"/>
                    <a:pt x="1836" y="383"/>
                  </a:cubicBezTo>
                  <a:cubicBezTo>
                    <a:pt x="1422" y="383"/>
                    <a:pt x="1108" y="232"/>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85"/>
            <p:cNvSpPr/>
            <p:nvPr/>
          </p:nvSpPr>
          <p:spPr>
            <a:xfrm>
              <a:off x="-54346600" y="4132250"/>
              <a:ext cx="167800" cy="168575"/>
            </a:xfrm>
            <a:custGeom>
              <a:avLst/>
              <a:gdLst/>
              <a:ahLst/>
              <a:cxnLst/>
              <a:rect l="l" t="t" r="r" b="b"/>
              <a:pathLst>
                <a:path w="6712" h="6743" extrusionOk="0">
                  <a:moveTo>
                    <a:pt x="1860" y="757"/>
                  </a:moveTo>
                  <a:cubicBezTo>
                    <a:pt x="2049" y="757"/>
                    <a:pt x="2206" y="914"/>
                    <a:pt x="2206" y="1103"/>
                  </a:cubicBezTo>
                  <a:cubicBezTo>
                    <a:pt x="2206" y="1292"/>
                    <a:pt x="2049" y="1450"/>
                    <a:pt x="1860" y="1450"/>
                  </a:cubicBezTo>
                  <a:cubicBezTo>
                    <a:pt x="1846" y="1452"/>
                    <a:pt x="1832" y="1454"/>
                    <a:pt x="1818" y="1454"/>
                  </a:cubicBezTo>
                  <a:cubicBezTo>
                    <a:pt x="1671" y="1454"/>
                    <a:pt x="1513" y="1305"/>
                    <a:pt x="1513" y="1103"/>
                  </a:cubicBezTo>
                  <a:cubicBezTo>
                    <a:pt x="1513" y="914"/>
                    <a:pt x="1671" y="757"/>
                    <a:pt x="1860" y="757"/>
                  </a:cubicBezTo>
                  <a:close/>
                  <a:moveTo>
                    <a:pt x="4884" y="788"/>
                  </a:moveTo>
                  <a:cubicBezTo>
                    <a:pt x="5105" y="788"/>
                    <a:pt x="5262" y="946"/>
                    <a:pt x="5262" y="1135"/>
                  </a:cubicBezTo>
                  <a:cubicBezTo>
                    <a:pt x="5262" y="1324"/>
                    <a:pt x="5105" y="1481"/>
                    <a:pt x="4884" y="1481"/>
                  </a:cubicBezTo>
                  <a:cubicBezTo>
                    <a:pt x="4695" y="1481"/>
                    <a:pt x="4537" y="1324"/>
                    <a:pt x="4537" y="1135"/>
                  </a:cubicBezTo>
                  <a:cubicBezTo>
                    <a:pt x="4537" y="946"/>
                    <a:pt x="4695" y="788"/>
                    <a:pt x="4884" y="788"/>
                  </a:cubicBezTo>
                  <a:close/>
                  <a:moveTo>
                    <a:pt x="4455" y="3316"/>
                  </a:moveTo>
                  <a:cubicBezTo>
                    <a:pt x="4545" y="3316"/>
                    <a:pt x="4632" y="3356"/>
                    <a:pt x="4695" y="3435"/>
                  </a:cubicBezTo>
                  <a:cubicBezTo>
                    <a:pt x="4853" y="3592"/>
                    <a:pt x="4853" y="3813"/>
                    <a:pt x="4695" y="3939"/>
                  </a:cubicBezTo>
                  <a:cubicBezTo>
                    <a:pt x="4348" y="4285"/>
                    <a:pt x="3876" y="4474"/>
                    <a:pt x="3403" y="4474"/>
                  </a:cubicBezTo>
                  <a:cubicBezTo>
                    <a:pt x="2931" y="4474"/>
                    <a:pt x="2427" y="4285"/>
                    <a:pt x="2112" y="3939"/>
                  </a:cubicBezTo>
                  <a:cubicBezTo>
                    <a:pt x="1954" y="3781"/>
                    <a:pt x="1954" y="3529"/>
                    <a:pt x="2112" y="3435"/>
                  </a:cubicBezTo>
                  <a:cubicBezTo>
                    <a:pt x="2190" y="3356"/>
                    <a:pt x="2285" y="3316"/>
                    <a:pt x="2375" y="3316"/>
                  </a:cubicBezTo>
                  <a:cubicBezTo>
                    <a:pt x="2466" y="3316"/>
                    <a:pt x="2553" y="3356"/>
                    <a:pt x="2616" y="3435"/>
                  </a:cubicBezTo>
                  <a:cubicBezTo>
                    <a:pt x="2836" y="3639"/>
                    <a:pt x="3120" y="3742"/>
                    <a:pt x="3403" y="3742"/>
                  </a:cubicBezTo>
                  <a:cubicBezTo>
                    <a:pt x="3687" y="3742"/>
                    <a:pt x="3970" y="3639"/>
                    <a:pt x="4191" y="3435"/>
                  </a:cubicBezTo>
                  <a:cubicBezTo>
                    <a:pt x="4270" y="3356"/>
                    <a:pt x="4364" y="3316"/>
                    <a:pt x="4455" y="3316"/>
                  </a:cubicBezTo>
                  <a:close/>
                  <a:moveTo>
                    <a:pt x="757" y="1"/>
                  </a:moveTo>
                  <a:lnTo>
                    <a:pt x="757" y="2710"/>
                  </a:lnTo>
                  <a:cubicBezTo>
                    <a:pt x="757" y="3529"/>
                    <a:pt x="536" y="4285"/>
                    <a:pt x="1" y="5010"/>
                  </a:cubicBezTo>
                  <a:cubicBezTo>
                    <a:pt x="757" y="6049"/>
                    <a:pt x="1986" y="6743"/>
                    <a:pt x="3372" y="6743"/>
                  </a:cubicBezTo>
                  <a:cubicBezTo>
                    <a:pt x="4727" y="6743"/>
                    <a:pt x="5955" y="6049"/>
                    <a:pt x="6711" y="5010"/>
                  </a:cubicBezTo>
                  <a:cubicBezTo>
                    <a:pt x="6207" y="4285"/>
                    <a:pt x="5955" y="3498"/>
                    <a:pt x="5955" y="2710"/>
                  </a:cubicBezTo>
                  <a:lnTo>
                    <a:pt x="59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85"/>
            <p:cNvSpPr/>
            <p:nvPr/>
          </p:nvSpPr>
          <p:spPr>
            <a:xfrm>
              <a:off x="-54177250" y="4122000"/>
              <a:ext cx="57500" cy="141025"/>
            </a:xfrm>
            <a:custGeom>
              <a:avLst/>
              <a:gdLst/>
              <a:ahLst/>
              <a:cxnLst/>
              <a:rect l="l" t="t" r="r" b="b"/>
              <a:pathLst>
                <a:path w="2300" h="5641" extrusionOk="0">
                  <a:moveTo>
                    <a:pt x="1481" y="1"/>
                  </a:moveTo>
                  <a:cubicBezTo>
                    <a:pt x="1166" y="253"/>
                    <a:pt x="756" y="411"/>
                    <a:pt x="378" y="411"/>
                  </a:cubicBezTo>
                  <a:lnTo>
                    <a:pt x="0" y="411"/>
                  </a:lnTo>
                  <a:lnTo>
                    <a:pt x="0" y="3120"/>
                  </a:lnTo>
                  <a:cubicBezTo>
                    <a:pt x="0" y="4034"/>
                    <a:pt x="378" y="4821"/>
                    <a:pt x="945" y="5451"/>
                  </a:cubicBezTo>
                  <a:cubicBezTo>
                    <a:pt x="1103" y="5577"/>
                    <a:pt x="1292" y="5640"/>
                    <a:pt x="1481" y="5640"/>
                  </a:cubicBezTo>
                  <a:cubicBezTo>
                    <a:pt x="1670" y="5640"/>
                    <a:pt x="1859" y="5577"/>
                    <a:pt x="2017" y="5451"/>
                  </a:cubicBezTo>
                  <a:cubicBezTo>
                    <a:pt x="2300" y="5136"/>
                    <a:pt x="2300" y="4664"/>
                    <a:pt x="1985" y="4380"/>
                  </a:cubicBezTo>
                  <a:cubicBezTo>
                    <a:pt x="1639" y="4034"/>
                    <a:pt x="1481" y="3466"/>
                    <a:pt x="1481" y="1576"/>
                  </a:cubicBez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9" name="Google Shape;6499;p85"/>
          <p:cNvGrpSpPr/>
          <p:nvPr/>
        </p:nvGrpSpPr>
        <p:grpSpPr>
          <a:xfrm>
            <a:off x="7493951" y="2733559"/>
            <a:ext cx="356298" cy="356973"/>
            <a:chOff x="-52458650" y="3194400"/>
            <a:chExt cx="316625" cy="317225"/>
          </a:xfrm>
        </p:grpSpPr>
        <p:sp>
          <p:nvSpPr>
            <p:cNvPr id="6500" name="Google Shape;6500;p85"/>
            <p:cNvSpPr/>
            <p:nvPr/>
          </p:nvSpPr>
          <p:spPr>
            <a:xfrm>
              <a:off x="-52458650" y="3194400"/>
              <a:ext cx="316625" cy="166000"/>
            </a:xfrm>
            <a:custGeom>
              <a:avLst/>
              <a:gdLst/>
              <a:ahLst/>
              <a:cxnLst/>
              <a:rect l="l" t="t" r="r" b="b"/>
              <a:pathLst>
                <a:path w="12665" h="6640" extrusionOk="0">
                  <a:moveTo>
                    <a:pt x="6309" y="0"/>
                  </a:moveTo>
                  <a:cubicBezTo>
                    <a:pt x="6254" y="0"/>
                    <a:pt x="6207" y="8"/>
                    <a:pt x="6175" y="24"/>
                  </a:cubicBezTo>
                  <a:lnTo>
                    <a:pt x="189" y="3017"/>
                  </a:lnTo>
                  <a:cubicBezTo>
                    <a:pt x="63" y="3080"/>
                    <a:pt x="0" y="3206"/>
                    <a:pt x="0" y="3332"/>
                  </a:cubicBezTo>
                  <a:cubicBezTo>
                    <a:pt x="0" y="3489"/>
                    <a:pt x="63" y="3615"/>
                    <a:pt x="189" y="3647"/>
                  </a:cubicBezTo>
                  <a:lnTo>
                    <a:pt x="2394" y="4434"/>
                  </a:lnTo>
                  <a:lnTo>
                    <a:pt x="3025" y="3143"/>
                  </a:lnTo>
                  <a:cubicBezTo>
                    <a:pt x="3088" y="3017"/>
                    <a:pt x="3214" y="2922"/>
                    <a:pt x="3340" y="2922"/>
                  </a:cubicBezTo>
                  <a:lnTo>
                    <a:pt x="9326" y="2922"/>
                  </a:lnTo>
                  <a:cubicBezTo>
                    <a:pt x="9483" y="2922"/>
                    <a:pt x="9609" y="3017"/>
                    <a:pt x="9641" y="3143"/>
                  </a:cubicBezTo>
                  <a:lnTo>
                    <a:pt x="10271" y="4434"/>
                  </a:lnTo>
                  <a:lnTo>
                    <a:pt x="11940" y="3836"/>
                  </a:lnTo>
                  <a:lnTo>
                    <a:pt x="11940" y="6293"/>
                  </a:lnTo>
                  <a:cubicBezTo>
                    <a:pt x="11940" y="6482"/>
                    <a:pt x="12098" y="6640"/>
                    <a:pt x="12287" y="6640"/>
                  </a:cubicBezTo>
                  <a:cubicBezTo>
                    <a:pt x="12476" y="6640"/>
                    <a:pt x="12634" y="6482"/>
                    <a:pt x="12634" y="6293"/>
                  </a:cubicBezTo>
                  <a:lnTo>
                    <a:pt x="12634" y="3300"/>
                  </a:lnTo>
                  <a:cubicBezTo>
                    <a:pt x="12665" y="3206"/>
                    <a:pt x="12634" y="3048"/>
                    <a:pt x="12508" y="3017"/>
                  </a:cubicBezTo>
                  <a:lnTo>
                    <a:pt x="6490" y="24"/>
                  </a:lnTo>
                  <a:cubicBezTo>
                    <a:pt x="6427" y="8"/>
                    <a:pt x="6364" y="0"/>
                    <a:pt x="63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85"/>
            <p:cNvSpPr/>
            <p:nvPr/>
          </p:nvSpPr>
          <p:spPr>
            <a:xfrm>
              <a:off x="-52379100" y="3287125"/>
              <a:ext cx="156750" cy="18925"/>
            </a:xfrm>
            <a:custGeom>
              <a:avLst/>
              <a:gdLst/>
              <a:ahLst/>
              <a:cxnLst/>
              <a:rect l="l" t="t" r="r" b="b"/>
              <a:pathLst>
                <a:path w="6270" h="757" extrusionOk="0">
                  <a:moveTo>
                    <a:pt x="378" y="1"/>
                  </a:moveTo>
                  <a:lnTo>
                    <a:pt x="0" y="757"/>
                  </a:lnTo>
                  <a:lnTo>
                    <a:pt x="6270" y="757"/>
                  </a:lnTo>
                  <a:lnTo>
                    <a:pt x="58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85"/>
            <p:cNvSpPr/>
            <p:nvPr/>
          </p:nvSpPr>
          <p:spPr>
            <a:xfrm>
              <a:off x="-52383825" y="3361950"/>
              <a:ext cx="55150" cy="37050"/>
            </a:xfrm>
            <a:custGeom>
              <a:avLst/>
              <a:gdLst/>
              <a:ahLst/>
              <a:cxnLst/>
              <a:rect l="l" t="t" r="r" b="b"/>
              <a:pathLst>
                <a:path w="2206" h="1482" extrusionOk="0">
                  <a:moveTo>
                    <a:pt x="347" y="1"/>
                  </a:moveTo>
                  <a:cubicBezTo>
                    <a:pt x="158" y="1"/>
                    <a:pt x="0" y="158"/>
                    <a:pt x="0" y="379"/>
                  </a:cubicBezTo>
                  <a:lnTo>
                    <a:pt x="0" y="1104"/>
                  </a:lnTo>
                  <a:cubicBezTo>
                    <a:pt x="0" y="1293"/>
                    <a:pt x="158" y="1450"/>
                    <a:pt x="347" y="1450"/>
                  </a:cubicBezTo>
                  <a:lnTo>
                    <a:pt x="1103" y="1450"/>
                  </a:lnTo>
                  <a:lnTo>
                    <a:pt x="1103" y="1482"/>
                  </a:lnTo>
                  <a:cubicBezTo>
                    <a:pt x="1733" y="1482"/>
                    <a:pt x="2205" y="946"/>
                    <a:pt x="2205" y="379"/>
                  </a:cubicBezTo>
                  <a:cubicBezTo>
                    <a:pt x="2205" y="158"/>
                    <a:pt x="2048" y="1"/>
                    <a:pt x="18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85"/>
            <p:cNvSpPr/>
            <p:nvPr/>
          </p:nvSpPr>
          <p:spPr>
            <a:xfrm>
              <a:off x="-52401950" y="3380075"/>
              <a:ext cx="204800" cy="131550"/>
            </a:xfrm>
            <a:custGeom>
              <a:avLst/>
              <a:gdLst/>
              <a:ahLst/>
              <a:cxnLst/>
              <a:rect l="l" t="t" r="r" b="b"/>
              <a:pathLst>
                <a:path w="8192" h="5262" extrusionOk="0">
                  <a:moveTo>
                    <a:pt x="5085" y="1804"/>
                  </a:moveTo>
                  <a:cubicBezTo>
                    <a:pt x="5175" y="1804"/>
                    <a:pt x="5262" y="1843"/>
                    <a:pt x="5325" y="1922"/>
                  </a:cubicBezTo>
                  <a:cubicBezTo>
                    <a:pt x="5514" y="2080"/>
                    <a:pt x="5514" y="2332"/>
                    <a:pt x="5356" y="2426"/>
                  </a:cubicBezTo>
                  <a:cubicBezTo>
                    <a:pt x="5010" y="2804"/>
                    <a:pt x="4537" y="2993"/>
                    <a:pt x="4065" y="2993"/>
                  </a:cubicBezTo>
                  <a:cubicBezTo>
                    <a:pt x="3561" y="2993"/>
                    <a:pt x="3088" y="2804"/>
                    <a:pt x="2710" y="2426"/>
                  </a:cubicBezTo>
                  <a:cubicBezTo>
                    <a:pt x="2552" y="2269"/>
                    <a:pt x="2552" y="2048"/>
                    <a:pt x="2710" y="1922"/>
                  </a:cubicBezTo>
                  <a:cubicBezTo>
                    <a:pt x="2789" y="1843"/>
                    <a:pt x="2891" y="1804"/>
                    <a:pt x="2990" y="1804"/>
                  </a:cubicBezTo>
                  <a:cubicBezTo>
                    <a:pt x="3088" y="1804"/>
                    <a:pt x="3182" y="1843"/>
                    <a:pt x="3245" y="1922"/>
                  </a:cubicBezTo>
                  <a:cubicBezTo>
                    <a:pt x="3450" y="2143"/>
                    <a:pt x="3734" y="2253"/>
                    <a:pt x="4021" y="2253"/>
                  </a:cubicBezTo>
                  <a:cubicBezTo>
                    <a:pt x="4309" y="2253"/>
                    <a:pt x="4600" y="2143"/>
                    <a:pt x="4821" y="1922"/>
                  </a:cubicBezTo>
                  <a:cubicBezTo>
                    <a:pt x="4899" y="1843"/>
                    <a:pt x="4994" y="1804"/>
                    <a:pt x="5085" y="1804"/>
                  </a:cubicBezTo>
                  <a:close/>
                  <a:moveTo>
                    <a:pt x="3655" y="0"/>
                  </a:moveTo>
                  <a:cubicBezTo>
                    <a:pt x="3498" y="851"/>
                    <a:pt x="2710" y="1481"/>
                    <a:pt x="1859" y="1481"/>
                  </a:cubicBezTo>
                  <a:lnTo>
                    <a:pt x="1103" y="1481"/>
                  </a:lnTo>
                  <a:cubicBezTo>
                    <a:pt x="473" y="1481"/>
                    <a:pt x="0" y="977"/>
                    <a:pt x="0" y="379"/>
                  </a:cubicBezTo>
                  <a:lnTo>
                    <a:pt x="0" y="1135"/>
                  </a:lnTo>
                  <a:cubicBezTo>
                    <a:pt x="0" y="3371"/>
                    <a:pt x="1859" y="5262"/>
                    <a:pt x="4096" y="5262"/>
                  </a:cubicBezTo>
                  <a:cubicBezTo>
                    <a:pt x="6333" y="5262"/>
                    <a:pt x="8192" y="3403"/>
                    <a:pt x="8192" y="1135"/>
                  </a:cubicBezTo>
                  <a:lnTo>
                    <a:pt x="8192" y="379"/>
                  </a:lnTo>
                  <a:cubicBezTo>
                    <a:pt x="8160" y="1009"/>
                    <a:pt x="7656" y="1481"/>
                    <a:pt x="7058" y="1481"/>
                  </a:cubicBezTo>
                  <a:lnTo>
                    <a:pt x="6301" y="1481"/>
                  </a:lnTo>
                  <a:cubicBezTo>
                    <a:pt x="5388" y="1481"/>
                    <a:pt x="4663" y="851"/>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85"/>
            <p:cNvSpPr/>
            <p:nvPr/>
          </p:nvSpPr>
          <p:spPr>
            <a:xfrm>
              <a:off x="-52272000" y="3361950"/>
              <a:ext cx="55175" cy="37050"/>
            </a:xfrm>
            <a:custGeom>
              <a:avLst/>
              <a:gdLst/>
              <a:ahLst/>
              <a:cxnLst/>
              <a:rect l="l" t="t" r="r" b="b"/>
              <a:pathLst>
                <a:path w="2207" h="1482" extrusionOk="0">
                  <a:moveTo>
                    <a:pt x="347" y="1"/>
                  </a:moveTo>
                  <a:cubicBezTo>
                    <a:pt x="158" y="1"/>
                    <a:pt x="1" y="158"/>
                    <a:pt x="1" y="379"/>
                  </a:cubicBezTo>
                  <a:cubicBezTo>
                    <a:pt x="1" y="1009"/>
                    <a:pt x="505" y="1482"/>
                    <a:pt x="1103" y="1482"/>
                  </a:cubicBezTo>
                  <a:lnTo>
                    <a:pt x="1860" y="1482"/>
                  </a:lnTo>
                  <a:cubicBezTo>
                    <a:pt x="2049" y="1482"/>
                    <a:pt x="2206" y="1324"/>
                    <a:pt x="2206" y="1104"/>
                  </a:cubicBezTo>
                  <a:lnTo>
                    <a:pt x="2206" y="379"/>
                  </a:lnTo>
                  <a:cubicBezTo>
                    <a:pt x="2206" y="158"/>
                    <a:pt x="2049" y="1"/>
                    <a:pt x="1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85"/>
            <p:cNvSpPr/>
            <p:nvPr/>
          </p:nvSpPr>
          <p:spPr>
            <a:xfrm>
              <a:off x="-52402750" y="3324950"/>
              <a:ext cx="204825" cy="46475"/>
            </a:xfrm>
            <a:custGeom>
              <a:avLst/>
              <a:gdLst/>
              <a:ahLst/>
              <a:cxnLst/>
              <a:rect l="l" t="t" r="r" b="b"/>
              <a:pathLst>
                <a:path w="8193" h="1859" extrusionOk="0">
                  <a:moveTo>
                    <a:pt x="1" y="0"/>
                  </a:moveTo>
                  <a:lnTo>
                    <a:pt x="1" y="1859"/>
                  </a:lnTo>
                  <a:cubicBezTo>
                    <a:pt x="1" y="1229"/>
                    <a:pt x="505" y="725"/>
                    <a:pt x="1104" y="725"/>
                  </a:cubicBezTo>
                  <a:lnTo>
                    <a:pt x="2584" y="725"/>
                  </a:lnTo>
                  <a:cubicBezTo>
                    <a:pt x="3057" y="725"/>
                    <a:pt x="3498" y="1071"/>
                    <a:pt x="3656" y="1481"/>
                  </a:cubicBezTo>
                  <a:lnTo>
                    <a:pt x="4538" y="1481"/>
                  </a:lnTo>
                  <a:cubicBezTo>
                    <a:pt x="4695" y="1071"/>
                    <a:pt x="5073" y="725"/>
                    <a:pt x="5577" y="725"/>
                  </a:cubicBezTo>
                  <a:lnTo>
                    <a:pt x="7090" y="725"/>
                  </a:lnTo>
                  <a:cubicBezTo>
                    <a:pt x="7720" y="725"/>
                    <a:pt x="8192" y="1260"/>
                    <a:pt x="8192" y="1859"/>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85"/>
            <p:cNvSpPr/>
            <p:nvPr/>
          </p:nvSpPr>
          <p:spPr>
            <a:xfrm>
              <a:off x="-52440550" y="3349350"/>
              <a:ext cx="18925" cy="63825"/>
            </a:xfrm>
            <a:custGeom>
              <a:avLst/>
              <a:gdLst/>
              <a:ahLst/>
              <a:cxnLst/>
              <a:rect l="l" t="t" r="r" b="b"/>
              <a:pathLst>
                <a:path w="757" h="2553" extrusionOk="0">
                  <a:moveTo>
                    <a:pt x="757" y="1"/>
                  </a:moveTo>
                  <a:cubicBezTo>
                    <a:pt x="284" y="190"/>
                    <a:pt x="1" y="725"/>
                    <a:pt x="1" y="1261"/>
                  </a:cubicBezTo>
                  <a:cubicBezTo>
                    <a:pt x="1" y="1797"/>
                    <a:pt x="316" y="2301"/>
                    <a:pt x="757" y="2553"/>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85"/>
            <p:cNvSpPr/>
            <p:nvPr/>
          </p:nvSpPr>
          <p:spPr>
            <a:xfrm>
              <a:off x="-52179050" y="334857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8" name="Google Shape;6508;p85"/>
          <p:cNvGrpSpPr/>
          <p:nvPr/>
        </p:nvGrpSpPr>
        <p:grpSpPr>
          <a:xfrm>
            <a:off x="4862826" y="2738651"/>
            <a:ext cx="314662" cy="358971"/>
            <a:chOff x="-54793175" y="3198925"/>
            <a:chExt cx="279625" cy="319000"/>
          </a:xfrm>
        </p:grpSpPr>
        <p:sp>
          <p:nvSpPr>
            <p:cNvPr id="6509" name="Google Shape;6509;p85"/>
            <p:cNvSpPr/>
            <p:nvPr/>
          </p:nvSpPr>
          <p:spPr>
            <a:xfrm>
              <a:off x="-54532475" y="3354075"/>
              <a:ext cx="18925" cy="60675"/>
            </a:xfrm>
            <a:custGeom>
              <a:avLst/>
              <a:gdLst/>
              <a:ahLst/>
              <a:cxnLst/>
              <a:rect l="l" t="t" r="r" b="b"/>
              <a:pathLst>
                <a:path w="757" h="2427" extrusionOk="0">
                  <a:moveTo>
                    <a:pt x="1" y="1"/>
                  </a:moveTo>
                  <a:lnTo>
                    <a:pt x="1" y="788"/>
                  </a:lnTo>
                  <a:cubicBezTo>
                    <a:pt x="158" y="1355"/>
                    <a:pt x="190" y="1891"/>
                    <a:pt x="190" y="2427"/>
                  </a:cubicBezTo>
                  <a:cubicBezTo>
                    <a:pt x="505" y="2143"/>
                    <a:pt x="757" y="1734"/>
                    <a:pt x="757" y="1261"/>
                  </a:cubicBezTo>
                  <a:cubicBezTo>
                    <a:pt x="757" y="725"/>
                    <a:pt x="473"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85"/>
            <p:cNvSpPr/>
            <p:nvPr/>
          </p:nvSpPr>
          <p:spPr>
            <a:xfrm>
              <a:off x="-54793175" y="3198925"/>
              <a:ext cx="97675" cy="126050"/>
            </a:xfrm>
            <a:custGeom>
              <a:avLst/>
              <a:gdLst/>
              <a:ahLst/>
              <a:cxnLst/>
              <a:rect l="l" t="t" r="r" b="b"/>
              <a:pathLst>
                <a:path w="3907" h="5042" extrusionOk="0">
                  <a:moveTo>
                    <a:pt x="2993" y="0"/>
                  </a:moveTo>
                  <a:cubicBezTo>
                    <a:pt x="2426" y="0"/>
                    <a:pt x="1954" y="315"/>
                    <a:pt x="1702" y="756"/>
                  </a:cubicBezTo>
                  <a:cubicBezTo>
                    <a:pt x="1632" y="746"/>
                    <a:pt x="1562" y="742"/>
                    <a:pt x="1494" y="742"/>
                  </a:cubicBezTo>
                  <a:cubicBezTo>
                    <a:pt x="695" y="742"/>
                    <a:pt x="0" y="1396"/>
                    <a:pt x="0" y="2237"/>
                  </a:cubicBezTo>
                  <a:cubicBezTo>
                    <a:pt x="0" y="2521"/>
                    <a:pt x="63" y="2741"/>
                    <a:pt x="190" y="2993"/>
                  </a:cubicBezTo>
                  <a:cubicBezTo>
                    <a:pt x="63" y="3214"/>
                    <a:pt x="0" y="3466"/>
                    <a:pt x="0" y="3749"/>
                  </a:cubicBezTo>
                  <a:cubicBezTo>
                    <a:pt x="0" y="4285"/>
                    <a:pt x="316" y="4758"/>
                    <a:pt x="757" y="5041"/>
                  </a:cubicBezTo>
                  <a:lnTo>
                    <a:pt x="757" y="4852"/>
                  </a:lnTo>
                  <a:cubicBezTo>
                    <a:pt x="757" y="2804"/>
                    <a:pt x="2048" y="1008"/>
                    <a:pt x="3907" y="315"/>
                  </a:cubicBezTo>
                  <a:cubicBezTo>
                    <a:pt x="3655" y="126"/>
                    <a:pt x="3340" y="0"/>
                    <a:pt x="29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85"/>
            <p:cNvSpPr/>
            <p:nvPr/>
          </p:nvSpPr>
          <p:spPr>
            <a:xfrm>
              <a:off x="-54624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85"/>
            <p:cNvSpPr/>
            <p:nvPr/>
          </p:nvSpPr>
          <p:spPr>
            <a:xfrm>
              <a:off x="-54737250" y="3349350"/>
              <a:ext cx="55150" cy="55175"/>
            </a:xfrm>
            <a:custGeom>
              <a:avLst/>
              <a:gdLst/>
              <a:ahLst/>
              <a:cxnLst/>
              <a:rect l="l" t="t" r="r" b="b"/>
              <a:pathLst>
                <a:path w="2206" h="2207" extrusionOk="0">
                  <a:moveTo>
                    <a:pt x="1103" y="1"/>
                  </a:moveTo>
                  <a:cubicBezTo>
                    <a:pt x="504" y="1"/>
                    <a:pt x="0" y="505"/>
                    <a:pt x="0" y="1103"/>
                  </a:cubicBezTo>
                  <a:cubicBezTo>
                    <a:pt x="0" y="1702"/>
                    <a:pt x="504" y="2206"/>
                    <a:pt x="1103" y="2206"/>
                  </a:cubicBezTo>
                  <a:cubicBezTo>
                    <a:pt x="1733" y="2206"/>
                    <a:pt x="2206" y="1702"/>
                    <a:pt x="2206" y="1103"/>
                  </a:cubicBezTo>
                  <a:cubicBezTo>
                    <a:pt x="2206" y="505"/>
                    <a:pt x="1733"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85"/>
            <p:cNvSpPr/>
            <p:nvPr/>
          </p:nvSpPr>
          <p:spPr>
            <a:xfrm>
              <a:off x="-54770325" y="3218600"/>
              <a:ext cx="233925" cy="299325"/>
            </a:xfrm>
            <a:custGeom>
              <a:avLst/>
              <a:gdLst/>
              <a:ahLst/>
              <a:cxnLst/>
              <a:rect l="l" t="t" r="r" b="b"/>
              <a:pathLst>
                <a:path w="9357" h="11973" extrusionOk="0">
                  <a:moveTo>
                    <a:pt x="6175" y="2962"/>
                  </a:moveTo>
                  <a:cubicBezTo>
                    <a:pt x="6364" y="2962"/>
                    <a:pt x="6522" y="3120"/>
                    <a:pt x="6522" y="3309"/>
                  </a:cubicBezTo>
                  <a:cubicBezTo>
                    <a:pt x="6522" y="3498"/>
                    <a:pt x="6364" y="3656"/>
                    <a:pt x="6175" y="3656"/>
                  </a:cubicBezTo>
                  <a:lnTo>
                    <a:pt x="3182" y="3656"/>
                  </a:lnTo>
                  <a:cubicBezTo>
                    <a:pt x="2993" y="3656"/>
                    <a:pt x="2836" y="3498"/>
                    <a:pt x="2836" y="3309"/>
                  </a:cubicBezTo>
                  <a:cubicBezTo>
                    <a:pt x="2836" y="3120"/>
                    <a:pt x="2993" y="2962"/>
                    <a:pt x="3182" y="2962"/>
                  </a:cubicBezTo>
                  <a:close/>
                  <a:moveTo>
                    <a:pt x="6931" y="4443"/>
                  </a:moveTo>
                  <a:cubicBezTo>
                    <a:pt x="9357" y="4443"/>
                    <a:pt x="9357" y="8192"/>
                    <a:pt x="6931" y="8192"/>
                  </a:cubicBezTo>
                  <a:cubicBezTo>
                    <a:pt x="6018" y="8192"/>
                    <a:pt x="5261" y="7562"/>
                    <a:pt x="5104" y="6680"/>
                  </a:cubicBezTo>
                  <a:lnTo>
                    <a:pt x="4285" y="6680"/>
                  </a:lnTo>
                  <a:cubicBezTo>
                    <a:pt x="4127" y="7562"/>
                    <a:pt x="3340" y="8192"/>
                    <a:pt x="2458" y="8192"/>
                  </a:cubicBezTo>
                  <a:cubicBezTo>
                    <a:pt x="0" y="8192"/>
                    <a:pt x="0" y="4443"/>
                    <a:pt x="2458" y="4443"/>
                  </a:cubicBezTo>
                  <a:cubicBezTo>
                    <a:pt x="3371" y="4443"/>
                    <a:pt x="4127" y="5073"/>
                    <a:pt x="4285" y="5955"/>
                  </a:cubicBezTo>
                  <a:lnTo>
                    <a:pt x="5104" y="5955"/>
                  </a:lnTo>
                  <a:cubicBezTo>
                    <a:pt x="5261" y="5073"/>
                    <a:pt x="6049" y="4443"/>
                    <a:pt x="6931" y="4443"/>
                  </a:cubicBezTo>
                  <a:close/>
                  <a:moveTo>
                    <a:pt x="5695" y="8547"/>
                  </a:moveTo>
                  <a:cubicBezTo>
                    <a:pt x="5789" y="8547"/>
                    <a:pt x="5876" y="8586"/>
                    <a:pt x="5923" y="8665"/>
                  </a:cubicBezTo>
                  <a:cubicBezTo>
                    <a:pt x="6144" y="8791"/>
                    <a:pt x="6144" y="9011"/>
                    <a:pt x="5986" y="9169"/>
                  </a:cubicBezTo>
                  <a:cubicBezTo>
                    <a:pt x="5608" y="9515"/>
                    <a:pt x="5135" y="9704"/>
                    <a:pt x="4631" y="9704"/>
                  </a:cubicBezTo>
                  <a:cubicBezTo>
                    <a:pt x="4127" y="9704"/>
                    <a:pt x="3655" y="9515"/>
                    <a:pt x="3340" y="9169"/>
                  </a:cubicBezTo>
                  <a:cubicBezTo>
                    <a:pt x="3182" y="9011"/>
                    <a:pt x="3182" y="8791"/>
                    <a:pt x="3340" y="8665"/>
                  </a:cubicBezTo>
                  <a:cubicBezTo>
                    <a:pt x="3418" y="8586"/>
                    <a:pt x="3513" y="8547"/>
                    <a:pt x="3603" y="8547"/>
                  </a:cubicBezTo>
                  <a:cubicBezTo>
                    <a:pt x="3694" y="8547"/>
                    <a:pt x="3781" y="8586"/>
                    <a:pt x="3844" y="8665"/>
                  </a:cubicBezTo>
                  <a:cubicBezTo>
                    <a:pt x="4064" y="8885"/>
                    <a:pt x="4348" y="8996"/>
                    <a:pt x="4631" y="8996"/>
                  </a:cubicBezTo>
                  <a:cubicBezTo>
                    <a:pt x="4915" y="8996"/>
                    <a:pt x="5198" y="8885"/>
                    <a:pt x="5419" y="8665"/>
                  </a:cubicBezTo>
                  <a:cubicBezTo>
                    <a:pt x="5498" y="8586"/>
                    <a:pt x="5600" y="8547"/>
                    <a:pt x="5695" y="8547"/>
                  </a:cubicBezTo>
                  <a:close/>
                  <a:moveTo>
                    <a:pt x="4663" y="1"/>
                  </a:moveTo>
                  <a:cubicBezTo>
                    <a:pt x="2426" y="1"/>
                    <a:pt x="599" y="1828"/>
                    <a:pt x="599" y="4097"/>
                  </a:cubicBezTo>
                  <a:lnTo>
                    <a:pt x="599" y="6270"/>
                  </a:lnTo>
                  <a:cubicBezTo>
                    <a:pt x="158" y="7751"/>
                    <a:pt x="441" y="9137"/>
                    <a:pt x="1260" y="10240"/>
                  </a:cubicBezTo>
                  <a:cubicBezTo>
                    <a:pt x="2079" y="11343"/>
                    <a:pt x="3340" y="11973"/>
                    <a:pt x="4663" y="11973"/>
                  </a:cubicBezTo>
                  <a:cubicBezTo>
                    <a:pt x="6018" y="11973"/>
                    <a:pt x="7309" y="11343"/>
                    <a:pt x="8097" y="10240"/>
                  </a:cubicBezTo>
                  <a:cubicBezTo>
                    <a:pt x="8916" y="9169"/>
                    <a:pt x="9200" y="7783"/>
                    <a:pt x="8758" y="6270"/>
                  </a:cubicBezTo>
                  <a:lnTo>
                    <a:pt x="8758" y="4097"/>
                  </a:lnTo>
                  <a:cubicBezTo>
                    <a:pt x="8758" y="2994"/>
                    <a:pt x="8349" y="1954"/>
                    <a:pt x="7593" y="1167"/>
                  </a:cubicBezTo>
                  <a:cubicBezTo>
                    <a:pt x="6805" y="379"/>
                    <a:pt x="5766" y="1"/>
                    <a:pt x="46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85"/>
            <p:cNvSpPr/>
            <p:nvPr/>
          </p:nvSpPr>
          <p:spPr>
            <a:xfrm>
              <a:off x="-54612025" y="3198925"/>
              <a:ext cx="96100" cy="123675"/>
            </a:xfrm>
            <a:custGeom>
              <a:avLst/>
              <a:gdLst/>
              <a:ahLst/>
              <a:cxnLst/>
              <a:rect l="l" t="t" r="r" b="b"/>
              <a:pathLst>
                <a:path w="3844" h="4947" extrusionOk="0">
                  <a:moveTo>
                    <a:pt x="851" y="0"/>
                  </a:moveTo>
                  <a:cubicBezTo>
                    <a:pt x="536" y="0"/>
                    <a:pt x="221" y="95"/>
                    <a:pt x="1" y="252"/>
                  </a:cubicBezTo>
                  <a:cubicBezTo>
                    <a:pt x="662" y="504"/>
                    <a:pt x="1261" y="882"/>
                    <a:pt x="1765" y="1418"/>
                  </a:cubicBezTo>
                  <a:cubicBezTo>
                    <a:pt x="2679" y="2363"/>
                    <a:pt x="3183" y="3560"/>
                    <a:pt x="3183" y="4821"/>
                  </a:cubicBezTo>
                  <a:lnTo>
                    <a:pt x="3183" y="4947"/>
                  </a:lnTo>
                  <a:cubicBezTo>
                    <a:pt x="3592" y="4695"/>
                    <a:pt x="3844" y="4253"/>
                    <a:pt x="3844" y="3749"/>
                  </a:cubicBezTo>
                  <a:cubicBezTo>
                    <a:pt x="3844" y="3466"/>
                    <a:pt x="3781" y="3214"/>
                    <a:pt x="3655" y="2993"/>
                  </a:cubicBezTo>
                  <a:cubicBezTo>
                    <a:pt x="3781" y="2741"/>
                    <a:pt x="3844" y="2521"/>
                    <a:pt x="3844" y="2237"/>
                  </a:cubicBezTo>
                  <a:cubicBezTo>
                    <a:pt x="3844" y="1380"/>
                    <a:pt x="3123" y="716"/>
                    <a:pt x="2330" y="716"/>
                  </a:cubicBezTo>
                  <a:cubicBezTo>
                    <a:pt x="2279" y="716"/>
                    <a:pt x="2227" y="719"/>
                    <a:pt x="2174" y="725"/>
                  </a:cubicBezTo>
                  <a:cubicBezTo>
                    <a:pt x="1891" y="252"/>
                    <a:pt x="1418"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85"/>
            <p:cNvSpPr/>
            <p:nvPr/>
          </p:nvSpPr>
          <p:spPr>
            <a:xfrm>
              <a:off x="-54793175" y="3353300"/>
              <a:ext cx="18925" cy="60675"/>
            </a:xfrm>
            <a:custGeom>
              <a:avLst/>
              <a:gdLst/>
              <a:ahLst/>
              <a:cxnLst/>
              <a:rect l="l" t="t" r="r" b="b"/>
              <a:pathLst>
                <a:path w="757" h="2427" extrusionOk="0">
                  <a:moveTo>
                    <a:pt x="757" y="0"/>
                  </a:moveTo>
                  <a:cubicBezTo>
                    <a:pt x="316" y="284"/>
                    <a:pt x="0" y="756"/>
                    <a:pt x="0" y="1292"/>
                  </a:cubicBezTo>
                  <a:cubicBezTo>
                    <a:pt x="0" y="1765"/>
                    <a:pt x="190" y="2174"/>
                    <a:pt x="536" y="2426"/>
                  </a:cubicBezTo>
                  <a:cubicBezTo>
                    <a:pt x="505" y="1859"/>
                    <a:pt x="599" y="1292"/>
                    <a:pt x="757" y="756"/>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6" name="Google Shape;6516;p85"/>
          <p:cNvGrpSpPr/>
          <p:nvPr/>
        </p:nvGrpSpPr>
        <p:grpSpPr>
          <a:xfrm>
            <a:off x="7503249" y="3202536"/>
            <a:ext cx="337703" cy="357845"/>
            <a:chOff x="-52450000" y="3584850"/>
            <a:chExt cx="300100" cy="318000"/>
          </a:xfrm>
        </p:grpSpPr>
        <p:sp>
          <p:nvSpPr>
            <p:cNvPr id="6517" name="Google Shape;6517;p85"/>
            <p:cNvSpPr/>
            <p:nvPr/>
          </p:nvSpPr>
          <p:spPr>
            <a:xfrm>
              <a:off x="-52206625" y="3601400"/>
              <a:ext cx="55150" cy="55950"/>
            </a:xfrm>
            <a:custGeom>
              <a:avLst/>
              <a:gdLst/>
              <a:ahLst/>
              <a:cxnLst/>
              <a:rect l="l" t="t" r="r" b="b"/>
              <a:pathLst>
                <a:path w="2206" h="2238" extrusionOk="0">
                  <a:moveTo>
                    <a:pt x="1986" y="0"/>
                  </a:moveTo>
                  <a:cubicBezTo>
                    <a:pt x="1513" y="32"/>
                    <a:pt x="1103" y="252"/>
                    <a:pt x="694" y="599"/>
                  </a:cubicBezTo>
                  <a:cubicBezTo>
                    <a:pt x="347" y="914"/>
                    <a:pt x="64" y="1387"/>
                    <a:pt x="1" y="1859"/>
                  </a:cubicBezTo>
                  <a:cubicBezTo>
                    <a:pt x="64" y="1985"/>
                    <a:pt x="158" y="2143"/>
                    <a:pt x="221" y="2237"/>
                  </a:cubicBezTo>
                  <a:cubicBezTo>
                    <a:pt x="725" y="2174"/>
                    <a:pt x="1166" y="1985"/>
                    <a:pt x="1513" y="1607"/>
                  </a:cubicBezTo>
                  <a:cubicBezTo>
                    <a:pt x="1923" y="1197"/>
                    <a:pt x="2143" y="693"/>
                    <a:pt x="2206" y="189"/>
                  </a:cubicBezTo>
                  <a:cubicBezTo>
                    <a:pt x="2206" y="158"/>
                    <a:pt x="2206" y="95"/>
                    <a:pt x="2143" y="32"/>
                  </a:cubicBezTo>
                  <a:cubicBezTo>
                    <a:pt x="2112" y="0"/>
                    <a:pt x="2080" y="0"/>
                    <a:pt x="19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85"/>
            <p:cNvSpPr/>
            <p:nvPr/>
          </p:nvSpPr>
          <p:spPr>
            <a:xfrm>
              <a:off x="-52271200" y="3601700"/>
              <a:ext cx="29950" cy="11525"/>
            </a:xfrm>
            <a:custGeom>
              <a:avLst/>
              <a:gdLst/>
              <a:ahLst/>
              <a:cxnLst/>
              <a:rect l="l" t="t" r="r" b="b"/>
              <a:pathLst>
                <a:path w="1198" h="461" extrusionOk="0">
                  <a:moveTo>
                    <a:pt x="757" y="1"/>
                  </a:moveTo>
                  <a:cubicBezTo>
                    <a:pt x="507" y="1"/>
                    <a:pt x="260" y="23"/>
                    <a:pt x="0" y="83"/>
                  </a:cubicBezTo>
                  <a:cubicBezTo>
                    <a:pt x="410" y="146"/>
                    <a:pt x="756" y="272"/>
                    <a:pt x="1103" y="461"/>
                  </a:cubicBezTo>
                  <a:cubicBezTo>
                    <a:pt x="1103" y="303"/>
                    <a:pt x="1166" y="146"/>
                    <a:pt x="1197" y="20"/>
                  </a:cubicBezTo>
                  <a:cubicBezTo>
                    <a:pt x="1048" y="8"/>
                    <a:pt x="902"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85"/>
            <p:cNvSpPr/>
            <p:nvPr/>
          </p:nvSpPr>
          <p:spPr>
            <a:xfrm>
              <a:off x="-52225525" y="3584850"/>
              <a:ext cx="30750" cy="44925"/>
            </a:xfrm>
            <a:custGeom>
              <a:avLst/>
              <a:gdLst/>
              <a:ahLst/>
              <a:cxnLst/>
              <a:rect l="l" t="t" r="r" b="b"/>
              <a:pathLst>
                <a:path w="1230" h="1797" extrusionOk="0">
                  <a:moveTo>
                    <a:pt x="757" y="1"/>
                  </a:moveTo>
                  <a:cubicBezTo>
                    <a:pt x="694" y="1"/>
                    <a:pt x="662" y="32"/>
                    <a:pt x="631" y="64"/>
                  </a:cubicBezTo>
                  <a:cubicBezTo>
                    <a:pt x="442" y="316"/>
                    <a:pt x="1" y="820"/>
                    <a:pt x="1" y="1418"/>
                  </a:cubicBezTo>
                  <a:lnTo>
                    <a:pt x="1" y="1607"/>
                  </a:lnTo>
                  <a:cubicBezTo>
                    <a:pt x="64" y="1702"/>
                    <a:pt x="158" y="1733"/>
                    <a:pt x="190" y="1796"/>
                  </a:cubicBezTo>
                  <a:cubicBezTo>
                    <a:pt x="347" y="1355"/>
                    <a:pt x="631" y="977"/>
                    <a:pt x="977" y="662"/>
                  </a:cubicBezTo>
                  <a:cubicBezTo>
                    <a:pt x="1072" y="599"/>
                    <a:pt x="1135" y="536"/>
                    <a:pt x="1229" y="505"/>
                  </a:cubicBezTo>
                  <a:cubicBezTo>
                    <a:pt x="1103" y="316"/>
                    <a:pt x="977" y="190"/>
                    <a:pt x="851" y="64"/>
                  </a:cubicBezTo>
                  <a:cubicBezTo>
                    <a:pt x="820" y="32"/>
                    <a:pt x="788"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85"/>
            <p:cNvSpPr/>
            <p:nvPr/>
          </p:nvSpPr>
          <p:spPr>
            <a:xfrm>
              <a:off x="-52412200" y="3694325"/>
              <a:ext cx="205600" cy="208525"/>
            </a:xfrm>
            <a:custGeom>
              <a:avLst/>
              <a:gdLst/>
              <a:ahLst/>
              <a:cxnLst/>
              <a:rect l="l" t="t" r="r" b="b"/>
              <a:pathLst>
                <a:path w="8224" h="8341" extrusionOk="0">
                  <a:moveTo>
                    <a:pt x="2584" y="2269"/>
                  </a:moveTo>
                  <a:cubicBezTo>
                    <a:pt x="2773" y="2269"/>
                    <a:pt x="2931" y="2427"/>
                    <a:pt x="2931" y="2616"/>
                  </a:cubicBezTo>
                  <a:cubicBezTo>
                    <a:pt x="2931" y="2836"/>
                    <a:pt x="2773" y="2962"/>
                    <a:pt x="2584" y="2962"/>
                  </a:cubicBezTo>
                  <a:cubicBezTo>
                    <a:pt x="2568" y="2965"/>
                    <a:pt x="2552" y="2966"/>
                    <a:pt x="2536" y="2966"/>
                  </a:cubicBezTo>
                  <a:cubicBezTo>
                    <a:pt x="2369" y="2966"/>
                    <a:pt x="2238" y="2817"/>
                    <a:pt x="2238" y="2616"/>
                  </a:cubicBezTo>
                  <a:cubicBezTo>
                    <a:pt x="2238" y="2427"/>
                    <a:pt x="2395" y="2269"/>
                    <a:pt x="2584" y="2269"/>
                  </a:cubicBezTo>
                  <a:close/>
                  <a:moveTo>
                    <a:pt x="5577" y="2269"/>
                  </a:moveTo>
                  <a:cubicBezTo>
                    <a:pt x="5766" y="2269"/>
                    <a:pt x="5924" y="2427"/>
                    <a:pt x="5924" y="2616"/>
                  </a:cubicBezTo>
                  <a:cubicBezTo>
                    <a:pt x="5955" y="2836"/>
                    <a:pt x="5766" y="2994"/>
                    <a:pt x="5577" y="2994"/>
                  </a:cubicBezTo>
                  <a:cubicBezTo>
                    <a:pt x="5388" y="2994"/>
                    <a:pt x="5231" y="2836"/>
                    <a:pt x="5231" y="2616"/>
                  </a:cubicBezTo>
                  <a:cubicBezTo>
                    <a:pt x="5231" y="2427"/>
                    <a:pt x="5388" y="2269"/>
                    <a:pt x="5577" y="2269"/>
                  </a:cubicBezTo>
                  <a:close/>
                  <a:moveTo>
                    <a:pt x="5132" y="4923"/>
                  </a:moveTo>
                  <a:cubicBezTo>
                    <a:pt x="5231" y="4923"/>
                    <a:pt x="5325" y="4963"/>
                    <a:pt x="5388" y="5042"/>
                  </a:cubicBezTo>
                  <a:cubicBezTo>
                    <a:pt x="5577" y="5199"/>
                    <a:pt x="5577" y="5420"/>
                    <a:pt x="5420" y="5546"/>
                  </a:cubicBezTo>
                  <a:cubicBezTo>
                    <a:pt x="5073" y="5892"/>
                    <a:pt x="4601" y="6081"/>
                    <a:pt x="4128" y="6081"/>
                  </a:cubicBezTo>
                  <a:cubicBezTo>
                    <a:pt x="3592" y="6081"/>
                    <a:pt x="3120" y="5892"/>
                    <a:pt x="2773" y="5546"/>
                  </a:cubicBezTo>
                  <a:cubicBezTo>
                    <a:pt x="2616" y="5388"/>
                    <a:pt x="2616" y="5136"/>
                    <a:pt x="2773" y="5042"/>
                  </a:cubicBezTo>
                  <a:cubicBezTo>
                    <a:pt x="2852" y="4963"/>
                    <a:pt x="2954" y="4923"/>
                    <a:pt x="3049" y="4923"/>
                  </a:cubicBezTo>
                  <a:cubicBezTo>
                    <a:pt x="3144" y="4923"/>
                    <a:pt x="3230" y="4963"/>
                    <a:pt x="3277" y="5042"/>
                  </a:cubicBezTo>
                  <a:cubicBezTo>
                    <a:pt x="3498" y="5246"/>
                    <a:pt x="3789" y="5349"/>
                    <a:pt x="4077" y="5349"/>
                  </a:cubicBezTo>
                  <a:cubicBezTo>
                    <a:pt x="4364" y="5349"/>
                    <a:pt x="4648" y="5246"/>
                    <a:pt x="4853" y="5042"/>
                  </a:cubicBezTo>
                  <a:cubicBezTo>
                    <a:pt x="4931" y="4963"/>
                    <a:pt x="5034" y="4923"/>
                    <a:pt x="5132" y="4923"/>
                  </a:cubicBezTo>
                  <a:close/>
                  <a:moveTo>
                    <a:pt x="7468" y="1"/>
                  </a:moveTo>
                  <a:cubicBezTo>
                    <a:pt x="7027" y="1"/>
                    <a:pt x="6711" y="347"/>
                    <a:pt x="6711" y="725"/>
                  </a:cubicBezTo>
                  <a:cubicBezTo>
                    <a:pt x="6711" y="1135"/>
                    <a:pt x="6365" y="1482"/>
                    <a:pt x="5955" y="1482"/>
                  </a:cubicBezTo>
                  <a:lnTo>
                    <a:pt x="726" y="1482"/>
                  </a:lnTo>
                  <a:cubicBezTo>
                    <a:pt x="442" y="1482"/>
                    <a:pt x="221" y="1450"/>
                    <a:pt x="1" y="1356"/>
                  </a:cubicBezTo>
                  <a:lnTo>
                    <a:pt x="1" y="4033"/>
                  </a:lnTo>
                  <a:cubicBezTo>
                    <a:pt x="1" y="6176"/>
                    <a:pt x="1576" y="8129"/>
                    <a:pt x="3687" y="8318"/>
                  </a:cubicBezTo>
                  <a:cubicBezTo>
                    <a:pt x="3831" y="8333"/>
                    <a:pt x="3974" y="8340"/>
                    <a:pt x="4115" y="8340"/>
                  </a:cubicBezTo>
                  <a:cubicBezTo>
                    <a:pt x="6356" y="8340"/>
                    <a:pt x="8224" y="6504"/>
                    <a:pt x="8224" y="4223"/>
                  </a:cubicBezTo>
                  <a:lnTo>
                    <a:pt x="8224" y="757"/>
                  </a:lnTo>
                  <a:cubicBezTo>
                    <a:pt x="8224" y="347"/>
                    <a:pt x="7846" y="1"/>
                    <a:pt x="74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85"/>
            <p:cNvSpPr/>
            <p:nvPr/>
          </p:nvSpPr>
          <p:spPr>
            <a:xfrm>
              <a:off x="-52430300" y="3619500"/>
              <a:ext cx="219775" cy="92975"/>
            </a:xfrm>
            <a:custGeom>
              <a:avLst/>
              <a:gdLst/>
              <a:ahLst/>
              <a:cxnLst/>
              <a:rect l="l" t="t" r="r" b="b"/>
              <a:pathLst>
                <a:path w="8791" h="3719" extrusionOk="0">
                  <a:moveTo>
                    <a:pt x="2237" y="1"/>
                  </a:moveTo>
                  <a:cubicBezTo>
                    <a:pt x="1008" y="1"/>
                    <a:pt x="0" y="978"/>
                    <a:pt x="0" y="2238"/>
                  </a:cubicBezTo>
                  <a:cubicBezTo>
                    <a:pt x="0" y="2364"/>
                    <a:pt x="0" y="2427"/>
                    <a:pt x="32" y="2553"/>
                  </a:cubicBezTo>
                  <a:cubicBezTo>
                    <a:pt x="189" y="3214"/>
                    <a:pt x="788" y="3718"/>
                    <a:pt x="1481" y="3718"/>
                  </a:cubicBezTo>
                  <a:lnTo>
                    <a:pt x="6490" y="3718"/>
                  </a:lnTo>
                  <a:cubicBezTo>
                    <a:pt x="6585" y="3718"/>
                    <a:pt x="6648" y="3655"/>
                    <a:pt x="6679" y="3561"/>
                  </a:cubicBezTo>
                  <a:cubicBezTo>
                    <a:pt x="6774" y="2836"/>
                    <a:pt x="7404" y="2238"/>
                    <a:pt x="8192" y="2238"/>
                  </a:cubicBezTo>
                  <a:cubicBezTo>
                    <a:pt x="8381" y="2238"/>
                    <a:pt x="8570" y="2269"/>
                    <a:pt x="8790" y="2364"/>
                  </a:cubicBezTo>
                  <a:cubicBezTo>
                    <a:pt x="8349" y="978"/>
                    <a:pt x="7089"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85"/>
            <p:cNvSpPr/>
            <p:nvPr/>
          </p:nvSpPr>
          <p:spPr>
            <a:xfrm>
              <a:off x="-52192450" y="3666775"/>
              <a:ext cx="42550" cy="120525"/>
            </a:xfrm>
            <a:custGeom>
              <a:avLst/>
              <a:gdLst/>
              <a:ahLst/>
              <a:cxnLst/>
              <a:rect l="l" t="t" r="r" b="b"/>
              <a:pathLst>
                <a:path w="1702" h="4821" extrusionOk="0">
                  <a:moveTo>
                    <a:pt x="851" y="0"/>
                  </a:moveTo>
                  <a:cubicBezTo>
                    <a:pt x="568" y="126"/>
                    <a:pt x="284" y="221"/>
                    <a:pt x="1" y="315"/>
                  </a:cubicBezTo>
                  <a:cubicBezTo>
                    <a:pt x="127" y="662"/>
                    <a:pt x="221" y="1040"/>
                    <a:pt x="221" y="1481"/>
                  </a:cubicBezTo>
                  <a:lnTo>
                    <a:pt x="221" y="4820"/>
                  </a:lnTo>
                  <a:cubicBezTo>
                    <a:pt x="1040" y="4820"/>
                    <a:pt x="1702" y="4159"/>
                    <a:pt x="1702" y="3340"/>
                  </a:cubicBezTo>
                  <a:cubicBezTo>
                    <a:pt x="1639" y="2710"/>
                    <a:pt x="1229" y="2143"/>
                    <a:pt x="694" y="1953"/>
                  </a:cubicBezTo>
                  <a:cubicBezTo>
                    <a:pt x="851" y="1575"/>
                    <a:pt x="914" y="1166"/>
                    <a:pt x="914" y="725"/>
                  </a:cubicBezTo>
                  <a:cubicBezTo>
                    <a:pt x="914" y="504"/>
                    <a:pt x="883" y="221"/>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85"/>
            <p:cNvSpPr/>
            <p:nvPr/>
          </p:nvSpPr>
          <p:spPr>
            <a:xfrm>
              <a:off x="-52450000"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4" name="Google Shape;6524;p85"/>
          <p:cNvGrpSpPr/>
          <p:nvPr/>
        </p:nvGrpSpPr>
        <p:grpSpPr>
          <a:xfrm>
            <a:off x="7514769" y="3667009"/>
            <a:ext cx="314662" cy="357226"/>
            <a:chOff x="-52440550" y="3977875"/>
            <a:chExt cx="279625" cy="317450"/>
          </a:xfrm>
        </p:grpSpPr>
        <p:sp>
          <p:nvSpPr>
            <p:cNvPr id="6525" name="Google Shape;6525;p85"/>
            <p:cNvSpPr/>
            <p:nvPr/>
          </p:nvSpPr>
          <p:spPr>
            <a:xfrm>
              <a:off x="-52403525" y="4052700"/>
              <a:ext cx="76425" cy="18150"/>
            </a:xfrm>
            <a:custGeom>
              <a:avLst/>
              <a:gdLst/>
              <a:ahLst/>
              <a:cxnLst/>
              <a:rect l="l" t="t" r="r" b="b"/>
              <a:pathLst>
                <a:path w="3057" h="726" extrusionOk="0">
                  <a:moveTo>
                    <a:pt x="0" y="1"/>
                  </a:moveTo>
                  <a:lnTo>
                    <a:pt x="0" y="725"/>
                  </a:lnTo>
                  <a:lnTo>
                    <a:pt x="3056" y="725"/>
                  </a:lnTo>
                  <a:cubicBezTo>
                    <a:pt x="3025" y="631"/>
                    <a:pt x="2993" y="473"/>
                    <a:pt x="2993" y="347"/>
                  </a:cubicBezTo>
                  <a:cubicBezTo>
                    <a:pt x="2993" y="221"/>
                    <a:pt x="3025" y="95"/>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85"/>
            <p:cNvSpPr/>
            <p:nvPr/>
          </p:nvSpPr>
          <p:spPr>
            <a:xfrm>
              <a:off x="-52357850" y="4088925"/>
              <a:ext cx="168575" cy="33075"/>
            </a:xfrm>
            <a:custGeom>
              <a:avLst/>
              <a:gdLst/>
              <a:ahLst/>
              <a:cxnLst/>
              <a:rect l="l" t="t" r="r" b="b"/>
              <a:pathLst>
                <a:path w="6743" h="1323" extrusionOk="0">
                  <a:moveTo>
                    <a:pt x="1" y="1"/>
                  </a:moveTo>
                  <a:cubicBezTo>
                    <a:pt x="1387" y="631"/>
                    <a:pt x="2836" y="1072"/>
                    <a:pt x="4348" y="1292"/>
                  </a:cubicBezTo>
                  <a:cubicBezTo>
                    <a:pt x="4474" y="1313"/>
                    <a:pt x="4599" y="1322"/>
                    <a:pt x="4723" y="1322"/>
                  </a:cubicBezTo>
                  <a:cubicBezTo>
                    <a:pt x="5372" y="1322"/>
                    <a:pt x="5978" y="1054"/>
                    <a:pt x="6428" y="631"/>
                  </a:cubicBezTo>
                  <a:cubicBezTo>
                    <a:pt x="6554" y="505"/>
                    <a:pt x="6617" y="379"/>
                    <a:pt x="6711" y="284"/>
                  </a:cubicBezTo>
                  <a:cubicBezTo>
                    <a:pt x="6743" y="221"/>
                    <a:pt x="6743" y="158"/>
                    <a:pt x="6711" y="64"/>
                  </a:cubicBezTo>
                  <a:cubicBezTo>
                    <a:pt x="6680" y="32"/>
                    <a:pt x="6585" y="1"/>
                    <a:pt x="65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85"/>
            <p:cNvSpPr/>
            <p:nvPr/>
          </p:nvSpPr>
          <p:spPr>
            <a:xfrm>
              <a:off x="-52309000" y="40519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3" y="567"/>
                    <a:pt x="693" y="378"/>
                  </a:cubicBezTo>
                  <a:cubicBezTo>
                    <a:pt x="693" y="189"/>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85"/>
            <p:cNvSpPr/>
            <p:nvPr/>
          </p:nvSpPr>
          <p:spPr>
            <a:xfrm>
              <a:off x="-52402750" y="3977875"/>
              <a:ext cx="204825" cy="55950"/>
            </a:xfrm>
            <a:custGeom>
              <a:avLst/>
              <a:gdLst/>
              <a:ahLst/>
              <a:cxnLst/>
              <a:rect l="l" t="t" r="r" b="b"/>
              <a:pathLst>
                <a:path w="8193" h="2238" extrusionOk="0">
                  <a:moveTo>
                    <a:pt x="1104" y="1"/>
                  </a:moveTo>
                  <a:cubicBezTo>
                    <a:pt x="474" y="1"/>
                    <a:pt x="1" y="505"/>
                    <a:pt x="1" y="1103"/>
                  </a:cubicBezTo>
                  <a:lnTo>
                    <a:pt x="1" y="2237"/>
                  </a:lnTo>
                  <a:lnTo>
                    <a:pt x="8192" y="2237"/>
                  </a:lnTo>
                  <a:lnTo>
                    <a:pt x="8192" y="1103"/>
                  </a:lnTo>
                  <a:cubicBezTo>
                    <a:pt x="8192" y="473"/>
                    <a:pt x="7688" y="1"/>
                    <a:pt x="7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85"/>
            <p:cNvSpPr/>
            <p:nvPr/>
          </p:nvSpPr>
          <p:spPr>
            <a:xfrm>
              <a:off x="-52275150" y="4052700"/>
              <a:ext cx="77225" cy="17350"/>
            </a:xfrm>
            <a:custGeom>
              <a:avLst/>
              <a:gdLst/>
              <a:ahLst/>
              <a:cxnLst/>
              <a:rect l="l" t="t" r="r" b="b"/>
              <a:pathLst>
                <a:path w="3089" h="694" extrusionOk="0">
                  <a:moveTo>
                    <a:pt x="1" y="1"/>
                  </a:moveTo>
                  <a:cubicBezTo>
                    <a:pt x="64" y="95"/>
                    <a:pt x="95" y="221"/>
                    <a:pt x="95" y="347"/>
                  </a:cubicBezTo>
                  <a:cubicBezTo>
                    <a:pt x="95" y="442"/>
                    <a:pt x="64" y="568"/>
                    <a:pt x="1" y="694"/>
                  </a:cubicBezTo>
                  <a:lnTo>
                    <a:pt x="3088" y="694"/>
                  </a:lnTo>
                  <a:lnTo>
                    <a:pt x="308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85"/>
            <p:cNvSpPr/>
            <p:nvPr/>
          </p:nvSpPr>
          <p:spPr>
            <a:xfrm>
              <a:off x="-52403525" y="4089725"/>
              <a:ext cx="204800" cy="205600"/>
            </a:xfrm>
            <a:custGeom>
              <a:avLst/>
              <a:gdLst/>
              <a:ahLst/>
              <a:cxnLst/>
              <a:rect l="l" t="t" r="r" b="b"/>
              <a:pathLst>
                <a:path w="8192" h="8224" extrusionOk="0">
                  <a:moveTo>
                    <a:pt x="2584" y="2993"/>
                  </a:moveTo>
                  <a:cubicBezTo>
                    <a:pt x="2773" y="2993"/>
                    <a:pt x="2930" y="3151"/>
                    <a:pt x="2930" y="3340"/>
                  </a:cubicBezTo>
                  <a:cubicBezTo>
                    <a:pt x="2930" y="3560"/>
                    <a:pt x="2773" y="3718"/>
                    <a:pt x="2584" y="3718"/>
                  </a:cubicBezTo>
                  <a:cubicBezTo>
                    <a:pt x="2426" y="3718"/>
                    <a:pt x="2237" y="3560"/>
                    <a:pt x="2237" y="3340"/>
                  </a:cubicBezTo>
                  <a:cubicBezTo>
                    <a:pt x="2237" y="3151"/>
                    <a:pt x="2395" y="2993"/>
                    <a:pt x="2584" y="2993"/>
                  </a:cubicBezTo>
                  <a:close/>
                  <a:moveTo>
                    <a:pt x="5608" y="2993"/>
                  </a:moveTo>
                  <a:cubicBezTo>
                    <a:pt x="5829" y="2993"/>
                    <a:pt x="5986" y="3151"/>
                    <a:pt x="5986" y="3340"/>
                  </a:cubicBezTo>
                  <a:cubicBezTo>
                    <a:pt x="5986" y="3560"/>
                    <a:pt x="5829" y="3718"/>
                    <a:pt x="5608" y="3718"/>
                  </a:cubicBezTo>
                  <a:cubicBezTo>
                    <a:pt x="5419" y="3718"/>
                    <a:pt x="5262" y="3560"/>
                    <a:pt x="5262" y="3340"/>
                  </a:cubicBezTo>
                  <a:cubicBezTo>
                    <a:pt x="5262" y="3151"/>
                    <a:pt x="5419" y="2993"/>
                    <a:pt x="5608" y="2993"/>
                  </a:cubicBezTo>
                  <a:close/>
                  <a:moveTo>
                    <a:pt x="5148" y="5553"/>
                  </a:moveTo>
                  <a:cubicBezTo>
                    <a:pt x="5238" y="5553"/>
                    <a:pt x="5325" y="5592"/>
                    <a:pt x="5388" y="5671"/>
                  </a:cubicBezTo>
                  <a:cubicBezTo>
                    <a:pt x="5577" y="5797"/>
                    <a:pt x="5577" y="6018"/>
                    <a:pt x="5419" y="6175"/>
                  </a:cubicBezTo>
                  <a:cubicBezTo>
                    <a:pt x="5073" y="6522"/>
                    <a:pt x="4600" y="6742"/>
                    <a:pt x="4128" y="6742"/>
                  </a:cubicBezTo>
                  <a:cubicBezTo>
                    <a:pt x="3624" y="6742"/>
                    <a:pt x="3151" y="6522"/>
                    <a:pt x="2773" y="6175"/>
                  </a:cubicBezTo>
                  <a:cubicBezTo>
                    <a:pt x="2615" y="6018"/>
                    <a:pt x="2615" y="5797"/>
                    <a:pt x="2773" y="5671"/>
                  </a:cubicBezTo>
                  <a:cubicBezTo>
                    <a:pt x="2852" y="5592"/>
                    <a:pt x="2954" y="5553"/>
                    <a:pt x="3053" y="5553"/>
                  </a:cubicBezTo>
                  <a:cubicBezTo>
                    <a:pt x="3151" y="5553"/>
                    <a:pt x="3245" y="5592"/>
                    <a:pt x="3308" y="5671"/>
                  </a:cubicBezTo>
                  <a:cubicBezTo>
                    <a:pt x="3513" y="5892"/>
                    <a:pt x="3797" y="6002"/>
                    <a:pt x="4084" y="6002"/>
                  </a:cubicBezTo>
                  <a:cubicBezTo>
                    <a:pt x="4372" y="6002"/>
                    <a:pt x="4663" y="5892"/>
                    <a:pt x="4884" y="5671"/>
                  </a:cubicBezTo>
                  <a:cubicBezTo>
                    <a:pt x="4962" y="5592"/>
                    <a:pt x="5057" y="5553"/>
                    <a:pt x="5148" y="5553"/>
                  </a:cubicBezTo>
                  <a:close/>
                  <a:moveTo>
                    <a:pt x="0" y="0"/>
                  </a:moveTo>
                  <a:lnTo>
                    <a:pt x="0" y="4096"/>
                  </a:lnTo>
                  <a:cubicBezTo>
                    <a:pt x="0" y="6333"/>
                    <a:pt x="1828" y="8223"/>
                    <a:pt x="4096" y="8223"/>
                  </a:cubicBezTo>
                  <a:cubicBezTo>
                    <a:pt x="6333" y="8223"/>
                    <a:pt x="8192" y="6396"/>
                    <a:pt x="8192" y="4096"/>
                  </a:cubicBezTo>
                  <a:lnTo>
                    <a:pt x="8192" y="1576"/>
                  </a:lnTo>
                  <a:cubicBezTo>
                    <a:pt x="7656" y="1891"/>
                    <a:pt x="7089" y="2080"/>
                    <a:pt x="6490" y="2080"/>
                  </a:cubicBezTo>
                  <a:cubicBezTo>
                    <a:pt x="6364" y="2048"/>
                    <a:pt x="6207" y="2048"/>
                    <a:pt x="6049" y="2017"/>
                  </a:cubicBezTo>
                  <a:cubicBezTo>
                    <a:pt x="4317" y="1733"/>
                    <a:pt x="2615" y="1229"/>
                    <a:pt x="1009" y="441"/>
                  </a:cubicBezTo>
                  <a:lnTo>
                    <a:pt x="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85"/>
            <p:cNvSpPr/>
            <p:nvPr/>
          </p:nvSpPr>
          <p:spPr>
            <a:xfrm>
              <a:off x="-52179050" y="4132250"/>
              <a:ext cx="18125" cy="63825"/>
            </a:xfrm>
            <a:custGeom>
              <a:avLst/>
              <a:gdLst/>
              <a:ahLst/>
              <a:cxnLst/>
              <a:rect l="l" t="t" r="r" b="b"/>
              <a:pathLst>
                <a:path w="725" h="2553" extrusionOk="0">
                  <a:moveTo>
                    <a:pt x="0" y="1"/>
                  </a:moveTo>
                  <a:lnTo>
                    <a:pt x="0" y="2552"/>
                  </a:lnTo>
                  <a:cubicBezTo>
                    <a:pt x="410" y="2269"/>
                    <a:pt x="725" y="1796"/>
                    <a:pt x="725" y="1261"/>
                  </a:cubicBezTo>
                  <a:cubicBezTo>
                    <a:pt x="725" y="694"/>
                    <a:pt x="410" y="22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85"/>
            <p:cNvSpPr/>
            <p:nvPr/>
          </p:nvSpPr>
          <p:spPr>
            <a:xfrm>
              <a:off x="-52440550" y="4132250"/>
              <a:ext cx="18925" cy="63825"/>
            </a:xfrm>
            <a:custGeom>
              <a:avLst/>
              <a:gdLst/>
              <a:ahLst/>
              <a:cxnLst/>
              <a:rect l="l" t="t" r="r" b="b"/>
              <a:pathLst>
                <a:path w="757" h="2553" extrusionOk="0">
                  <a:moveTo>
                    <a:pt x="757" y="1"/>
                  </a:moveTo>
                  <a:cubicBezTo>
                    <a:pt x="284"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3" name="Google Shape;6533;p85"/>
          <p:cNvGrpSpPr/>
          <p:nvPr/>
        </p:nvGrpSpPr>
        <p:grpSpPr>
          <a:xfrm>
            <a:off x="6626703" y="4123215"/>
            <a:ext cx="314662" cy="358999"/>
            <a:chOff x="-51623775" y="3584850"/>
            <a:chExt cx="279625" cy="319025"/>
          </a:xfrm>
        </p:grpSpPr>
        <p:sp>
          <p:nvSpPr>
            <p:cNvPr id="6534" name="Google Shape;6534;p85"/>
            <p:cNvSpPr/>
            <p:nvPr/>
          </p:nvSpPr>
          <p:spPr>
            <a:xfrm>
              <a:off x="-51497750" y="3832175"/>
              <a:ext cx="26000" cy="13200"/>
            </a:xfrm>
            <a:custGeom>
              <a:avLst/>
              <a:gdLst/>
              <a:ahLst/>
              <a:cxnLst/>
              <a:rect l="l" t="t" r="r" b="b"/>
              <a:pathLst>
                <a:path w="1040" h="528" extrusionOk="0">
                  <a:moveTo>
                    <a:pt x="504" y="0"/>
                  </a:moveTo>
                  <a:cubicBezTo>
                    <a:pt x="378" y="189"/>
                    <a:pt x="252" y="252"/>
                    <a:pt x="0" y="410"/>
                  </a:cubicBezTo>
                  <a:cubicBezTo>
                    <a:pt x="158" y="489"/>
                    <a:pt x="339" y="528"/>
                    <a:pt x="520" y="528"/>
                  </a:cubicBezTo>
                  <a:cubicBezTo>
                    <a:pt x="701" y="528"/>
                    <a:pt x="882" y="489"/>
                    <a:pt x="1040" y="410"/>
                  </a:cubicBezTo>
                  <a:cubicBezTo>
                    <a:pt x="788" y="252"/>
                    <a:pt x="693" y="158"/>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85"/>
            <p:cNvSpPr/>
            <p:nvPr/>
          </p:nvSpPr>
          <p:spPr>
            <a:xfrm>
              <a:off x="-51574150" y="3809300"/>
              <a:ext cx="78000" cy="26550"/>
            </a:xfrm>
            <a:custGeom>
              <a:avLst/>
              <a:gdLst/>
              <a:ahLst/>
              <a:cxnLst/>
              <a:rect l="l" t="t" r="r" b="b"/>
              <a:pathLst>
                <a:path w="3120" h="1062" extrusionOk="0">
                  <a:moveTo>
                    <a:pt x="2547" y="1"/>
                  </a:moveTo>
                  <a:cubicBezTo>
                    <a:pt x="2380" y="1"/>
                    <a:pt x="2203" y="61"/>
                    <a:pt x="2048" y="191"/>
                  </a:cubicBezTo>
                  <a:cubicBezTo>
                    <a:pt x="1784" y="477"/>
                    <a:pt x="1443" y="609"/>
                    <a:pt x="1078" y="609"/>
                  </a:cubicBezTo>
                  <a:cubicBezTo>
                    <a:pt x="921" y="609"/>
                    <a:pt x="760" y="585"/>
                    <a:pt x="599" y="537"/>
                  </a:cubicBezTo>
                  <a:lnTo>
                    <a:pt x="0" y="348"/>
                  </a:lnTo>
                  <a:lnTo>
                    <a:pt x="0" y="348"/>
                  </a:lnTo>
                  <a:cubicBezTo>
                    <a:pt x="401" y="819"/>
                    <a:pt x="977" y="1061"/>
                    <a:pt x="1572" y="1061"/>
                  </a:cubicBezTo>
                  <a:cubicBezTo>
                    <a:pt x="1773" y="1061"/>
                    <a:pt x="1975" y="1034"/>
                    <a:pt x="2174" y="978"/>
                  </a:cubicBezTo>
                  <a:cubicBezTo>
                    <a:pt x="2615" y="821"/>
                    <a:pt x="2804" y="632"/>
                    <a:pt x="3119" y="348"/>
                  </a:cubicBezTo>
                  <a:cubicBezTo>
                    <a:pt x="3008" y="125"/>
                    <a:pt x="2787" y="1"/>
                    <a:pt x="25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85"/>
            <p:cNvSpPr/>
            <p:nvPr/>
          </p:nvSpPr>
          <p:spPr>
            <a:xfrm>
              <a:off x="-51579675" y="3837675"/>
              <a:ext cx="190625" cy="66200"/>
            </a:xfrm>
            <a:custGeom>
              <a:avLst/>
              <a:gdLst/>
              <a:ahLst/>
              <a:cxnLst/>
              <a:rect l="l" t="t" r="r" b="b"/>
              <a:pathLst>
                <a:path w="7625" h="2648" extrusionOk="0">
                  <a:moveTo>
                    <a:pt x="7625" y="1"/>
                  </a:moveTo>
                  <a:lnTo>
                    <a:pt x="7625" y="1"/>
                  </a:lnTo>
                  <a:cubicBezTo>
                    <a:pt x="7121" y="442"/>
                    <a:pt x="6491" y="662"/>
                    <a:pt x="5829" y="662"/>
                  </a:cubicBezTo>
                  <a:cubicBezTo>
                    <a:pt x="5577" y="662"/>
                    <a:pt x="5356" y="631"/>
                    <a:pt x="5104" y="568"/>
                  </a:cubicBezTo>
                  <a:cubicBezTo>
                    <a:pt x="4758" y="914"/>
                    <a:pt x="4285" y="1103"/>
                    <a:pt x="3813" y="1103"/>
                  </a:cubicBezTo>
                  <a:cubicBezTo>
                    <a:pt x="3340" y="1103"/>
                    <a:pt x="2868" y="914"/>
                    <a:pt x="2521" y="568"/>
                  </a:cubicBezTo>
                  <a:cubicBezTo>
                    <a:pt x="2269" y="631"/>
                    <a:pt x="2048" y="662"/>
                    <a:pt x="1796" y="662"/>
                  </a:cubicBezTo>
                  <a:cubicBezTo>
                    <a:pt x="1135" y="662"/>
                    <a:pt x="505" y="442"/>
                    <a:pt x="1" y="1"/>
                  </a:cubicBezTo>
                  <a:lnTo>
                    <a:pt x="1" y="1"/>
                  </a:lnTo>
                  <a:cubicBezTo>
                    <a:pt x="599" y="1576"/>
                    <a:pt x="2111" y="2647"/>
                    <a:pt x="3813" y="2647"/>
                  </a:cubicBezTo>
                  <a:cubicBezTo>
                    <a:pt x="5514" y="2647"/>
                    <a:pt x="7058" y="1576"/>
                    <a:pt x="76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85"/>
            <p:cNvSpPr/>
            <p:nvPr/>
          </p:nvSpPr>
          <p:spPr>
            <a:xfrm>
              <a:off x="-51473350" y="3809250"/>
              <a:ext cx="78000" cy="26500"/>
            </a:xfrm>
            <a:custGeom>
              <a:avLst/>
              <a:gdLst/>
              <a:ahLst/>
              <a:cxnLst/>
              <a:rect l="l" t="t" r="r" b="b"/>
              <a:pathLst>
                <a:path w="3120" h="1060" extrusionOk="0">
                  <a:moveTo>
                    <a:pt x="600" y="1"/>
                  </a:moveTo>
                  <a:cubicBezTo>
                    <a:pt x="364" y="1"/>
                    <a:pt x="129" y="117"/>
                    <a:pt x="1" y="319"/>
                  </a:cubicBezTo>
                  <a:cubicBezTo>
                    <a:pt x="284" y="602"/>
                    <a:pt x="505" y="823"/>
                    <a:pt x="946" y="949"/>
                  </a:cubicBezTo>
                  <a:cubicBezTo>
                    <a:pt x="1155" y="1024"/>
                    <a:pt x="1369" y="1059"/>
                    <a:pt x="1580" y="1059"/>
                  </a:cubicBezTo>
                  <a:cubicBezTo>
                    <a:pt x="2163" y="1059"/>
                    <a:pt x="2727" y="790"/>
                    <a:pt x="3120" y="350"/>
                  </a:cubicBezTo>
                  <a:lnTo>
                    <a:pt x="3120" y="350"/>
                  </a:lnTo>
                  <a:lnTo>
                    <a:pt x="2521" y="539"/>
                  </a:lnTo>
                  <a:cubicBezTo>
                    <a:pt x="2369" y="587"/>
                    <a:pt x="2212" y="611"/>
                    <a:pt x="2056" y="611"/>
                  </a:cubicBezTo>
                  <a:cubicBezTo>
                    <a:pt x="1693" y="611"/>
                    <a:pt x="1336" y="479"/>
                    <a:pt x="1072" y="193"/>
                  </a:cubicBezTo>
                  <a:cubicBezTo>
                    <a:pt x="940" y="61"/>
                    <a:pt x="770" y="1"/>
                    <a:pt x="6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85"/>
            <p:cNvSpPr/>
            <p:nvPr/>
          </p:nvSpPr>
          <p:spPr>
            <a:xfrm>
              <a:off x="-51598575" y="3584850"/>
              <a:ext cx="226850" cy="111875"/>
            </a:xfrm>
            <a:custGeom>
              <a:avLst/>
              <a:gdLst/>
              <a:ahLst/>
              <a:cxnLst/>
              <a:rect l="l" t="t" r="r" b="b"/>
              <a:pathLst>
                <a:path w="9074" h="4475" extrusionOk="0">
                  <a:moveTo>
                    <a:pt x="757" y="1"/>
                  </a:moveTo>
                  <a:cubicBezTo>
                    <a:pt x="379" y="1"/>
                    <a:pt x="1" y="347"/>
                    <a:pt x="1" y="725"/>
                  </a:cubicBezTo>
                  <a:cubicBezTo>
                    <a:pt x="1" y="1009"/>
                    <a:pt x="158" y="1261"/>
                    <a:pt x="379" y="1355"/>
                  </a:cubicBezTo>
                  <a:lnTo>
                    <a:pt x="379" y="4474"/>
                  </a:lnTo>
                  <a:lnTo>
                    <a:pt x="3561" y="4474"/>
                  </a:lnTo>
                  <a:lnTo>
                    <a:pt x="3120" y="4033"/>
                  </a:lnTo>
                  <a:cubicBezTo>
                    <a:pt x="2962" y="3876"/>
                    <a:pt x="2962" y="3655"/>
                    <a:pt x="3120" y="3529"/>
                  </a:cubicBezTo>
                  <a:lnTo>
                    <a:pt x="4191" y="2458"/>
                  </a:lnTo>
                  <a:cubicBezTo>
                    <a:pt x="4269" y="2379"/>
                    <a:pt x="4364" y="2340"/>
                    <a:pt x="4455" y="2340"/>
                  </a:cubicBezTo>
                  <a:cubicBezTo>
                    <a:pt x="4545" y="2340"/>
                    <a:pt x="4632" y="2379"/>
                    <a:pt x="4695" y="2458"/>
                  </a:cubicBezTo>
                  <a:lnTo>
                    <a:pt x="5766" y="3529"/>
                  </a:lnTo>
                  <a:cubicBezTo>
                    <a:pt x="5923" y="3687"/>
                    <a:pt x="5923" y="3939"/>
                    <a:pt x="5766" y="4033"/>
                  </a:cubicBezTo>
                  <a:lnTo>
                    <a:pt x="5325" y="4474"/>
                  </a:lnTo>
                  <a:lnTo>
                    <a:pt x="8507" y="4474"/>
                  </a:lnTo>
                  <a:lnTo>
                    <a:pt x="8507" y="1355"/>
                  </a:lnTo>
                  <a:cubicBezTo>
                    <a:pt x="8759" y="1261"/>
                    <a:pt x="8885" y="1009"/>
                    <a:pt x="8885" y="725"/>
                  </a:cubicBezTo>
                  <a:cubicBezTo>
                    <a:pt x="9074" y="347"/>
                    <a:pt x="8696" y="1"/>
                    <a:pt x="8318" y="1"/>
                  </a:cubicBezTo>
                  <a:cubicBezTo>
                    <a:pt x="7908" y="1"/>
                    <a:pt x="7562" y="347"/>
                    <a:pt x="7562" y="725"/>
                  </a:cubicBezTo>
                  <a:cubicBezTo>
                    <a:pt x="7562" y="883"/>
                    <a:pt x="7625" y="1009"/>
                    <a:pt x="7688" y="1135"/>
                  </a:cubicBezTo>
                  <a:lnTo>
                    <a:pt x="6428" y="2143"/>
                  </a:lnTo>
                  <a:lnTo>
                    <a:pt x="5167" y="1135"/>
                  </a:lnTo>
                  <a:cubicBezTo>
                    <a:pt x="5262" y="1009"/>
                    <a:pt x="5293" y="883"/>
                    <a:pt x="5293" y="725"/>
                  </a:cubicBezTo>
                  <a:cubicBezTo>
                    <a:pt x="5293" y="347"/>
                    <a:pt x="4947" y="1"/>
                    <a:pt x="4537" y="1"/>
                  </a:cubicBezTo>
                  <a:cubicBezTo>
                    <a:pt x="4159" y="1"/>
                    <a:pt x="3781" y="347"/>
                    <a:pt x="3781" y="725"/>
                  </a:cubicBezTo>
                  <a:cubicBezTo>
                    <a:pt x="3781" y="883"/>
                    <a:pt x="3844" y="1009"/>
                    <a:pt x="3907" y="1135"/>
                  </a:cubicBezTo>
                  <a:lnTo>
                    <a:pt x="2647" y="2143"/>
                  </a:lnTo>
                  <a:lnTo>
                    <a:pt x="1387" y="1135"/>
                  </a:lnTo>
                  <a:cubicBezTo>
                    <a:pt x="1481" y="1009"/>
                    <a:pt x="1513" y="883"/>
                    <a:pt x="1513" y="725"/>
                  </a:cubicBezTo>
                  <a:cubicBezTo>
                    <a:pt x="1513" y="347"/>
                    <a:pt x="1166"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85"/>
            <p:cNvSpPr/>
            <p:nvPr/>
          </p:nvSpPr>
          <p:spPr>
            <a:xfrm>
              <a:off x="-51623775" y="3703775"/>
              <a:ext cx="18125" cy="63825"/>
            </a:xfrm>
            <a:custGeom>
              <a:avLst/>
              <a:gdLst/>
              <a:ahLst/>
              <a:cxnLst/>
              <a:rect l="l" t="t" r="r" b="b"/>
              <a:pathLst>
                <a:path w="725" h="2553" extrusionOk="0">
                  <a:moveTo>
                    <a:pt x="725" y="1"/>
                  </a:moveTo>
                  <a:cubicBezTo>
                    <a:pt x="252" y="190"/>
                    <a:pt x="0" y="726"/>
                    <a:pt x="0" y="1261"/>
                  </a:cubicBezTo>
                  <a:cubicBezTo>
                    <a:pt x="0" y="1797"/>
                    <a:pt x="315" y="2301"/>
                    <a:pt x="725" y="2553"/>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85"/>
            <p:cNvSpPr/>
            <p:nvPr/>
          </p:nvSpPr>
          <p:spPr>
            <a:xfrm>
              <a:off x="-51363075" y="3703000"/>
              <a:ext cx="18925" cy="63825"/>
            </a:xfrm>
            <a:custGeom>
              <a:avLst/>
              <a:gdLst/>
              <a:ahLst/>
              <a:cxnLst/>
              <a:rect l="l" t="t" r="r" b="b"/>
              <a:pathLst>
                <a:path w="757" h="2553" extrusionOk="0">
                  <a:moveTo>
                    <a:pt x="1" y="0"/>
                  </a:moveTo>
                  <a:lnTo>
                    <a:pt x="1" y="2552"/>
                  </a:lnTo>
                  <a:cubicBezTo>
                    <a:pt x="442" y="2269"/>
                    <a:pt x="757" y="1796"/>
                    <a:pt x="757" y="1261"/>
                  </a:cubicBezTo>
                  <a:cubicBezTo>
                    <a:pt x="757" y="757"/>
                    <a:pt x="442"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85"/>
            <p:cNvSpPr/>
            <p:nvPr/>
          </p:nvSpPr>
          <p:spPr>
            <a:xfrm>
              <a:off x="-51586750" y="3716375"/>
              <a:ext cx="207150" cy="89775"/>
            </a:xfrm>
            <a:custGeom>
              <a:avLst/>
              <a:gdLst/>
              <a:ahLst/>
              <a:cxnLst/>
              <a:rect l="l" t="t" r="r" b="b"/>
              <a:pathLst>
                <a:path w="8286" h="3591" extrusionOk="0">
                  <a:moveTo>
                    <a:pt x="2615" y="757"/>
                  </a:moveTo>
                  <a:cubicBezTo>
                    <a:pt x="2804" y="757"/>
                    <a:pt x="2962" y="915"/>
                    <a:pt x="2962" y="1104"/>
                  </a:cubicBezTo>
                  <a:cubicBezTo>
                    <a:pt x="2962" y="1293"/>
                    <a:pt x="2804" y="1450"/>
                    <a:pt x="2615" y="1450"/>
                  </a:cubicBezTo>
                  <a:cubicBezTo>
                    <a:pt x="2394" y="1450"/>
                    <a:pt x="2237" y="1293"/>
                    <a:pt x="2237" y="1104"/>
                  </a:cubicBezTo>
                  <a:cubicBezTo>
                    <a:pt x="2237" y="915"/>
                    <a:pt x="2394" y="757"/>
                    <a:pt x="2615" y="757"/>
                  </a:cubicBezTo>
                  <a:close/>
                  <a:moveTo>
                    <a:pt x="5608" y="757"/>
                  </a:moveTo>
                  <a:cubicBezTo>
                    <a:pt x="5797" y="757"/>
                    <a:pt x="5955" y="915"/>
                    <a:pt x="5955" y="1104"/>
                  </a:cubicBezTo>
                  <a:cubicBezTo>
                    <a:pt x="5955" y="1293"/>
                    <a:pt x="5797" y="1450"/>
                    <a:pt x="5608" y="1450"/>
                  </a:cubicBezTo>
                  <a:cubicBezTo>
                    <a:pt x="5387" y="1450"/>
                    <a:pt x="5230" y="1293"/>
                    <a:pt x="5230" y="1104"/>
                  </a:cubicBezTo>
                  <a:cubicBezTo>
                    <a:pt x="5198" y="915"/>
                    <a:pt x="5387" y="757"/>
                    <a:pt x="5608" y="757"/>
                  </a:cubicBezTo>
                  <a:close/>
                  <a:moveTo>
                    <a:pt x="95" y="1"/>
                  </a:moveTo>
                  <a:lnTo>
                    <a:pt x="95" y="3088"/>
                  </a:lnTo>
                  <a:lnTo>
                    <a:pt x="0" y="3088"/>
                  </a:lnTo>
                  <a:lnTo>
                    <a:pt x="1386" y="3561"/>
                  </a:lnTo>
                  <a:cubicBezTo>
                    <a:pt x="1451" y="3577"/>
                    <a:pt x="1517" y="3585"/>
                    <a:pt x="1581" y="3585"/>
                  </a:cubicBezTo>
                  <a:cubicBezTo>
                    <a:pt x="1764" y="3585"/>
                    <a:pt x="1939" y="3520"/>
                    <a:pt x="2079" y="3404"/>
                  </a:cubicBezTo>
                  <a:cubicBezTo>
                    <a:pt x="2371" y="3112"/>
                    <a:pt x="2737" y="2970"/>
                    <a:pt x="3098" y="2970"/>
                  </a:cubicBezTo>
                  <a:cubicBezTo>
                    <a:pt x="3478" y="2970"/>
                    <a:pt x="3852" y="3128"/>
                    <a:pt x="4127" y="3435"/>
                  </a:cubicBezTo>
                  <a:cubicBezTo>
                    <a:pt x="4415" y="3132"/>
                    <a:pt x="4791" y="2982"/>
                    <a:pt x="5166" y="2982"/>
                  </a:cubicBezTo>
                  <a:cubicBezTo>
                    <a:pt x="5531" y="2982"/>
                    <a:pt x="5895" y="3124"/>
                    <a:pt x="6175" y="3404"/>
                  </a:cubicBezTo>
                  <a:cubicBezTo>
                    <a:pt x="6329" y="3535"/>
                    <a:pt x="6483" y="3591"/>
                    <a:pt x="6658" y="3591"/>
                  </a:cubicBezTo>
                  <a:cubicBezTo>
                    <a:pt x="6734" y="3591"/>
                    <a:pt x="6814" y="3580"/>
                    <a:pt x="6900" y="3561"/>
                  </a:cubicBezTo>
                  <a:lnTo>
                    <a:pt x="8286" y="3088"/>
                  </a:lnTo>
                  <a:lnTo>
                    <a:pt x="82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2" name="Google Shape;6542;p85"/>
            <p:cNvSpPr/>
            <p:nvPr/>
          </p:nvSpPr>
          <p:spPr>
            <a:xfrm>
              <a:off x="-51497750" y="3666775"/>
              <a:ext cx="26000" cy="26800"/>
            </a:xfrm>
            <a:custGeom>
              <a:avLst/>
              <a:gdLst/>
              <a:ahLst/>
              <a:cxnLst/>
              <a:rect l="l" t="t" r="r" b="b"/>
              <a:pathLst>
                <a:path w="1040" h="1072" extrusionOk="0">
                  <a:moveTo>
                    <a:pt x="536" y="0"/>
                  </a:moveTo>
                  <a:lnTo>
                    <a:pt x="0" y="536"/>
                  </a:lnTo>
                  <a:lnTo>
                    <a:pt x="536" y="1071"/>
                  </a:lnTo>
                  <a:lnTo>
                    <a:pt x="1040" y="536"/>
                  </a:lnTo>
                  <a:lnTo>
                    <a:pt x="5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43" name="Google Shape;6543;p85"/>
          <p:cNvSpPr txBox="1"/>
          <p:nvPr/>
        </p:nvSpPr>
        <p:spPr>
          <a:xfrm>
            <a:off x="826588"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Help &amp; Support Icons</a:t>
            </a:r>
            <a:endParaRPr sz="2400">
              <a:solidFill>
                <a:srgbClr val="FFFFFF"/>
              </a:solidFill>
            </a:endParaRPr>
          </a:p>
        </p:txBody>
      </p:sp>
      <p:sp>
        <p:nvSpPr>
          <p:cNvPr id="6544" name="Google Shape;6544;p85"/>
          <p:cNvSpPr txBox="1"/>
          <p:nvPr/>
        </p:nvSpPr>
        <p:spPr>
          <a:xfrm>
            <a:off x="4835313"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Avatar Icons</a:t>
            </a:r>
            <a:endParaRPr sz="2400">
              <a:solidFill>
                <a:srgbClr val="FFFFFF"/>
              </a:solidFill>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6548"/>
        <p:cNvGrpSpPr/>
        <p:nvPr/>
      </p:nvGrpSpPr>
      <p:grpSpPr>
        <a:xfrm>
          <a:off x="0" y="0"/>
          <a:ext cx="0" cy="0"/>
          <a:chOff x="0" y="0"/>
          <a:chExt cx="0" cy="0"/>
        </a:xfrm>
      </p:grpSpPr>
      <p:grpSp>
        <p:nvGrpSpPr>
          <p:cNvPr id="6549" name="Google Shape;6549;p86"/>
          <p:cNvGrpSpPr/>
          <p:nvPr/>
        </p:nvGrpSpPr>
        <p:grpSpPr>
          <a:xfrm>
            <a:off x="866775" y="1386849"/>
            <a:ext cx="276003" cy="357300"/>
            <a:chOff x="-50469125" y="3183175"/>
            <a:chExt cx="233150" cy="301825"/>
          </a:xfrm>
        </p:grpSpPr>
        <p:sp>
          <p:nvSpPr>
            <p:cNvPr id="6550" name="Google Shape;6550;p86"/>
            <p:cNvSpPr/>
            <p:nvPr/>
          </p:nvSpPr>
          <p:spPr>
            <a:xfrm>
              <a:off x="-50388775" y="3227275"/>
              <a:ext cx="70900" cy="70900"/>
            </a:xfrm>
            <a:custGeom>
              <a:avLst/>
              <a:gdLst/>
              <a:ahLst/>
              <a:cxnLst/>
              <a:rect l="l" t="t" r="r" b="b"/>
              <a:pathLst>
                <a:path w="2836" h="2836" extrusionOk="0">
                  <a:moveTo>
                    <a:pt x="1418" y="1072"/>
                  </a:moveTo>
                  <a:cubicBezTo>
                    <a:pt x="1638" y="1072"/>
                    <a:pt x="1796" y="1229"/>
                    <a:pt x="1796" y="1418"/>
                  </a:cubicBezTo>
                  <a:cubicBezTo>
                    <a:pt x="1796" y="1607"/>
                    <a:pt x="1638" y="1765"/>
                    <a:pt x="1418" y="1765"/>
                  </a:cubicBezTo>
                  <a:cubicBezTo>
                    <a:pt x="1229" y="1765"/>
                    <a:pt x="1071" y="1607"/>
                    <a:pt x="1071" y="1418"/>
                  </a:cubicBezTo>
                  <a:cubicBezTo>
                    <a:pt x="1071" y="1229"/>
                    <a:pt x="1229" y="1072"/>
                    <a:pt x="1418" y="1072"/>
                  </a:cubicBezTo>
                  <a:close/>
                  <a:moveTo>
                    <a:pt x="1418" y="1"/>
                  </a:moveTo>
                  <a:cubicBezTo>
                    <a:pt x="630" y="1"/>
                    <a:pt x="0" y="631"/>
                    <a:pt x="0" y="1418"/>
                  </a:cubicBezTo>
                  <a:cubicBezTo>
                    <a:pt x="0" y="2206"/>
                    <a:pt x="630" y="2836"/>
                    <a:pt x="1418" y="2836"/>
                  </a:cubicBezTo>
                  <a:cubicBezTo>
                    <a:pt x="2206" y="2836"/>
                    <a:pt x="2836" y="2206"/>
                    <a:pt x="2836" y="1418"/>
                  </a:cubicBezTo>
                  <a:cubicBezTo>
                    <a:pt x="2836" y="631"/>
                    <a:pt x="2206"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86"/>
            <p:cNvSpPr/>
            <p:nvPr/>
          </p:nvSpPr>
          <p:spPr>
            <a:xfrm>
              <a:off x="-50469125" y="3290275"/>
              <a:ext cx="233150" cy="194725"/>
            </a:xfrm>
            <a:custGeom>
              <a:avLst/>
              <a:gdLst/>
              <a:ahLst/>
              <a:cxnLst/>
              <a:rect l="l" t="t" r="r" b="b"/>
              <a:pathLst>
                <a:path w="9326" h="7789" extrusionOk="0">
                  <a:moveTo>
                    <a:pt x="4663" y="1072"/>
                  </a:moveTo>
                  <a:lnTo>
                    <a:pt x="6018" y="3907"/>
                  </a:lnTo>
                  <a:cubicBezTo>
                    <a:pt x="5672" y="4034"/>
                    <a:pt x="5356" y="4097"/>
                    <a:pt x="5010" y="4128"/>
                  </a:cubicBezTo>
                  <a:lnTo>
                    <a:pt x="5010" y="3813"/>
                  </a:lnTo>
                  <a:cubicBezTo>
                    <a:pt x="5010" y="3624"/>
                    <a:pt x="4852" y="3466"/>
                    <a:pt x="4663" y="3466"/>
                  </a:cubicBezTo>
                  <a:cubicBezTo>
                    <a:pt x="4443" y="3466"/>
                    <a:pt x="4285" y="3624"/>
                    <a:pt x="4285" y="3813"/>
                  </a:cubicBezTo>
                  <a:lnTo>
                    <a:pt x="4285" y="4128"/>
                  </a:lnTo>
                  <a:cubicBezTo>
                    <a:pt x="3939" y="4097"/>
                    <a:pt x="3592" y="4034"/>
                    <a:pt x="3277" y="3907"/>
                  </a:cubicBezTo>
                  <a:lnTo>
                    <a:pt x="4663" y="1072"/>
                  </a:lnTo>
                  <a:close/>
                  <a:moveTo>
                    <a:pt x="2836" y="1"/>
                  </a:moveTo>
                  <a:lnTo>
                    <a:pt x="1576" y="2647"/>
                  </a:lnTo>
                  <a:cubicBezTo>
                    <a:pt x="1387" y="2395"/>
                    <a:pt x="1229" y="2143"/>
                    <a:pt x="1103" y="1860"/>
                  </a:cubicBezTo>
                  <a:cubicBezTo>
                    <a:pt x="1034" y="1721"/>
                    <a:pt x="914" y="1634"/>
                    <a:pt x="781" y="1634"/>
                  </a:cubicBezTo>
                  <a:cubicBezTo>
                    <a:pt x="732" y="1634"/>
                    <a:pt x="681" y="1645"/>
                    <a:pt x="631" y="1671"/>
                  </a:cubicBezTo>
                  <a:cubicBezTo>
                    <a:pt x="442" y="1734"/>
                    <a:pt x="347" y="1923"/>
                    <a:pt x="442" y="2143"/>
                  </a:cubicBezTo>
                  <a:cubicBezTo>
                    <a:pt x="631" y="2553"/>
                    <a:pt x="914" y="2994"/>
                    <a:pt x="1229" y="3340"/>
                  </a:cubicBezTo>
                  <a:lnTo>
                    <a:pt x="158" y="5546"/>
                  </a:lnTo>
                  <a:cubicBezTo>
                    <a:pt x="1" y="5955"/>
                    <a:pt x="64" y="6396"/>
                    <a:pt x="347" y="6711"/>
                  </a:cubicBezTo>
                  <a:lnTo>
                    <a:pt x="127" y="7247"/>
                  </a:lnTo>
                  <a:cubicBezTo>
                    <a:pt x="32" y="7405"/>
                    <a:pt x="127" y="7657"/>
                    <a:pt x="284" y="7720"/>
                  </a:cubicBezTo>
                  <a:cubicBezTo>
                    <a:pt x="328" y="7746"/>
                    <a:pt x="376" y="7757"/>
                    <a:pt x="425" y="7757"/>
                  </a:cubicBezTo>
                  <a:cubicBezTo>
                    <a:pt x="554" y="7757"/>
                    <a:pt x="688" y="7676"/>
                    <a:pt x="757" y="7562"/>
                  </a:cubicBezTo>
                  <a:lnTo>
                    <a:pt x="977" y="7026"/>
                  </a:lnTo>
                  <a:cubicBezTo>
                    <a:pt x="1025" y="7032"/>
                    <a:pt x="1072" y="7035"/>
                    <a:pt x="1118" y="7035"/>
                  </a:cubicBezTo>
                  <a:cubicBezTo>
                    <a:pt x="1562" y="7035"/>
                    <a:pt x="1937" y="6770"/>
                    <a:pt x="2080" y="6428"/>
                  </a:cubicBezTo>
                  <a:lnTo>
                    <a:pt x="2962" y="4601"/>
                  </a:lnTo>
                  <a:cubicBezTo>
                    <a:pt x="3372" y="4758"/>
                    <a:pt x="3813" y="4884"/>
                    <a:pt x="4285" y="4916"/>
                  </a:cubicBezTo>
                  <a:lnTo>
                    <a:pt x="4285" y="5294"/>
                  </a:lnTo>
                  <a:cubicBezTo>
                    <a:pt x="4285" y="5483"/>
                    <a:pt x="4443" y="5640"/>
                    <a:pt x="4632" y="5640"/>
                  </a:cubicBezTo>
                  <a:cubicBezTo>
                    <a:pt x="4852" y="5640"/>
                    <a:pt x="5010" y="5483"/>
                    <a:pt x="5010" y="5294"/>
                  </a:cubicBezTo>
                  <a:lnTo>
                    <a:pt x="5010" y="4916"/>
                  </a:lnTo>
                  <a:cubicBezTo>
                    <a:pt x="5483" y="4884"/>
                    <a:pt x="5892" y="4821"/>
                    <a:pt x="6333" y="4601"/>
                  </a:cubicBezTo>
                  <a:lnTo>
                    <a:pt x="7215" y="6428"/>
                  </a:lnTo>
                  <a:cubicBezTo>
                    <a:pt x="7365" y="6787"/>
                    <a:pt x="7741" y="7060"/>
                    <a:pt x="8237" y="7060"/>
                  </a:cubicBezTo>
                  <a:cubicBezTo>
                    <a:pt x="8264" y="7060"/>
                    <a:pt x="8291" y="7060"/>
                    <a:pt x="8318" y="7058"/>
                  </a:cubicBezTo>
                  <a:lnTo>
                    <a:pt x="8538" y="7594"/>
                  </a:lnTo>
                  <a:cubicBezTo>
                    <a:pt x="8607" y="7708"/>
                    <a:pt x="8742" y="7789"/>
                    <a:pt x="8871" y="7789"/>
                  </a:cubicBezTo>
                  <a:cubicBezTo>
                    <a:pt x="8920" y="7789"/>
                    <a:pt x="8968" y="7777"/>
                    <a:pt x="9011" y="7751"/>
                  </a:cubicBezTo>
                  <a:cubicBezTo>
                    <a:pt x="9169" y="7562"/>
                    <a:pt x="9263" y="7373"/>
                    <a:pt x="9169" y="7215"/>
                  </a:cubicBezTo>
                  <a:lnTo>
                    <a:pt x="8948" y="6648"/>
                  </a:lnTo>
                  <a:cubicBezTo>
                    <a:pt x="9200" y="6333"/>
                    <a:pt x="9326" y="5924"/>
                    <a:pt x="9137" y="5514"/>
                  </a:cubicBezTo>
                  <a:lnTo>
                    <a:pt x="8066" y="3340"/>
                  </a:lnTo>
                  <a:cubicBezTo>
                    <a:pt x="8381" y="2994"/>
                    <a:pt x="8665" y="2553"/>
                    <a:pt x="8854" y="2143"/>
                  </a:cubicBezTo>
                  <a:cubicBezTo>
                    <a:pt x="8948" y="1923"/>
                    <a:pt x="8854" y="1734"/>
                    <a:pt x="8665" y="1671"/>
                  </a:cubicBezTo>
                  <a:cubicBezTo>
                    <a:pt x="8614" y="1645"/>
                    <a:pt x="8561" y="1634"/>
                    <a:pt x="8509" y="1634"/>
                  </a:cubicBezTo>
                  <a:cubicBezTo>
                    <a:pt x="8369" y="1634"/>
                    <a:pt x="8238" y="1721"/>
                    <a:pt x="8192" y="1860"/>
                  </a:cubicBezTo>
                  <a:cubicBezTo>
                    <a:pt x="8066" y="2143"/>
                    <a:pt x="7908" y="2395"/>
                    <a:pt x="7719" y="2647"/>
                  </a:cubicBezTo>
                  <a:lnTo>
                    <a:pt x="6459" y="1"/>
                  </a:lnTo>
                  <a:cubicBezTo>
                    <a:pt x="6113" y="631"/>
                    <a:pt x="5420" y="1041"/>
                    <a:pt x="4632" y="1041"/>
                  </a:cubicBezTo>
                  <a:cubicBezTo>
                    <a:pt x="3844" y="1041"/>
                    <a:pt x="3183" y="599"/>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86"/>
            <p:cNvSpPr/>
            <p:nvPr/>
          </p:nvSpPr>
          <p:spPr>
            <a:xfrm>
              <a:off x="-50379325" y="3183175"/>
              <a:ext cx="52775" cy="34675"/>
            </a:xfrm>
            <a:custGeom>
              <a:avLst/>
              <a:gdLst/>
              <a:ahLst/>
              <a:cxnLst/>
              <a:rect l="l" t="t" r="r" b="b"/>
              <a:pathLst>
                <a:path w="2111" h="1387" extrusionOk="0">
                  <a:moveTo>
                    <a:pt x="1071" y="0"/>
                  </a:moveTo>
                  <a:cubicBezTo>
                    <a:pt x="473" y="0"/>
                    <a:pt x="0" y="473"/>
                    <a:pt x="0" y="1071"/>
                  </a:cubicBezTo>
                  <a:lnTo>
                    <a:pt x="0" y="1386"/>
                  </a:lnTo>
                  <a:cubicBezTo>
                    <a:pt x="315" y="1166"/>
                    <a:pt x="662" y="1103"/>
                    <a:pt x="1071" y="1103"/>
                  </a:cubicBezTo>
                  <a:cubicBezTo>
                    <a:pt x="1449" y="1103"/>
                    <a:pt x="1796" y="1166"/>
                    <a:pt x="2111" y="1386"/>
                  </a:cubicBezTo>
                  <a:lnTo>
                    <a:pt x="2111" y="1071"/>
                  </a:lnTo>
                  <a:cubicBezTo>
                    <a:pt x="2111" y="473"/>
                    <a:pt x="1638"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3" name="Google Shape;6553;p86"/>
          <p:cNvGrpSpPr/>
          <p:nvPr/>
        </p:nvGrpSpPr>
        <p:grpSpPr>
          <a:xfrm>
            <a:off x="826674" y="1822251"/>
            <a:ext cx="356205" cy="355288"/>
            <a:chOff x="-50504575" y="3550975"/>
            <a:chExt cx="300900" cy="300125"/>
          </a:xfrm>
        </p:grpSpPr>
        <p:sp>
          <p:nvSpPr>
            <p:cNvPr id="6554" name="Google Shape;6554;p86"/>
            <p:cNvSpPr/>
            <p:nvPr/>
          </p:nvSpPr>
          <p:spPr>
            <a:xfrm>
              <a:off x="-50504575" y="3550975"/>
              <a:ext cx="300900" cy="176475"/>
            </a:xfrm>
            <a:custGeom>
              <a:avLst/>
              <a:gdLst/>
              <a:ahLst/>
              <a:cxnLst/>
              <a:rect l="l" t="t" r="r" b="b"/>
              <a:pathLst>
                <a:path w="12036" h="7059" extrusionOk="0">
                  <a:moveTo>
                    <a:pt x="1072" y="1"/>
                  </a:moveTo>
                  <a:cubicBezTo>
                    <a:pt x="473" y="1"/>
                    <a:pt x="1" y="474"/>
                    <a:pt x="1" y="1072"/>
                  </a:cubicBezTo>
                  <a:cubicBezTo>
                    <a:pt x="1" y="1671"/>
                    <a:pt x="473" y="2143"/>
                    <a:pt x="1072" y="2143"/>
                  </a:cubicBezTo>
                  <a:cubicBezTo>
                    <a:pt x="1545" y="2143"/>
                    <a:pt x="1891" y="1828"/>
                    <a:pt x="2049" y="1419"/>
                  </a:cubicBezTo>
                  <a:lnTo>
                    <a:pt x="3592" y="1419"/>
                  </a:lnTo>
                  <a:cubicBezTo>
                    <a:pt x="2364" y="2175"/>
                    <a:pt x="1576" y="3467"/>
                    <a:pt x="1450" y="4916"/>
                  </a:cubicBezTo>
                  <a:lnTo>
                    <a:pt x="1072" y="4916"/>
                  </a:lnTo>
                  <a:cubicBezTo>
                    <a:pt x="883" y="4916"/>
                    <a:pt x="726" y="5073"/>
                    <a:pt x="726" y="5294"/>
                  </a:cubicBezTo>
                  <a:lnTo>
                    <a:pt x="726" y="6712"/>
                  </a:lnTo>
                  <a:cubicBezTo>
                    <a:pt x="726" y="6901"/>
                    <a:pt x="883" y="7058"/>
                    <a:pt x="1072" y="7058"/>
                  </a:cubicBezTo>
                  <a:lnTo>
                    <a:pt x="2490" y="7058"/>
                  </a:lnTo>
                  <a:cubicBezTo>
                    <a:pt x="2679" y="7058"/>
                    <a:pt x="2836" y="6901"/>
                    <a:pt x="2836" y="6712"/>
                  </a:cubicBezTo>
                  <a:lnTo>
                    <a:pt x="2836" y="5294"/>
                  </a:lnTo>
                  <a:cubicBezTo>
                    <a:pt x="2836" y="5073"/>
                    <a:pt x="2679" y="4916"/>
                    <a:pt x="2490" y="4916"/>
                  </a:cubicBezTo>
                  <a:lnTo>
                    <a:pt x="2175" y="4916"/>
                  </a:lnTo>
                  <a:cubicBezTo>
                    <a:pt x="2332" y="3309"/>
                    <a:pt x="3435" y="2017"/>
                    <a:pt x="4979" y="1576"/>
                  </a:cubicBezTo>
                  <a:lnTo>
                    <a:pt x="4979" y="1765"/>
                  </a:lnTo>
                  <a:cubicBezTo>
                    <a:pt x="4979" y="1986"/>
                    <a:pt x="5136" y="2143"/>
                    <a:pt x="5325" y="2143"/>
                  </a:cubicBezTo>
                  <a:lnTo>
                    <a:pt x="6743" y="2143"/>
                  </a:lnTo>
                  <a:cubicBezTo>
                    <a:pt x="6932" y="2143"/>
                    <a:pt x="7090" y="1986"/>
                    <a:pt x="7090" y="1765"/>
                  </a:cubicBezTo>
                  <a:lnTo>
                    <a:pt x="7090" y="1576"/>
                  </a:lnTo>
                  <a:cubicBezTo>
                    <a:pt x="8633" y="2017"/>
                    <a:pt x="9736" y="3340"/>
                    <a:pt x="9893" y="4916"/>
                  </a:cubicBezTo>
                  <a:lnTo>
                    <a:pt x="9578" y="4916"/>
                  </a:lnTo>
                  <a:cubicBezTo>
                    <a:pt x="9389" y="4916"/>
                    <a:pt x="9232" y="5073"/>
                    <a:pt x="9232" y="5294"/>
                  </a:cubicBezTo>
                  <a:lnTo>
                    <a:pt x="9232" y="6712"/>
                  </a:lnTo>
                  <a:cubicBezTo>
                    <a:pt x="9232" y="6901"/>
                    <a:pt x="9389" y="7058"/>
                    <a:pt x="9578" y="7058"/>
                  </a:cubicBezTo>
                  <a:lnTo>
                    <a:pt x="10996" y="7058"/>
                  </a:lnTo>
                  <a:cubicBezTo>
                    <a:pt x="11185" y="7058"/>
                    <a:pt x="11343" y="6901"/>
                    <a:pt x="11343" y="6712"/>
                  </a:cubicBezTo>
                  <a:lnTo>
                    <a:pt x="11343" y="5294"/>
                  </a:lnTo>
                  <a:cubicBezTo>
                    <a:pt x="11343" y="5073"/>
                    <a:pt x="11185" y="4916"/>
                    <a:pt x="10996" y="4916"/>
                  </a:cubicBezTo>
                  <a:lnTo>
                    <a:pt x="10587" y="4916"/>
                  </a:lnTo>
                  <a:cubicBezTo>
                    <a:pt x="10492" y="3467"/>
                    <a:pt x="9704" y="2175"/>
                    <a:pt x="8476" y="1419"/>
                  </a:cubicBezTo>
                  <a:lnTo>
                    <a:pt x="10020" y="1419"/>
                  </a:lnTo>
                  <a:cubicBezTo>
                    <a:pt x="10146" y="1860"/>
                    <a:pt x="10555" y="2143"/>
                    <a:pt x="10996" y="2143"/>
                  </a:cubicBezTo>
                  <a:cubicBezTo>
                    <a:pt x="11563" y="2143"/>
                    <a:pt x="12036" y="1671"/>
                    <a:pt x="12036" y="1072"/>
                  </a:cubicBezTo>
                  <a:cubicBezTo>
                    <a:pt x="12036" y="474"/>
                    <a:pt x="11563" y="1"/>
                    <a:pt x="10996" y="1"/>
                  </a:cubicBezTo>
                  <a:cubicBezTo>
                    <a:pt x="10524" y="1"/>
                    <a:pt x="10146" y="285"/>
                    <a:pt x="9988" y="726"/>
                  </a:cubicBezTo>
                  <a:lnTo>
                    <a:pt x="7090" y="726"/>
                  </a:lnTo>
                  <a:lnTo>
                    <a:pt x="7090" y="379"/>
                  </a:lnTo>
                  <a:cubicBezTo>
                    <a:pt x="7090" y="159"/>
                    <a:pt x="6932" y="1"/>
                    <a:pt x="6743" y="1"/>
                  </a:cubicBezTo>
                  <a:lnTo>
                    <a:pt x="5325" y="1"/>
                  </a:lnTo>
                  <a:cubicBezTo>
                    <a:pt x="5105" y="1"/>
                    <a:pt x="4979" y="159"/>
                    <a:pt x="4979" y="379"/>
                  </a:cubicBezTo>
                  <a:lnTo>
                    <a:pt x="4979" y="726"/>
                  </a:lnTo>
                  <a:lnTo>
                    <a:pt x="2049" y="726"/>
                  </a:lnTo>
                  <a:cubicBezTo>
                    <a:pt x="1891" y="316"/>
                    <a:pt x="1545"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86"/>
            <p:cNvSpPr/>
            <p:nvPr/>
          </p:nvSpPr>
          <p:spPr>
            <a:xfrm>
              <a:off x="-50432100" y="3622650"/>
              <a:ext cx="157550" cy="175675"/>
            </a:xfrm>
            <a:custGeom>
              <a:avLst/>
              <a:gdLst/>
              <a:ahLst/>
              <a:cxnLst/>
              <a:rect l="l" t="t" r="r" b="b"/>
              <a:pathLst>
                <a:path w="6302" h="7027" extrusionOk="0">
                  <a:moveTo>
                    <a:pt x="3182" y="1"/>
                  </a:moveTo>
                  <a:cubicBezTo>
                    <a:pt x="3064" y="1"/>
                    <a:pt x="2946" y="64"/>
                    <a:pt x="2899" y="190"/>
                  </a:cubicBezTo>
                  <a:lnTo>
                    <a:pt x="95" y="5105"/>
                  </a:lnTo>
                  <a:cubicBezTo>
                    <a:pt x="0" y="5231"/>
                    <a:pt x="0" y="5357"/>
                    <a:pt x="95" y="5451"/>
                  </a:cubicBezTo>
                  <a:lnTo>
                    <a:pt x="1103" y="7026"/>
                  </a:lnTo>
                  <a:lnTo>
                    <a:pt x="2804" y="7026"/>
                  </a:lnTo>
                  <a:lnTo>
                    <a:pt x="2804" y="5577"/>
                  </a:lnTo>
                  <a:cubicBezTo>
                    <a:pt x="2426" y="5420"/>
                    <a:pt x="2111" y="5010"/>
                    <a:pt x="2111" y="4569"/>
                  </a:cubicBezTo>
                  <a:cubicBezTo>
                    <a:pt x="2111" y="4002"/>
                    <a:pt x="2584" y="3529"/>
                    <a:pt x="3151" y="3529"/>
                  </a:cubicBezTo>
                  <a:cubicBezTo>
                    <a:pt x="3749" y="3529"/>
                    <a:pt x="4222" y="4002"/>
                    <a:pt x="4222" y="4569"/>
                  </a:cubicBezTo>
                  <a:cubicBezTo>
                    <a:pt x="4222" y="5042"/>
                    <a:pt x="3939" y="5420"/>
                    <a:pt x="3529" y="5577"/>
                  </a:cubicBezTo>
                  <a:lnTo>
                    <a:pt x="3529" y="7026"/>
                  </a:lnTo>
                  <a:lnTo>
                    <a:pt x="5199" y="7026"/>
                  </a:lnTo>
                  <a:lnTo>
                    <a:pt x="6238" y="5451"/>
                  </a:lnTo>
                  <a:cubicBezTo>
                    <a:pt x="6301" y="5325"/>
                    <a:pt x="6301" y="5199"/>
                    <a:pt x="6238" y="5105"/>
                  </a:cubicBezTo>
                  <a:lnTo>
                    <a:pt x="3466" y="190"/>
                  </a:lnTo>
                  <a:cubicBezTo>
                    <a:pt x="3419" y="64"/>
                    <a:pt x="3301" y="1"/>
                    <a:pt x="31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86"/>
            <p:cNvSpPr/>
            <p:nvPr/>
          </p:nvSpPr>
          <p:spPr>
            <a:xfrm>
              <a:off x="-50414775" y="3815625"/>
              <a:ext cx="122900" cy="35475"/>
            </a:xfrm>
            <a:custGeom>
              <a:avLst/>
              <a:gdLst/>
              <a:ahLst/>
              <a:cxnLst/>
              <a:rect l="l" t="t" r="r" b="b"/>
              <a:pathLst>
                <a:path w="4916" h="1419" extrusionOk="0">
                  <a:moveTo>
                    <a:pt x="347" y="1"/>
                  </a:moveTo>
                  <a:cubicBezTo>
                    <a:pt x="158" y="1"/>
                    <a:pt x="0" y="158"/>
                    <a:pt x="0" y="379"/>
                  </a:cubicBezTo>
                  <a:lnTo>
                    <a:pt x="0" y="1072"/>
                  </a:lnTo>
                  <a:cubicBezTo>
                    <a:pt x="0" y="1261"/>
                    <a:pt x="158" y="1418"/>
                    <a:pt x="347" y="1418"/>
                  </a:cubicBezTo>
                  <a:lnTo>
                    <a:pt x="4569" y="1418"/>
                  </a:lnTo>
                  <a:cubicBezTo>
                    <a:pt x="4758" y="1418"/>
                    <a:pt x="4915" y="1261"/>
                    <a:pt x="4915" y="1072"/>
                  </a:cubicBezTo>
                  <a:lnTo>
                    <a:pt x="4915" y="379"/>
                  </a:lnTo>
                  <a:cubicBezTo>
                    <a:pt x="4915" y="190"/>
                    <a:pt x="4758" y="1"/>
                    <a:pt x="45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86"/>
            <p:cNvSpPr/>
            <p:nvPr/>
          </p:nvSpPr>
          <p:spPr>
            <a:xfrm>
              <a:off x="-50362000" y="3727425"/>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8" name="Google Shape;6558;p86"/>
          <p:cNvGrpSpPr/>
          <p:nvPr/>
        </p:nvGrpSpPr>
        <p:grpSpPr>
          <a:xfrm>
            <a:off x="826674" y="2260493"/>
            <a:ext cx="356205" cy="354341"/>
            <a:chOff x="-50503000" y="3921175"/>
            <a:chExt cx="300900" cy="299325"/>
          </a:xfrm>
        </p:grpSpPr>
        <p:sp>
          <p:nvSpPr>
            <p:cNvPr id="6559" name="Google Shape;6559;p86"/>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86"/>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86"/>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86"/>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86"/>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4" name="Google Shape;6564;p86"/>
          <p:cNvGrpSpPr/>
          <p:nvPr/>
        </p:nvGrpSpPr>
        <p:grpSpPr>
          <a:xfrm>
            <a:off x="3030727" y="1406411"/>
            <a:ext cx="355258" cy="356205"/>
            <a:chOff x="-48630025" y="3199700"/>
            <a:chExt cx="300100" cy="300900"/>
          </a:xfrm>
        </p:grpSpPr>
        <p:sp>
          <p:nvSpPr>
            <p:cNvPr id="6565" name="Google Shape;6565;p86"/>
            <p:cNvSpPr/>
            <p:nvPr/>
          </p:nvSpPr>
          <p:spPr>
            <a:xfrm>
              <a:off x="-48630025" y="3199700"/>
              <a:ext cx="300100" cy="300900"/>
            </a:xfrm>
            <a:custGeom>
              <a:avLst/>
              <a:gdLst/>
              <a:ahLst/>
              <a:cxnLst/>
              <a:rect l="l" t="t" r="r" b="b"/>
              <a:pathLst>
                <a:path w="12004" h="12036" extrusionOk="0">
                  <a:moveTo>
                    <a:pt x="9893" y="1419"/>
                  </a:moveTo>
                  <a:lnTo>
                    <a:pt x="9893" y="1765"/>
                  </a:lnTo>
                  <a:cubicBezTo>
                    <a:pt x="9893" y="1986"/>
                    <a:pt x="10051" y="2143"/>
                    <a:pt x="10240" y="2143"/>
                  </a:cubicBezTo>
                  <a:lnTo>
                    <a:pt x="10586" y="2143"/>
                  </a:lnTo>
                  <a:lnTo>
                    <a:pt x="10586" y="5294"/>
                  </a:lnTo>
                  <a:cubicBezTo>
                    <a:pt x="9738" y="4603"/>
                    <a:pt x="8014" y="3599"/>
                    <a:pt x="6006" y="3592"/>
                  </a:cubicBezTo>
                  <a:lnTo>
                    <a:pt x="6006" y="3592"/>
                  </a:lnTo>
                  <a:cubicBezTo>
                    <a:pt x="6010" y="3592"/>
                    <a:pt x="6014" y="3592"/>
                    <a:pt x="6018" y="3592"/>
                  </a:cubicBezTo>
                  <a:lnTo>
                    <a:pt x="6018" y="3592"/>
                  </a:lnTo>
                  <a:cubicBezTo>
                    <a:pt x="6013" y="3592"/>
                    <a:pt x="6008" y="3592"/>
                    <a:pt x="6003" y="3592"/>
                  </a:cubicBezTo>
                  <a:lnTo>
                    <a:pt x="6003" y="3592"/>
                  </a:lnTo>
                  <a:cubicBezTo>
                    <a:pt x="5997" y="3592"/>
                    <a:pt x="5992" y="3592"/>
                    <a:pt x="5987" y="3592"/>
                  </a:cubicBezTo>
                  <a:cubicBezTo>
                    <a:pt x="5991" y="3592"/>
                    <a:pt x="5995" y="3592"/>
                    <a:pt x="5999" y="3592"/>
                  </a:cubicBezTo>
                  <a:lnTo>
                    <a:pt x="5999" y="3592"/>
                  </a:lnTo>
                  <a:cubicBezTo>
                    <a:pt x="4022" y="3599"/>
                    <a:pt x="2298" y="4666"/>
                    <a:pt x="1418" y="5294"/>
                  </a:cubicBezTo>
                  <a:lnTo>
                    <a:pt x="1418" y="2143"/>
                  </a:lnTo>
                  <a:lnTo>
                    <a:pt x="1765" y="2143"/>
                  </a:lnTo>
                  <a:cubicBezTo>
                    <a:pt x="1986" y="2143"/>
                    <a:pt x="2112" y="1986"/>
                    <a:pt x="2112" y="1765"/>
                  </a:cubicBezTo>
                  <a:lnTo>
                    <a:pt x="2112" y="1419"/>
                  </a:lnTo>
                  <a:close/>
                  <a:moveTo>
                    <a:pt x="6002" y="3592"/>
                  </a:moveTo>
                  <a:cubicBezTo>
                    <a:pt x="7319" y="3601"/>
                    <a:pt x="8413" y="4700"/>
                    <a:pt x="8413" y="6018"/>
                  </a:cubicBezTo>
                  <a:cubicBezTo>
                    <a:pt x="8413" y="7368"/>
                    <a:pt x="7319" y="8467"/>
                    <a:pt x="6002" y="8476"/>
                  </a:cubicBezTo>
                  <a:lnTo>
                    <a:pt x="6002" y="8476"/>
                  </a:lnTo>
                  <a:cubicBezTo>
                    <a:pt x="4686" y="8467"/>
                    <a:pt x="3592" y="7368"/>
                    <a:pt x="3592" y="6018"/>
                  </a:cubicBezTo>
                  <a:cubicBezTo>
                    <a:pt x="3592" y="4700"/>
                    <a:pt x="4686" y="3601"/>
                    <a:pt x="6002" y="3592"/>
                  </a:cubicBezTo>
                  <a:close/>
                  <a:moveTo>
                    <a:pt x="10586" y="6774"/>
                  </a:moveTo>
                  <a:lnTo>
                    <a:pt x="10586" y="9925"/>
                  </a:lnTo>
                  <a:lnTo>
                    <a:pt x="10240" y="9925"/>
                  </a:lnTo>
                  <a:cubicBezTo>
                    <a:pt x="10051" y="9925"/>
                    <a:pt x="9893" y="10082"/>
                    <a:pt x="9893" y="10271"/>
                  </a:cubicBezTo>
                  <a:lnTo>
                    <a:pt x="9893" y="10618"/>
                  </a:lnTo>
                  <a:lnTo>
                    <a:pt x="2112" y="10618"/>
                  </a:lnTo>
                  <a:lnTo>
                    <a:pt x="2112" y="10271"/>
                  </a:lnTo>
                  <a:cubicBezTo>
                    <a:pt x="2112" y="10082"/>
                    <a:pt x="1986" y="9925"/>
                    <a:pt x="1765" y="9925"/>
                  </a:cubicBezTo>
                  <a:lnTo>
                    <a:pt x="1418" y="9925"/>
                  </a:lnTo>
                  <a:lnTo>
                    <a:pt x="1418" y="6774"/>
                  </a:lnTo>
                  <a:cubicBezTo>
                    <a:pt x="2298" y="7434"/>
                    <a:pt x="4022" y="8469"/>
                    <a:pt x="5999" y="8476"/>
                  </a:cubicBezTo>
                  <a:lnTo>
                    <a:pt x="5999" y="8476"/>
                  </a:lnTo>
                  <a:cubicBezTo>
                    <a:pt x="5995" y="8476"/>
                    <a:pt x="5991" y="8476"/>
                    <a:pt x="5987" y="8476"/>
                  </a:cubicBezTo>
                  <a:cubicBezTo>
                    <a:pt x="5992" y="8476"/>
                    <a:pt x="5997" y="8476"/>
                    <a:pt x="6002" y="8476"/>
                  </a:cubicBezTo>
                  <a:lnTo>
                    <a:pt x="6002" y="8476"/>
                  </a:lnTo>
                  <a:cubicBezTo>
                    <a:pt x="6008" y="8476"/>
                    <a:pt x="6013" y="8476"/>
                    <a:pt x="6018" y="8476"/>
                  </a:cubicBezTo>
                  <a:cubicBezTo>
                    <a:pt x="6014" y="8476"/>
                    <a:pt x="6010" y="8476"/>
                    <a:pt x="6006" y="8476"/>
                  </a:cubicBezTo>
                  <a:lnTo>
                    <a:pt x="6006" y="8476"/>
                  </a:lnTo>
                  <a:cubicBezTo>
                    <a:pt x="8014" y="8469"/>
                    <a:pt x="9738" y="7402"/>
                    <a:pt x="10586" y="6774"/>
                  </a:cubicBezTo>
                  <a:close/>
                  <a:moveTo>
                    <a:pt x="347" y="1"/>
                  </a:moveTo>
                  <a:cubicBezTo>
                    <a:pt x="158" y="1"/>
                    <a:pt x="1" y="158"/>
                    <a:pt x="1" y="347"/>
                  </a:cubicBezTo>
                  <a:lnTo>
                    <a:pt x="1" y="1765"/>
                  </a:lnTo>
                  <a:cubicBezTo>
                    <a:pt x="1" y="1986"/>
                    <a:pt x="158" y="2143"/>
                    <a:pt x="347" y="2143"/>
                  </a:cubicBezTo>
                  <a:lnTo>
                    <a:pt x="694" y="2143"/>
                  </a:lnTo>
                  <a:lnTo>
                    <a:pt x="694" y="9925"/>
                  </a:lnTo>
                  <a:lnTo>
                    <a:pt x="347" y="9925"/>
                  </a:lnTo>
                  <a:cubicBezTo>
                    <a:pt x="158" y="9925"/>
                    <a:pt x="1" y="10082"/>
                    <a:pt x="1" y="10271"/>
                  </a:cubicBezTo>
                  <a:lnTo>
                    <a:pt x="1" y="11689"/>
                  </a:lnTo>
                  <a:cubicBezTo>
                    <a:pt x="1" y="11910"/>
                    <a:pt x="158" y="12036"/>
                    <a:pt x="347" y="12036"/>
                  </a:cubicBezTo>
                  <a:lnTo>
                    <a:pt x="1765" y="12036"/>
                  </a:lnTo>
                  <a:cubicBezTo>
                    <a:pt x="1986" y="12036"/>
                    <a:pt x="2112" y="11910"/>
                    <a:pt x="2112" y="11689"/>
                  </a:cubicBezTo>
                  <a:lnTo>
                    <a:pt x="2112" y="11343"/>
                  </a:lnTo>
                  <a:lnTo>
                    <a:pt x="9893" y="11343"/>
                  </a:lnTo>
                  <a:lnTo>
                    <a:pt x="9893" y="11689"/>
                  </a:lnTo>
                  <a:cubicBezTo>
                    <a:pt x="9893" y="11910"/>
                    <a:pt x="10051" y="12036"/>
                    <a:pt x="10240" y="12036"/>
                  </a:cubicBezTo>
                  <a:lnTo>
                    <a:pt x="11658" y="12036"/>
                  </a:lnTo>
                  <a:cubicBezTo>
                    <a:pt x="11847" y="12036"/>
                    <a:pt x="12004" y="11910"/>
                    <a:pt x="12004" y="11689"/>
                  </a:cubicBezTo>
                  <a:lnTo>
                    <a:pt x="12004" y="10271"/>
                  </a:lnTo>
                  <a:cubicBezTo>
                    <a:pt x="12004" y="10082"/>
                    <a:pt x="11847" y="9925"/>
                    <a:pt x="11658" y="9925"/>
                  </a:cubicBezTo>
                  <a:lnTo>
                    <a:pt x="11311" y="9925"/>
                  </a:lnTo>
                  <a:lnTo>
                    <a:pt x="11311" y="2143"/>
                  </a:lnTo>
                  <a:lnTo>
                    <a:pt x="11658" y="2143"/>
                  </a:lnTo>
                  <a:cubicBezTo>
                    <a:pt x="11847" y="2143"/>
                    <a:pt x="12004" y="1986"/>
                    <a:pt x="12004" y="1765"/>
                  </a:cubicBezTo>
                  <a:lnTo>
                    <a:pt x="12004" y="347"/>
                  </a:lnTo>
                  <a:cubicBezTo>
                    <a:pt x="12004" y="158"/>
                    <a:pt x="11847" y="1"/>
                    <a:pt x="11658" y="1"/>
                  </a:cubicBezTo>
                  <a:lnTo>
                    <a:pt x="10240" y="1"/>
                  </a:lnTo>
                  <a:cubicBezTo>
                    <a:pt x="10051" y="1"/>
                    <a:pt x="9893" y="158"/>
                    <a:pt x="9893" y="347"/>
                  </a:cubicBezTo>
                  <a:lnTo>
                    <a:pt x="9893" y="725"/>
                  </a:lnTo>
                  <a:lnTo>
                    <a:pt x="2112" y="725"/>
                  </a:lnTo>
                  <a:lnTo>
                    <a:pt x="2112" y="347"/>
                  </a:lnTo>
                  <a:cubicBezTo>
                    <a:pt x="2112" y="158"/>
                    <a:pt x="1986"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86"/>
            <p:cNvSpPr/>
            <p:nvPr/>
          </p:nvSpPr>
          <p:spPr>
            <a:xfrm>
              <a:off x="-48524475" y="3306025"/>
              <a:ext cx="88225" cy="89050"/>
            </a:xfrm>
            <a:custGeom>
              <a:avLst/>
              <a:gdLst/>
              <a:ahLst/>
              <a:cxnLst/>
              <a:rect l="l" t="t" r="r" b="b"/>
              <a:pathLst>
                <a:path w="3529" h="3562" extrusionOk="0">
                  <a:moveTo>
                    <a:pt x="1765" y="726"/>
                  </a:moveTo>
                  <a:cubicBezTo>
                    <a:pt x="2363" y="726"/>
                    <a:pt x="2836" y="1198"/>
                    <a:pt x="2836" y="1765"/>
                  </a:cubicBezTo>
                  <a:cubicBezTo>
                    <a:pt x="2836" y="2364"/>
                    <a:pt x="2363" y="2836"/>
                    <a:pt x="1765" y="2836"/>
                  </a:cubicBezTo>
                  <a:cubicBezTo>
                    <a:pt x="1166" y="2836"/>
                    <a:pt x="694" y="2364"/>
                    <a:pt x="694" y="1765"/>
                  </a:cubicBezTo>
                  <a:cubicBezTo>
                    <a:pt x="694" y="1198"/>
                    <a:pt x="1166" y="726"/>
                    <a:pt x="1765" y="726"/>
                  </a:cubicBezTo>
                  <a:close/>
                  <a:moveTo>
                    <a:pt x="1765" y="1"/>
                  </a:moveTo>
                  <a:cubicBezTo>
                    <a:pt x="788" y="1"/>
                    <a:pt x="0" y="789"/>
                    <a:pt x="0" y="1765"/>
                  </a:cubicBezTo>
                  <a:cubicBezTo>
                    <a:pt x="0" y="2773"/>
                    <a:pt x="788" y="3561"/>
                    <a:pt x="1765" y="3561"/>
                  </a:cubicBezTo>
                  <a:cubicBezTo>
                    <a:pt x="2741" y="3561"/>
                    <a:pt x="3529" y="2773"/>
                    <a:pt x="3529" y="1765"/>
                  </a:cubicBezTo>
                  <a:cubicBezTo>
                    <a:pt x="3529" y="789"/>
                    <a:pt x="2741"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86"/>
            <p:cNvSpPr/>
            <p:nvPr/>
          </p:nvSpPr>
          <p:spPr>
            <a:xfrm>
              <a:off x="-48489025" y="3341475"/>
              <a:ext cx="17350" cy="18150"/>
            </a:xfrm>
            <a:custGeom>
              <a:avLst/>
              <a:gdLst/>
              <a:ahLst/>
              <a:cxnLst/>
              <a:rect l="l" t="t" r="r" b="b"/>
              <a:pathLst>
                <a:path w="694" h="726" extrusionOk="0">
                  <a:moveTo>
                    <a:pt x="347" y="1"/>
                  </a:moveTo>
                  <a:cubicBezTo>
                    <a:pt x="158" y="1"/>
                    <a:pt x="0" y="158"/>
                    <a:pt x="0" y="347"/>
                  </a:cubicBezTo>
                  <a:cubicBezTo>
                    <a:pt x="0" y="536"/>
                    <a:pt x="158" y="725"/>
                    <a:pt x="347" y="725"/>
                  </a:cubicBezTo>
                  <a:cubicBezTo>
                    <a:pt x="536" y="725"/>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8" name="Google Shape;6568;p86"/>
          <p:cNvGrpSpPr/>
          <p:nvPr/>
        </p:nvGrpSpPr>
        <p:grpSpPr>
          <a:xfrm>
            <a:off x="3030727" y="1843707"/>
            <a:ext cx="355258" cy="355258"/>
            <a:chOff x="-48630025" y="3569100"/>
            <a:chExt cx="300100" cy="300100"/>
          </a:xfrm>
        </p:grpSpPr>
        <p:sp>
          <p:nvSpPr>
            <p:cNvPr id="6569" name="Google Shape;6569;p86"/>
            <p:cNvSpPr/>
            <p:nvPr/>
          </p:nvSpPr>
          <p:spPr>
            <a:xfrm>
              <a:off x="-48400825" y="3710875"/>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86"/>
            <p:cNvSpPr/>
            <p:nvPr/>
          </p:nvSpPr>
          <p:spPr>
            <a:xfrm>
              <a:off x="-48400825" y="37817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86"/>
            <p:cNvSpPr/>
            <p:nvPr/>
          </p:nvSpPr>
          <p:spPr>
            <a:xfrm>
              <a:off x="-48488250" y="37108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36" y="694"/>
                    <a:pt x="694" y="536"/>
                    <a:pt x="694"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86"/>
            <p:cNvSpPr/>
            <p:nvPr/>
          </p:nvSpPr>
          <p:spPr>
            <a:xfrm>
              <a:off x="-48488250" y="36400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36" y="693"/>
                    <a:pt x="694" y="536"/>
                    <a:pt x="694"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86"/>
            <p:cNvSpPr/>
            <p:nvPr/>
          </p:nvSpPr>
          <p:spPr>
            <a:xfrm>
              <a:off x="-48400825" y="36400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86"/>
            <p:cNvSpPr/>
            <p:nvPr/>
          </p:nvSpPr>
          <p:spPr>
            <a:xfrm>
              <a:off x="-48541800" y="3569100"/>
              <a:ext cx="211875" cy="300100"/>
            </a:xfrm>
            <a:custGeom>
              <a:avLst/>
              <a:gdLst/>
              <a:ahLst/>
              <a:cxnLst/>
              <a:rect l="l" t="t" r="r" b="b"/>
              <a:pathLst>
                <a:path w="8475" h="12004" extrusionOk="0">
                  <a:moveTo>
                    <a:pt x="2489" y="2080"/>
                  </a:moveTo>
                  <a:cubicBezTo>
                    <a:pt x="3088" y="2080"/>
                    <a:pt x="3560" y="2552"/>
                    <a:pt x="3560" y="3151"/>
                  </a:cubicBezTo>
                  <a:cubicBezTo>
                    <a:pt x="3560" y="3750"/>
                    <a:pt x="3088" y="4222"/>
                    <a:pt x="2489" y="4222"/>
                  </a:cubicBezTo>
                  <a:cubicBezTo>
                    <a:pt x="1891" y="4222"/>
                    <a:pt x="1418" y="3750"/>
                    <a:pt x="1418" y="3151"/>
                  </a:cubicBezTo>
                  <a:cubicBezTo>
                    <a:pt x="1418" y="2552"/>
                    <a:pt x="1891" y="2080"/>
                    <a:pt x="2489" y="2080"/>
                  </a:cubicBezTo>
                  <a:close/>
                  <a:moveTo>
                    <a:pt x="6018" y="2080"/>
                  </a:moveTo>
                  <a:cubicBezTo>
                    <a:pt x="6585" y="2080"/>
                    <a:pt x="7057" y="2552"/>
                    <a:pt x="7057" y="3151"/>
                  </a:cubicBezTo>
                  <a:cubicBezTo>
                    <a:pt x="7057" y="3750"/>
                    <a:pt x="6585" y="4222"/>
                    <a:pt x="6018" y="4222"/>
                  </a:cubicBezTo>
                  <a:cubicBezTo>
                    <a:pt x="5419" y="4222"/>
                    <a:pt x="4947" y="3750"/>
                    <a:pt x="4947" y="3151"/>
                  </a:cubicBezTo>
                  <a:cubicBezTo>
                    <a:pt x="4947" y="2552"/>
                    <a:pt x="5419" y="2080"/>
                    <a:pt x="6018" y="2080"/>
                  </a:cubicBezTo>
                  <a:close/>
                  <a:moveTo>
                    <a:pt x="2489" y="4915"/>
                  </a:moveTo>
                  <a:cubicBezTo>
                    <a:pt x="3088" y="4915"/>
                    <a:pt x="3560" y="5388"/>
                    <a:pt x="3560" y="5987"/>
                  </a:cubicBezTo>
                  <a:cubicBezTo>
                    <a:pt x="3560" y="6585"/>
                    <a:pt x="3088" y="7058"/>
                    <a:pt x="2489" y="7058"/>
                  </a:cubicBezTo>
                  <a:cubicBezTo>
                    <a:pt x="1891" y="7058"/>
                    <a:pt x="1418" y="6585"/>
                    <a:pt x="1418" y="5987"/>
                  </a:cubicBezTo>
                  <a:cubicBezTo>
                    <a:pt x="1418" y="5388"/>
                    <a:pt x="1891" y="4915"/>
                    <a:pt x="2489" y="4915"/>
                  </a:cubicBezTo>
                  <a:close/>
                  <a:moveTo>
                    <a:pt x="6018" y="4915"/>
                  </a:moveTo>
                  <a:cubicBezTo>
                    <a:pt x="6585" y="4915"/>
                    <a:pt x="7057" y="5388"/>
                    <a:pt x="7057" y="5987"/>
                  </a:cubicBezTo>
                  <a:cubicBezTo>
                    <a:pt x="7057" y="6585"/>
                    <a:pt x="6585" y="7058"/>
                    <a:pt x="6018" y="7058"/>
                  </a:cubicBezTo>
                  <a:cubicBezTo>
                    <a:pt x="5419" y="7058"/>
                    <a:pt x="4947" y="6585"/>
                    <a:pt x="4947" y="5987"/>
                  </a:cubicBezTo>
                  <a:cubicBezTo>
                    <a:pt x="4947" y="5388"/>
                    <a:pt x="5419" y="4915"/>
                    <a:pt x="6018" y="4915"/>
                  </a:cubicBezTo>
                  <a:close/>
                  <a:moveTo>
                    <a:pt x="2489" y="7751"/>
                  </a:moveTo>
                  <a:cubicBezTo>
                    <a:pt x="3088" y="7751"/>
                    <a:pt x="3560" y="8223"/>
                    <a:pt x="3560" y="8822"/>
                  </a:cubicBezTo>
                  <a:cubicBezTo>
                    <a:pt x="3560" y="9421"/>
                    <a:pt x="3088" y="9862"/>
                    <a:pt x="2489" y="9862"/>
                  </a:cubicBezTo>
                  <a:cubicBezTo>
                    <a:pt x="1891" y="9862"/>
                    <a:pt x="1418" y="9421"/>
                    <a:pt x="1418" y="8822"/>
                  </a:cubicBezTo>
                  <a:cubicBezTo>
                    <a:pt x="1418" y="8223"/>
                    <a:pt x="1891" y="7751"/>
                    <a:pt x="2489" y="7751"/>
                  </a:cubicBezTo>
                  <a:close/>
                  <a:moveTo>
                    <a:pt x="6018" y="7751"/>
                  </a:moveTo>
                  <a:cubicBezTo>
                    <a:pt x="6585" y="7751"/>
                    <a:pt x="7057" y="8223"/>
                    <a:pt x="7057" y="8822"/>
                  </a:cubicBezTo>
                  <a:cubicBezTo>
                    <a:pt x="7057" y="9421"/>
                    <a:pt x="6585" y="9862"/>
                    <a:pt x="6018" y="9862"/>
                  </a:cubicBezTo>
                  <a:cubicBezTo>
                    <a:pt x="5419" y="9862"/>
                    <a:pt x="4947" y="9421"/>
                    <a:pt x="4947" y="8822"/>
                  </a:cubicBezTo>
                  <a:cubicBezTo>
                    <a:pt x="4947" y="8223"/>
                    <a:pt x="5419" y="7751"/>
                    <a:pt x="6018" y="7751"/>
                  </a:cubicBezTo>
                  <a:close/>
                  <a:moveTo>
                    <a:pt x="1796" y="1"/>
                  </a:moveTo>
                  <a:cubicBezTo>
                    <a:pt x="788" y="1"/>
                    <a:pt x="0" y="788"/>
                    <a:pt x="0" y="1765"/>
                  </a:cubicBezTo>
                  <a:lnTo>
                    <a:pt x="0" y="10240"/>
                  </a:lnTo>
                  <a:cubicBezTo>
                    <a:pt x="0" y="11216"/>
                    <a:pt x="788" y="12004"/>
                    <a:pt x="1796" y="12004"/>
                  </a:cubicBezTo>
                  <a:lnTo>
                    <a:pt x="6711" y="12004"/>
                  </a:lnTo>
                  <a:cubicBezTo>
                    <a:pt x="7687" y="12004"/>
                    <a:pt x="8475" y="11216"/>
                    <a:pt x="8475" y="10240"/>
                  </a:cubicBezTo>
                  <a:lnTo>
                    <a:pt x="8475" y="1765"/>
                  </a:lnTo>
                  <a:cubicBezTo>
                    <a:pt x="8475" y="788"/>
                    <a:pt x="7687" y="1"/>
                    <a:pt x="6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86"/>
            <p:cNvSpPr/>
            <p:nvPr/>
          </p:nvSpPr>
          <p:spPr>
            <a:xfrm>
              <a:off x="-48488250" y="37817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694" y="536"/>
                    <a:pt x="694" y="347"/>
                  </a:cubicBezTo>
                  <a:cubicBezTo>
                    <a:pt x="725"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86"/>
            <p:cNvSpPr/>
            <p:nvPr/>
          </p:nvSpPr>
          <p:spPr>
            <a:xfrm>
              <a:off x="-48630025" y="3569900"/>
              <a:ext cx="71700" cy="87450"/>
            </a:xfrm>
            <a:custGeom>
              <a:avLst/>
              <a:gdLst/>
              <a:ahLst/>
              <a:cxnLst/>
              <a:rect l="l" t="t" r="r" b="b"/>
              <a:pathLst>
                <a:path w="2868" h="3498" extrusionOk="0">
                  <a:moveTo>
                    <a:pt x="2490" y="0"/>
                  </a:moveTo>
                  <a:cubicBezTo>
                    <a:pt x="1765" y="0"/>
                    <a:pt x="1229" y="32"/>
                    <a:pt x="631" y="630"/>
                  </a:cubicBezTo>
                  <a:cubicBezTo>
                    <a:pt x="221" y="1040"/>
                    <a:pt x="1" y="1575"/>
                    <a:pt x="1" y="2142"/>
                  </a:cubicBezTo>
                  <a:cubicBezTo>
                    <a:pt x="1" y="2867"/>
                    <a:pt x="631" y="3497"/>
                    <a:pt x="1418" y="3497"/>
                  </a:cubicBezTo>
                  <a:cubicBezTo>
                    <a:pt x="2017" y="3497"/>
                    <a:pt x="2553" y="3119"/>
                    <a:pt x="2742" y="2552"/>
                  </a:cubicBezTo>
                  <a:cubicBezTo>
                    <a:pt x="2868" y="2237"/>
                    <a:pt x="2805" y="1922"/>
                    <a:pt x="2584" y="1701"/>
                  </a:cubicBezTo>
                  <a:cubicBezTo>
                    <a:pt x="2395" y="1449"/>
                    <a:pt x="2269" y="1134"/>
                    <a:pt x="2742" y="567"/>
                  </a:cubicBezTo>
                  <a:cubicBezTo>
                    <a:pt x="2836" y="441"/>
                    <a:pt x="2868" y="315"/>
                    <a:pt x="2805" y="189"/>
                  </a:cubicBezTo>
                  <a:cubicBezTo>
                    <a:pt x="2742" y="95"/>
                    <a:pt x="2584" y="0"/>
                    <a:pt x="24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86"/>
            <p:cNvSpPr/>
            <p:nvPr/>
          </p:nvSpPr>
          <p:spPr>
            <a:xfrm>
              <a:off x="-48626875" y="3668350"/>
              <a:ext cx="64625" cy="42550"/>
            </a:xfrm>
            <a:custGeom>
              <a:avLst/>
              <a:gdLst/>
              <a:ahLst/>
              <a:cxnLst/>
              <a:rect l="l" t="t" r="r" b="b"/>
              <a:pathLst>
                <a:path w="2585" h="1702" extrusionOk="0">
                  <a:moveTo>
                    <a:pt x="316" y="0"/>
                  </a:moveTo>
                  <a:cubicBezTo>
                    <a:pt x="158" y="473"/>
                    <a:pt x="32" y="1103"/>
                    <a:pt x="1" y="1701"/>
                  </a:cubicBezTo>
                  <a:lnTo>
                    <a:pt x="2584" y="1701"/>
                  </a:lnTo>
                  <a:cubicBezTo>
                    <a:pt x="2521" y="1103"/>
                    <a:pt x="2427" y="504"/>
                    <a:pt x="2269" y="0"/>
                  </a:cubicBezTo>
                  <a:cubicBezTo>
                    <a:pt x="1954" y="158"/>
                    <a:pt x="1639" y="252"/>
                    <a:pt x="1292" y="252"/>
                  </a:cubicBezTo>
                  <a:cubicBezTo>
                    <a:pt x="946" y="252"/>
                    <a:pt x="631" y="158"/>
                    <a:pt x="3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86"/>
            <p:cNvSpPr/>
            <p:nvPr/>
          </p:nvSpPr>
          <p:spPr>
            <a:xfrm>
              <a:off x="-48630025" y="3727425"/>
              <a:ext cx="70925" cy="141775"/>
            </a:xfrm>
            <a:custGeom>
              <a:avLst/>
              <a:gdLst/>
              <a:ahLst/>
              <a:cxnLst/>
              <a:rect l="l" t="t" r="r" b="b"/>
              <a:pathLst>
                <a:path w="2837" h="5671" extrusionOk="0">
                  <a:moveTo>
                    <a:pt x="32" y="0"/>
                  </a:moveTo>
                  <a:cubicBezTo>
                    <a:pt x="1" y="347"/>
                    <a:pt x="1" y="756"/>
                    <a:pt x="1" y="1071"/>
                  </a:cubicBezTo>
                  <a:cubicBezTo>
                    <a:pt x="1" y="2741"/>
                    <a:pt x="316" y="5671"/>
                    <a:pt x="1418" y="5671"/>
                  </a:cubicBezTo>
                  <a:cubicBezTo>
                    <a:pt x="2521" y="5671"/>
                    <a:pt x="2836" y="2804"/>
                    <a:pt x="2836" y="1071"/>
                  </a:cubicBezTo>
                  <a:cubicBezTo>
                    <a:pt x="2836" y="756"/>
                    <a:pt x="2836" y="378"/>
                    <a:pt x="28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9" name="Google Shape;6579;p86"/>
          <p:cNvGrpSpPr/>
          <p:nvPr/>
        </p:nvGrpSpPr>
        <p:grpSpPr>
          <a:xfrm>
            <a:off x="3031201" y="2281003"/>
            <a:ext cx="354311" cy="353394"/>
            <a:chOff x="-48629225" y="3938500"/>
            <a:chExt cx="299300" cy="298525"/>
          </a:xfrm>
        </p:grpSpPr>
        <p:sp>
          <p:nvSpPr>
            <p:cNvPr id="6580" name="Google Shape;6580;p86"/>
            <p:cNvSpPr/>
            <p:nvPr/>
          </p:nvSpPr>
          <p:spPr>
            <a:xfrm>
              <a:off x="-48629225" y="3938500"/>
              <a:ext cx="299300" cy="298525"/>
            </a:xfrm>
            <a:custGeom>
              <a:avLst/>
              <a:gdLst/>
              <a:ahLst/>
              <a:cxnLst/>
              <a:rect l="l" t="t" r="r" b="b"/>
              <a:pathLst>
                <a:path w="11972" h="11941" extrusionOk="0">
                  <a:moveTo>
                    <a:pt x="5955" y="2111"/>
                  </a:moveTo>
                  <a:cubicBezTo>
                    <a:pt x="8097" y="2111"/>
                    <a:pt x="9830" y="3844"/>
                    <a:pt x="9830" y="5986"/>
                  </a:cubicBezTo>
                  <a:cubicBezTo>
                    <a:pt x="9798" y="8129"/>
                    <a:pt x="8066" y="9830"/>
                    <a:pt x="5955" y="9830"/>
                  </a:cubicBezTo>
                  <a:cubicBezTo>
                    <a:pt x="3875" y="9830"/>
                    <a:pt x="2080" y="8129"/>
                    <a:pt x="2080" y="5986"/>
                  </a:cubicBezTo>
                  <a:cubicBezTo>
                    <a:pt x="2080" y="3844"/>
                    <a:pt x="3812" y="2111"/>
                    <a:pt x="5955" y="2111"/>
                  </a:cubicBezTo>
                  <a:close/>
                  <a:moveTo>
                    <a:pt x="5293" y="0"/>
                  </a:moveTo>
                  <a:cubicBezTo>
                    <a:pt x="5167" y="0"/>
                    <a:pt x="5041" y="63"/>
                    <a:pt x="4978" y="189"/>
                  </a:cubicBezTo>
                  <a:lnTo>
                    <a:pt x="4631" y="882"/>
                  </a:lnTo>
                  <a:cubicBezTo>
                    <a:pt x="4190" y="1009"/>
                    <a:pt x="3749" y="1166"/>
                    <a:pt x="3371" y="1418"/>
                  </a:cubicBezTo>
                  <a:lnTo>
                    <a:pt x="2615" y="1166"/>
                  </a:lnTo>
                  <a:cubicBezTo>
                    <a:pt x="2584" y="1158"/>
                    <a:pt x="2550" y="1154"/>
                    <a:pt x="2517" y="1154"/>
                  </a:cubicBezTo>
                  <a:cubicBezTo>
                    <a:pt x="2416" y="1154"/>
                    <a:pt x="2316" y="1190"/>
                    <a:pt x="2269" y="1261"/>
                  </a:cubicBezTo>
                  <a:lnTo>
                    <a:pt x="1260" y="2237"/>
                  </a:lnTo>
                  <a:cubicBezTo>
                    <a:pt x="1197" y="2300"/>
                    <a:pt x="1166" y="2458"/>
                    <a:pt x="1197" y="2584"/>
                  </a:cubicBezTo>
                  <a:lnTo>
                    <a:pt x="1418" y="3340"/>
                  </a:lnTo>
                  <a:cubicBezTo>
                    <a:pt x="1197" y="3718"/>
                    <a:pt x="1040" y="4159"/>
                    <a:pt x="914" y="4600"/>
                  </a:cubicBezTo>
                  <a:lnTo>
                    <a:pt x="221" y="4947"/>
                  </a:lnTo>
                  <a:cubicBezTo>
                    <a:pt x="95" y="5010"/>
                    <a:pt x="0" y="5136"/>
                    <a:pt x="0" y="5262"/>
                  </a:cubicBezTo>
                  <a:lnTo>
                    <a:pt x="0" y="6679"/>
                  </a:lnTo>
                  <a:cubicBezTo>
                    <a:pt x="0" y="6805"/>
                    <a:pt x="95" y="6931"/>
                    <a:pt x="221" y="6994"/>
                  </a:cubicBezTo>
                  <a:lnTo>
                    <a:pt x="914" y="7341"/>
                  </a:lnTo>
                  <a:cubicBezTo>
                    <a:pt x="1040" y="7782"/>
                    <a:pt x="1229" y="8223"/>
                    <a:pt x="1418" y="8601"/>
                  </a:cubicBezTo>
                  <a:lnTo>
                    <a:pt x="1197" y="9357"/>
                  </a:lnTo>
                  <a:cubicBezTo>
                    <a:pt x="1166" y="9483"/>
                    <a:pt x="1197" y="9641"/>
                    <a:pt x="1260" y="9704"/>
                  </a:cubicBezTo>
                  <a:lnTo>
                    <a:pt x="2269" y="10680"/>
                  </a:lnTo>
                  <a:cubicBezTo>
                    <a:pt x="2316" y="10751"/>
                    <a:pt x="2416" y="10787"/>
                    <a:pt x="2517" y="10787"/>
                  </a:cubicBezTo>
                  <a:cubicBezTo>
                    <a:pt x="2550" y="10787"/>
                    <a:pt x="2584" y="10783"/>
                    <a:pt x="2615" y="10775"/>
                  </a:cubicBezTo>
                  <a:lnTo>
                    <a:pt x="3371" y="10523"/>
                  </a:lnTo>
                  <a:cubicBezTo>
                    <a:pt x="3749" y="10775"/>
                    <a:pt x="4190" y="10933"/>
                    <a:pt x="4631" y="11059"/>
                  </a:cubicBezTo>
                  <a:lnTo>
                    <a:pt x="4978" y="11752"/>
                  </a:lnTo>
                  <a:cubicBezTo>
                    <a:pt x="5041" y="11878"/>
                    <a:pt x="5167" y="11941"/>
                    <a:pt x="5293" y="11941"/>
                  </a:cubicBezTo>
                  <a:lnTo>
                    <a:pt x="6711" y="11941"/>
                  </a:lnTo>
                  <a:cubicBezTo>
                    <a:pt x="6837" y="11941"/>
                    <a:pt x="6931" y="11878"/>
                    <a:pt x="7026" y="11752"/>
                  </a:cubicBezTo>
                  <a:lnTo>
                    <a:pt x="7372" y="11059"/>
                  </a:lnTo>
                  <a:cubicBezTo>
                    <a:pt x="7813" y="10933"/>
                    <a:pt x="8255" y="10775"/>
                    <a:pt x="8633" y="10523"/>
                  </a:cubicBezTo>
                  <a:lnTo>
                    <a:pt x="9389" y="10775"/>
                  </a:lnTo>
                  <a:cubicBezTo>
                    <a:pt x="9420" y="10783"/>
                    <a:pt x="9452" y="10787"/>
                    <a:pt x="9483" y="10787"/>
                  </a:cubicBezTo>
                  <a:cubicBezTo>
                    <a:pt x="9576" y="10787"/>
                    <a:pt x="9664" y="10751"/>
                    <a:pt x="9735" y="10680"/>
                  </a:cubicBezTo>
                  <a:lnTo>
                    <a:pt x="10712" y="9704"/>
                  </a:lnTo>
                  <a:cubicBezTo>
                    <a:pt x="10806" y="9641"/>
                    <a:pt x="10838" y="9483"/>
                    <a:pt x="10806" y="9357"/>
                  </a:cubicBezTo>
                  <a:lnTo>
                    <a:pt x="10554" y="8601"/>
                  </a:lnTo>
                  <a:cubicBezTo>
                    <a:pt x="10806" y="8223"/>
                    <a:pt x="10964" y="7782"/>
                    <a:pt x="11058" y="7341"/>
                  </a:cubicBezTo>
                  <a:lnTo>
                    <a:pt x="11783" y="6994"/>
                  </a:lnTo>
                  <a:cubicBezTo>
                    <a:pt x="11909" y="6931"/>
                    <a:pt x="11972" y="6805"/>
                    <a:pt x="11972" y="6679"/>
                  </a:cubicBezTo>
                  <a:lnTo>
                    <a:pt x="11972" y="5262"/>
                  </a:lnTo>
                  <a:cubicBezTo>
                    <a:pt x="11972" y="5136"/>
                    <a:pt x="11909" y="5041"/>
                    <a:pt x="11783" y="4947"/>
                  </a:cubicBezTo>
                  <a:lnTo>
                    <a:pt x="11058" y="4600"/>
                  </a:lnTo>
                  <a:cubicBezTo>
                    <a:pt x="10964" y="4159"/>
                    <a:pt x="10743" y="3718"/>
                    <a:pt x="10554" y="3340"/>
                  </a:cubicBezTo>
                  <a:lnTo>
                    <a:pt x="10806" y="2584"/>
                  </a:lnTo>
                  <a:cubicBezTo>
                    <a:pt x="10838" y="2458"/>
                    <a:pt x="10806" y="2300"/>
                    <a:pt x="10712" y="2237"/>
                  </a:cubicBezTo>
                  <a:lnTo>
                    <a:pt x="9735" y="1261"/>
                  </a:lnTo>
                  <a:cubicBezTo>
                    <a:pt x="9664" y="1190"/>
                    <a:pt x="9558" y="1154"/>
                    <a:pt x="9469" y="1154"/>
                  </a:cubicBezTo>
                  <a:cubicBezTo>
                    <a:pt x="9440" y="1154"/>
                    <a:pt x="9412" y="1158"/>
                    <a:pt x="9389" y="1166"/>
                  </a:cubicBezTo>
                  <a:lnTo>
                    <a:pt x="8633" y="1418"/>
                  </a:lnTo>
                  <a:cubicBezTo>
                    <a:pt x="8255" y="1166"/>
                    <a:pt x="7813" y="1009"/>
                    <a:pt x="7372" y="882"/>
                  </a:cubicBezTo>
                  <a:lnTo>
                    <a:pt x="7026" y="189"/>
                  </a:lnTo>
                  <a:cubicBezTo>
                    <a:pt x="6931" y="63"/>
                    <a:pt x="6837" y="0"/>
                    <a:pt x="67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86"/>
            <p:cNvSpPr/>
            <p:nvPr/>
          </p:nvSpPr>
          <p:spPr>
            <a:xfrm>
              <a:off x="-48496900" y="4119650"/>
              <a:ext cx="35450" cy="47275"/>
            </a:xfrm>
            <a:custGeom>
              <a:avLst/>
              <a:gdLst/>
              <a:ahLst/>
              <a:cxnLst/>
              <a:rect l="l" t="t" r="r" b="b"/>
              <a:pathLst>
                <a:path w="1418" h="1891" extrusionOk="0">
                  <a:moveTo>
                    <a:pt x="0" y="0"/>
                  </a:moveTo>
                  <a:lnTo>
                    <a:pt x="0" y="1796"/>
                  </a:lnTo>
                  <a:cubicBezTo>
                    <a:pt x="221" y="1828"/>
                    <a:pt x="473" y="1891"/>
                    <a:pt x="693" y="1891"/>
                  </a:cubicBezTo>
                  <a:cubicBezTo>
                    <a:pt x="945" y="1891"/>
                    <a:pt x="1166" y="1828"/>
                    <a:pt x="1418" y="1796"/>
                  </a:cubicBezTo>
                  <a:lnTo>
                    <a:pt x="1418" y="0"/>
                  </a:lnTo>
                  <a:cubicBezTo>
                    <a:pt x="1166" y="63"/>
                    <a:pt x="945" y="95"/>
                    <a:pt x="693" y="95"/>
                  </a:cubicBezTo>
                  <a:cubicBezTo>
                    <a:pt x="473" y="95"/>
                    <a:pt x="189" y="63"/>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86"/>
            <p:cNvSpPr/>
            <p:nvPr/>
          </p:nvSpPr>
          <p:spPr>
            <a:xfrm>
              <a:off x="-48495325" y="4073175"/>
              <a:ext cx="29950" cy="31325"/>
            </a:xfrm>
            <a:custGeom>
              <a:avLst/>
              <a:gdLst/>
              <a:ahLst/>
              <a:cxnLst/>
              <a:rect l="l" t="t" r="r" b="b"/>
              <a:pathLst>
                <a:path w="1198" h="1253" extrusionOk="0">
                  <a:moveTo>
                    <a:pt x="599" y="1"/>
                  </a:moveTo>
                  <a:lnTo>
                    <a:pt x="0" y="1135"/>
                  </a:lnTo>
                  <a:cubicBezTo>
                    <a:pt x="205" y="1214"/>
                    <a:pt x="410" y="1253"/>
                    <a:pt x="610" y="1253"/>
                  </a:cubicBezTo>
                  <a:cubicBezTo>
                    <a:pt x="811" y="1253"/>
                    <a:pt x="1008" y="1214"/>
                    <a:pt x="1197" y="1135"/>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86"/>
            <p:cNvSpPr/>
            <p:nvPr/>
          </p:nvSpPr>
          <p:spPr>
            <a:xfrm>
              <a:off x="-48559125" y="4009375"/>
              <a:ext cx="159900" cy="149675"/>
            </a:xfrm>
            <a:custGeom>
              <a:avLst/>
              <a:gdLst/>
              <a:ahLst/>
              <a:cxnLst/>
              <a:rect l="l" t="t" r="r" b="b"/>
              <a:pathLst>
                <a:path w="6396" h="5987" extrusionOk="0">
                  <a:moveTo>
                    <a:pt x="3151" y="1"/>
                  </a:moveTo>
                  <a:cubicBezTo>
                    <a:pt x="1418" y="1"/>
                    <a:pt x="0" y="1418"/>
                    <a:pt x="0" y="3151"/>
                  </a:cubicBezTo>
                  <a:cubicBezTo>
                    <a:pt x="0" y="4348"/>
                    <a:pt x="725" y="5420"/>
                    <a:pt x="1764" y="5987"/>
                  </a:cubicBezTo>
                  <a:lnTo>
                    <a:pt x="1764" y="3844"/>
                  </a:lnTo>
                  <a:cubicBezTo>
                    <a:pt x="1764" y="3687"/>
                    <a:pt x="2804" y="1734"/>
                    <a:pt x="2867" y="1608"/>
                  </a:cubicBezTo>
                  <a:cubicBezTo>
                    <a:pt x="2930" y="1482"/>
                    <a:pt x="3064" y="1418"/>
                    <a:pt x="3194" y="1418"/>
                  </a:cubicBezTo>
                  <a:cubicBezTo>
                    <a:pt x="3324" y="1418"/>
                    <a:pt x="3450" y="1482"/>
                    <a:pt x="3497" y="1608"/>
                  </a:cubicBezTo>
                  <a:cubicBezTo>
                    <a:pt x="3592" y="1734"/>
                    <a:pt x="4600" y="3718"/>
                    <a:pt x="4600" y="3844"/>
                  </a:cubicBezTo>
                  <a:lnTo>
                    <a:pt x="4600" y="5987"/>
                  </a:lnTo>
                  <a:cubicBezTo>
                    <a:pt x="5640" y="5451"/>
                    <a:pt x="6396" y="4411"/>
                    <a:pt x="6396" y="3151"/>
                  </a:cubicBezTo>
                  <a:cubicBezTo>
                    <a:pt x="6333" y="1418"/>
                    <a:pt x="4915"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84" name="Google Shape;6584;p86"/>
          <p:cNvGrpSpPr/>
          <p:nvPr/>
        </p:nvGrpSpPr>
        <p:grpSpPr>
          <a:xfrm>
            <a:off x="1766604" y="2752344"/>
            <a:ext cx="311458" cy="354341"/>
            <a:chOff x="-46762575" y="3200500"/>
            <a:chExt cx="263100" cy="299325"/>
          </a:xfrm>
        </p:grpSpPr>
        <p:sp>
          <p:nvSpPr>
            <p:cNvPr id="6585" name="Google Shape;6585;p86"/>
            <p:cNvSpPr/>
            <p:nvPr/>
          </p:nvSpPr>
          <p:spPr>
            <a:xfrm>
              <a:off x="-46762575" y="3393475"/>
              <a:ext cx="263100" cy="106350"/>
            </a:xfrm>
            <a:custGeom>
              <a:avLst/>
              <a:gdLst/>
              <a:ahLst/>
              <a:cxnLst/>
              <a:rect l="l" t="t" r="r" b="b"/>
              <a:pathLst>
                <a:path w="10524" h="4254" extrusionOk="0">
                  <a:moveTo>
                    <a:pt x="7814" y="1418"/>
                  </a:moveTo>
                  <a:lnTo>
                    <a:pt x="8003" y="2142"/>
                  </a:lnTo>
                  <a:lnTo>
                    <a:pt x="2553" y="2142"/>
                  </a:lnTo>
                  <a:lnTo>
                    <a:pt x="2710" y="1418"/>
                  </a:lnTo>
                  <a:close/>
                  <a:moveTo>
                    <a:pt x="726" y="0"/>
                  </a:moveTo>
                  <a:lnTo>
                    <a:pt x="726" y="725"/>
                  </a:lnTo>
                  <a:lnTo>
                    <a:pt x="379" y="725"/>
                  </a:lnTo>
                  <a:cubicBezTo>
                    <a:pt x="159" y="725"/>
                    <a:pt x="1" y="882"/>
                    <a:pt x="1" y="1071"/>
                  </a:cubicBezTo>
                  <a:cubicBezTo>
                    <a:pt x="1" y="1260"/>
                    <a:pt x="159" y="1418"/>
                    <a:pt x="379" y="1418"/>
                  </a:cubicBezTo>
                  <a:lnTo>
                    <a:pt x="2017" y="1418"/>
                  </a:lnTo>
                  <a:lnTo>
                    <a:pt x="1419" y="3844"/>
                  </a:lnTo>
                  <a:cubicBezTo>
                    <a:pt x="1387" y="4033"/>
                    <a:pt x="1513" y="4222"/>
                    <a:pt x="1671" y="4253"/>
                  </a:cubicBezTo>
                  <a:lnTo>
                    <a:pt x="1734" y="4253"/>
                  </a:lnTo>
                  <a:cubicBezTo>
                    <a:pt x="1891" y="4253"/>
                    <a:pt x="2049" y="4159"/>
                    <a:pt x="2112" y="4001"/>
                  </a:cubicBezTo>
                  <a:lnTo>
                    <a:pt x="2364" y="2804"/>
                  </a:lnTo>
                  <a:lnTo>
                    <a:pt x="8161" y="2804"/>
                  </a:lnTo>
                  <a:lnTo>
                    <a:pt x="8444" y="4001"/>
                  </a:lnTo>
                  <a:cubicBezTo>
                    <a:pt x="8476" y="4159"/>
                    <a:pt x="8633" y="4253"/>
                    <a:pt x="8791" y="4253"/>
                  </a:cubicBezTo>
                  <a:lnTo>
                    <a:pt x="8854" y="4253"/>
                  </a:lnTo>
                  <a:cubicBezTo>
                    <a:pt x="9074" y="4222"/>
                    <a:pt x="9169" y="4033"/>
                    <a:pt x="9106" y="3844"/>
                  </a:cubicBezTo>
                  <a:lnTo>
                    <a:pt x="8507" y="1418"/>
                  </a:lnTo>
                  <a:lnTo>
                    <a:pt x="10177" y="1418"/>
                  </a:lnTo>
                  <a:cubicBezTo>
                    <a:pt x="10366" y="1418"/>
                    <a:pt x="10524" y="1260"/>
                    <a:pt x="10524" y="1071"/>
                  </a:cubicBezTo>
                  <a:cubicBezTo>
                    <a:pt x="10524" y="882"/>
                    <a:pt x="10398" y="725"/>
                    <a:pt x="10209" y="725"/>
                  </a:cubicBezTo>
                  <a:lnTo>
                    <a:pt x="9862" y="725"/>
                  </a:lnTo>
                  <a:lnTo>
                    <a:pt x="98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86"/>
            <p:cNvSpPr/>
            <p:nvPr/>
          </p:nvSpPr>
          <p:spPr>
            <a:xfrm>
              <a:off x="-46743650" y="3200500"/>
              <a:ext cx="228425" cy="176450"/>
            </a:xfrm>
            <a:custGeom>
              <a:avLst/>
              <a:gdLst/>
              <a:ahLst/>
              <a:cxnLst/>
              <a:rect l="l" t="t" r="r" b="b"/>
              <a:pathLst>
                <a:path w="9137" h="7058" extrusionOk="0">
                  <a:moveTo>
                    <a:pt x="4568" y="725"/>
                  </a:moveTo>
                  <a:cubicBezTo>
                    <a:pt x="5041" y="725"/>
                    <a:pt x="5419" y="1040"/>
                    <a:pt x="5545" y="1418"/>
                  </a:cubicBezTo>
                  <a:lnTo>
                    <a:pt x="3592" y="1418"/>
                  </a:lnTo>
                  <a:cubicBezTo>
                    <a:pt x="3686" y="1040"/>
                    <a:pt x="4096" y="725"/>
                    <a:pt x="4568" y="725"/>
                  </a:cubicBezTo>
                  <a:close/>
                  <a:moveTo>
                    <a:pt x="4568" y="2804"/>
                  </a:moveTo>
                  <a:cubicBezTo>
                    <a:pt x="5167" y="2804"/>
                    <a:pt x="5640" y="3277"/>
                    <a:pt x="5640" y="3875"/>
                  </a:cubicBezTo>
                  <a:cubicBezTo>
                    <a:pt x="5576" y="4474"/>
                    <a:pt x="5104" y="4947"/>
                    <a:pt x="4568" y="4947"/>
                  </a:cubicBezTo>
                  <a:cubicBezTo>
                    <a:pt x="3970" y="4947"/>
                    <a:pt x="3497" y="4474"/>
                    <a:pt x="3497" y="3875"/>
                  </a:cubicBezTo>
                  <a:cubicBezTo>
                    <a:pt x="3497" y="3277"/>
                    <a:pt x="3970" y="2804"/>
                    <a:pt x="4568" y="2804"/>
                  </a:cubicBezTo>
                  <a:close/>
                  <a:moveTo>
                    <a:pt x="4568" y="0"/>
                  </a:moveTo>
                  <a:cubicBezTo>
                    <a:pt x="3718" y="0"/>
                    <a:pt x="2993" y="630"/>
                    <a:pt x="2836" y="1418"/>
                  </a:cubicBezTo>
                  <a:lnTo>
                    <a:pt x="1071" y="1418"/>
                  </a:lnTo>
                  <a:cubicBezTo>
                    <a:pt x="473" y="1418"/>
                    <a:pt x="0" y="1891"/>
                    <a:pt x="0" y="2489"/>
                  </a:cubicBezTo>
                  <a:lnTo>
                    <a:pt x="0" y="7057"/>
                  </a:lnTo>
                  <a:lnTo>
                    <a:pt x="914" y="7057"/>
                  </a:lnTo>
                  <a:lnTo>
                    <a:pt x="2899" y="5041"/>
                  </a:lnTo>
                  <a:cubicBezTo>
                    <a:pt x="2962" y="4978"/>
                    <a:pt x="3056" y="4947"/>
                    <a:pt x="3155" y="4947"/>
                  </a:cubicBezTo>
                  <a:cubicBezTo>
                    <a:pt x="3253" y="4947"/>
                    <a:pt x="3355" y="4978"/>
                    <a:pt x="3434" y="5041"/>
                  </a:cubicBezTo>
                  <a:lnTo>
                    <a:pt x="4600" y="6238"/>
                  </a:lnTo>
                  <a:lnTo>
                    <a:pt x="5703" y="5041"/>
                  </a:lnTo>
                  <a:cubicBezTo>
                    <a:pt x="5766" y="4962"/>
                    <a:pt x="5852" y="4923"/>
                    <a:pt x="5943" y="4923"/>
                  </a:cubicBezTo>
                  <a:cubicBezTo>
                    <a:pt x="6033" y="4923"/>
                    <a:pt x="6128" y="4962"/>
                    <a:pt x="6207" y="5041"/>
                  </a:cubicBezTo>
                  <a:lnTo>
                    <a:pt x="8223" y="7057"/>
                  </a:lnTo>
                  <a:lnTo>
                    <a:pt x="9137" y="7057"/>
                  </a:lnTo>
                  <a:lnTo>
                    <a:pt x="9137" y="2489"/>
                  </a:lnTo>
                  <a:cubicBezTo>
                    <a:pt x="9137" y="1891"/>
                    <a:pt x="8664" y="1418"/>
                    <a:pt x="8065" y="1418"/>
                  </a:cubicBezTo>
                  <a:lnTo>
                    <a:pt x="6301" y="1418"/>
                  </a:lnTo>
                  <a:cubicBezTo>
                    <a:pt x="6144" y="630"/>
                    <a:pt x="5450" y="0"/>
                    <a:pt x="45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86"/>
            <p:cNvSpPr/>
            <p:nvPr/>
          </p:nvSpPr>
          <p:spPr>
            <a:xfrm>
              <a:off x="-46638125" y="32895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86"/>
            <p:cNvSpPr/>
            <p:nvPr/>
          </p:nvSpPr>
          <p:spPr>
            <a:xfrm>
              <a:off x="-46696400" y="3345425"/>
              <a:ext cx="63025" cy="31525"/>
            </a:xfrm>
            <a:custGeom>
              <a:avLst/>
              <a:gdLst/>
              <a:ahLst/>
              <a:cxnLst/>
              <a:rect l="l" t="t" r="r" b="b"/>
              <a:pathLst>
                <a:path w="2521" h="1261" extrusionOk="0">
                  <a:moveTo>
                    <a:pt x="1261" y="0"/>
                  </a:moveTo>
                  <a:lnTo>
                    <a:pt x="0" y="1260"/>
                  </a:lnTo>
                  <a:lnTo>
                    <a:pt x="2521" y="1260"/>
                  </a:lnTo>
                  <a:lnTo>
                    <a:pt x="126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86"/>
            <p:cNvSpPr/>
            <p:nvPr/>
          </p:nvSpPr>
          <p:spPr>
            <a:xfrm>
              <a:off x="-46616850" y="3345425"/>
              <a:ext cx="53575" cy="31525"/>
            </a:xfrm>
            <a:custGeom>
              <a:avLst/>
              <a:gdLst/>
              <a:ahLst/>
              <a:cxnLst/>
              <a:rect l="l" t="t" r="r" b="b"/>
              <a:pathLst>
                <a:path w="2143" h="1261" extrusionOk="0">
                  <a:moveTo>
                    <a:pt x="883" y="0"/>
                  </a:moveTo>
                  <a:lnTo>
                    <a:pt x="0" y="945"/>
                  </a:lnTo>
                  <a:lnTo>
                    <a:pt x="315" y="1260"/>
                  </a:lnTo>
                  <a:lnTo>
                    <a:pt x="2143" y="1260"/>
                  </a:lnTo>
                  <a:lnTo>
                    <a:pt x="8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0" name="Google Shape;6590;p86"/>
          <p:cNvGrpSpPr/>
          <p:nvPr/>
        </p:nvGrpSpPr>
        <p:grpSpPr>
          <a:xfrm>
            <a:off x="1744689" y="3211066"/>
            <a:ext cx="355288" cy="312375"/>
            <a:chOff x="-46779900" y="3588000"/>
            <a:chExt cx="300125" cy="263875"/>
          </a:xfrm>
        </p:grpSpPr>
        <p:sp>
          <p:nvSpPr>
            <p:cNvPr id="6591" name="Google Shape;6591;p86"/>
            <p:cNvSpPr/>
            <p:nvPr/>
          </p:nvSpPr>
          <p:spPr>
            <a:xfrm>
              <a:off x="-46746025" y="3588000"/>
              <a:ext cx="230800" cy="263875"/>
            </a:xfrm>
            <a:custGeom>
              <a:avLst/>
              <a:gdLst/>
              <a:ahLst/>
              <a:cxnLst/>
              <a:rect l="l" t="t" r="r" b="b"/>
              <a:pathLst>
                <a:path w="9232" h="10555" extrusionOk="0">
                  <a:moveTo>
                    <a:pt x="4632" y="1"/>
                  </a:moveTo>
                  <a:cubicBezTo>
                    <a:pt x="3309" y="1"/>
                    <a:pt x="2017" y="442"/>
                    <a:pt x="1040" y="1355"/>
                  </a:cubicBezTo>
                  <a:cubicBezTo>
                    <a:pt x="694" y="1670"/>
                    <a:pt x="599" y="2206"/>
                    <a:pt x="851" y="2679"/>
                  </a:cubicBezTo>
                  <a:cubicBezTo>
                    <a:pt x="284" y="3403"/>
                    <a:pt x="1" y="4317"/>
                    <a:pt x="1" y="5262"/>
                  </a:cubicBezTo>
                  <a:lnTo>
                    <a:pt x="1" y="9484"/>
                  </a:lnTo>
                  <a:cubicBezTo>
                    <a:pt x="1" y="10082"/>
                    <a:pt x="473" y="10555"/>
                    <a:pt x="1072" y="10555"/>
                  </a:cubicBezTo>
                  <a:cubicBezTo>
                    <a:pt x="1670" y="10555"/>
                    <a:pt x="2143" y="10082"/>
                    <a:pt x="2143" y="9484"/>
                  </a:cubicBezTo>
                  <a:lnTo>
                    <a:pt x="2143" y="6680"/>
                  </a:lnTo>
                  <a:cubicBezTo>
                    <a:pt x="2143" y="6081"/>
                    <a:pt x="1670" y="5609"/>
                    <a:pt x="1072" y="5609"/>
                  </a:cubicBezTo>
                  <a:cubicBezTo>
                    <a:pt x="946" y="5609"/>
                    <a:pt x="851" y="5672"/>
                    <a:pt x="725" y="5703"/>
                  </a:cubicBezTo>
                  <a:lnTo>
                    <a:pt x="725" y="5262"/>
                  </a:lnTo>
                  <a:cubicBezTo>
                    <a:pt x="725" y="4474"/>
                    <a:pt x="946" y="3750"/>
                    <a:pt x="1387" y="3151"/>
                  </a:cubicBezTo>
                  <a:cubicBezTo>
                    <a:pt x="1499" y="3182"/>
                    <a:pt x="1620" y="3199"/>
                    <a:pt x="1745" y="3199"/>
                  </a:cubicBezTo>
                  <a:cubicBezTo>
                    <a:pt x="2005" y="3199"/>
                    <a:pt x="2276" y="3123"/>
                    <a:pt x="2489" y="2931"/>
                  </a:cubicBezTo>
                  <a:cubicBezTo>
                    <a:pt x="3057" y="2427"/>
                    <a:pt x="3836" y="2175"/>
                    <a:pt x="4616" y="2175"/>
                  </a:cubicBezTo>
                  <a:cubicBezTo>
                    <a:pt x="5396" y="2175"/>
                    <a:pt x="6176" y="2427"/>
                    <a:pt x="6743" y="2931"/>
                  </a:cubicBezTo>
                  <a:cubicBezTo>
                    <a:pt x="6942" y="3107"/>
                    <a:pt x="7187" y="3207"/>
                    <a:pt x="7468" y="3207"/>
                  </a:cubicBezTo>
                  <a:cubicBezTo>
                    <a:pt x="7588" y="3207"/>
                    <a:pt x="7714" y="3189"/>
                    <a:pt x="7845" y="3151"/>
                  </a:cubicBezTo>
                  <a:cubicBezTo>
                    <a:pt x="8286" y="3781"/>
                    <a:pt x="8507" y="4506"/>
                    <a:pt x="8507" y="5262"/>
                  </a:cubicBezTo>
                  <a:lnTo>
                    <a:pt x="8507" y="5703"/>
                  </a:lnTo>
                  <a:cubicBezTo>
                    <a:pt x="8412" y="5640"/>
                    <a:pt x="8286" y="5609"/>
                    <a:pt x="8160" y="5609"/>
                  </a:cubicBezTo>
                  <a:cubicBezTo>
                    <a:pt x="7562" y="5609"/>
                    <a:pt x="7089" y="6081"/>
                    <a:pt x="7089" y="6680"/>
                  </a:cubicBezTo>
                  <a:lnTo>
                    <a:pt x="7089" y="9484"/>
                  </a:lnTo>
                  <a:cubicBezTo>
                    <a:pt x="7089" y="10082"/>
                    <a:pt x="7562" y="10555"/>
                    <a:pt x="8160" y="10555"/>
                  </a:cubicBezTo>
                  <a:cubicBezTo>
                    <a:pt x="8759" y="10555"/>
                    <a:pt x="9232" y="10082"/>
                    <a:pt x="9232" y="9484"/>
                  </a:cubicBezTo>
                  <a:lnTo>
                    <a:pt x="9232" y="5262"/>
                  </a:lnTo>
                  <a:cubicBezTo>
                    <a:pt x="9232" y="4317"/>
                    <a:pt x="8948" y="3466"/>
                    <a:pt x="8412" y="2679"/>
                  </a:cubicBezTo>
                  <a:cubicBezTo>
                    <a:pt x="8664" y="2206"/>
                    <a:pt x="8570" y="1670"/>
                    <a:pt x="8223" y="1355"/>
                  </a:cubicBezTo>
                  <a:cubicBezTo>
                    <a:pt x="7215" y="442"/>
                    <a:pt x="5955" y="1"/>
                    <a:pt x="4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86"/>
            <p:cNvSpPr/>
            <p:nvPr/>
          </p:nvSpPr>
          <p:spPr>
            <a:xfrm>
              <a:off x="-46674350" y="3710075"/>
              <a:ext cx="91400" cy="122900"/>
            </a:xfrm>
            <a:custGeom>
              <a:avLst/>
              <a:gdLst/>
              <a:ahLst/>
              <a:cxnLst/>
              <a:rect l="l" t="t" r="r" b="b"/>
              <a:pathLst>
                <a:path w="3656" h="4916" extrusionOk="0">
                  <a:moveTo>
                    <a:pt x="1765" y="1"/>
                  </a:moveTo>
                  <a:cubicBezTo>
                    <a:pt x="1544" y="1"/>
                    <a:pt x="1418" y="158"/>
                    <a:pt x="1418" y="348"/>
                  </a:cubicBezTo>
                  <a:lnTo>
                    <a:pt x="1418" y="2868"/>
                  </a:lnTo>
                  <a:cubicBezTo>
                    <a:pt x="1292" y="2805"/>
                    <a:pt x="1166" y="2773"/>
                    <a:pt x="1040" y="2773"/>
                  </a:cubicBezTo>
                  <a:cubicBezTo>
                    <a:pt x="473" y="2773"/>
                    <a:pt x="1" y="3246"/>
                    <a:pt x="1" y="3845"/>
                  </a:cubicBezTo>
                  <a:cubicBezTo>
                    <a:pt x="1" y="4443"/>
                    <a:pt x="473" y="4916"/>
                    <a:pt x="1040" y="4916"/>
                  </a:cubicBezTo>
                  <a:cubicBezTo>
                    <a:pt x="1639" y="4916"/>
                    <a:pt x="2111" y="4443"/>
                    <a:pt x="2111" y="3845"/>
                  </a:cubicBezTo>
                  <a:lnTo>
                    <a:pt x="2111" y="1450"/>
                  </a:lnTo>
                  <a:cubicBezTo>
                    <a:pt x="2363" y="1513"/>
                    <a:pt x="2521" y="1639"/>
                    <a:pt x="2584" y="1797"/>
                  </a:cubicBezTo>
                  <a:cubicBezTo>
                    <a:pt x="2868" y="2112"/>
                    <a:pt x="2931" y="2584"/>
                    <a:pt x="2836" y="3057"/>
                  </a:cubicBezTo>
                  <a:cubicBezTo>
                    <a:pt x="2773" y="3246"/>
                    <a:pt x="2899" y="3435"/>
                    <a:pt x="3057" y="3498"/>
                  </a:cubicBezTo>
                  <a:lnTo>
                    <a:pt x="3151" y="3498"/>
                  </a:lnTo>
                  <a:cubicBezTo>
                    <a:pt x="3309" y="3498"/>
                    <a:pt x="3466" y="3372"/>
                    <a:pt x="3498" y="3214"/>
                  </a:cubicBezTo>
                  <a:cubicBezTo>
                    <a:pt x="3655" y="2553"/>
                    <a:pt x="3529" y="1828"/>
                    <a:pt x="3151" y="1324"/>
                  </a:cubicBezTo>
                  <a:cubicBezTo>
                    <a:pt x="2899" y="1041"/>
                    <a:pt x="2552" y="820"/>
                    <a:pt x="2111" y="726"/>
                  </a:cubicBezTo>
                  <a:lnTo>
                    <a:pt x="2111" y="348"/>
                  </a:lnTo>
                  <a:cubicBezTo>
                    <a:pt x="2111"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86"/>
            <p:cNvSpPr/>
            <p:nvPr/>
          </p:nvSpPr>
          <p:spPr>
            <a:xfrm>
              <a:off x="-46779900" y="3754200"/>
              <a:ext cx="17350" cy="70125"/>
            </a:xfrm>
            <a:custGeom>
              <a:avLst/>
              <a:gdLst/>
              <a:ahLst/>
              <a:cxnLst/>
              <a:rect l="l" t="t" r="r" b="b"/>
              <a:pathLst>
                <a:path w="694" h="2805" extrusionOk="0">
                  <a:moveTo>
                    <a:pt x="694" y="0"/>
                  </a:moveTo>
                  <a:cubicBezTo>
                    <a:pt x="253" y="347"/>
                    <a:pt x="1" y="819"/>
                    <a:pt x="1" y="1418"/>
                  </a:cubicBezTo>
                  <a:cubicBezTo>
                    <a:pt x="1" y="2017"/>
                    <a:pt x="253" y="2458"/>
                    <a:pt x="694" y="2804"/>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86"/>
            <p:cNvSpPr/>
            <p:nvPr/>
          </p:nvSpPr>
          <p:spPr>
            <a:xfrm>
              <a:off x="-46497925" y="3754200"/>
              <a:ext cx="18150" cy="70125"/>
            </a:xfrm>
            <a:custGeom>
              <a:avLst/>
              <a:gdLst/>
              <a:ahLst/>
              <a:cxnLst/>
              <a:rect l="l" t="t" r="r" b="b"/>
              <a:pathLst>
                <a:path w="726" h="2805" extrusionOk="0">
                  <a:moveTo>
                    <a:pt x="1" y="0"/>
                  </a:moveTo>
                  <a:lnTo>
                    <a:pt x="1" y="2804"/>
                  </a:lnTo>
                  <a:cubicBezTo>
                    <a:pt x="442" y="2489"/>
                    <a:pt x="725" y="1954"/>
                    <a:pt x="725" y="1418"/>
                  </a:cubicBezTo>
                  <a:cubicBezTo>
                    <a:pt x="725" y="851"/>
                    <a:pt x="442" y="347"/>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5" name="Google Shape;6595;p86"/>
          <p:cNvGrpSpPr/>
          <p:nvPr/>
        </p:nvGrpSpPr>
        <p:grpSpPr>
          <a:xfrm>
            <a:off x="1745162" y="3625988"/>
            <a:ext cx="354341" cy="353394"/>
            <a:chOff x="-46779100" y="3938500"/>
            <a:chExt cx="299325" cy="298525"/>
          </a:xfrm>
        </p:grpSpPr>
        <p:sp>
          <p:nvSpPr>
            <p:cNvPr id="6596" name="Google Shape;6596;p86"/>
            <p:cNvSpPr/>
            <p:nvPr/>
          </p:nvSpPr>
          <p:spPr>
            <a:xfrm>
              <a:off x="-46656225" y="4061375"/>
              <a:ext cx="53575" cy="52775"/>
            </a:xfrm>
            <a:custGeom>
              <a:avLst/>
              <a:gdLst/>
              <a:ahLst/>
              <a:cxnLst/>
              <a:rect l="l" t="t" r="r" b="b"/>
              <a:pathLst>
                <a:path w="2143" h="2111" extrusionOk="0">
                  <a:moveTo>
                    <a:pt x="1071" y="0"/>
                  </a:moveTo>
                  <a:cubicBezTo>
                    <a:pt x="473" y="0"/>
                    <a:pt x="0" y="473"/>
                    <a:pt x="0" y="1071"/>
                  </a:cubicBezTo>
                  <a:cubicBezTo>
                    <a:pt x="0" y="1638"/>
                    <a:pt x="473" y="2111"/>
                    <a:pt x="1071" y="2111"/>
                  </a:cubicBezTo>
                  <a:cubicBezTo>
                    <a:pt x="1670" y="2111"/>
                    <a:pt x="2143" y="1638"/>
                    <a:pt x="2143" y="1071"/>
                  </a:cubicBezTo>
                  <a:cubicBezTo>
                    <a:pt x="2079" y="473"/>
                    <a:pt x="1607"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86"/>
            <p:cNvSpPr/>
            <p:nvPr/>
          </p:nvSpPr>
          <p:spPr>
            <a:xfrm>
              <a:off x="-46779100" y="3938500"/>
              <a:ext cx="299325" cy="298525"/>
            </a:xfrm>
            <a:custGeom>
              <a:avLst/>
              <a:gdLst/>
              <a:ahLst/>
              <a:cxnLst/>
              <a:rect l="l" t="t" r="r" b="b"/>
              <a:pathLst>
                <a:path w="11973" h="11941" extrusionOk="0">
                  <a:moveTo>
                    <a:pt x="6301" y="1418"/>
                  </a:moveTo>
                  <a:cubicBezTo>
                    <a:pt x="8538" y="1607"/>
                    <a:pt x="10366" y="3371"/>
                    <a:pt x="10523" y="5608"/>
                  </a:cubicBezTo>
                  <a:lnTo>
                    <a:pt x="9798" y="5608"/>
                  </a:lnTo>
                  <a:cubicBezTo>
                    <a:pt x="9641" y="3781"/>
                    <a:pt x="8160" y="2300"/>
                    <a:pt x="6301" y="2111"/>
                  </a:cubicBezTo>
                  <a:lnTo>
                    <a:pt x="6301" y="1418"/>
                  </a:lnTo>
                  <a:close/>
                  <a:moveTo>
                    <a:pt x="5640" y="1450"/>
                  </a:moveTo>
                  <a:lnTo>
                    <a:pt x="5640" y="2143"/>
                  </a:lnTo>
                  <a:cubicBezTo>
                    <a:pt x="3781" y="2300"/>
                    <a:pt x="2332" y="3812"/>
                    <a:pt x="2111" y="5671"/>
                  </a:cubicBezTo>
                  <a:lnTo>
                    <a:pt x="1418" y="5671"/>
                  </a:lnTo>
                  <a:cubicBezTo>
                    <a:pt x="1576" y="3371"/>
                    <a:pt x="3371" y="1607"/>
                    <a:pt x="5640" y="1450"/>
                  </a:cubicBezTo>
                  <a:close/>
                  <a:moveTo>
                    <a:pt x="6333" y="2899"/>
                  </a:moveTo>
                  <a:cubicBezTo>
                    <a:pt x="7782" y="3056"/>
                    <a:pt x="8948" y="4190"/>
                    <a:pt x="9105" y="5671"/>
                  </a:cubicBezTo>
                  <a:lnTo>
                    <a:pt x="8790" y="5671"/>
                  </a:lnTo>
                  <a:cubicBezTo>
                    <a:pt x="8570" y="5671"/>
                    <a:pt x="8412" y="5829"/>
                    <a:pt x="8412" y="6018"/>
                  </a:cubicBezTo>
                  <a:cubicBezTo>
                    <a:pt x="8412" y="6175"/>
                    <a:pt x="8570" y="6333"/>
                    <a:pt x="8790" y="6333"/>
                  </a:cubicBezTo>
                  <a:lnTo>
                    <a:pt x="9105" y="6333"/>
                  </a:lnTo>
                  <a:cubicBezTo>
                    <a:pt x="8948" y="7782"/>
                    <a:pt x="7782" y="8916"/>
                    <a:pt x="6333" y="9137"/>
                  </a:cubicBezTo>
                  <a:lnTo>
                    <a:pt x="6333" y="8822"/>
                  </a:lnTo>
                  <a:cubicBezTo>
                    <a:pt x="6333" y="8601"/>
                    <a:pt x="6175" y="8444"/>
                    <a:pt x="5986" y="8444"/>
                  </a:cubicBezTo>
                  <a:cubicBezTo>
                    <a:pt x="5797" y="8444"/>
                    <a:pt x="5640" y="8601"/>
                    <a:pt x="5640" y="8822"/>
                  </a:cubicBezTo>
                  <a:lnTo>
                    <a:pt x="5640" y="9137"/>
                  </a:lnTo>
                  <a:cubicBezTo>
                    <a:pt x="4191" y="8979"/>
                    <a:pt x="3025" y="7814"/>
                    <a:pt x="2867" y="6364"/>
                  </a:cubicBezTo>
                  <a:lnTo>
                    <a:pt x="3182" y="6364"/>
                  </a:lnTo>
                  <a:cubicBezTo>
                    <a:pt x="3403" y="6364"/>
                    <a:pt x="3560" y="6207"/>
                    <a:pt x="3560" y="6018"/>
                  </a:cubicBezTo>
                  <a:cubicBezTo>
                    <a:pt x="3560" y="5829"/>
                    <a:pt x="3403" y="5671"/>
                    <a:pt x="3182" y="5671"/>
                  </a:cubicBezTo>
                  <a:lnTo>
                    <a:pt x="2867" y="5671"/>
                  </a:lnTo>
                  <a:cubicBezTo>
                    <a:pt x="3025" y="4190"/>
                    <a:pt x="4191" y="3056"/>
                    <a:pt x="5640" y="2899"/>
                  </a:cubicBezTo>
                  <a:lnTo>
                    <a:pt x="5640" y="3214"/>
                  </a:lnTo>
                  <a:cubicBezTo>
                    <a:pt x="5640" y="3403"/>
                    <a:pt x="5797" y="3560"/>
                    <a:pt x="5986" y="3560"/>
                  </a:cubicBezTo>
                  <a:cubicBezTo>
                    <a:pt x="6175" y="3560"/>
                    <a:pt x="6333" y="3403"/>
                    <a:pt x="6333" y="3214"/>
                  </a:cubicBezTo>
                  <a:lnTo>
                    <a:pt x="6333" y="2899"/>
                  </a:lnTo>
                  <a:close/>
                  <a:moveTo>
                    <a:pt x="2111" y="6333"/>
                  </a:moveTo>
                  <a:cubicBezTo>
                    <a:pt x="2269" y="8192"/>
                    <a:pt x="3781" y="9641"/>
                    <a:pt x="5640" y="9830"/>
                  </a:cubicBezTo>
                  <a:lnTo>
                    <a:pt x="5640" y="10554"/>
                  </a:lnTo>
                  <a:cubicBezTo>
                    <a:pt x="3371" y="10334"/>
                    <a:pt x="1576" y="8570"/>
                    <a:pt x="1418" y="6333"/>
                  </a:cubicBezTo>
                  <a:close/>
                  <a:moveTo>
                    <a:pt x="10523" y="6333"/>
                  </a:moveTo>
                  <a:cubicBezTo>
                    <a:pt x="10366" y="8570"/>
                    <a:pt x="8538" y="10334"/>
                    <a:pt x="6301" y="10554"/>
                  </a:cubicBezTo>
                  <a:lnTo>
                    <a:pt x="6301" y="9830"/>
                  </a:lnTo>
                  <a:cubicBezTo>
                    <a:pt x="8160" y="9672"/>
                    <a:pt x="9609" y="8192"/>
                    <a:pt x="9798" y="6333"/>
                  </a:cubicBezTo>
                  <a:close/>
                  <a:moveTo>
                    <a:pt x="5986" y="0"/>
                  </a:moveTo>
                  <a:cubicBezTo>
                    <a:pt x="5797" y="0"/>
                    <a:pt x="5640" y="158"/>
                    <a:pt x="5640" y="347"/>
                  </a:cubicBezTo>
                  <a:lnTo>
                    <a:pt x="5640" y="725"/>
                  </a:lnTo>
                  <a:cubicBezTo>
                    <a:pt x="2993" y="882"/>
                    <a:pt x="914" y="3025"/>
                    <a:pt x="757" y="5608"/>
                  </a:cubicBezTo>
                  <a:lnTo>
                    <a:pt x="347" y="5608"/>
                  </a:lnTo>
                  <a:cubicBezTo>
                    <a:pt x="158" y="5608"/>
                    <a:pt x="0" y="5766"/>
                    <a:pt x="0" y="5986"/>
                  </a:cubicBezTo>
                  <a:cubicBezTo>
                    <a:pt x="0" y="6175"/>
                    <a:pt x="158" y="6333"/>
                    <a:pt x="347" y="6333"/>
                  </a:cubicBezTo>
                  <a:lnTo>
                    <a:pt x="757" y="6333"/>
                  </a:lnTo>
                  <a:cubicBezTo>
                    <a:pt x="914" y="8979"/>
                    <a:pt x="3025" y="11059"/>
                    <a:pt x="5640" y="11216"/>
                  </a:cubicBezTo>
                  <a:lnTo>
                    <a:pt x="5640" y="11594"/>
                  </a:lnTo>
                  <a:cubicBezTo>
                    <a:pt x="5640" y="11783"/>
                    <a:pt x="5797" y="11941"/>
                    <a:pt x="5986" y="11941"/>
                  </a:cubicBezTo>
                  <a:cubicBezTo>
                    <a:pt x="6175" y="11941"/>
                    <a:pt x="6333" y="11783"/>
                    <a:pt x="6333" y="11594"/>
                  </a:cubicBezTo>
                  <a:lnTo>
                    <a:pt x="6333" y="11216"/>
                  </a:lnTo>
                  <a:cubicBezTo>
                    <a:pt x="8979" y="11059"/>
                    <a:pt x="11059" y="8916"/>
                    <a:pt x="11216" y="6333"/>
                  </a:cubicBezTo>
                  <a:lnTo>
                    <a:pt x="11626" y="6333"/>
                  </a:lnTo>
                  <a:cubicBezTo>
                    <a:pt x="11815" y="6333"/>
                    <a:pt x="11972" y="6175"/>
                    <a:pt x="11972" y="5986"/>
                  </a:cubicBezTo>
                  <a:cubicBezTo>
                    <a:pt x="11972" y="5766"/>
                    <a:pt x="11815" y="5608"/>
                    <a:pt x="11626" y="5608"/>
                  </a:cubicBezTo>
                  <a:lnTo>
                    <a:pt x="11216" y="5608"/>
                  </a:lnTo>
                  <a:cubicBezTo>
                    <a:pt x="11059" y="2993"/>
                    <a:pt x="8948" y="882"/>
                    <a:pt x="6333" y="725"/>
                  </a:cubicBezTo>
                  <a:lnTo>
                    <a:pt x="6333" y="347"/>
                  </a:lnTo>
                  <a:cubicBezTo>
                    <a:pt x="6333" y="158"/>
                    <a:pt x="6175" y="0"/>
                    <a:pt x="59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8" name="Google Shape;6598;p86"/>
          <p:cNvGrpSpPr/>
          <p:nvPr/>
        </p:nvGrpSpPr>
        <p:grpSpPr>
          <a:xfrm>
            <a:off x="3952900" y="2758855"/>
            <a:ext cx="355258" cy="355288"/>
            <a:chOff x="-44924250" y="3206000"/>
            <a:chExt cx="300100" cy="300125"/>
          </a:xfrm>
        </p:grpSpPr>
        <p:sp>
          <p:nvSpPr>
            <p:cNvPr id="6599" name="Google Shape;6599;p86"/>
            <p:cNvSpPr/>
            <p:nvPr/>
          </p:nvSpPr>
          <p:spPr>
            <a:xfrm>
              <a:off x="-44747025" y="3365100"/>
              <a:ext cx="122875" cy="87450"/>
            </a:xfrm>
            <a:custGeom>
              <a:avLst/>
              <a:gdLst/>
              <a:ahLst/>
              <a:cxnLst/>
              <a:rect l="l" t="t" r="r" b="b"/>
              <a:pathLst>
                <a:path w="4915" h="3498" extrusionOk="0">
                  <a:moveTo>
                    <a:pt x="0" y="1"/>
                  </a:moveTo>
                  <a:lnTo>
                    <a:pt x="0" y="3498"/>
                  </a:lnTo>
                  <a:lnTo>
                    <a:pt x="4915" y="3498"/>
                  </a:lnTo>
                  <a:lnTo>
                    <a:pt x="49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86"/>
            <p:cNvSpPr/>
            <p:nvPr/>
          </p:nvSpPr>
          <p:spPr>
            <a:xfrm>
              <a:off x="-44747025" y="3470650"/>
              <a:ext cx="122875" cy="35475"/>
            </a:xfrm>
            <a:custGeom>
              <a:avLst/>
              <a:gdLst/>
              <a:ahLst/>
              <a:cxnLst/>
              <a:rect l="l" t="t" r="r" b="b"/>
              <a:pathLst>
                <a:path w="4915" h="1419" extrusionOk="0">
                  <a:moveTo>
                    <a:pt x="0" y="0"/>
                  </a:moveTo>
                  <a:lnTo>
                    <a:pt x="0" y="347"/>
                  </a:lnTo>
                  <a:cubicBezTo>
                    <a:pt x="0" y="946"/>
                    <a:pt x="473" y="1418"/>
                    <a:pt x="1071" y="1418"/>
                  </a:cubicBezTo>
                  <a:lnTo>
                    <a:pt x="3875" y="1418"/>
                  </a:lnTo>
                  <a:cubicBezTo>
                    <a:pt x="4442" y="1418"/>
                    <a:pt x="4915" y="946"/>
                    <a:pt x="4915" y="347"/>
                  </a:cubicBez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86"/>
            <p:cNvSpPr/>
            <p:nvPr/>
          </p:nvSpPr>
          <p:spPr>
            <a:xfrm>
              <a:off x="-44747025" y="3313125"/>
              <a:ext cx="122875" cy="35475"/>
            </a:xfrm>
            <a:custGeom>
              <a:avLst/>
              <a:gdLst/>
              <a:ahLst/>
              <a:cxnLst/>
              <a:rect l="l" t="t" r="r" b="b"/>
              <a:pathLst>
                <a:path w="4915" h="1419" extrusionOk="0">
                  <a:moveTo>
                    <a:pt x="1071" y="1"/>
                  </a:moveTo>
                  <a:cubicBezTo>
                    <a:pt x="473" y="1"/>
                    <a:pt x="0" y="473"/>
                    <a:pt x="0" y="1072"/>
                  </a:cubicBezTo>
                  <a:lnTo>
                    <a:pt x="0" y="1418"/>
                  </a:lnTo>
                  <a:lnTo>
                    <a:pt x="4915" y="1418"/>
                  </a:lnTo>
                  <a:lnTo>
                    <a:pt x="4915" y="1072"/>
                  </a:lnTo>
                  <a:cubicBezTo>
                    <a:pt x="4915" y="473"/>
                    <a:pt x="4442" y="1"/>
                    <a:pt x="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86"/>
            <p:cNvSpPr/>
            <p:nvPr/>
          </p:nvSpPr>
          <p:spPr>
            <a:xfrm>
              <a:off x="-44924250" y="3384000"/>
              <a:ext cx="159125" cy="69350"/>
            </a:xfrm>
            <a:custGeom>
              <a:avLst/>
              <a:gdLst/>
              <a:ahLst/>
              <a:cxnLst/>
              <a:rect l="l" t="t" r="r" b="b"/>
              <a:pathLst>
                <a:path w="6365" h="2774" extrusionOk="0">
                  <a:moveTo>
                    <a:pt x="1" y="1"/>
                  </a:moveTo>
                  <a:lnTo>
                    <a:pt x="1" y="316"/>
                  </a:lnTo>
                  <a:lnTo>
                    <a:pt x="32" y="316"/>
                  </a:lnTo>
                  <a:cubicBezTo>
                    <a:pt x="32" y="915"/>
                    <a:pt x="505" y="1387"/>
                    <a:pt x="1103" y="1387"/>
                  </a:cubicBezTo>
                  <a:lnTo>
                    <a:pt x="4254" y="1387"/>
                  </a:lnTo>
                  <a:lnTo>
                    <a:pt x="4254" y="2080"/>
                  </a:lnTo>
                  <a:lnTo>
                    <a:pt x="3183" y="2080"/>
                  </a:lnTo>
                  <a:cubicBezTo>
                    <a:pt x="2994" y="2080"/>
                    <a:pt x="2836" y="2238"/>
                    <a:pt x="2836" y="2427"/>
                  </a:cubicBezTo>
                  <a:cubicBezTo>
                    <a:pt x="2836" y="2647"/>
                    <a:pt x="2994" y="2773"/>
                    <a:pt x="3183" y="2773"/>
                  </a:cubicBezTo>
                  <a:lnTo>
                    <a:pt x="6365" y="2773"/>
                  </a:lnTo>
                  <a:lnTo>
                    <a:pt x="63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86"/>
            <p:cNvSpPr/>
            <p:nvPr/>
          </p:nvSpPr>
          <p:spPr>
            <a:xfrm>
              <a:off x="-44924250" y="3206000"/>
              <a:ext cx="264675" cy="159125"/>
            </a:xfrm>
            <a:custGeom>
              <a:avLst/>
              <a:gdLst/>
              <a:ahLst/>
              <a:cxnLst/>
              <a:rect l="l" t="t" r="r" b="b"/>
              <a:pathLst>
                <a:path w="10587" h="6365" extrusionOk="0">
                  <a:moveTo>
                    <a:pt x="1072" y="1"/>
                  </a:moveTo>
                  <a:cubicBezTo>
                    <a:pt x="473" y="1"/>
                    <a:pt x="1" y="473"/>
                    <a:pt x="1" y="1041"/>
                  </a:cubicBezTo>
                  <a:lnTo>
                    <a:pt x="1" y="6365"/>
                  </a:lnTo>
                  <a:lnTo>
                    <a:pt x="6365" y="6365"/>
                  </a:lnTo>
                  <a:lnTo>
                    <a:pt x="6365" y="5357"/>
                  </a:lnTo>
                  <a:cubicBezTo>
                    <a:pt x="6365" y="4349"/>
                    <a:pt x="7152" y="3561"/>
                    <a:pt x="8160" y="3561"/>
                  </a:cubicBezTo>
                  <a:lnTo>
                    <a:pt x="10586" y="3561"/>
                  </a:lnTo>
                  <a:lnTo>
                    <a:pt x="10586" y="1041"/>
                  </a:lnTo>
                  <a:cubicBezTo>
                    <a:pt x="10586" y="473"/>
                    <a:pt x="10114" y="1"/>
                    <a:pt x="95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04" name="Google Shape;6604;p86"/>
          <p:cNvGrpSpPr/>
          <p:nvPr/>
        </p:nvGrpSpPr>
        <p:grpSpPr>
          <a:xfrm>
            <a:off x="1267386" y="1386849"/>
            <a:ext cx="355258" cy="355258"/>
            <a:chOff x="-50134375" y="3183175"/>
            <a:chExt cx="300100" cy="300100"/>
          </a:xfrm>
        </p:grpSpPr>
        <p:sp>
          <p:nvSpPr>
            <p:cNvPr id="6605" name="Google Shape;6605;p86"/>
            <p:cNvSpPr/>
            <p:nvPr/>
          </p:nvSpPr>
          <p:spPr>
            <a:xfrm>
              <a:off x="-50134375" y="3270600"/>
              <a:ext cx="87450" cy="53575"/>
            </a:xfrm>
            <a:custGeom>
              <a:avLst/>
              <a:gdLst/>
              <a:ahLst/>
              <a:cxnLst/>
              <a:rect l="l" t="t" r="r" b="b"/>
              <a:pathLst>
                <a:path w="3498" h="2143" extrusionOk="0">
                  <a:moveTo>
                    <a:pt x="0" y="0"/>
                  </a:moveTo>
                  <a:lnTo>
                    <a:pt x="0" y="2143"/>
                  </a:lnTo>
                  <a:lnTo>
                    <a:pt x="3497" y="2143"/>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86"/>
            <p:cNvSpPr/>
            <p:nvPr/>
          </p:nvSpPr>
          <p:spPr>
            <a:xfrm>
              <a:off x="-50134375" y="3340700"/>
              <a:ext cx="87450" cy="54375"/>
            </a:xfrm>
            <a:custGeom>
              <a:avLst/>
              <a:gdLst/>
              <a:ahLst/>
              <a:cxnLst/>
              <a:rect l="l" t="t" r="r" b="b"/>
              <a:pathLst>
                <a:path w="3498" h="2175" extrusionOk="0">
                  <a:moveTo>
                    <a:pt x="0" y="0"/>
                  </a:moveTo>
                  <a:lnTo>
                    <a:pt x="0" y="2174"/>
                  </a:lnTo>
                  <a:cubicBezTo>
                    <a:pt x="441" y="1701"/>
                    <a:pt x="1071" y="1418"/>
                    <a:pt x="1765" y="1418"/>
                  </a:cubicBezTo>
                  <a:cubicBezTo>
                    <a:pt x="2426" y="1418"/>
                    <a:pt x="3056" y="1670"/>
                    <a:pt x="3497" y="2174"/>
                  </a:cubicBez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7" name="Google Shape;6607;p86"/>
            <p:cNvSpPr/>
            <p:nvPr/>
          </p:nvSpPr>
          <p:spPr>
            <a:xfrm>
              <a:off x="-50134375" y="3183175"/>
              <a:ext cx="87450" cy="70125"/>
            </a:xfrm>
            <a:custGeom>
              <a:avLst/>
              <a:gdLst/>
              <a:ahLst/>
              <a:cxnLst/>
              <a:rect l="l" t="t" r="r" b="b"/>
              <a:pathLst>
                <a:path w="3498" h="2805" extrusionOk="0">
                  <a:moveTo>
                    <a:pt x="347" y="0"/>
                  </a:moveTo>
                  <a:cubicBezTo>
                    <a:pt x="158" y="0"/>
                    <a:pt x="0" y="158"/>
                    <a:pt x="0" y="347"/>
                  </a:cubicBezTo>
                  <a:lnTo>
                    <a:pt x="0" y="2804"/>
                  </a:lnTo>
                  <a:lnTo>
                    <a:pt x="3497" y="2804"/>
                  </a:lnTo>
                  <a:lnTo>
                    <a:pt x="3497" y="347"/>
                  </a:lnTo>
                  <a:cubicBezTo>
                    <a:pt x="3497" y="158"/>
                    <a:pt x="3340"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8" name="Google Shape;6608;p86"/>
            <p:cNvSpPr/>
            <p:nvPr/>
          </p:nvSpPr>
          <p:spPr>
            <a:xfrm>
              <a:off x="-50028050" y="3363525"/>
              <a:ext cx="37050" cy="75650"/>
            </a:xfrm>
            <a:custGeom>
              <a:avLst/>
              <a:gdLst/>
              <a:ahLst/>
              <a:cxnLst/>
              <a:rect l="l" t="t" r="r" b="b"/>
              <a:pathLst>
                <a:path w="1482" h="3026" extrusionOk="0">
                  <a:moveTo>
                    <a:pt x="0" y="1"/>
                  </a:moveTo>
                  <a:lnTo>
                    <a:pt x="0" y="3025"/>
                  </a:lnTo>
                  <a:lnTo>
                    <a:pt x="1481" y="1482"/>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86"/>
            <p:cNvSpPr/>
            <p:nvPr/>
          </p:nvSpPr>
          <p:spPr>
            <a:xfrm>
              <a:off x="-50028050" y="3287125"/>
              <a:ext cx="88225" cy="101625"/>
            </a:xfrm>
            <a:custGeom>
              <a:avLst/>
              <a:gdLst/>
              <a:ahLst/>
              <a:cxnLst/>
              <a:rect l="l" t="t" r="r" b="b"/>
              <a:pathLst>
                <a:path w="3529" h="4065" extrusionOk="0">
                  <a:moveTo>
                    <a:pt x="1072" y="1"/>
                  </a:moveTo>
                  <a:lnTo>
                    <a:pt x="0" y="1104"/>
                  </a:lnTo>
                  <a:lnTo>
                    <a:pt x="0" y="2049"/>
                  </a:lnTo>
                  <a:lnTo>
                    <a:pt x="2017" y="4065"/>
                  </a:lnTo>
                  <a:lnTo>
                    <a:pt x="3529" y="2490"/>
                  </a:lnTo>
                  <a:lnTo>
                    <a:pt x="1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86"/>
            <p:cNvSpPr/>
            <p:nvPr/>
          </p:nvSpPr>
          <p:spPr>
            <a:xfrm>
              <a:off x="-49988675" y="3225700"/>
              <a:ext cx="111875" cy="111875"/>
            </a:xfrm>
            <a:custGeom>
              <a:avLst/>
              <a:gdLst/>
              <a:ahLst/>
              <a:cxnLst/>
              <a:rect l="l" t="t" r="r" b="b"/>
              <a:pathLst>
                <a:path w="4475" h="4475" extrusionOk="0">
                  <a:moveTo>
                    <a:pt x="2155" y="0"/>
                  </a:moveTo>
                  <a:cubicBezTo>
                    <a:pt x="2064" y="0"/>
                    <a:pt x="1970" y="32"/>
                    <a:pt x="1891" y="95"/>
                  </a:cubicBezTo>
                  <a:lnTo>
                    <a:pt x="1" y="1985"/>
                  </a:lnTo>
                  <a:lnTo>
                    <a:pt x="2490" y="4474"/>
                  </a:lnTo>
                  <a:lnTo>
                    <a:pt x="4380" y="2584"/>
                  </a:lnTo>
                  <a:cubicBezTo>
                    <a:pt x="4474" y="2458"/>
                    <a:pt x="4474" y="2237"/>
                    <a:pt x="4380" y="2080"/>
                  </a:cubicBezTo>
                  <a:lnTo>
                    <a:pt x="2395" y="95"/>
                  </a:lnTo>
                  <a:cubicBezTo>
                    <a:pt x="2332" y="32"/>
                    <a:pt x="2245" y="0"/>
                    <a:pt x="21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86"/>
            <p:cNvSpPr/>
            <p:nvPr/>
          </p:nvSpPr>
          <p:spPr>
            <a:xfrm>
              <a:off x="-50134375" y="3395050"/>
              <a:ext cx="89025" cy="88225"/>
            </a:xfrm>
            <a:custGeom>
              <a:avLst/>
              <a:gdLst/>
              <a:ahLst/>
              <a:cxnLst/>
              <a:rect l="l" t="t" r="r" b="b"/>
              <a:pathLst>
                <a:path w="3561" h="3529" extrusionOk="0">
                  <a:moveTo>
                    <a:pt x="1765" y="1418"/>
                  </a:moveTo>
                  <a:cubicBezTo>
                    <a:pt x="1985" y="1418"/>
                    <a:pt x="2111" y="1575"/>
                    <a:pt x="2111" y="1764"/>
                  </a:cubicBezTo>
                  <a:cubicBezTo>
                    <a:pt x="2111" y="1953"/>
                    <a:pt x="1985" y="2111"/>
                    <a:pt x="1765" y="2111"/>
                  </a:cubicBezTo>
                  <a:cubicBezTo>
                    <a:pt x="1576" y="2111"/>
                    <a:pt x="1418" y="1953"/>
                    <a:pt x="1418" y="1764"/>
                  </a:cubicBezTo>
                  <a:cubicBezTo>
                    <a:pt x="1418" y="1575"/>
                    <a:pt x="1576" y="1418"/>
                    <a:pt x="1765" y="1418"/>
                  </a:cubicBezTo>
                  <a:close/>
                  <a:moveTo>
                    <a:pt x="1765" y="0"/>
                  </a:moveTo>
                  <a:cubicBezTo>
                    <a:pt x="788" y="0"/>
                    <a:pt x="0" y="788"/>
                    <a:pt x="0" y="1764"/>
                  </a:cubicBezTo>
                  <a:cubicBezTo>
                    <a:pt x="0" y="2741"/>
                    <a:pt x="788" y="3529"/>
                    <a:pt x="1765" y="3529"/>
                  </a:cubicBezTo>
                  <a:cubicBezTo>
                    <a:pt x="2773" y="3529"/>
                    <a:pt x="3560" y="2741"/>
                    <a:pt x="3560" y="1764"/>
                  </a:cubicBezTo>
                  <a:cubicBezTo>
                    <a:pt x="3497" y="788"/>
                    <a:pt x="2710"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86"/>
            <p:cNvSpPr/>
            <p:nvPr/>
          </p:nvSpPr>
          <p:spPr>
            <a:xfrm>
              <a:off x="-50045375" y="3428900"/>
              <a:ext cx="52800" cy="53600"/>
            </a:xfrm>
            <a:custGeom>
              <a:avLst/>
              <a:gdLst/>
              <a:ahLst/>
              <a:cxnLst/>
              <a:rect l="l" t="t" r="r" b="b"/>
              <a:pathLst>
                <a:path w="2112" h="2144" extrusionOk="0">
                  <a:moveTo>
                    <a:pt x="2111" y="1"/>
                  </a:moveTo>
                  <a:lnTo>
                    <a:pt x="0"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86"/>
            <p:cNvSpPr/>
            <p:nvPr/>
          </p:nvSpPr>
          <p:spPr>
            <a:xfrm>
              <a:off x="-49975275" y="3395050"/>
              <a:ext cx="52775" cy="87450"/>
            </a:xfrm>
            <a:custGeom>
              <a:avLst/>
              <a:gdLst/>
              <a:ahLst/>
              <a:cxnLst/>
              <a:rect l="l" t="t" r="r" b="b"/>
              <a:pathLst>
                <a:path w="2111" h="3498" extrusionOk="0">
                  <a:moveTo>
                    <a:pt x="693" y="0"/>
                  </a:moveTo>
                  <a:lnTo>
                    <a:pt x="0" y="662"/>
                  </a:lnTo>
                  <a:lnTo>
                    <a:pt x="0" y="3497"/>
                  </a:lnTo>
                  <a:lnTo>
                    <a:pt x="2111" y="3497"/>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86"/>
            <p:cNvSpPr/>
            <p:nvPr/>
          </p:nvSpPr>
          <p:spPr>
            <a:xfrm>
              <a:off x="-49905175" y="3395050"/>
              <a:ext cx="70900" cy="87450"/>
            </a:xfrm>
            <a:custGeom>
              <a:avLst/>
              <a:gdLst/>
              <a:ahLst/>
              <a:cxnLst/>
              <a:rect l="l" t="t" r="r" b="b"/>
              <a:pathLst>
                <a:path w="2836" h="3498" extrusionOk="0">
                  <a:moveTo>
                    <a:pt x="0" y="0"/>
                  </a:moveTo>
                  <a:lnTo>
                    <a:pt x="0" y="3497"/>
                  </a:lnTo>
                  <a:lnTo>
                    <a:pt x="2489" y="3497"/>
                  </a:lnTo>
                  <a:cubicBezTo>
                    <a:pt x="2678" y="3497"/>
                    <a:pt x="2836" y="3340"/>
                    <a:pt x="2836" y="3151"/>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15" name="Google Shape;6615;p86"/>
          <p:cNvGrpSpPr/>
          <p:nvPr/>
        </p:nvGrpSpPr>
        <p:grpSpPr>
          <a:xfrm>
            <a:off x="1267386" y="1822251"/>
            <a:ext cx="355258" cy="355288"/>
            <a:chOff x="-50134375" y="3550975"/>
            <a:chExt cx="300100" cy="300125"/>
          </a:xfrm>
        </p:grpSpPr>
        <p:sp>
          <p:nvSpPr>
            <p:cNvPr id="6616" name="Google Shape;6616;p86"/>
            <p:cNvSpPr/>
            <p:nvPr/>
          </p:nvSpPr>
          <p:spPr>
            <a:xfrm>
              <a:off x="-50134375" y="3550975"/>
              <a:ext cx="300100" cy="300125"/>
            </a:xfrm>
            <a:custGeom>
              <a:avLst/>
              <a:gdLst/>
              <a:ahLst/>
              <a:cxnLst/>
              <a:rect l="l" t="t" r="r" b="b"/>
              <a:pathLst>
                <a:path w="12004" h="12005" extrusionOk="0">
                  <a:moveTo>
                    <a:pt x="9893" y="1419"/>
                  </a:moveTo>
                  <a:lnTo>
                    <a:pt x="9893" y="1797"/>
                  </a:lnTo>
                  <a:cubicBezTo>
                    <a:pt x="9893" y="1986"/>
                    <a:pt x="10050" y="2143"/>
                    <a:pt x="10239" y="2143"/>
                  </a:cubicBezTo>
                  <a:lnTo>
                    <a:pt x="10586" y="2143"/>
                  </a:lnTo>
                  <a:lnTo>
                    <a:pt x="10586" y="9893"/>
                  </a:lnTo>
                  <a:lnTo>
                    <a:pt x="10239" y="9893"/>
                  </a:lnTo>
                  <a:cubicBezTo>
                    <a:pt x="10050" y="9893"/>
                    <a:pt x="9893" y="10051"/>
                    <a:pt x="9893" y="10240"/>
                  </a:cubicBezTo>
                  <a:lnTo>
                    <a:pt x="9893" y="10587"/>
                  </a:lnTo>
                  <a:lnTo>
                    <a:pt x="2143" y="10587"/>
                  </a:lnTo>
                  <a:lnTo>
                    <a:pt x="2143" y="10240"/>
                  </a:lnTo>
                  <a:cubicBezTo>
                    <a:pt x="2143" y="10051"/>
                    <a:pt x="1985" y="9893"/>
                    <a:pt x="1765" y="9893"/>
                  </a:cubicBezTo>
                  <a:lnTo>
                    <a:pt x="1418" y="9893"/>
                  </a:lnTo>
                  <a:lnTo>
                    <a:pt x="1418" y="2143"/>
                  </a:lnTo>
                  <a:lnTo>
                    <a:pt x="1765" y="2143"/>
                  </a:lnTo>
                  <a:cubicBezTo>
                    <a:pt x="1985" y="2143"/>
                    <a:pt x="2143" y="1986"/>
                    <a:pt x="2143" y="1797"/>
                  </a:cubicBezTo>
                  <a:lnTo>
                    <a:pt x="2143" y="1419"/>
                  </a:lnTo>
                  <a:close/>
                  <a:moveTo>
                    <a:pt x="347" y="1"/>
                  </a:moveTo>
                  <a:cubicBezTo>
                    <a:pt x="158" y="1"/>
                    <a:pt x="0" y="159"/>
                    <a:pt x="0" y="348"/>
                  </a:cubicBezTo>
                  <a:lnTo>
                    <a:pt x="0" y="1797"/>
                  </a:lnTo>
                  <a:cubicBezTo>
                    <a:pt x="0" y="1986"/>
                    <a:pt x="158" y="2143"/>
                    <a:pt x="347" y="2143"/>
                  </a:cubicBezTo>
                  <a:lnTo>
                    <a:pt x="693" y="2143"/>
                  </a:lnTo>
                  <a:lnTo>
                    <a:pt x="693" y="9893"/>
                  </a:lnTo>
                  <a:lnTo>
                    <a:pt x="347" y="9893"/>
                  </a:lnTo>
                  <a:cubicBezTo>
                    <a:pt x="158" y="9893"/>
                    <a:pt x="0" y="10051"/>
                    <a:pt x="0" y="10240"/>
                  </a:cubicBezTo>
                  <a:lnTo>
                    <a:pt x="0" y="11658"/>
                  </a:lnTo>
                  <a:cubicBezTo>
                    <a:pt x="0" y="11847"/>
                    <a:pt x="158" y="12004"/>
                    <a:pt x="347" y="12004"/>
                  </a:cubicBezTo>
                  <a:lnTo>
                    <a:pt x="1765" y="12004"/>
                  </a:lnTo>
                  <a:cubicBezTo>
                    <a:pt x="1985" y="12004"/>
                    <a:pt x="2111" y="11847"/>
                    <a:pt x="2111" y="11658"/>
                  </a:cubicBezTo>
                  <a:lnTo>
                    <a:pt x="2111" y="11311"/>
                  </a:lnTo>
                  <a:lnTo>
                    <a:pt x="9893" y="11311"/>
                  </a:lnTo>
                  <a:lnTo>
                    <a:pt x="9893" y="11658"/>
                  </a:lnTo>
                  <a:cubicBezTo>
                    <a:pt x="9893" y="11847"/>
                    <a:pt x="10050" y="12004"/>
                    <a:pt x="10239" y="12004"/>
                  </a:cubicBezTo>
                  <a:lnTo>
                    <a:pt x="11657" y="12004"/>
                  </a:lnTo>
                  <a:cubicBezTo>
                    <a:pt x="11846" y="12004"/>
                    <a:pt x="12004" y="11847"/>
                    <a:pt x="12004" y="11658"/>
                  </a:cubicBezTo>
                  <a:lnTo>
                    <a:pt x="12004" y="10240"/>
                  </a:lnTo>
                  <a:cubicBezTo>
                    <a:pt x="12004" y="10051"/>
                    <a:pt x="11846" y="9893"/>
                    <a:pt x="11657" y="9893"/>
                  </a:cubicBezTo>
                  <a:lnTo>
                    <a:pt x="11311" y="9893"/>
                  </a:lnTo>
                  <a:lnTo>
                    <a:pt x="11311" y="2143"/>
                  </a:lnTo>
                  <a:lnTo>
                    <a:pt x="11657" y="2143"/>
                  </a:lnTo>
                  <a:cubicBezTo>
                    <a:pt x="11846" y="2143"/>
                    <a:pt x="12004" y="1986"/>
                    <a:pt x="12004" y="1797"/>
                  </a:cubicBezTo>
                  <a:lnTo>
                    <a:pt x="12004" y="348"/>
                  </a:lnTo>
                  <a:cubicBezTo>
                    <a:pt x="12004" y="159"/>
                    <a:pt x="11846" y="1"/>
                    <a:pt x="11657" y="1"/>
                  </a:cubicBezTo>
                  <a:lnTo>
                    <a:pt x="10239" y="1"/>
                  </a:lnTo>
                  <a:cubicBezTo>
                    <a:pt x="10050" y="1"/>
                    <a:pt x="9893" y="159"/>
                    <a:pt x="9893" y="348"/>
                  </a:cubicBezTo>
                  <a:lnTo>
                    <a:pt x="9893" y="726"/>
                  </a:lnTo>
                  <a:lnTo>
                    <a:pt x="2111" y="726"/>
                  </a:lnTo>
                  <a:lnTo>
                    <a:pt x="2111" y="348"/>
                  </a:lnTo>
                  <a:cubicBezTo>
                    <a:pt x="2111" y="159"/>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86"/>
            <p:cNvSpPr/>
            <p:nvPr/>
          </p:nvSpPr>
          <p:spPr>
            <a:xfrm>
              <a:off x="-50054825" y="3603750"/>
              <a:ext cx="141800" cy="194575"/>
            </a:xfrm>
            <a:custGeom>
              <a:avLst/>
              <a:gdLst/>
              <a:ahLst/>
              <a:cxnLst/>
              <a:rect l="l" t="t" r="r" b="b"/>
              <a:pathLst>
                <a:path w="5672" h="7783" extrusionOk="0">
                  <a:moveTo>
                    <a:pt x="347" y="1"/>
                  </a:moveTo>
                  <a:cubicBezTo>
                    <a:pt x="158" y="1"/>
                    <a:pt x="0" y="158"/>
                    <a:pt x="0" y="347"/>
                  </a:cubicBezTo>
                  <a:lnTo>
                    <a:pt x="0" y="1765"/>
                  </a:lnTo>
                  <a:cubicBezTo>
                    <a:pt x="0" y="1873"/>
                    <a:pt x="74" y="1922"/>
                    <a:pt x="151" y="1922"/>
                  </a:cubicBezTo>
                  <a:cubicBezTo>
                    <a:pt x="186" y="1922"/>
                    <a:pt x="222" y="1911"/>
                    <a:pt x="252" y="1891"/>
                  </a:cubicBezTo>
                  <a:lnTo>
                    <a:pt x="725" y="1419"/>
                  </a:lnTo>
                  <a:lnTo>
                    <a:pt x="2143" y="1419"/>
                  </a:lnTo>
                  <a:lnTo>
                    <a:pt x="2143" y="7089"/>
                  </a:lnTo>
                  <a:lnTo>
                    <a:pt x="1670" y="7562"/>
                  </a:lnTo>
                  <a:cubicBezTo>
                    <a:pt x="1576" y="7625"/>
                    <a:pt x="1670" y="7782"/>
                    <a:pt x="1765" y="7782"/>
                  </a:cubicBezTo>
                  <a:lnTo>
                    <a:pt x="3907" y="7782"/>
                  </a:lnTo>
                  <a:cubicBezTo>
                    <a:pt x="4064" y="7782"/>
                    <a:pt x="4096" y="7625"/>
                    <a:pt x="4033" y="7562"/>
                  </a:cubicBezTo>
                  <a:lnTo>
                    <a:pt x="3560" y="7089"/>
                  </a:lnTo>
                  <a:lnTo>
                    <a:pt x="3560" y="1419"/>
                  </a:lnTo>
                  <a:lnTo>
                    <a:pt x="4978" y="1419"/>
                  </a:lnTo>
                  <a:lnTo>
                    <a:pt x="5451" y="1891"/>
                  </a:lnTo>
                  <a:cubicBezTo>
                    <a:pt x="5467" y="1908"/>
                    <a:pt x="5491" y="1916"/>
                    <a:pt x="5517" y="1916"/>
                  </a:cubicBezTo>
                  <a:cubicBezTo>
                    <a:pt x="5587" y="1916"/>
                    <a:pt x="5671" y="1857"/>
                    <a:pt x="5671" y="1765"/>
                  </a:cubicBezTo>
                  <a:lnTo>
                    <a:pt x="5671" y="347"/>
                  </a:lnTo>
                  <a:cubicBezTo>
                    <a:pt x="5671" y="158"/>
                    <a:pt x="5514"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18" name="Google Shape;6618;p86"/>
          <p:cNvGrpSpPr/>
          <p:nvPr/>
        </p:nvGrpSpPr>
        <p:grpSpPr>
          <a:xfrm>
            <a:off x="1267386" y="2259783"/>
            <a:ext cx="355258" cy="355051"/>
            <a:chOff x="-50134375" y="3920575"/>
            <a:chExt cx="300100" cy="299925"/>
          </a:xfrm>
        </p:grpSpPr>
        <p:sp>
          <p:nvSpPr>
            <p:cNvPr id="6619" name="Google Shape;6619;p86"/>
            <p:cNvSpPr/>
            <p:nvPr/>
          </p:nvSpPr>
          <p:spPr>
            <a:xfrm>
              <a:off x="-49985525" y="3920575"/>
              <a:ext cx="151250" cy="151850"/>
            </a:xfrm>
            <a:custGeom>
              <a:avLst/>
              <a:gdLst/>
              <a:ahLst/>
              <a:cxnLst/>
              <a:rect l="l" t="t" r="r" b="b"/>
              <a:pathLst>
                <a:path w="6050" h="6074" extrusionOk="0">
                  <a:moveTo>
                    <a:pt x="1986" y="1"/>
                  </a:moveTo>
                  <a:cubicBezTo>
                    <a:pt x="1537" y="1"/>
                    <a:pt x="1088" y="166"/>
                    <a:pt x="757" y="497"/>
                  </a:cubicBezTo>
                  <a:lnTo>
                    <a:pt x="1" y="1284"/>
                  </a:lnTo>
                  <a:lnTo>
                    <a:pt x="4758" y="6073"/>
                  </a:lnTo>
                  <a:lnTo>
                    <a:pt x="5546" y="5317"/>
                  </a:lnTo>
                  <a:cubicBezTo>
                    <a:pt x="5861" y="5002"/>
                    <a:pt x="6050" y="4529"/>
                    <a:pt x="6050" y="4057"/>
                  </a:cubicBezTo>
                  <a:cubicBezTo>
                    <a:pt x="6050" y="3616"/>
                    <a:pt x="5861" y="3143"/>
                    <a:pt x="5546" y="2828"/>
                  </a:cubicBezTo>
                  <a:lnTo>
                    <a:pt x="3214" y="497"/>
                  </a:lnTo>
                  <a:cubicBezTo>
                    <a:pt x="2883" y="166"/>
                    <a:pt x="2434" y="1"/>
                    <a:pt x="19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86"/>
            <p:cNvSpPr/>
            <p:nvPr/>
          </p:nvSpPr>
          <p:spPr>
            <a:xfrm>
              <a:off x="-50134375" y="4069250"/>
              <a:ext cx="151250" cy="151250"/>
            </a:xfrm>
            <a:custGeom>
              <a:avLst/>
              <a:gdLst/>
              <a:ahLst/>
              <a:cxnLst/>
              <a:rect l="l" t="t" r="r" b="b"/>
              <a:pathLst>
                <a:path w="6050" h="6050" extrusionOk="0">
                  <a:moveTo>
                    <a:pt x="1292" y="0"/>
                  </a:moveTo>
                  <a:lnTo>
                    <a:pt x="504" y="756"/>
                  </a:lnTo>
                  <a:cubicBezTo>
                    <a:pt x="189" y="1071"/>
                    <a:pt x="0" y="1544"/>
                    <a:pt x="0" y="2016"/>
                  </a:cubicBezTo>
                  <a:cubicBezTo>
                    <a:pt x="0" y="2489"/>
                    <a:pt x="189" y="2899"/>
                    <a:pt x="504" y="3277"/>
                  </a:cubicBezTo>
                  <a:lnTo>
                    <a:pt x="2804" y="5545"/>
                  </a:lnTo>
                  <a:cubicBezTo>
                    <a:pt x="3119" y="5860"/>
                    <a:pt x="3592" y="6049"/>
                    <a:pt x="4064" y="6049"/>
                  </a:cubicBezTo>
                  <a:cubicBezTo>
                    <a:pt x="4537" y="6049"/>
                    <a:pt x="4947" y="5860"/>
                    <a:pt x="5325" y="5545"/>
                  </a:cubicBezTo>
                  <a:lnTo>
                    <a:pt x="6049" y="4757"/>
                  </a:lnTo>
                  <a:lnTo>
                    <a:pt x="12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86"/>
            <p:cNvSpPr/>
            <p:nvPr/>
          </p:nvSpPr>
          <p:spPr>
            <a:xfrm>
              <a:off x="-50090275" y="3964500"/>
              <a:ext cx="211100" cy="211100"/>
            </a:xfrm>
            <a:custGeom>
              <a:avLst/>
              <a:gdLst/>
              <a:ahLst/>
              <a:cxnLst/>
              <a:rect l="l" t="t" r="r" b="b"/>
              <a:pathLst>
                <a:path w="8444" h="8444" extrusionOk="0">
                  <a:moveTo>
                    <a:pt x="2446" y="4316"/>
                  </a:moveTo>
                  <a:cubicBezTo>
                    <a:pt x="2537" y="4316"/>
                    <a:pt x="2631" y="4348"/>
                    <a:pt x="2710" y="4411"/>
                  </a:cubicBezTo>
                  <a:lnTo>
                    <a:pt x="4033" y="5734"/>
                  </a:lnTo>
                  <a:cubicBezTo>
                    <a:pt x="4191" y="5828"/>
                    <a:pt x="4191" y="6080"/>
                    <a:pt x="4033" y="6238"/>
                  </a:cubicBezTo>
                  <a:cubicBezTo>
                    <a:pt x="3970" y="6301"/>
                    <a:pt x="3884" y="6332"/>
                    <a:pt x="3789" y="6332"/>
                  </a:cubicBezTo>
                  <a:cubicBezTo>
                    <a:pt x="3694" y="6332"/>
                    <a:pt x="3592" y="6301"/>
                    <a:pt x="3498" y="6238"/>
                  </a:cubicBezTo>
                  <a:lnTo>
                    <a:pt x="2206" y="4946"/>
                  </a:lnTo>
                  <a:cubicBezTo>
                    <a:pt x="2080" y="4820"/>
                    <a:pt x="2080" y="4568"/>
                    <a:pt x="2206" y="4411"/>
                  </a:cubicBezTo>
                  <a:cubicBezTo>
                    <a:pt x="2269" y="4348"/>
                    <a:pt x="2356" y="4316"/>
                    <a:pt x="2446" y="4316"/>
                  </a:cubicBezTo>
                  <a:close/>
                  <a:moveTo>
                    <a:pt x="3687" y="0"/>
                  </a:moveTo>
                  <a:lnTo>
                    <a:pt x="1" y="3686"/>
                  </a:lnTo>
                  <a:lnTo>
                    <a:pt x="4789" y="8443"/>
                  </a:lnTo>
                  <a:lnTo>
                    <a:pt x="8444" y="4789"/>
                  </a:lnTo>
                  <a:lnTo>
                    <a:pt x="36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22" name="Google Shape;6622;p86"/>
          <p:cNvGrpSpPr/>
          <p:nvPr/>
        </p:nvGrpSpPr>
        <p:grpSpPr>
          <a:xfrm>
            <a:off x="3478110" y="1407358"/>
            <a:ext cx="357123" cy="355258"/>
            <a:chOff x="-48262200" y="3200500"/>
            <a:chExt cx="301675" cy="300100"/>
          </a:xfrm>
        </p:grpSpPr>
        <p:sp>
          <p:nvSpPr>
            <p:cNvPr id="6623" name="Google Shape;6623;p86"/>
            <p:cNvSpPr/>
            <p:nvPr/>
          </p:nvSpPr>
          <p:spPr>
            <a:xfrm>
              <a:off x="-48191325" y="3288700"/>
              <a:ext cx="51225" cy="51225"/>
            </a:xfrm>
            <a:custGeom>
              <a:avLst/>
              <a:gdLst/>
              <a:ahLst/>
              <a:cxnLst/>
              <a:rect l="l" t="t" r="r" b="b"/>
              <a:pathLst>
                <a:path w="2049" h="2049" extrusionOk="0">
                  <a:moveTo>
                    <a:pt x="1072" y="1"/>
                  </a:moveTo>
                  <a:cubicBezTo>
                    <a:pt x="474" y="1"/>
                    <a:pt x="1" y="473"/>
                    <a:pt x="1" y="1041"/>
                  </a:cubicBezTo>
                  <a:cubicBezTo>
                    <a:pt x="1" y="1513"/>
                    <a:pt x="285" y="1891"/>
                    <a:pt x="726" y="2049"/>
                  </a:cubicBezTo>
                  <a:lnTo>
                    <a:pt x="726" y="1041"/>
                  </a:lnTo>
                  <a:cubicBezTo>
                    <a:pt x="726" y="852"/>
                    <a:pt x="883" y="694"/>
                    <a:pt x="1072" y="694"/>
                  </a:cubicBezTo>
                  <a:lnTo>
                    <a:pt x="2049" y="694"/>
                  </a:lnTo>
                  <a:cubicBezTo>
                    <a:pt x="1891" y="253"/>
                    <a:pt x="1513"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86"/>
            <p:cNvSpPr/>
            <p:nvPr/>
          </p:nvSpPr>
          <p:spPr>
            <a:xfrm>
              <a:off x="-48155875" y="3324150"/>
              <a:ext cx="15775" cy="15775"/>
            </a:xfrm>
            <a:custGeom>
              <a:avLst/>
              <a:gdLst/>
              <a:ahLst/>
              <a:cxnLst/>
              <a:rect l="l" t="t" r="r" b="b"/>
              <a:pathLst>
                <a:path w="631" h="631" extrusionOk="0">
                  <a:moveTo>
                    <a:pt x="1" y="1"/>
                  </a:moveTo>
                  <a:lnTo>
                    <a:pt x="1" y="631"/>
                  </a:lnTo>
                  <a:cubicBezTo>
                    <a:pt x="284" y="505"/>
                    <a:pt x="536" y="25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5" name="Google Shape;6625;p86"/>
            <p:cNvSpPr/>
            <p:nvPr/>
          </p:nvSpPr>
          <p:spPr>
            <a:xfrm>
              <a:off x="-48085775" y="3206000"/>
              <a:ext cx="47275" cy="47300"/>
            </a:xfrm>
            <a:custGeom>
              <a:avLst/>
              <a:gdLst/>
              <a:ahLst/>
              <a:cxnLst/>
              <a:rect l="l" t="t" r="r" b="b"/>
              <a:pathLst>
                <a:path w="1891" h="1892" extrusionOk="0">
                  <a:moveTo>
                    <a:pt x="1" y="1"/>
                  </a:moveTo>
                  <a:lnTo>
                    <a:pt x="1" y="1891"/>
                  </a:lnTo>
                  <a:lnTo>
                    <a:pt x="1891" y="1891"/>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86"/>
            <p:cNvSpPr/>
            <p:nvPr/>
          </p:nvSpPr>
          <p:spPr>
            <a:xfrm>
              <a:off x="-48262200" y="3200500"/>
              <a:ext cx="228425" cy="300100"/>
            </a:xfrm>
            <a:custGeom>
              <a:avLst/>
              <a:gdLst/>
              <a:ahLst/>
              <a:cxnLst/>
              <a:rect l="l" t="t" r="r" b="b"/>
              <a:pathLst>
                <a:path w="9137" h="12004" extrusionOk="0">
                  <a:moveTo>
                    <a:pt x="3907" y="2773"/>
                  </a:moveTo>
                  <a:cubicBezTo>
                    <a:pt x="4789" y="2773"/>
                    <a:pt x="5482" y="3371"/>
                    <a:pt x="5640" y="4190"/>
                  </a:cubicBezTo>
                  <a:lnTo>
                    <a:pt x="6743" y="4190"/>
                  </a:lnTo>
                  <a:cubicBezTo>
                    <a:pt x="6900" y="4222"/>
                    <a:pt x="7058" y="4380"/>
                    <a:pt x="7058" y="4569"/>
                  </a:cubicBezTo>
                  <a:lnTo>
                    <a:pt x="7058" y="7372"/>
                  </a:lnTo>
                  <a:cubicBezTo>
                    <a:pt x="7058" y="7562"/>
                    <a:pt x="6900" y="7719"/>
                    <a:pt x="6711" y="7719"/>
                  </a:cubicBezTo>
                  <a:lnTo>
                    <a:pt x="3907" y="7719"/>
                  </a:lnTo>
                  <a:cubicBezTo>
                    <a:pt x="3718" y="7719"/>
                    <a:pt x="3561" y="7562"/>
                    <a:pt x="3561" y="7372"/>
                  </a:cubicBezTo>
                  <a:lnTo>
                    <a:pt x="3561" y="6270"/>
                  </a:lnTo>
                  <a:cubicBezTo>
                    <a:pt x="2773" y="6112"/>
                    <a:pt x="2143" y="5419"/>
                    <a:pt x="2143" y="4537"/>
                  </a:cubicBezTo>
                  <a:cubicBezTo>
                    <a:pt x="2143" y="3560"/>
                    <a:pt x="2931" y="2773"/>
                    <a:pt x="3907" y="2773"/>
                  </a:cubicBezTo>
                  <a:close/>
                  <a:moveTo>
                    <a:pt x="5293" y="8475"/>
                  </a:moveTo>
                  <a:cubicBezTo>
                    <a:pt x="5482" y="8475"/>
                    <a:pt x="5640" y="8633"/>
                    <a:pt x="5640" y="8822"/>
                  </a:cubicBezTo>
                  <a:cubicBezTo>
                    <a:pt x="5640" y="9042"/>
                    <a:pt x="5482" y="9200"/>
                    <a:pt x="5293" y="9200"/>
                  </a:cubicBezTo>
                  <a:lnTo>
                    <a:pt x="2489" y="9200"/>
                  </a:lnTo>
                  <a:cubicBezTo>
                    <a:pt x="2300" y="9200"/>
                    <a:pt x="2143" y="9042"/>
                    <a:pt x="2143" y="8822"/>
                  </a:cubicBezTo>
                  <a:cubicBezTo>
                    <a:pt x="2143" y="8633"/>
                    <a:pt x="2300" y="8475"/>
                    <a:pt x="2489" y="8475"/>
                  </a:cubicBezTo>
                  <a:close/>
                  <a:moveTo>
                    <a:pt x="6711" y="8475"/>
                  </a:moveTo>
                  <a:cubicBezTo>
                    <a:pt x="6900" y="8475"/>
                    <a:pt x="7058" y="8633"/>
                    <a:pt x="7058" y="8822"/>
                  </a:cubicBezTo>
                  <a:cubicBezTo>
                    <a:pt x="7058" y="9042"/>
                    <a:pt x="6900" y="9200"/>
                    <a:pt x="6711" y="9200"/>
                  </a:cubicBezTo>
                  <a:cubicBezTo>
                    <a:pt x="6522" y="9200"/>
                    <a:pt x="6365" y="9042"/>
                    <a:pt x="6365" y="8822"/>
                  </a:cubicBezTo>
                  <a:cubicBezTo>
                    <a:pt x="6365" y="8633"/>
                    <a:pt x="6522" y="8475"/>
                    <a:pt x="6711" y="8475"/>
                  </a:cubicBezTo>
                  <a:close/>
                  <a:moveTo>
                    <a:pt x="6711" y="9893"/>
                  </a:moveTo>
                  <a:cubicBezTo>
                    <a:pt x="6900" y="9893"/>
                    <a:pt x="7058" y="10050"/>
                    <a:pt x="7058" y="10239"/>
                  </a:cubicBezTo>
                  <a:cubicBezTo>
                    <a:pt x="7058" y="10428"/>
                    <a:pt x="6900" y="10617"/>
                    <a:pt x="6711" y="10617"/>
                  </a:cubicBezTo>
                  <a:lnTo>
                    <a:pt x="2489" y="10617"/>
                  </a:lnTo>
                  <a:cubicBezTo>
                    <a:pt x="2300" y="10617"/>
                    <a:pt x="2143" y="10460"/>
                    <a:pt x="2143" y="10239"/>
                  </a:cubicBezTo>
                  <a:cubicBezTo>
                    <a:pt x="2143" y="10050"/>
                    <a:pt x="2300" y="9893"/>
                    <a:pt x="2489" y="9893"/>
                  </a:cubicBezTo>
                  <a:close/>
                  <a:moveTo>
                    <a:pt x="379" y="0"/>
                  </a:moveTo>
                  <a:cubicBezTo>
                    <a:pt x="158" y="0"/>
                    <a:pt x="1" y="158"/>
                    <a:pt x="1" y="378"/>
                  </a:cubicBezTo>
                  <a:lnTo>
                    <a:pt x="1" y="11657"/>
                  </a:lnTo>
                  <a:cubicBezTo>
                    <a:pt x="1" y="11878"/>
                    <a:pt x="158" y="12004"/>
                    <a:pt x="379" y="12004"/>
                  </a:cubicBezTo>
                  <a:lnTo>
                    <a:pt x="8790" y="12004"/>
                  </a:lnTo>
                  <a:cubicBezTo>
                    <a:pt x="8979" y="12004"/>
                    <a:pt x="9137" y="11878"/>
                    <a:pt x="9137" y="11657"/>
                  </a:cubicBezTo>
                  <a:lnTo>
                    <a:pt x="9137" y="2804"/>
                  </a:lnTo>
                  <a:lnTo>
                    <a:pt x="6711" y="2804"/>
                  </a:lnTo>
                  <a:cubicBezTo>
                    <a:pt x="6522" y="2804"/>
                    <a:pt x="6365" y="2647"/>
                    <a:pt x="6365" y="2458"/>
                  </a:cubicBezTo>
                  <a:lnTo>
                    <a:pt x="63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86"/>
            <p:cNvSpPr/>
            <p:nvPr/>
          </p:nvSpPr>
          <p:spPr>
            <a:xfrm>
              <a:off x="-48155075" y="3322575"/>
              <a:ext cx="52775" cy="53575"/>
            </a:xfrm>
            <a:custGeom>
              <a:avLst/>
              <a:gdLst/>
              <a:ahLst/>
              <a:cxnLst/>
              <a:rect l="l" t="t" r="r" b="b"/>
              <a:pathLst>
                <a:path w="2111" h="2143" extrusionOk="0">
                  <a:moveTo>
                    <a:pt x="1355" y="1"/>
                  </a:moveTo>
                  <a:cubicBezTo>
                    <a:pt x="1197" y="725"/>
                    <a:pt x="662" y="1261"/>
                    <a:pt x="0" y="1387"/>
                  </a:cubicBezTo>
                  <a:lnTo>
                    <a:pt x="0"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86"/>
            <p:cNvSpPr/>
            <p:nvPr/>
          </p:nvSpPr>
          <p:spPr>
            <a:xfrm>
              <a:off x="-48014100" y="3417100"/>
              <a:ext cx="53575" cy="18125"/>
            </a:xfrm>
            <a:custGeom>
              <a:avLst/>
              <a:gdLst/>
              <a:ahLst/>
              <a:cxnLst/>
              <a:rect l="l" t="t" r="r" b="b"/>
              <a:pathLst>
                <a:path w="2143" h="725" extrusionOk="0">
                  <a:moveTo>
                    <a:pt x="1" y="0"/>
                  </a:moveTo>
                  <a:lnTo>
                    <a:pt x="1" y="725"/>
                  </a:lnTo>
                  <a:lnTo>
                    <a:pt x="2143" y="725"/>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86"/>
            <p:cNvSpPr/>
            <p:nvPr/>
          </p:nvSpPr>
          <p:spPr>
            <a:xfrm>
              <a:off x="-48014100" y="3289500"/>
              <a:ext cx="53575" cy="110300"/>
            </a:xfrm>
            <a:custGeom>
              <a:avLst/>
              <a:gdLst/>
              <a:ahLst/>
              <a:cxnLst/>
              <a:rect l="l" t="t" r="r" b="b"/>
              <a:pathLst>
                <a:path w="2143" h="4412" extrusionOk="0">
                  <a:moveTo>
                    <a:pt x="1" y="0"/>
                  </a:moveTo>
                  <a:lnTo>
                    <a:pt x="1" y="4411"/>
                  </a:lnTo>
                  <a:lnTo>
                    <a:pt x="2143" y="4411"/>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86"/>
            <p:cNvSpPr/>
            <p:nvPr/>
          </p:nvSpPr>
          <p:spPr>
            <a:xfrm>
              <a:off x="-48014100" y="3451750"/>
              <a:ext cx="53575" cy="48075"/>
            </a:xfrm>
            <a:custGeom>
              <a:avLst/>
              <a:gdLst/>
              <a:ahLst/>
              <a:cxnLst/>
              <a:rect l="l" t="t" r="r" b="b"/>
              <a:pathLst>
                <a:path w="2143" h="1923" extrusionOk="0">
                  <a:moveTo>
                    <a:pt x="1" y="0"/>
                  </a:moveTo>
                  <a:lnTo>
                    <a:pt x="1" y="883"/>
                  </a:lnTo>
                  <a:cubicBezTo>
                    <a:pt x="1" y="1450"/>
                    <a:pt x="473" y="1922"/>
                    <a:pt x="1072" y="1922"/>
                  </a:cubicBezTo>
                  <a:cubicBezTo>
                    <a:pt x="1670" y="1922"/>
                    <a:pt x="2143" y="1450"/>
                    <a:pt x="2143" y="883"/>
                  </a:cubicBez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86"/>
            <p:cNvSpPr/>
            <p:nvPr/>
          </p:nvSpPr>
          <p:spPr>
            <a:xfrm>
              <a:off x="-48011725" y="3220375"/>
              <a:ext cx="48050" cy="51025"/>
            </a:xfrm>
            <a:custGeom>
              <a:avLst/>
              <a:gdLst/>
              <a:ahLst/>
              <a:cxnLst/>
              <a:rect l="l" t="t" r="r" b="b"/>
              <a:pathLst>
                <a:path w="1922" h="2041" extrusionOk="0">
                  <a:moveTo>
                    <a:pt x="985" y="1"/>
                  </a:moveTo>
                  <a:cubicBezTo>
                    <a:pt x="843" y="1"/>
                    <a:pt x="693" y="72"/>
                    <a:pt x="630" y="213"/>
                  </a:cubicBezTo>
                  <a:lnTo>
                    <a:pt x="0" y="2041"/>
                  </a:lnTo>
                  <a:lnTo>
                    <a:pt x="1922" y="2041"/>
                  </a:lnTo>
                  <a:lnTo>
                    <a:pt x="1292" y="213"/>
                  </a:lnTo>
                  <a:cubicBezTo>
                    <a:pt x="1260" y="72"/>
                    <a:pt x="1126" y="1"/>
                    <a:pt x="9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32" name="Google Shape;6632;p86"/>
          <p:cNvGrpSpPr/>
          <p:nvPr/>
        </p:nvGrpSpPr>
        <p:grpSpPr>
          <a:xfrm>
            <a:off x="3507483" y="1844447"/>
            <a:ext cx="298377" cy="354519"/>
            <a:chOff x="-48233050" y="3569725"/>
            <a:chExt cx="252050" cy="299475"/>
          </a:xfrm>
        </p:grpSpPr>
        <p:sp>
          <p:nvSpPr>
            <p:cNvPr id="6633" name="Google Shape;6633;p86"/>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86"/>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86"/>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36" name="Google Shape;6636;p86"/>
          <p:cNvGrpSpPr/>
          <p:nvPr/>
        </p:nvGrpSpPr>
        <p:grpSpPr>
          <a:xfrm>
            <a:off x="3531248" y="2278191"/>
            <a:ext cx="250847" cy="358070"/>
            <a:chOff x="-48216525" y="3936125"/>
            <a:chExt cx="211900" cy="302475"/>
          </a:xfrm>
        </p:grpSpPr>
        <p:sp>
          <p:nvSpPr>
            <p:cNvPr id="6637" name="Google Shape;6637;p86"/>
            <p:cNvSpPr/>
            <p:nvPr/>
          </p:nvSpPr>
          <p:spPr>
            <a:xfrm>
              <a:off x="-48207850" y="3955825"/>
              <a:ext cx="105550" cy="158325"/>
            </a:xfrm>
            <a:custGeom>
              <a:avLst/>
              <a:gdLst/>
              <a:ahLst/>
              <a:cxnLst/>
              <a:rect l="l" t="t" r="r" b="b"/>
              <a:pathLst>
                <a:path w="4222" h="6333" extrusionOk="0">
                  <a:moveTo>
                    <a:pt x="2080" y="2080"/>
                  </a:moveTo>
                  <a:cubicBezTo>
                    <a:pt x="2300" y="2080"/>
                    <a:pt x="2458" y="2237"/>
                    <a:pt x="2458" y="2458"/>
                  </a:cubicBezTo>
                  <a:lnTo>
                    <a:pt x="2458" y="3151"/>
                  </a:lnTo>
                  <a:cubicBezTo>
                    <a:pt x="2458" y="3340"/>
                    <a:pt x="2300" y="3497"/>
                    <a:pt x="2080" y="3497"/>
                  </a:cubicBezTo>
                  <a:cubicBezTo>
                    <a:pt x="1891" y="3497"/>
                    <a:pt x="1733" y="3340"/>
                    <a:pt x="1733" y="3151"/>
                  </a:cubicBezTo>
                  <a:lnTo>
                    <a:pt x="1733" y="2458"/>
                  </a:lnTo>
                  <a:cubicBezTo>
                    <a:pt x="1733" y="2237"/>
                    <a:pt x="1891" y="2080"/>
                    <a:pt x="2080" y="2080"/>
                  </a:cubicBezTo>
                  <a:close/>
                  <a:moveTo>
                    <a:pt x="2080" y="4222"/>
                  </a:moveTo>
                  <a:cubicBezTo>
                    <a:pt x="2300" y="4222"/>
                    <a:pt x="2458" y="4380"/>
                    <a:pt x="2458" y="4569"/>
                  </a:cubicBezTo>
                  <a:lnTo>
                    <a:pt x="2458" y="5293"/>
                  </a:lnTo>
                  <a:cubicBezTo>
                    <a:pt x="2458" y="5482"/>
                    <a:pt x="2300" y="5640"/>
                    <a:pt x="2080" y="5640"/>
                  </a:cubicBezTo>
                  <a:cubicBezTo>
                    <a:pt x="1891" y="5640"/>
                    <a:pt x="1733" y="5482"/>
                    <a:pt x="1733" y="5293"/>
                  </a:cubicBezTo>
                  <a:lnTo>
                    <a:pt x="1733" y="4569"/>
                  </a:lnTo>
                  <a:cubicBezTo>
                    <a:pt x="1733" y="4380"/>
                    <a:pt x="1891" y="4222"/>
                    <a:pt x="2080" y="4222"/>
                  </a:cubicBezTo>
                  <a:close/>
                  <a:moveTo>
                    <a:pt x="2111" y="0"/>
                  </a:moveTo>
                  <a:cubicBezTo>
                    <a:pt x="1891" y="0"/>
                    <a:pt x="1733" y="158"/>
                    <a:pt x="1733" y="347"/>
                  </a:cubicBezTo>
                  <a:lnTo>
                    <a:pt x="1733" y="757"/>
                  </a:lnTo>
                  <a:cubicBezTo>
                    <a:pt x="1544" y="788"/>
                    <a:pt x="1355" y="914"/>
                    <a:pt x="1198" y="1072"/>
                  </a:cubicBezTo>
                  <a:lnTo>
                    <a:pt x="883" y="757"/>
                  </a:lnTo>
                  <a:cubicBezTo>
                    <a:pt x="820" y="694"/>
                    <a:pt x="733" y="662"/>
                    <a:pt x="642" y="662"/>
                  </a:cubicBezTo>
                  <a:cubicBezTo>
                    <a:pt x="552" y="662"/>
                    <a:pt x="457" y="694"/>
                    <a:pt x="378" y="757"/>
                  </a:cubicBezTo>
                  <a:cubicBezTo>
                    <a:pt x="252" y="883"/>
                    <a:pt x="252" y="1103"/>
                    <a:pt x="378" y="1261"/>
                  </a:cubicBezTo>
                  <a:lnTo>
                    <a:pt x="788" y="1702"/>
                  </a:lnTo>
                  <a:cubicBezTo>
                    <a:pt x="757" y="1859"/>
                    <a:pt x="725" y="2017"/>
                    <a:pt x="725" y="2174"/>
                  </a:cubicBezTo>
                  <a:lnTo>
                    <a:pt x="378" y="2174"/>
                  </a:lnTo>
                  <a:cubicBezTo>
                    <a:pt x="158" y="2174"/>
                    <a:pt x="0" y="2332"/>
                    <a:pt x="0" y="2521"/>
                  </a:cubicBezTo>
                  <a:cubicBezTo>
                    <a:pt x="0" y="2710"/>
                    <a:pt x="158" y="2867"/>
                    <a:pt x="378" y="2867"/>
                  </a:cubicBezTo>
                  <a:lnTo>
                    <a:pt x="725" y="2867"/>
                  </a:lnTo>
                  <a:lnTo>
                    <a:pt x="725" y="3592"/>
                  </a:lnTo>
                  <a:lnTo>
                    <a:pt x="378" y="3592"/>
                  </a:lnTo>
                  <a:cubicBezTo>
                    <a:pt x="158" y="3592"/>
                    <a:pt x="0" y="3750"/>
                    <a:pt x="0" y="3939"/>
                  </a:cubicBezTo>
                  <a:cubicBezTo>
                    <a:pt x="0" y="4128"/>
                    <a:pt x="158" y="4285"/>
                    <a:pt x="378" y="4285"/>
                  </a:cubicBezTo>
                  <a:lnTo>
                    <a:pt x="725" y="4285"/>
                  </a:lnTo>
                  <a:lnTo>
                    <a:pt x="725" y="5010"/>
                  </a:lnTo>
                  <a:lnTo>
                    <a:pt x="347" y="5010"/>
                  </a:lnTo>
                  <a:lnTo>
                    <a:pt x="347" y="4915"/>
                  </a:lnTo>
                  <a:cubicBezTo>
                    <a:pt x="158" y="4915"/>
                    <a:pt x="0" y="5073"/>
                    <a:pt x="0" y="5293"/>
                  </a:cubicBezTo>
                  <a:cubicBezTo>
                    <a:pt x="0" y="5482"/>
                    <a:pt x="158" y="5640"/>
                    <a:pt x="347" y="5640"/>
                  </a:cubicBezTo>
                  <a:lnTo>
                    <a:pt x="725" y="5640"/>
                  </a:lnTo>
                  <a:lnTo>
                    <a:pt x="725" y="6333"/>
                  </a:lnTo>
                  <a:lnTo>
                    <a:pt x="3497" y="6333"/>
                  </a:lnTo>
                  <a:lnTo>
                    <a:pt x="3497" y="5640"/>
                  </a:lnTo>
                  <a:lnTo>
                    <a:pt x="3876" y="5640"/>
                  </a:lnTo>
                  <a:cubicBezTo>
                    <a:pt x="4065" y="5640"/>
                    <a:pt x="4222" y="5482"/>
                    <a:pt x="4222" y="5293"/>
                  </a:cubicBezTo>
                  <a:cubicBezTo>
                    <a:pt x="4222" y="5073"/>
                    <a:pt x="4065" y="4915"/>
                    <a:pt x="3876" y="4915"/>
                  </a:cubicBezTo>
                  <a:lnTo>
                    <a:pt x="3497" y="4915"/>
                  </a:lnTo>
                  <a:lnTo>
                    <a:pt x="3497" y="4222"/>
                  </a:lnTo>
                  <a:lnTo>
                    <a:pt x="3876" y="4222"/>
                  </a:lnTo>
                  <a:cubicBezTo>
                    <a:pt x="4065" y="4222"/>
                    <a:pt x="4222" y="4065"/>
                    <a:pt x="4222" y="3876"/>
                  </a:cubicBezTo>
                  <a:cubicBezTo>
                    <a:pt x="4222" y="3655"/>
                    <a:pt x="4065" y="3497"/>
                    <a:pt x="3876" y="3497"/>
                  </a:cubicBezTo>
                  <a:lnTo>
                    <a:pt x="3497" y="3497"/>
                  </a:lnTo>
                  <a:lnTo>
                    <a:pt x="3497" y="2804"/>
                  </a:lnTo>
                  <a:lnTo>
                    <a:pt x="3876" y="2804"/>
                  </a:lnTo>
                  <a:cubicBezTo>
                    <a:pt x="4065" y="2804"/>
                    <a:pt x="4222" y="2647"/>
                    <a:pt x="4222" y="2458"/>
                  </a:cubicBezTo>
                  <a:cubicBezTo>
                    <a:pt x="4222" y="2237"/>
                    <a:pt x="4065" y="2080"/>
                    <a:pt x="3876" y="2080"/>
                  </a:cubicBezTo>
                  <a:lnTo>
                    <a:pt x="3497" y="2080"/>
                  </a:lnTo>
                  <a:cubicBezTo>
                    <a:pt x="3497" y="1418"/>
                    <a:pt x="3088" y="914"/>
                    <a:pt x="2458" y="757"/>
                  </a:cubicBezTo>
                  <a:lnTo>
                    <a:pt x="2458" y="347"/>
                  </a:lnTo>
                  <a:cubicBezTo>
                    <a:pt x="2458" y="158"/>
                    <a:pt x="2300"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86"/>
            <p:cNvSpPr/>
            <p:nvPr/>
          </p:nvSpPr>
          <p:spPr>
            <a:xfrm>
              <a:off x="-48192100" y="4184225"/>
              <a:ext cx="163850" cy="54375"/>
            </a:xfrm>
            <a:custGeom>
              <a:avLst/>
              <a:gdLst/>
              <a:ahLst/>
              <a:cxnLst/>
              <a:rect l="l" t="t" r="r" b="b"/>
              <a:pathLst>
                <a:path w="6554" h="2175" extrusionOk="0">
                  <a:moveTo>
                    <a:pt x="0" y="1"/>
                  </a:moveTo>
                  <a:lnTo>
                    <a:pt x="442" y="1891"/>
                  </a:lnTo>
                  <a:cubicBezTo>
                    <a:pt x="473" y="2049"/>
                    <a:pt x="631" y="2175"/>
                    <a:pt x="788" y="2175"/>
                  </a:cubicBezTo>
                  <a:lnTo>
                    <a:pt x="5703" y="2175"/>
                  </a:lnTo>
                  <a:cubicBezTo>
                    <a:pt x="5860" y="2175"/>
                    <a:pt x="6018" y="2049"/>
                    <a:pt x="6081" y="1891"/>
                  </a:cubicBezTo>
                  <a:lnTo>
                    <a:pt x="65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9" name="Google Shape;6639;p86"/>
            <p:cNvSpPr/>
            <p:nvPr/>
          </p:nvSpPr>
          <p:spPr>
            <a:xfrm>
              <a:off x="-48216525" y="4131475"/>
              <a:ext cx="211900" cy="34675"/>
            </a:xfrm>
            <a:custGeom>
              <a:avLst/>
              <a:gdLst/>
              <a:ahLst/>
              <a:cxnLst/>
              <a:rect l="l" t="t" r="r" b="b"/>
              <a:pathLst>
                <a:path w="8476" h="1387" extrusionOk="0">
                  <a:moveTo>
                    <a:pt x="347" y="0"/>
                  </a:moveTo>
                  <a:cubicBezTo>
                    <a:pt x="158" y="0"/>
                    <a:pt x="1" y="126"/>
                    <a:pt x="1" y="347"/>
                  </a:cubicBezTo>
                  <a:cubicBezTo>
                    <a:pt x="1" y="914"/>
                    <a:pt x="473" y="1386"/>
                    <a:pt x="1072" y="1386"/>
                  </a:cubicBezTo>
                  <a:lnTo>
                    <a:pt x="7405" y="1386"/>
                  </a:lnTo>
                  <a:cubicBezTo>
                    <a:pt x="8003" y="1386"/>
                    <a:pt x="8476" y="914"/>
                    <a:pt x="8476" y="347"/>
                  </a:cubicBezTo>
                  <a:cubicBezTo>
                    <a:pt x="8413" y="158"/>
                    <a:pt x="8255" y="0"/>
                    <a:pt x="8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86"/>
            <p:cNvSpPr/>
            <p:nvPr/>
          </p:nvSpPr>
          <p:spPr>
            <a:xfrm>
              <a:off x="-48113350" y="3936125"/>
              <a:ext cx="98475" cy="178025"/>
            </a:xfrm>
            <a:custGeom>
              <a:avLst/>
              <a:gdLst/>
              <a:ahLst/>
              <a:cxnLst/>
              <a:rect l="l" t="t" r="r" b="b"/>
              <a:pathLst>
                <a:path w="3939" h="7121" extrusionOk="0">
                  <a:moveTo>
                    <a:pt x="1860" y="2175"/>
                  </a:moveTo>
                  <a:cubicBezTo>
                    <a:pt x="2049" y="2175"/>
                    <a:pt x="2206" y="2332"/>
                    <a:pt x="2206" y="2521"/>
                  </a:cubicBezTo>
                  <a:lnTo>
                    <a:pt x="2206" y="3246"/>
                  </a:lnTo>
                  <a:cubicBezTo>
                    <a:pt x="2206" y="3435"/>
                    <a:pt x="2049" y="3592"/>
                    <a:pt x="1860" y="3592"/>
                  </a:cubicBezTo>
                  <a:cubicBezTo>
                    <a:pt x="1671" y="3592"/>
                    <a:pt x="1513" y="3435"/>
                    <a:pt x="1513" y="3246"/>
                  </a:cubicBezTo>
                  <a:lnTo>
                    <a:pt x="1513" y="2521"/>
                  </a:lnTo>
                  <a:cubicBezTo>
                    <a:pt x="1513" y="2332"/>
                    <a:pt x="1671" y="2175"/>
                    <a:pt x="1860" y="2175"/>
                  </a:cubicBezTo>
                  <a:close/>
                  <a:moveTo>
                    <a:pt x="1860" y="4285"/>
                  </a:moveTo>
                  <a:cubicBezTo>
                    <a:pt x="2049" y="4285"/>
                    <a:pt x="2206" y="4443"/>
                    <a:pt x="2206" y="4632"/>
                  </a:cubicBezTo>
                  <a:lnTo>
                    <a:pt x="2206" y="5357"/>
                  </a:lnTo>
                  <a:cubicBezTo>
                    <a:pt x="2206" y="5546"/>
                    <a:pt x="2049" y="5703"/>
                    <a:pt x="1860" y="5703"/>
                  </a:cubicBezTo>
                  <a:cubicBezTo>
                    <a:pt x="1671" y="5703"/>
                    <a:pt x="1513" y="5546"/>
                    <a:pt x="1513" y="5357"/>
                  </a:cubicBezTo>
                  <a:lnTo>
                    <a:pt x="1513" y="4632"/>
                  </a:lnTo>
                  <a:cubicBezTo>
                    <a:pt x="1513" y="4443"/>
                    <a:pt x="1671" y="4285"/>
                    <a:pt x="1860" y="4285"/>
                  </a:cubicBezTo>
                  <a:close/>
                  <a:moveTo>
                    <a:pt x="1860" y="1"/>
                  </a:moveTo>
                  <a:cubicBezTo>
                    <a:pt x="1671" y="1"/>
                    <a:pt x="1513" y="158"/>
                    <a:pt x="1513" y="347"/>
                  </a:cubicBezTo>
                  <a:lnTo>
                    <a:pt x="1513" y="757"/>
                  </a:lnTo>
                  <a:cubicBezTo>
                    <a:pt x="1324" y="788"/>
                    <a:pt x="1104" y="914"/>
                    <a:pt x="946" y="1072"/>
                  </a:cubicBezTo>
                  <a:lnTo>
                    <a:pt x="631" y="757"/>
                  </a:lnTo>
                  <a:cubicBezTo>
                    <a:pt x="584" y="694"/>
                    <a:pt x="497" y="662"/>
                    <a:pt x="403" y="662"/>
                  </a:cubicBezTo>
                  <a:cubicBezTo>
                    <a:pt x="308" y="662"/>
                    <a:pt x="206" y="694"/>
                    <a:pt x="127" y="757"/>
                  </a:cubicBezTo>
                  <a:cubicBezTo>
                    <a:pt x="1" y="883"/>
                    <a:pt x="1" y="1104"/>
                    <a:pt x="127" y="1261"/>
                  </a:cubicBezTo>
                  <a:lnTo>
                    <a:pt x="505" y="1702"/>
                  </a:lnTo>
                  <a:cubicBezTo>
                    <a:pt x="474" y="1860"/>
                    <a:pt x="442" y="2017"/>
                    <a:pt x="442" y="2175"/>
                  </a:cubicBezTo>
                  <a:lnTo>
                    <a:pt x="442" y="2238"/>
                  </a:lnTo>
                  <a:cubicBezTo>
                    <a:pt x="820" y="2395"/>
                    <a:pt x="1135" y="2742"/>
                    <a:pt x="1135" y="3214"/>
                  </a:cubicBezTo>
                  <a:cubicBezTo>
                    <a:pt x="1135" y="3498"/>
                    <a:pt x="1041" y="3750"/>
                    <a:pt x="883" y="3939"/>
                  </a:cubicBezTo>
                  <a:cubicBezTo>
                    <a:pt x="1041" y="4128"/>
                    <a:pt x="1135" y="4380"/>
                    <a:pt x="1135" y="4632"/>
                  </a:cubicBezTo>
                  <a:cubicBezTo>
                    <a:pt x="1135" y="4916"/>
                    <a:pt x="1041" y="5168"/>
                    <a:pt x="883" y="5357"/>
                  </a:cubicBezTo>
                  <a:cubicBezTo>
                    <a:pt x="1041" y="5546"/>
                    <a:pt x="1135" y="5798"/>
                    <a:pt x="1135" y="6081"/>
                  </a:cubicBezTo>
                  <a:cubicBezTo>
                    <a:pt x="1135" y="6554"/>
                    <a:pt x="883" y="6932"/>
                    <a:pt x="442" y="7058"/>
                  </a:cubicBezTo>
                  <a:lnTo>
                    <a:pt x="442" y="7121"/>
                  </a:lnTo>
                  <a:lnTo>
                    <a:pt x="3246" y="7121"/>
                  </a:lnTo>
                  <a:lnTo>
                    <a:pt x="3246" y="5703"/>
                  </a:lnTo>
                  <a:lnTo>
                    <a:pt x="3593" y="5703"/>
                  </a:lnTo>
                  <a:cubicBezTo>
                    <a:pt x="3782" y="5703"/>
                    <a:pt x="3939" y="5546"/>
                    <a:pt x="3939" y="5357"/>
                  </a:cubicBezTo>
                  <a:cubicBezTo>
                    <a:pt x="3939" y="5168"/>
                    <a:pt x="3782" y="5010"/>
                    <a:pt x="3593" y="5010"/>
                  </a:cubicBezTo>
                  <a:lnTo>
                    <a:pt x="3246" y="5010"/>
                  </a:lnTo>
                  <a:lnTo>
                    <a:pt x="3246" y="4285"/>
                  </a:lnTo>
                  <a:lnTo>
                    <a:pt x="3593" y="4285"/>
                  </a:lnTo>
                  <a:cubicBezTo>
                    <a:pt x="3782" y="4285"/>
                    <a:pt x="3939" y="4128"/>
                    <a:pt x="3939" y="3939"/>
                  </a:cubicBezTo>
                  <a:cubicBezTo>
                    <a:pt x="3939" y="3750"/>
                    <a:pt x="3782" y="3592"/>
                    <a:pt x="3593" y="3592"/>
                  </a:cubicBezTo>
                  <a:lnTo>
                    <a:pt x="3246" y="3592"/>
                  </a:lnTo>
                  <a:lnTo>
                    <a:pt x="3246" y="2868"/>
                  </a:lnTo>
                  <a:lnTo>
                    <a:pt x="3593" y="2868"/>
                  </a:lnTo>
                  <a:cubicBezTo>
                    <a:pt x="3782" y="2868"/>
                    <a:pt x="3939" y="2710"/>
                    <a:pt x="3939" y="2521"/>
                  </a:cubicBezTo>
                  <a:cubicBezTo>
                    <a:pt x="3939" y="2332"/>
                    <a:pt x="3782" y="2175"/>
                    <a:pt x="3593" y="2175"/>
                  </a:cubicBezTo>
                  <a:lnTo>
                    <a:pt x="3246" y="2175"/>
                  </a:lnTo>
                  <a:cubicBezTo>
                    <a:pt x="3246" y="2017"/>
                    <a:pt x="3183" y="1860"/>
                    <a:pt x="3151" y="1702"/>
                  </a:cubicBezTo>
                  <a:lnTo>
                    <a:pt x="3593" y="1261"/>
                  </a:lnTo>
                  <a:cubicBezTo>
                    <a:pt x="3719" y="1135"/>
                    <a:pt x="3719" y="914"/>
                    <a:pt x="3593" y="757"/>
                  </a:cubicBezTo>
                  <a:cubicBezTo>
                    <a:pt x="3530" y="694"/>
                    <a:pt x="3443" y="662"/>
                    <a:pt x="3352" y="662"/>
                  </a:cubicBezTo>
                  <a:cubicBezTo>
                    <a:pt x="3262" y="662"/>
                    <a:pt x="3167" y="694"/>
                    <a:pt x="3088" y="757"/>
                  </a:cubicBezTo>
                  <a:lnTo>
                    <a:pt x="2773" y="1072"/>
                  </a:lnTo>
                  <a:cubicBezTo>
                    <a:pt x="2616" y="946"/>
                    <a:pt x="2427" y="820"/>
                    <a:pt x="2206" y="757"/>
                  </a:cubicBezTo>
                  <a:lnTo>
                    <a:pt x="2206" y="347"/>
                  </a:lnTo>
                  <a:cubicBezTo>
                    <a:pt x="2206" y="158"/>
                    <a:pt x="2049" y="1"/>
                    <a:pt x="1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1" name="Google Shape;6641;p86"/>
          <p:cNvGrpSpPr/>
          <p:nvPr/>
        </p:nvGrpSpPr>
        <p:grpSpPr>
          <a:xfrm>
            <a:off x="2186966" y="2753261"/>
            <a:ext cx="355258" cy="355288"/>
            <a:chOff x="-46410500" y="3201275"/>
            <a:chExt cx="300100" cy="300125"/>
          </a:xfrm>
        </p:grpSpPr>
        <p:sp>
          <p:nvSpPr>
            <p:cNvPr id="6642" name="Google Shape;6642;p86"/>
            <p:cNvSpPr/>
            <p:nvPr/>
          </p:nvSpPr>
          <p:spPr>
            <a:xfrm>
              <a:off x="-46358500" y="3201275"/>
              <a:ext cx="37825" cy="87450"/>
            </a:xfrm>
            <a:custGeom>
              <a:avLst/>
              <a:gdLst/>
              <a:ahLst/>
              <a:cxnLst/>
              <a:rect l="l" t="t" r="r" b="b"/>
              <a:pathLst>
                <a:path w="1513" h="3498" extrusionOk="0">
                  <a:moveTo>
                    <a:pt x="768" y="1"/>
                  </a:moveTo>
                  <a:cubicBezTo>
                    <a:pt x="677" y="1"/>
                    <a:pt x="583" y="32"/>
                    <a:pt x="504" y="95"/>
                  </a:cubicBezTo>
                  <a:cubicBezTo>
                    <a:pt x="0" y="599"/>
                    <a:pt x="0" y="1482"/>
                    <a:pt x="504" y="1986"/>
                  </a:cubicBezTo>
                  <a:cubicBezTo>
                    <a:pt x="725" y="2238"/>
                    <a:pt x="725" y="2616"/>
                    <a:pt x="504" y="2899"/>
                  </a:cubicBezTo>
                  <a:cubicBezTo>
                    <a:pt x="378" y="3025"/>
                    <a:pt x="378" y="3246"/>
                    <a:pt x="504" y="3403"/>
                  </a:cubicBezTo>
                  <a:cubicBezTo>
                    <a:pt x="567" y="3466"/>
                    <a:pt x="654" y="3498"/>
                    <a:pt x="744" y="3498"/>
                  </a:cubicBezTo>
                  <a:cubicBezTo>
                    <a:pt x="835" y="3498"/>
                    <a:pt x="929" y="3466"/>
                    <a:pt x="1008" y="3403"/>
                  </a:cubicBezTo>
                  <a:cubicBezTo>
                    <a:pt x="1512" y="2899"/>
                    <a:pt x="1512" y="2017"/>
                    <a:pt x="1008" y="1513"/>
                  </a:cubicBezTo>
                  <a:cubicBezTo>
                    <a:pt x="788" y="1293"/>
                    <a:pt x="788" y="851"/>
                    <a:pt x="1008" y="599"/>
                  </a:cubicBezTo>
                  <a:cubicBezTo>
                    <a:pt x="1134" y="505"/>
                    <a:pt x="1134" y="253"/>
                    <a:pt x="1008" y="95"/>
                  </a:cubicBezTo>
                  <a:cubicBezTo>
                    <a:pt x="945" y="32"/>
                    <a:pt x="859" y="1"/>
                    <a:pt x="7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86"/>
            <p:cNvSpPr/>
            <p:nvPr/>
          </p:nvSpPr>
          <p:spPr>
            <a:xfrm>
              <a:off x="-46307325" y="3201275"/>
              <a:ext cx="38625" cy="88250"/>
            </a:xfrm>
            <a:custGeom>
              <a:avLst/>
              <a:gdLst/>
              <a:ahLst/>
              <a:cxnLst/>
              <a:rect l="l" t="t" r="r" b="b"/>
              <a:pathLst>
                <a:path w="1545" h="3530" extrusionOk="0">
                  <a:moveTo>
                    <a:pt x="781" y="1"/>
                  </a:moveTo>
                  <a:cubicBezTo>
                    <a:pt x="686" y="1"/>
                    <a:pt x="584" y="32"/>
                    <a:pt x="505" y="95"/>
                  </a:cubicBezTo>
                  <a:cubicBezTo>
                    <a:pt x="1" y="599"/>
                    <a:pt x="1" y="1482"/>
                    <a:pt x="505" y="1986"/>
                  </a:cubicBezTo>
                  <a:cubicBezTo>
                    <a:pt x="788" y="2238"/>
                    <a:pt x="788" y="2616"/>
                    <a:pt x="536" y="2899"/>
                  </a:cubicBezTo>
                  <a:cubicBezTo>
                    <a:pt x="410" y="3025"/>
                    <a:pt x="410" y="3246"/>
                    <a:pt x="536" y="3403"/>
                  </a:cubicBezTo>
                  <a:cubicBezTo>
                    <a:pt x="631" y="3498"/>
                    <a:pt x="694" y="3529"/>
                    <a:pt x="788" y="3529"/>
                  </a:cubicBezTo>
                  <a:cubicBezTo>
                    <a:pt x="851" y="3529"/>
                    <a:pt x="978" y="3498"/>
                    <a:pt x="1009" y="3403"/>
                  </a:cubicBezTo>
                  <a:cubicBezTo>
                    <a:pt x="1545" y="2899"/>
                    <a:pt x="1545" y="2017"/>
                    <a:pt x="1009" y="1513"/>
                  </a:cubicBezTo>
                  <a:cubicBezTo>
                    <a:pt x="788" y="1293"/>
                    <a:pt x="788" y="851"/>
                    <a:pt x="1009" y="599"/>
                  </a:cubicBezTo>
                  <a:cubicBezTo>
                    <a:pt x="1135" y="505"/>
                    <a:pt x="1135" y="253"/>
                    <a:pt x="1009" y="95"/>
                  </a:cubicBezTo>
                  <a:cubicBezTo>
                    <a:pt x="962" y="32"/>
                    <a:pt x="875" y="1"/>
                    <a:pt x="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86"/>
            <p:cNvSpPr/>
            <p:nvPr/>
          </p:nvSpPr>
          <p:spPr>
            <a:xfrm>
              <a:off x="-46253750" y="3201275"/>
              <a:ext cx="38600" cy="87450"/>
            </a:xfrm>
            <a:custGeom>
              <a:avLst/>
              <a:gdLst/>
              <a:ahLst/>
              <a:cxnLst/>
              <a:rect l="l" t="t" r="r" b="b"/>
              <a:pathLst>
                <a:path w="1544" h="3498" extrusionOk="0">
                  <a:moveTo>
                    <a:pt x="800" y="1"/>
                  </a:moveTo>
                  <a:cubicBezTo>
                    <a:pt x="709" y="1"/>
                    <a:pt x="615" y="32"/>
                    <a:pt x="536" y="95"/>
                  </a:cubicBezTo>
                  <a:cubicBezTo>
                    <a:pt x="0" y="599"/>
                    <a:pt x="0" y="1482"/>
                    <a:pt x="536" y="1986"/>
                  </a:cubicBezTo>
                  <a:cubicBezTo>
                    <a:pt x="756" y="2238"/>
                    <a:pt x="756" y="2616"/>
                    <a:pt x="536" y="2899"/>
                  </a:cubicBezTo>
                  <a:cubicBezTo>
                    <a:pt x="410" y="3025"/>
                    <a:pt x="410" y="3246"/>
                    <a:pt x="536" y="3403"/>
                  </a:cubicBezTo>
                  <a:cubicBezTo>
                    <a:pt x="599" y="3466"/>
                    <a:pt x="685" y="3498"/>
                    <a:pt x="776" y="3498"/>
                  </a:cubicBezTo>
                  <a:cubicBezTo>
                    <a:pt x="867" y="3498"/>
                    <a:pt x="961" y="3466"/>
                    <a:pt x="1040" y="3403"/>
                  </a:cubicBezTo>
                  <a:cubicBezTo>
                    <a:pt x="1544" y="2899"/>
                    <a:pt x="1544" y="2017"/>
                    <a:pt x="1040" y="1513"/>
                  </a:cubicBezTo>
                  <a:cubicBezTo>
                    <a:pt x="788" y="1293"/>
                    <a:pt x="788" y="851"/>
                    <a:pt x="1040" y="599"/>
                  </a:cubicBezTo>
                  <a:cubicBezTo>
                    <a:pt x="1166" y="505"/>
                    <a:pt x="1166" y="253"/>
                    <a:pt x="1040" y="95"/>
                  </a:cubicBezTo>
                  <a:cubicBezTo>
                    <a:pt x="977" y="32"/>
                    <a:pt x="890" y="1"/>
                    <a:pt x="8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86"/>
            <p:cNvSpPr/>
            <p:nvPr/>
          </p:nvSpPr>
          <p:spPr>
            <a:xfrm>
              <a:off x="-46410500" y="3306025"/>
              <a:ext cx="300100" cy="141025"/>
            </a:xfrm>
            <a:custGeom>
              <a:avLst/>
              <a:gdLst/>
              <a:ahLst/>
              <a:cxnLst/>
              <a:rect l="l" t="t" r="r" b="b"/>
              <a:pathLst>
                <a:path w="12004" h="5641" extrusionOk="0">
                  <a:moveTo>
                    <a:pt x="10933" y="1419"/>
                  </a:moveTo>
                  <a:cubicBezTo>
                    <a:pt x="11122" y="1419"/>
                    <a:pt x="11279" y="1576"/>
                    <a:pt x="11279" y="1765"/>
                  </a:cubicBezTo>
                  <a:cubicBezTo>
                    <a:pt x="11248" y="3057"/>
                    <a:pt x="10208" y="4128"/>
                    <a:pt x="8980" y="4223"/>
                  </a:cubicBezTo>
                  <a:cubicBezTo>
                    <a:pt x="9389" y="3404"/>
                    <a:pt x="9673" y="2458"/>
                    <a:pt x="9799" y="1419"/>
                  </a:cubicBezTo>
                  <a:close/>
                  <a:moveTo>
                    <a:pt x="347" y="1"/>
                  </a:moveTo>
                  <a:cubicBezTo>
                    <a:pt x="158" y="1"/>
                    <a:pt x="1" y="159"/>
                    <a:pt x="1" y="348"/>
                  </a:cubicBezTo>
                  <a:cubicBezTo>
                    <a:pt x="1" y="2458"/>
                    <a:pt x="694" y="4412"/>
                    <a:pt x="1923" y="5640"/>
                  </a:cubicBezTo>
                  <a:lnTo>
                    <a:pt x="7971" y="5640"/>
                  </a:lnTo>
                  <a:cubicBezTo>
                    <a:pt x="8192" y="5420"/>
                    <a:pt x="8381" y="5168"/>
                    <a:pt x="8539" y="4916"/>
                  </a:cubicBezTo>
                  <a:lnTo>
                    <a:pt x="8854" y="4916"/>
                  </a:lnTo>
                  <a:cubicBezTo>
                    <a:pt x="10586" y="4916"/>
                    <a:pt x="12004" y="3498"/>
                    <a:pt x="12004" y="1765"/>
                  </a:cubicBezTo>
                  <a:cubicBezTo>
                    <a:pt x="11941" y="1198"/>
                    <a:pt x="11469" y="726"/>
                    <a:pt x="10933" y="726"/>
                  </a:cubicBezTo>
                  <a:lnTo>
                    <a:pt x="9862" y="726"/>
                  </a:lnTo>
                  <a:lnTo>
                    <a:pt x="9862" y="348"/>
                  </a:lnTo>
                  <a:cubicBezTo>
                    <a:pt x="9862" y="159"/>
                    <a:pt x="9704" y="1"/>
                    <a:pt x="95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86"/>
            <p:cNvSpPr/>
            <p:nvPr/>
          </p:nvSpPr>
          <p:spPr>
            <a:xfrm>
              <a:off x="-46401050" y="3465925"/>
              <a:ext cx="226075" cy="35475"/>
            </a:xfrm>
            <a:custGeom>
              <a:avLst/>
              <a:gdLst/>
              <a:ahLst/>
              <a:cxnLst/>
              <a:rect l="l" t="t" r="r" b="b"/>
              <a:pathLst>
                <a:path w="9043" h="1419" extrusionOk="0">
                  <a:moveTo>
                    <a:pt x="473" y="0"/>
                  </a:moveTo>
                  <a:cubicBezTo>
                    <a:pt x="158" y="0"/>
                    <a:pt x="1" y="379"/>
                    <a:pt x="221" y="631"/>
                  </a:cubicBezTo>
                  <a:cubicBezTo>
                    <a:pt x="757" y="1135"/>
                    <a:pt x="1450" y="1418"/>
                    <a:pt x="2206" y="1418"/>
                  </a:cubicBezTo>
                  <a:lnTo>
                    <a:pt x="6837" y="1418"/>
                  </a:lnTo>
                  <a:cubicBezTo>
                    <a:pt x="7593" y="1418"/>
                    <a:pt x="8318" y="1135"/>
                    <a:pt x="8822" y="631"/>
                  </a:cubicBezTo>
                  <a:cubicBezTo>
                    <a:pt x="9043" y="379"/>
                    <a:pt x="8948" y="0"/>
                    <a:pt x="86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7" name="Google Shape;6647;p86"/>
          <p:cNvGrpSpPr/>
          <p:nvPr/>
        </p:nvGrpSpPr>
        <p:grpSpPr>
          <a:xfrm>
            <a:off x="2186966" y="3188692"/>
            <a:ext cx="355258" cy="356205"/>
            <a:chOff x="-46409700" y="3569100"/>
            <a:chExt cx="300100" cy="300900"/>
          </a:xfrm>
        </p:grpSpPr>
        <p:sp>
          <p:nvSpPr>
            <p:cNvPr id="6648" name="Google Shape;6648;p86"/>
            <p:cNvSpPr/>
            <p:nvPr/>
          </p:nvSpPr>
          <p:spPr>
            <a:xfrm>
              <a:off x="-46234850" y="3569100"/>
              <a:ext cx="18125" cy="52800"/>
            </a:xfrm>
            <a:custGeom>
              <a:avLst/>
              <a:gdLst/>
              <a:ahLst/>
              <a:cxnLst/>
              <a:rect l="l" t="t" r="r" b="b"/>
              <a:pathLst>
                <a:path w="725" h="2112" extrusionOk="0">
                  <a:moveTo>
                    <a:pt x="0" y="1"/>
                  </a:moveTo>
                  <a:lnTo>
                    <a:pt x="0" y="2111"/>
                  </a:lnTo>
                  <a:lnTo>
                    <a:pt x="725" y="2111"/>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86"/>
            <p:cNvSpPr/>
            <p:nvPr/>
          </p:nvSpPr>
          <p:spPr>
            <a:xfrm>
              <a:off x="-46270300" y="37455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86"/>
            <p:cNvSpPr/>
            <p:nvPr/>
          </p:nvSpPr>
          <p:spPr>
            <a:xfrm>
              <a:off x="-46305750" y="3710875"/>
              <a:ext cx="89025" cy="88225"/>
            </a:xfrm>
            <a:custGeom>
              <a:avLst/>
              <a:gdLst/>
              <a:ahLst/>
              <a:cxnLst/>
              <a:rect l="l" t="t" r="r" b="b"/>
              <a:pathLst>
                <a:path w="3561" h="3529" extrusionOk="0">
                  <a:moveTo>
                    <a:pt x="1765" y="662"/>
                  </a:moveTo>
                  <a:cubicBezTo>
                    <a:pt x="2364" y="662"/>
                    <a:pt x="2836" y="1135"/>
                    <a:pt x="2836" y="1733"/>
                  </a:cubicBezTo>
                  <a:cubicBezTo>
                    <a:pt x="2836" y="2332"/>
                    <a:pt x="2364" y="2804"/>
                    <a:pt x="1765" y="2804"/>
                  </a:cubicBezTo>
                  <a:cubicBezTo>
                    <a:pt x="1198" y="2804"/>
                    <a:pt x="725" y="2332"/>
                    <a:pt x="725" y="1733"/>
                  </a:cubicBezTo>
                  <a:cubicBezTo>
                    <a:pt x="725" y="1135"/>
                    <a:pt x="1198" y="662"/>
                    <a:pt x="1765" y="662"/>
                  </a:cubicBezTo>
                  <a:close/>
                  <a:moveTo>
                    <a:pt x="1765" y="0"/>
                  </a:moveTo>
                  <a:cubicBezTo>
                    <a:pt x="788" y="0"/>
                    <a:pt x="1" y="788"/>
                    <a:pt x="1" y="1765"/>
                  </a:cubicBezTo>
                  <a:cubicBezTo>
                    <a:pt x="1" y="2741"/>
                    <a:pt x="788" y="3529"/>
                    <a:pt x="1765" y="3529"/>
                  </a:cubicBezTo>
                  <a:cubicBezTo>
                    <a:pt x="2773" y="3529"/>
                    <a:pt x="3561" y="2741"/>
                    <a:pt x="3561" y="1765"/>
                  </a:cubicBezTo>
                  <a:cubicBezTo>
                    <a:pt x="3561" y="788"/>
                    <a:pt x="2773"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86"/>
            <p:cNvSpPr/>
            <p:nvPr/>
          </p:nvSpPr>
          <p:spPr>
            <a:xfrm>
              <a:off x="-46409700" y="3569900"/>
              <a:ext cx="300100" cy="300100"/>
            </a:xfrm>
            <a:custGeom>
              <a:avLst/>
              <a:gdLst/>
              <a:ahLst/>
              <a:cxnLst/>
              <a:rect l="l" t="t" r="r" b="b"/>
              <a:pathLst>
                <a:path w="12004" h="12004" extrusionOk="0">
                  <a:moveTo>
                    <a:pt x="5923" y="4978"/>
                  </a:moveTo>
                  <a:cubicBezTo>
                    <a:pt x="7278" y="4978"/>
                    <a:pt x="8381" y="6081"/>
                    <a:pt x="8381" y="7404"/>
                  </a:cubicBezTo>
                  <a:cubicBezTo>
                    <a:pt x="8412" y="8758"/>
                    <a:pt x="7309" y="9830"/>
                    <a:pt x="5923" y="9830"/>
                  </a:cubicBezTo>
                  <a:cubicBezTo>
                    <a:pt x="4600" y="9830"/>
                    <a:pt x="3497" y="8727"/>
                    <a:pt x="3497" y="7404"/>
                  </a:cubicBezTo>
                  <a:cubicBezTo>
                    <a:pt x="3497" y="6081"/>
                    <a:pt x="4600" y="4978"/>
                    <a:pt x="5923" y="4978"/>
                  </a:cubicBezTo>
                  <a:close/>
                  <a:moveTo>
                    <a:pt x="2426" y="9861"/>
                  </a:moveTo>
                  <a:cubicBezTo>
                    <a:pt x="2647" y="9861"/>
                    <a:pt x="2773" y="10019"/>
                    <a:pt x="2773" y="10208"/>
                  </a:cubicBezTo>
                  <a:cubicBezTo>
                    <a:pt x="2773" y="10397"/>
                    <a:pt x="2647" y="10554"/>
                    <a:pt x="2426" y="10554"/>
                  </a:cubicBezTo>
                  <a:lnTo>
                    <a:pt x="1733" y="10554"/>
                  </a:lnTo>
                  <a:cubicBezTo>
                    <a:pt x="1512" y="10554"/>
                    <a:pt x="1386" y="10397"/>
                    <a:pt x="1386" y="10208"/>
                  </a:cubicBezTo>
                  <a:cubicBezTo>
                    <a:pt x="1386" y="10019"/>
                    <a:pt x="1512" y="9861"/>
                    <a:pt x="1733" y="9861"/>
                  </a:cubicBezTo>
                  <a:close/>
                  <a:moveTo>
                    <a:pt x="347" y="0"/>
                  </a:moveTo>
                  <a:cubicBezTo>
                    <a:pt x="158" y="0"/>
                    <a:pt x="0" y="158"/>
                    <a:pt x="0" y="347"/>
                  </a:cubicBezTo>
                  <a:lnTo>
                    <a:pt x="0" y="11657"/>
                  </a:lnTo>
                  <a:cubicBezTo>
                    <a:pt x="0" y="11846"/>
                    <a:pt x="158" y="12003"/>
                    <a:pt x="347" y="12003"/>
                  </a:cubicBezTo>
                  <a:lnTo>
                    <a:pt x="11657" y="12003"/>
                  </a:lnTo>
                  <a:cubicBezTo>
                    <a:pt x="11846" y="12003"/>
                    <a:pt x="12004" y="11846"/>
                    <a:pt x="12004" y="11657"/>
                  </a:cubicBezTo>
                  <a:lnTo>
                    <a:pt x="12004" y="2489"/>
                  </a:lnTo>
                  <a:cubicBezTo>
                    <a:pt x="11909" y="2331"/>
                    <a:pt x="11878" y="2237"/>
                    <a:pt x="11846" y="2205"/>
                  </a:cubicBezTo>
                  <a:lnTo>
                    <a:pt x="9830" y="189"/>
                  </a:lnTo>
                  <a:lnTo>
                    <a:pt x="9830" y="3875"/>
                  </a:lnTo>
                  <a:cubicBezTo>
                    <a:pt x="9830" y="4064"/>
                    <a:pt x="9672" y="4222"/>
                    <a:pt x="9483" y="4222"/>
                  </a:cubicBezTo>
                  <a:lnTo>
                    <a:pt x="2458" y="4222"/>
                  </a:lnTo>
                  <a:cubicBezTo>
                    <a:pt x="2269" y="4222"/>
                    <a:pt x="2111" y="4064"/>
                    <a:pt x="2111" y="3875"/>
                  </a:cubicBez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86"/>
            <p:cNvSpPr/>
            <p:nvPr/>
          </p:nvSpPr>
          <p:spPr>
            <a:xfrm>
              <a:off x="-46341175" y="3569100"/>
              <a:ext cx="159125" cy="87450"/>
            </a:xfrm>
            <a:custGeom>
              <a:avLst/>
              <a:gdLst/>
              <a:ahLst/>
              <a:cxnLst/>
              <a:rect l="l" t="t" r="r" b="b"/>
              <a:pathLst>
                <a:path w="6365" h="3498" extrusionOk="0">
                  <a:moveTo>
                    <a:pt x="0" y="1"/>
                  </a:moveTo>
                  <a:lnTo>
                    <a:pt x="0" y="3498"/>
                  </a:lnTo>
                  <a:lnTo>
                    <a:pt x="6364" y="3498"/>
                  </a:lnTo>
                  <a:lnTo>
                    <a:pt x="6364" y="1"/>
                  </a:lnTo>
                  <a:lnTo>
                    <a:pt x="5640" y="1"/>
                  </a:lnTo>
                  <a:lnTo>
                    <a:pt x="5640" y="2426"/>
                  </a:lnTo>
                  <a:cubicBezTo>
                    <a:pt x="5640" y="2647"/>
                    <a:pt x="5482" y="2773"/>
                    <a:pt x="5293" y="2773"/>
                  </a:cubicBezTo>
                  <a:lnTo>
                    <a:pt x="3875" y="2773"/>
                  </a:lnTo>
                  <a:cubicBezTo>
                    <a:pt x="3655" y="2773"/>
                    <a:pt x="3497" y="2647"/>
                    <a:pt x="3497" y="2426"/>
                  </a:cubicBezTo>
                  <a:lnTo>
                    <a:pt x="349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3" name="Google Shape;6653;p86"/>
          <p:cNvGrpSpPr/>
          <p:nvPr/>
        </p:nvGrpSpPr>
        <p:grpSpPr>
          <a:xfrm>
            <a:off x="2174847" y="3624124"/>
            <a:ext cx="379497" cy="358070"/>
            <a:chOff x="-46422300" y="3936925"/>
            <a:chExt cx="320575" cy="302475"/>
          </a:xfrm>
        </p:grpSpPr>
        <p:sp>
          <p:nvSpPr>
            <p:cNvPr id="6654" name="Google Shape;6654;p86"/>
            <p:cNvSpPr/>
            <p:nvPr/>
          </p:nvSpPr>
          <p:spPr>
            <a:xfrm>
              <a:off x="-46254550" y="3936925"/>
              <a:ext cx="152825" cy="300900"/>
            </a:xfrm>
            <a:custGeom>
              <a:avLst/>
              <a:gdLst/>
              <a:ahLst/>
              <a:cxnLst/>
              <a:rect l="l" t="t" r="r" b="b"/>
              <a:pathLst>
                <a:path w="6113" h="12036" extrusionOk="0">
                  <a:moveTo>
                    <a:pt x="1418" y="0"/>
                  </a:moveTo>
                  <a:cubicBezTo>
                    <a:pt x="631" y="0"/>
                    <a:pt x="1" y="630"/>
                    <a:pt x="1" y="1418"/>
                  </a:cubicBezTo>
                  <a:lnTo>
                    <a:pt x="1" y="10617"/>
                  </a:lnTo>
                  <a:cubicBezTo>
                    <a:pt x="1" y="11405"/>
                    <a:pt x="631" y="12035"/>
                    <a:pt x="1418" y="12035"/>
                  </a:cubicBezTo>
                  <a:cubicBezTo>
                    <a:pt x="2332" y="12035"/>
                    <a:pt x="3120" y="11405"/>
                    <a:pt x="3403" y="10554"/>
                  </a:cubicBezTo>
                  <a:lnTo>
                    <a:pt x="3403" y="10554"/>
                  </a:lnTo>
                  <a:cubicBezTo>
                    <a:pt x="3309" y="10554"/>
                    <a:pt x="3246" y="10617"/>
                    <a:pt x="3151" y="10617"/>
                  </a:cubicBezTo>
                  <a:cubicBezTo>
                    <a:pt x="2332" y="10617"/>
                    <a:pt x="1513" y="10302"/>
                    <a:pt x="914" y="9672"/>
                  </a:cubicBezTo>
                  <a:cubicBezTo>
                    <a:pt x="788" y="9546"/>
                    <a:pt x="788" y="9294"/>
                    <a:pt x="914" y="9137"/>
                  </a:cubicBezTo>
                  <a:cubicBezTo>
                    <a:pt x="1024" y="9095"/>
                    <a:pt x="1128" y="9072"/>
                    <a:pt x="1221" y="9072"/>
                  </a:cubicBezTo>
                  <a:cubicBezTo>
                    <a:pt x="1341" y="9072"/>
                    <a:pt x="1442" y="9111"/>
                    <a:pt x="1513" y="9200"/>
                  </a:cubicBezTo>
                  <a:cubicBezTo>
                    <a:pt x="1998" y="9685"/>
                    <a:pt x="2614" y="9906"/>
                    <a:pt x="3224" y="9906"/>
                  </a:cubicBezTo>
                  <a:cubicBezTo>
                    <a:pt x="4477" y="9906"/>
                    <a:pt x="5703" y="8971"/>
                    <a:pt x="5703" y="7467"/>
                  </a:cubicBezTo>
                  <a:cubicBezTo>
                    <a:pt x="5703" y="7215"/>
                    <a:pt x="5672" y="6994"/>
                    <a:pt x="5609" y="6742"/>
                  </a:cubicBezTo>
                  <a:cubicBezTo>
                    <a:pt x="5010" y="7372"/>
                    <a:pt x="4191" y="7814"/>
                    <a:pt x="3246" y="7814"/>
                  </a:cubicBezTo>
                  <a:cubicBezTo>
                    <a:pt x="3025" y="7814"/>
                    <a:pt x="2868" y="7656"/>
                    <a:pt x="2868" y="7467"/>
                  </a:cubicBezTo>
                  <a:cubicBezTo>
                    <a:pt x="2868" y="7246"/>
                    <a:pt x="3025" y="7089"/>
                    <a:pt x="3246" y="7089"/>
                  </a:cubicBezTo>
                  <a:cubicBezTo>
                    <a:pt x="4065" y="7089"/>
                    <a:pt x="4821" y="6679"/>
                    <a:pt x="5231" y="6049"/>
                  </a:cubicBezTo>
                  <a:cubicBezTo>
                    <a:pt x="6113" y="4789"/>
                    <a:pt x="5640" y="3088"/>
                    <a:pt x="4254" y="2426"/>
                  </a:cubicBezTo>
                  <a:cubicBezTo>
                    <a:pt x="4128" y="3844"/>
                    <a:pt x="2931" y="4978"/>
                    <a:pt x="1450" y="4978"/>
                  </a:cubicBezTo>
                  <a:cubicBezTo>
                    <a:pt x="1261" y="4978"/>
                    <a:pt x="1103" y="4821"/>
                    <a:pt x="1103" y="4632"/>
                  </a:cubicBezTo>
                  <a:cubicBezTo>
                    <a:pt x="1103" y="4411"/>
                    <a:pt x="1261" y="4253"/>
                    <a:pt x="1450" y="4253"/>
                  </a:cubicBezTo>
                  <a:cubicBezTo>
                    <a:pt x="2616" y="4253"/>
                    <a:pt x="3561" y="3308"/>
                    <a:pt x="3561" y="2174"/>
                  </a:cubicBezTo>
                  <a:lnTo>
                    <a:pt x="3561" y="2143"/>
                  </a:lnTo>
                  <a:cubicBezTo>
                    <a:pt x="3561" y="945"/>
                    <a:pt x="2616"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86"/>
            <p:cNvSpPr/>
            <p:nvPr/>
          </p:nvSpPr>
          <p:spPr>
            <a:xfrm>
              <a:off x="-46422300" y="3938500"/>
              <a:ext cx="152025" cy="300900"/>
            </a:xfrm>
            <a:custGeom>
              <a:avLst/>
              <a:gdLst/>
              <a:ahLst/>
              <a:cxnLst/>
              <a:rect l="l" t="t" r="r" b="b"/>
              <a:pathLst>
                <a:path w="6081" h="12036" extrusionOk="0">
                  <a:moveTo>
                    <a:pt x="4726" y="0"/>
                  </a:moveTo>
                  <a:cubicBezTo>
                    <a:pt x="3529" y="0"/>
                    <a:pt x="2584" y="977"/>
                    <a:pt x="2584" y="2111"/>
                  </a:cubicBezTo>
                  <a:lnTo>
                    <a:pt x="2584" y="2143"/>
                  </a:lnTo>
                  <a:cubicBezTo>
                    <a:pt x="2584" y="3308"/>
                    <a:pt x="3529" y="4253"/>
                    <a:pt x="4663" y="4253"/>
                  </a:cubicBezTo>
                  <a:cubicBezTo>
                    <a:pt x="4883" y="4253"/>
                    <a:pt x="5041" y="4411"/>
                    <a:pt x="5041" y="4600"/>
                  </a:cubicBezTo>
                  <a:cubicBezTo>
                    <a:pt x="5041" y="4789"/>
                    <a:pt x="4883" y="4947"/>
                    <a:pt x="4663" y="4947"/>
                  </a:cubicBezTo>
                  <a:cubicBezTo>
                    <a:pt x="3214" y="4947"/>
                    <a:pt x="2048" y="3812"/>
                    <a:pt x="1890" y="2395"/>
                  </a:cubicBezTo>
                  <a:cubicBezTo>
                    <a:pt x="441" y="3056"/>
                    <a:pt x="0" y="4758"/>
                    <a:pt x="882" y="6018"/>
                  </a:cubicBezTo>
                  <a:cubicBezTo>
                    <a:pt x="1323" y="6648"/>
                    <a:pt x="2111" y="7057"/>
                    <a:pt x="2930" y="7057"/>
                  </a:cubicBezTo>
                  <a:cubicBezTo>
                    <a:pt x="3151" y="7057"/>
                    <a:pt x="3277" y="7215"/>
                    <a:pt x="3277" y="7435"/>
                  </a:cubicBezTo>
                  <a:cubicBezTo>
                    <a:pt x="3277" y="7625"/>
                    <a:pt x="3151" y="7782"/>
                    <a:pt x="2930" y="7782"/>
                  </a:cubicBezTo>
                  <a:cubicBezTo>
                    <a:pt x="1985" y="7782"/>
                    <a:pt x="1166" y="7341"/>
                    <a:pt x="567" y="6711"/>
                  </a:cubicBezTo>
                  <a:cubicBezTo>
                    <a:pt x="504" y="6963"/>
                    <a:pt x="441" y="7183"/>
                    <a:pt x="441" y="7435"/>
                  </a:cubicBezTo>
                  <a:cubicBezTo>
                    <a:pt x="441" y="8940"/>
                    <a:pt x="1695" y="9874"/>
                    <a:pt x="2958" y="9874"/>
                  </a:cubicBezTo>
                  <a:cubicBezTo>
                    <a:pt x="3572" y="9874"/>
                    <a:pt x="4188" y="9653"/>
                    <a:pt x="4663" y="9168"/>
                  </a:cubicBezTo>
                  <a:cubicBezTo>
                    <a:pt x="4726" y="9105"/>
                    <a:pt x="4813" y="9074"/>
                    <a:pt x="4903" y="9074"/>
                  </a:cubicBezTo>
                  <a:cubicBezTo>
                    <a:pt x="4994" y="9074"/>
                    <a:pt x="5088" y="9105"/>
                    <a:pt x="5167" y="9168"/>
                  </a:cubicBezTo>
                  <a:cubicBezTo>
                    <a:pt x="5293" y="9263"/>
                    <a:pt x="5293" y="9515"/>
                    <a:pt x="5167" y="9672"/>
                  </a:cubicBezTo>
                  <a:cubicBezTo>
                    <a:pt x="4600" y="10271"/>
                    <a:pt x="3812" y="10617"/>
                    <a:pt x="2930" y="10617"/>
                  </a:cubicBezTo>
                  <a:cubicBezTo>
                    <a:pt x="2867" y="10617"/>
                    <a:pt x="2773" y="10617"/>
                    <a:pt x="2710" y="10586"/>
                  </a:cubicBezTo>
                  <a:lnTo>
                    <a:pt x="2710" y="10586"/>
                  </a:lnTo>
                  <a:cubicBezTo>
                    <a:pt x="2962" y="11405"/>
                    <a:pt x="3749" y="12035"/>
                    <a:pt x="4663" y="12035"/>
                  </a:cubicBezTo>
                  <a:cubicBezTo>
                    <a:pt x="5450" y="12035"/>
                    <a:pt x="6081" y="11405"/>
                    <a:pt x="6081" y="10617"/>
                  </a:cubicBezTo>
                  <a:lnTo>
                    <a:pt x="6081" y="1450"/>
                  </a:lnTo>
                  <a:cubicBezTo>
                    <a:pt x="6081" y="599"/>
                    <a:pt x="5450" y="0"/>
                    <a:pt x="47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6" name="Google Shape;6656;p86"/>
          <p:cNvGrpSpPr/>
          <p:nvPr/>
        </p:nvGrpSpPr>
        <p:grpSpPr>
          <a:xfrm>
            <a:off x="3952426" y="3178452"/>
            <a:ext cx="356205" cy="355258"/>
            <a:chOff x="-44914800" y="3560450"/>
            <a:chExt cx="300900" cy="300100"/>
          </a:xfrm>
        </p:grpSpPr>
        <p:sp>
          <p:nvSpPr>
            <p:cNvPr id="6657" name="Google Shape;6657;p86"/>
            <p:cNvSpPr/>
            <p:nvPr/>
          </p:nvSpPr>
          <p:spPr>
            <a:xfrm>
              <a:off x="-44914800" y="3560450"/>
              <a:ext cx="300900" cy="300100"/>
            </a:xfrm>
            <a:custGeom>
              <a:avLst/>
              <a:gdLst/>
              <a:ahLst/>
              <a:cxnLst/>
              <a:rect l="l" t="t" r="r" b="b"/>
              <a:pathLst>
                <a:path w="12036" h="12004" extrusionOk="0">
                  <a:moveTo>
                    <a:pt x="9893" y="1418"/>
                  </a:moveTo>
                  <a:lnTo>
                    <a:pt x="9893" y="1764"/>
                  </a:lnTo>
                  <a:cubicBezTo>
                    <a:pt x="9893" y="1953"/>
                    <a:pt x="10051" y="2111"/>
                    <a:pt x="10240" y="2111"/>
                  </a:cubicBezTo>
                  <a:lnTo>
                    <a:pt x="10618" y="2111"/>
                  </a:lnTo>
                  <a:lnTo>
                    <a:pt x="10618" y="9924"/>
                  </a:lnTo>
                  <a:lnTo>
                    <a:pt x="10240" y="9924"/>
                  </a:lnTo>
                  <a:cubicBezTo>
                    <a:pt x="10051" y="9924"/>
                    <a:pt x="9893" y="10082"/>
                    <a:pt x="9893" y="10271"/>
                  </a:cubicBezTo>
                  <a:lnTo>
                    <a:pt x="9893" y="10617"/>
                  </a:lnTo>
                  <a:lnTo>
                    <a:pt x="2143" y="10617"/>
                  </a:lnTo>
                  <a:lnTo>
                    <a:pt x="2143" y="10271"/>
                  </a:lnTo>
                  <a:cubicBezTo>
                    <a:pt x="2143" y="10082"/>
                    <a:pt x="1985" y="9924"/>
                    <a:pt x="1796" y="9924"/>
                  </a:cubicBezTo>
                  <a:lnTo>
                    <a:pt x="1450" y="9924"/>
                  </a:lnTo>
                  <a:lnTo>
                    <a:pt x="1450" y="2142"/>
                  </a:lnTo>
                  <a:lnTo>
                    <a:pt x="1796" y="2142"/>
                  </a:lnTo>
                  <a:cubicBezTo>
                    <a:pt x="1985" y="2142"/>
                    <a:pt x="2143" y="1985"/>
                    <a:pt x="2143" y="1796"/>
                  </a:cubicBezTo>
                  <a:lnTo>
                    <a:pt x="2143" y="1418"/>
                  </a:lnTo>
                  <a:close/>
                  <a:moveTo>
                    <a:pt x="379" y="0"/>
                  </a:moveTo>
                  <a:cubicBezTo>
                    <a:pt x="158" y="0"/>
                    <a:pt x="1" y="158"/>
                    <a:pt x="1" y="347"/>
                  </a:cubicBezTo>
                  <a:lnTo>
                    <a:pt x="1" y="1764"/>
                  </a:lnTo>
                  <a:cubicBezTo>
                    <a:pt x="1" y="1953"/>
                    <a:pt x="158" y="2111"/>
                    <a:pt x="379" y="2111"/>
                  </a:cubicBezTo>
                  <a:lnTo>
                    <a:pt x="725" y="2111"/>
                  </a:lnTo>
                  <a:lnTo>
                    <a:pt x="725" y="9861"/>
                  </a:lnTo>
                  <a:lnTo>
                    <a:pt x="379" y="9861"/>
                  </a:lnTo>
                  <a:cubicBezTo>
                    <a:pt x="158" y="9861"/>
                    <a:pt x="1" y="10019"/>
                    <a:pt x="1" y="10208"/>
                  </a:cubicBezTo>
                  <a:lnTo>
                    <a:pt x="1" y="11657"/>
                  </a:lnTo>
                  <a:cubicBezTo>
                    <a:pt x="1" y="11846"/>
                    <a:pt x="158" y="12003"/>
                    <a:pt x="379" y="12003"/>
                  </a:cubicBezTo>
                  <a:lnTo>
                    <a:pt x="1796" y="12003"/>
                  </a:lnTo>
                  <a:cubicBezTo>
                    <a:pt x="1985" y="12003"/>
                    <a:pt x="2143" y="11846"/>
                    <a:pt x="2143" y="11657"/>
                  </a:cubicBezTo>
                  <a:lnTo>
                    <a:pt x="2143" y="11279"/>
                  </a:lnTo>
                  <a:lnTo>
                    <a:pt x="9893" y="11279"/>
                  </a:lnTo>
                  <a:lnTo>
                    <a:pt x="9893" y="11657"/>
                  </a:lnTo>
                  <a:cubicBezTo>
                    <a:pt x="9893" y="11846"/>
                    <a:pt x="10051" y="12003"/>
                    <a:pt x="10240" y="12003"/>
                  </a:cubicBezTo>
                  <a:lnTo>
                    <a:pt x="11657" y="12003"/>
                  </a:lnTo>
                  <a:cubicBezTo>
                    <a:pt x="11878" y="12003"/>
                    <a:pt x="12036" y="11846"/>
                    <a:pt x="12036" y="11657"/>
                  </a:cubicBezTo>
                  <a:lnTo>
                    <a:pt x="12036" y="10208"/>
                  </a:lnTo>
                  <a:cubicBezTo>
                    <a:pt x="12036" y="10019"/>
                    <a:pt x="11878" y="9861"/>
                    <a:pt x="11657" y="9861"/>
                  </a:cubicBezTo>
                  <a:lnTo>
                    <a:pt x="11311" y="9861"/>
                  </a:lnTo>
                  <a:lnTo>
                    <a:pt x="11311" y="2111"/>
                  </a:lnTo>
                  <a:lnTo>
                    <a:pt x="11657" y="2111"/>
                  </a:lnTo>
                  <a:cubicBezTo>
                    <a:pt x="11878" y="2111"/>
                    <a:pt x="12036" y="1953"/>
                    <a:pt x="12036" y="1764"/>
                  </a:cubicBezTo>
                  <a:lnTo>
                    <a:pt x="12036" y="347"/>
                  </a:lnTo>
                  <a:cubicBezTo>
                    <a:pt x="12036" y="158"/>
                    <a:pt x="11878" y="0"/>
                    <a:pt x="11657" y="0"/>
                  </a:cubicBezTo>
                  <a:lnTo>
                    <a:pt x="10240" y="0"/>
                  </a:lnTo>
                  <a:cubicBezTo>
                    <a:pt x="10051" y="0"/>
                    <a:pt x="9893" y="158"/>
                    <a:pt x="9893" y="347"/>
                  </a:cubicBezTo>
                  <a:lnTo>
                    <a:pt x="9893" y="693"/>
                  </a:lnTo>
                  <a:lnTo>
                    <a:pt x="2143" y="693"/>
                  </a:lnTo>
                  <a:lnTo>
                    <a:pt x="2143" y="347"/>
                  </a:lnTo>
                  <a:cubicBezTo>
                    <a:pt x="2143" y="158"/>
                    <a:pt x="1985"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86"/>
            <p:cNvSpPr/>
            <p:nvPr/>
          </p:nvSpPr>
          <p:spPr>
            <a:xfrm>
              <a:off x="-44861250" y="3632100"/>
              <a:ext cx="193800" cy="146525"/>
            </a:xfrm>
            <a:custGeom>
              <a:avLst/>
              <a:gdLst/>
              <a:ahLst/>
              <a:cxnLst/>
              <a:rect l="l" t="t" r="r" b="b"/>
              <a:pathLst>
                <a:path w="7752" h="5861" extrusionOk="0">
                  <a:moveTo>
                    <a:pt x="3845" y="1009"/>
                  </a:moveTo>
                  <a:cubicBezTo>
                    <a:pt x="4443" y="1009"/>
                    <a:pt x="4916" y="1482"/>
                    <a:pt x="4916" y="2080"/>
                  </a:cubicBezTo>
                  <a:cubicBezTo>
                    <a:pt x="4916" y="2679"/>
                    <a:pt x="4443" y="3151"/>
                    <a:pt x="3845" y="3151"/>
                  </a:cubicBezTo>
                  <a:cubicBezTo>
                    <a:pt x="3277" y="3151"/>
                    <a:pt x="2805" y="2679"/>
                    <a:pt x="2805" y="2080"/>
                  </a:cubicBezTo>
                  <a:cubicBezTo>
                    <a:pt x="2805" y="1482"/>
                    <a:pt x="3277" y="1009"/>
                    <a:pt x="3845" y="1009"/>
                  </a:cubicBezTo>
                  <a:close/>
                  <a:moveTo>
                    <a:pt x="348" y="1"/>
                  </a:moveTo>
                  <a:cubicBezTo>
                    <a:pt x="158" y="1"/>
                    <a:pt x="1" y="159"/>
                    <a:pt x="1" y="348"/>
                  </a:cubicBezTo>
                  <a:lnTo>
                    <a:pt x="1" y="5829"/>
                  </a:lnTo>
                  <a:lnTo>
                    <a:pt x="2206" y="3624"/>
                  </a:lnTo>
                  <a:cubicBezTo>
                    <a:pt x="2269" y="3561"/>
                    <a:pt x="2356" y="3530"/>
                    <a:pt x="2447" y="3530"/>
                  </a:cubicBezTo>
                  <a:cubicBezTo>
                    <a:pt x="2537" y="3530"/>
                    <a:pt x="2632" y="3561"/>
                    <a:pt x="2710" y="3624"/>
                  </a:cubicBezTo>
                  <a:lnTo>
                    <a:pt x="3939" y="4821"/>
                  </a:lnTo>
                  <a:lnTo>
                    <a:pt x="5042" y="3656"/>
                  </a:lnTo>
                  <a:cubicBezTo>
                    <a:pt x="5136" y="3561"/>
                    <a:pt x="5199" y="3530"/>
                    <a:pt x="5294" y="3530"/>
                  </a:cubicBezTo>
                  <a:cubicBezTo>
                    <a:pt x="5388" y="3530"/>
                    <a:pt x="5483" y="3561"/>
                    <a:pt x="5546" y="3656"/>
                  </a:cubicBezTo>
                  <a:lnTo>
                    <a:pt x="7751" y="5861"/>
                  </a:lnTo>
                  <a:lnTo>
                    <a:pt x="7751" y="379"/>
                  </a:lnTo>
                  <a:cubicBezTo>
                    <a:pt x="7720" y="159"/>
                    <a:pt x="7562" y="1"/>
                    <a:pt x="73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86"/>
            <p:cNvSpPr/>
            <p:nvPr/>
          </p:nvSpPr>
          <p:spPr>
            <a:xfrm>
              <a:off x="-44773800" y="3675425"/>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86"/>
            <p:cNvSpPr/>
            <p:nvPr/>
          </p:nvSpPr>
          <p:spPr>
            <a:xfrm>
              <a:off x="-44750975" y="3741600"/>
              <a:ext cx="70900" cy="48050"/>
            </a:xfrm>
            <a:custGeom>
              <a:avLst/>
              <a:gdLst/>
              <a:ahLst/>
              <a:cxnLst/>
              <a:rect l="l" t="t" r="r" b="b"/>
              <a:pathLst>
                <a:path w="2836" h="1922" extrusionOk="0">
                  <a:moveTo>
                    <a:pt x="883" y="0"/>
                  </a:moveTo>
                  <a:lnTo>
                    <a:pt x="1" y="945"/>
                  </a:lnTo>
                  <a:lnTo>
                    <a:pt x="1009" y="1922"/>
                  </a:lnTo>
                  <a:lnTo>
                    <a:pt x="2836" y="1922"/>
                  </a:lnTo>
                  <a:lnTo>
                    <a:pt x="8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86"/>
            <p:cNvSpPr/>
            <p:nvPr/>
          </p:nvSpPr>
          <p:spPr>
            <a:xfrm>
              <a:off x="-44848625" y="3740025"/>
              <a:ext cx="97675" cy="49625"/>
            </a:xfrm>
            <a:custGeom>
              <a:avLst/>
              <a:gdLst/>
              <a:ahLst/>
              <a:cxnLst/>
              <a:rect l="l" t="t" r="r" b="b"/>
              <a:pathLst>
                <a:path w="3907" h="1985" extrusionOk="0">
                  <a:moveTo>
                    <a:pt x="1985" y="0"/>
                  </a:moveTo>
                  <a:lnTo>
                    <a:pt x="0" y="1985"/>
                  </a:lnTo>
                  <a:lnTo>
                    <a:pt x="3907" y="1985"/>
                  </a:lnTo>
                  <a:lnTo>
                    <a:pt x="198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62" name="Google Shape;6662;p86"/>
          <p:cNvGrpSpPr/>
          <p:nvPr/>
        </p:nvGrpSpPr>
        <p:grpSpPr>
          <a:xfrm>
            <a:off x="1707478" y="1387086"/>
            <a:ext cx="354311" cy="354104"/>
            <a:chOff x="-49764975" y="3183375"/>
            <a:chExt cx="299300" cy="299125"/>
          </a:xfrm>
        </p:grpSpPr>
        <p:sp>
          <p:nvSpPr>
            <p:cNvPr id="6663" name="Google Shape;6663;p86"/>
            <p:cNvSpPr/>
            <p:nvPr/>
          </p:nvSpPr>
          <p:spPr>
            <a:xfrm>
              <a:off x="-49606675" y="3233575"/>
              <a:ext cx="70125" cy="103200"/>
            </a:xfrm>
            <a:custGeom>
              <a:avLst/>
              <a:gdLst/>
              <a:ahLst/>
              <a:cxnLst/>
              <a:rect l="l" t="t" r="r" b="b"/>
              <a:pathLst>
                <a:path w="2805" h="4128" extrusionOk="0">
                  <a:moveTo>
                    <a:pt x="2805" y="1"/>
                  </a:moveTo>
                  <a:lnTo>
                    <a:pt x="1" y="1355"/>
                  </a:lnTo>
                  <a:lnTo>
                    <a:pt x="1" y="4128"/>
                  </a:lnTo>
                  <a:lnTo>
                    <a:pt x="2805" y="2710"/>
                  </a:lnTo>
                  <a:lnTo>
                    <a:pt x="28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86"/>
            <p:cNvSpPr/>
            <p:nvPr/>
          </p:nvSpPr>
          <p:spPr>
            <a:xfrm>
              <a:off x="-49676775" y="3364325"/>
              <a:ext cx="52000" cy="118175"/>
            </a:xfrm>
            <a:custGeom>
              <a:avLst/>
              <a:gdLst/>
              <a:ahLst/>
              <a:cxnLst/>
              <a:rect l="l" t="t" r="r" b="b"/>
              <a:pathLst>
                <a:path w="2080" h="4727" extrusionOk="0">
                  <a:moveTo>
                    <a:pt x="2080" y="0"/>
                  </a:moveTo>
                  <a:lnTo>
                    <a:pt x="1" y="1072"/>
                  </a:lnTo>
                  <a:lnTo>
                    <a:pt x="1" y="4726"/>
                  </a:lnTo>
                  <a:lnTo>
                    <a:pt x="2080" y="3529"/>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86"/>
            <p:cNvSpPr/>
            <p:nvPr/>
          </p:nvSpPr>
          <p:spPr>
            <a:xfrm>
              <a:off x="-49694100" y="3233575"/>
              <a:ext cx="69325" cy="103200"/>
            </a:xfrm>
            <a:custGeom>
              <a:avLst/>
              <a:gdLst/>
              <a:ahLst/>
              <a:cxnLst/>
              <a:rect l="l" t="t" r="r" b="b"/>
              <a:pathLst>
                <a:path w="2773" h="4128" extrusionOk="0">
                  <a:moveTo>
                    <a:pt x="1" y="1"/>
                  </a:moveTo>
                  <a:lnTo>
                    <a:pt x="1" y="2710"/>
                  </a:lnTo>
                  <a:lnTo>
                    <a:pt x="2773" y="4128"/>
                  </a:lnTo>
                  <a:lnTo>
                    <a:pt x="2773" y="1355"/>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86"/>
            <p:cNvSpPr/>
            <p:nvPr/>
          </p:nvSpPr>
          <p:spPr>
            <a:xfrm>
              <a:off x="-49756325" y="3314700"/>
              <a:ext cx="121325" cy="61450"/>
            </a:xfrm>
            <a:custGeom>
              <a:avLst/>
              <a:gdLst/>
              <a:ahLst/>
              <a:cxnLst/>
              <a:rect l="l" t="t" r="r" b="b"/>
              <a:pathLst>
                <a:path w="4853" h="2458" extrusionOk="0">
                  <a:moveTo>
                    <a:pt x="2048" y="1"/>
                  </a:moveTo>
                  <a:lnTo>
                    <a:pt x="1" y="1040"/>
                  </a:lnTo>
                  <a:lnTo>
                    <a:pt x="2836" y="2458"/>
                  </a:lnTo>
                  <a:lnTo>
                    <a:pt x="4852" y="1418"/>
                  </a:lnTo>
                  <a:lnTo>
                    <a:pt x="204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86"/>
            <p:cNvSpPr/>
            <p:nvPr/>
          </p:nvSpPr>
          <p:spPr>
            <a:xfrm>
              <a:off x="-49606675" y="3364325"/>
              <a:ext cx="52000" cy="118175"/>
            </a:xfrm>
            <a:custGeom>
              <a:avLst/>
              <a:gdLst/>
              <a:ahLst/>
              <a:cxnLst/>
              <a:rect l="l" t="t" r="r" b="b"/>
              <a:pathLst>
                <a:path w="2080" h="4727" extrusionOk="0">
                  <a:moveTo>
                    <a:pt x="1" y="0"/>
                  </a:moveTo>
                  <a:lnTo>
                    <a:pt x="1" y="3529"/>
                  </a:lnTo>
                  <a:lnTo>
                    <a:pt x="2080" y="4726"/>
                  </a:lnTo>
                  <a:lnTo>
                    <a:pt x="2080" y="1072"/>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86"/>
            <p:cNvSpPr/>
            <p:nvPr/>
          </p:nvSpPr>
          <p:spPr>
            <a:xfrm>
              <a:off x="-49595650" y="3314700"/>
              <a:ext cx="121325" cy="61450"/>
            </a:xfrm>
            <a:custGeom>
              <a:avLst/>
              <a:gdLst/>
              <a:ahLst/>
              <a:cxnLst/>
              <a:rect l="l" t="t" r="r" b="b"/>
              <a:pathLst>
                <a:path w="4853" h="2458" extrusionOk="0">
                  <a:moveTo>
                    <a:pt x="2773" y="1"/>
                  </a:moveTo>
                  <a:lnTo>
                    <a:pt x="1" y="1418"/>
                  </a:lnTo>
                  <a:lnTo>
                    <a:pt x="1985" y="2458"/>
                  </a:lnTo>
                  <a:lnTo>
                    <a:pt x="4852" y="1040"/>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86"/>
            <p:cNvSpPr/>
            <p:nvPr/>
          </p:nvSpPr>
          <p:spPr>
            <a:xfrm>
              <a:off x="-49764975" y="3355650"/>
              <a:ext cx="70100" cy="126850"/>
            </a:xfrm>
            <a:custGeom>
              <a:avLst/>
              <a:gdLst/>
              <a:ahLst/>
              <a:cxnLst/>
              <a:rect l="l" t="t" r="r" b="b"/>
              <a:pathLst>
                <a:path w="2804" h="5074" extrusionOk="0">
                  <a:moveTo>
                    <a:pt x="0" y="1"/>
                  </a:moveTo>
                  <a:lnTo>
                    <a:pt x="0" y="3309"/>
                  </a:lnTo>
                  <a:cubicBezTo>
                    <a:pt x="0" y="3403"/>
                    <a:pt x="63" y="3529"/>
                    <a:pt x="189" y="3624"/>
                  </a:cubicBezTo>
                  <a:lnTo>
                    <a:pt x="2804" y="5073"/>
                  </a:lnTo>
                  <a:lnTo>
                    <a:pt x="2804" y="1419"/>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86"/>
            <p:cNvSpPr/>
            <p:nvPr/>
          </p:nvSpPr>
          <p:spPr>
            <a:xfrm>
              <a:off x="-49535775" y="3355650"/>
              <a:ext cx="70100" cy="126850"/>
            </a:xfrm>
            <a:custGeom>
              <a:avLst/>
              <a:gdLst/>
              <a:ahLst/>
              <a:cxnLst/>
              <a:rect l="l" t="t" r="r" b="b"/>
              <a:pathLst>
                <a:path w="2804" h="5074" extrusionOk="0">
                  <a:moveTo>
                    <a:pt x="2804" y="1"/>
                  </a:moveTo>
                  <a:lnTo>
                    <a:pt x="0" y="1419"/>
                  </a:lnTo>
                  <a:lnTo>
                    <a:pt x="0" y="5073"/>
                  </a:lnTo>
                  <a:lnTo>
                    <a:pt x="2583" y="3624"/>
                  </a:lnTo>
                  <a:cubicBezTo>
                    <a:pt x="2709" y="3529"/>
                    <a:pt x="2804" y="3403"/>
                    <a:pt x="2804" y="3309"/>
                  </a:cubicBezTo>
                  <a:lnTo>
                    <a:pt x="2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86"/>
            <p:cNvSpPr/>
            <p:nvPr/>
          </p:nvSpPr>
          <p:spPr>
            <a:xfrm>
              <a:off x="-49685425" y="3183375"/>
              <a:ext cx="140200" cy="69925"/>
            </a:xfrm>
            <a:custGeom>
              <a:avLst/>
              <a:gdLst/>
              <a:ahLst/>
              <a:cxnLst/>
              <a:rect l="l" t="t" r="r" b="b"/>
              <a:pathLst>
                <a:path w="5608" h="2797" extrusionOk="0">
                  <a:moveTo>
                    <a:pt x="2792" y="0"/>
                  </a:moveTo>
                  <a:cubicBezTo>
                    <a:pt x="2741" y="0"/>
                    <a:pt x="2694" y="8"/>
                    <a:pt x="2647" y="24"/>
                  </a:cubicBezTo>
                  <a:lnTo>
                    <a:pt x="0" y="1378"/>
                  </a:lnTo>
                  <a:lnTo>
                    <a:pt x="2804" y="2796"/>
                  </a:lnTo>
                  <a:lnTo>
                    <a:pt x="5608" y="1378"/>
                  </a:lnTo>
                  <a:lnTo>
                    <a:pt x="2962" y="24"/>
                  </a:lnTo>
                  <a:cubicBezTo>
                    <a:pt x="2899" y="8"/>
                    <a:pt x="2843" y="0"/>
                    <a:pt x="27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2" name="Google Shape;6672;p86"/>
          <p:cNvGrpSpPr/>
          <p:nvPr/>
        </p:nvGrpSpPr>
        <p:grpSpPr>
          <a:xfrm>
            <a:off x="1707478" y="1822547"/>
            <a:ext cx="354311" cy="355909"/>
            <a:chOff x="-49764975" y="3551225"/>
            <a:chExt cx="299300" cy="300650"/>
          </a:xfrm>
        </p:grpSpPr>
        <p:sp>
          <p:nvSpPr>
            <p:cNvPr id="6673" name="Google Shape;6673;p86"/>
            <p:cNvSpPr/>
            <p:nvPr/>
          </p:nvSpPr>
          <p:spPr>
            <a:xfrm>
              <a:off x="-4976497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40" y="725"/>
                  </a:lnTo>
                  <a:cubicBezTo>
                    <a:pt x="1260" y="725"/>
                    <a:pt x="1418" y="567"/>
                    <a:pt x="1418" y="378"/>
                  </a:cubicBezTo>
                  <a:cubicBezTo>
                    <a:pt x="1386" y="158"/>
                    <a:pt x="1197"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86"/>
            <p:cNvSpPr/>
            <p:nvPr/>
          </p:nvSpPr>
          <p:spPr>
            <a:xfrm>
              <a:off x="-49763400" y="3598250"/>
              <a:ext cx="31525" cy="29950"/>
            </a:xfrm>
            <a:custGeom>
              <a:avLst/>
              <a:gdLst/>
              <a:ahLst/>
              <a:cxnLst/>
              <a:rect l="l" t="t" r="r" b="b"/>
              <a:pathLst>
                <a:path w="1261" h="1198" extrusionOk="0">
                  <a:moveTo>
                    <a:pt x="390" y="0"/>
                  </a:moveTo>
                  <a:cubicBezTo>
                    <a:pt x="299" y="0"/>
                    <a:pt x="205" y="32"/>
                    <a:pt x="126" y="95"/>
                  </a:cubicBezTo>
                  <a:cubicBezTo>
                    <a:pt x="0" y="221"/>
                    <a:pt x="0" y="441"/>
                    <a:pt x="126" y="599"/>
                  </a:cubicBezTo>
                  <a:lnTo>
                    <a:pt x="630" y="1103"/>
                  </a:lnTo>
                  <a:cubicBezTo>
                    <a:pt x="693" y="1166"/>
                    <a:pt x="780" y="1197"/>
                    <a:pt x="870" y="1197"/>
                  </a:cubicBezTo>
                  <a:cubicBezTo>
                    <a:pt x="961" y="1197"/>
                    <a:pt x="1056" y="1166"/>
                    <a:pt x="1134" y="1103"/>
                  </a:cubicBezTo>
                  <a:cubicBezTo>
                    <a:pt x="1260" y="1008"/>
                    <a:pt x="1260" y="756"/>
                    <a:pt x="1134" y="599"/>
                  </a:cubicBezTo>
                  <a:lnTo>
                    <a:pt x="630" y="95"/>
                  </a:lnTo>
                  <a:cubicBezTo>
                    <a:pt x="567" y="32"/>
                    <a:pt x="481" y="0"/>
                    <a:pt x="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86"/>
            <p:cNvSpPr/>
            <p:nvPr/>
          </p:nvSpPr>
          <p:spPr>
            <a:xfrm>
              <a:off x="-49763400" y="3703975"/>
              <a:ext cx="31525" cy="30550"/>
            </a:xfrm>
            <a:custGeom>
              <a:avLst/>
              <a:gdLst/>
              <a:ahLst/>
              <a:cxnLst/>
              <a:rect l="l" t="t" r="r" b="b"/>
              <a:pathLst>
                <a:path w="1261" h="1222" extrusionOk="0">
                  <a:moveTo>
                    <a:pt x="882" y="1"/>
                  </a:moveTo>
                  <a:cubicBezTo>
                    <a:pt x="796" y="1"/>
                    <a:pt x="709" y="40"/>
                    <a:pt x="630" y="119"/>
                  </a:cubicBezTo>
                  <a:lnTo>
                    <a:pt x="126" y="623"/>
                  </a:lnTo>
                  <a:cubicBezTo>
                    <a:pt x="0" y="749"/>
                    <a:pt x="0" y="970"/>
                    <a:pt x="126" y="1127"/>
                  </a:cubicBezTo>
                  <a:cubicBezTo>
                    <a:pt x="189" y="1190"/>
                    <a:pt x="276" y="1222"/>
                    <a:pt x="366" y="1222"/>
                  </a:cubicBezTo>
                  <a:cubicBezTo>
                    <a:pt x="457" y="1222"/>
                    <a:pt x="551" y="1190"/>
                    <a:pt x="630" y="1127"/>
                  </a:cubicBezTo>
                  <a:lnTo>
                    <a:pt x="1134" y="623"/>
                  </a:lnTo>
                  <a:cubicBezTo>
                    <a:pt x="1260" y="497"/>
                    <a:pt x="1260" y="276"/>
                    <a:pt x="1134" y="119"/>
                  </a:cubicBezTo>
                  <a:cubicBezTo>
                    <a:pt x="1056" y="40"/>
                    <a:pt x="969" y="1"/>
                    <a:pt x="8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86"/>
            <p:cNvSpPr/>
            <p:nvPr/>
          </p:nvSpPr>
          <p:spPr>
            <a:xfrm>
              <a:off x="-4950112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86"/>
            <p:cNvSpPr/>
            <p:nvPr/>
          </p:nvSpPr>
          <p:spPr>
            <a:xfrm>
              <a:off x="-49499550" y="3598250"/>
              <a:ext cx="31525" cy="30550"/>
            </a:xfrm>
            <a:custGeom>
              <a:avLst/>
              <a:gdLst/>
              <a:ahLst/>
              <a:cxnLst/>
              <a:rect l="l" t="t" r="r" b="b"/>
              <a:pathLst>
                <a:path w="1261" h="1222" extrusionOk="0">
                  <a:moveTo>
                    <a:pt x="906" y="0"/>
                  </a:moveTo>
                  <a:cubicBezTo>
                    <a:pt x="812" y="0"/>
                    <a:pt x="709" y="32"/>
                    <a:pt x="630" y="95"/>
                  </a:cubicBezTo>
                  <a:lnTo>
                    <a:pt x="126" y="599"/>
                  </a:lnTo>
                  <a:cubicBezTo>
                    <a:pt x="0" y="725"/>
                    <a:pt x="0" y="945"/>
                    <a:pt x="126" y="1103"/>
                  </a:cubicBezTo>
                  <a:cubicBezTo>
                    <a:pt x="205" y="1182"/>
                    <a:pt x="292" y="1221"/>
                    <a:pt x="378" y="1221"/>
                  </a:cubicBezTo>
                  <a:cubicBezTo>
                    <a:pt x="465" y="1221"/>
                    <a:pt x="552" y="1182"/>
                    <a:pt x="630" y="1103"/>
                  </a:cubicBezTo>
                  <a:lnTo>
                    <a:pt x="1134" y="599"/>
                  </a:lnTo>
                  <a:cubicBezTo>
                    <a:pt x="1260" y="473"/>
                    <a:pt x="1260" y="252"/>
                    <a:pt x="1134" y="95"/>
                  </a:cubicBezTo>
                  <a:cubicBezTo>
                    <a:pt x="1087" y="32"/>
                    <a:pt x="1001" y="0"/>
                    <a:pt x="9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86"/>
            <p:cNvSpPr/>
            <p:nvPr/>
          </p:nvSpPr>
          <p:spPr>
            <a:xfrm>
              <a:off x="-49499550" y="3704575"/>
              <a:ext cx="31525" cy="29950"/>
            </a:xfrm>
            <a:custGeom>
              <a:avLst/>
              <a:gdLst/>
              <a:ahLst/>
              <a:cxnLst/>
              <a:rect l="l" t="t" r="r" b="b"/>
              <a:pathLst>
                <a:path w="1261" h="1198" extrusionOk="0">
                  <a:moveTo>
                    <a:pt x="390" y="0"/>
                  </a:moveTo>
                  <a:cubicBezTo>
                    <a:pt x="300" y="0"/>
                    <a:pt x="205" y="32"/>
                    <a:pt x="126" y="95"/>
                  </a:cubicBezTo>
                  <a:cubicBezTo>
                    <a:pt x="0" y="221"/>
                    <a:pt x="0" y="441"/>
                    <a:pt x="126" y="599"/>
                  </a:cubicBezTo>
                  <a:lnTo>
                    <a:pt x="630" y="1103"/>
                  </a:lnTo>
                  <a:cubicBezTo>
                    <a:pt x="693" y="1166"/>
                    <a:pt x="780" y="1198"/>
                    <a:pt x="871" y="1198"/>
                  </a:cubicBezTo>
                  <a:cubicBezTo>
                    <a:pt x="961" y="1198"/>
                    <a:pt x="1056" y="1166"/>
                    <a:pt x="1134" y="1103"/>
                  </a:cubicBezTo>
                  <a:cubicBezTo>
                    <a:pt x="1260" y="1009"/>
                    <a:pt x="1260" y="757"/>
                    <a:pt x="1134" y="599"/>
                  </a:cubicBezTo>
                  <a:lnTo>
                    <a:pt x="630" y="95"/>
                  </a:lnTo>
                  <a:cubicBezTo>
                    <a:pt x="567" y="32"/>
                    <a:pt x="481" y="0"/>
                    <a:pt x="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86"/>
            <p:cNvSpPr/>
            <p:nvPr/>
          </p:nvSpPr>
          <p:spPr>
            <a:xfrm>
              <a:off x="-49725600" y="3551225"/>
              <a:ext cx="215050" cy="210875"/>
            </a:xfrm>
            <a:custGeom>
              <a:avLst/>
              <a:gdLst/>
              <a:ahLst/>
              <a:cxnLst/>
              <a:rect l="l" t="t" r="r" b="b"/>
              <a:pathLst>
                <a:path w="8602" h="8435" extrusionOk="0">
                  <a:moveTo>
                    <a:pt x="4354" y="0"/>
                  </a:moveTo>
                  <a:cubicBezTo>
                    <a:pt x="4070" y="0"/>
                    <a:pt x="3783" y="28"/>
                    <a:pt x="3497" y="86"/>
                  </a:cubicBezTo>
                  <a:cubicBezTo>
                    <a:pt x="1922" y="401"/>
                    <a:pt x="630" y="1724"/>
                    <a:pt x="252" y="3299"/>
                  </a:cubicBezTo>
                  <a:cubicBezTo>
                    <a:pt x="0" y="4654"/>
                    <a:pt x="347" y="6040"/>
                    <a:pt x="1261" y="7017"/>
                  </a:cubicBezTo>
                  <a:cubicBezTo>
                    <a:pt x="1607" y="7395"/>
                    <a:pt x="1828" y="7930"/>
                    <a:pt x="1922" y="8434"/>
                  </a:cubicBezTo>
                  <a:lnTo>
                    <a:pt x="3025" y="8434"/>
                  </a:lnTo>
                  <a:lnTo>
                    <a:pt x="3025" y="5284"/>
                  </a:lnTo>
                  <a:cubicBezTo>
                    <a:pt x="3025" y="5158"/>
                    <a:pt x="4064" y="3141"/>
                    <a:pt x="4127" y="3047"/>
                  </a:cubicBezTo>
                  <a:cubicBezTo>
                    <a:pt x="4190" y="2921"/>
                    <a:pt x="4317" y="2858"/>
                    <a:pt x="4443" y="2858"/>
                  </a:cubicBezTo>
                  <a:cubicBezTo>
                    <a:pt x="4569" y="2858"/>
                    <a:pt x="4695" y="2921"/>
                    <a:pt x="4758" y="3047"/>
                  </a:cubicBezTo>
                  <a:cubicBezTo>
                    <a:pt x="4852" y="3141"/>
                    <a:pt x="5860" y="5158"/>
                    <a:pt x="5860" y="5284"/>
                  </a:cubicBezTo>
                  <a:lnTo>
                    <a:pt x="5860" y="8434"/>
                  </a:lnTo>
                  <a:lnTo>
                    <a:pt x="6963" y="8434"/>
                  </a:lnTo>
                  <a:cubicBezTo>
                    <a:pt x="7057" y="7930"/>
                    <a:pt x="7278" y="7395"/>
                    <a:pt x="7625" y="6985"/>
                  </a:cubicBezTo>
                  <a:cubicBezTo>
                    <a:pt x="8255" y="6260"/>
                    <a:pt x="8601" y="5284"/>
                    <a:pt x="8601" y="4244"/>
                  </a:cubicBezTo>
                  <a:cubicBezTo>
                    <a:pt x="8601" y="2984"/>
                    <a:pt x="8066" y="1787"/>
                    <a:pt x="7026" y="936"/>
                  </a:cubicBezTo>
                  <a:cubicBezTo>
                    <a:pt x="6270" y="327"/>
                    <a:pt x="5327" y="0"/>
                    <a:pt x="43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86"/>
            <p:cNvSpPr/>
            <p:nvPr/>
          </p:nvSpPr>
          <p:spPr>
            <a:xfrm>
              <a:off x="-49633450" y="3697475"/>
              <a:ext cx="35475" cy="65400"/>
            </a:xfrm>
            <a:custGeom>
              <a:avLst/>
              <a:gdLst/>
              <a:ahLst/>
              <a:cxnLst/>
              <a:rect l="l" t="t" r="r" b="b"/>
              <a:pathLst>
                <a:path w="1419" h="2616" extrusionOk="0">
                  <a:moveTo>
                    <a:pt x="0" y="1"/>
                  </a:moveTo>
                  <a:lnTo>
                    <a:pt x="0" y="2616"/>
                  </a:lnTo>
                  <a:lnTo>
                    <a:pt x="1418" y="2616"/>
                  </a:lnTo>
                  <a:lnTo>
                    <a:pt x="1418" y="1"/>
                  </a:lnTo>
                  <a:cubicBezTo>
                    <a:pt x="1198" y="95"/>
                    <a:pt x="946" y="127"/>
                    <a:pt x="725" y="127"/>
                  </a:cubicBezTo>
                  <a:cubicBezTo>
                    <a:pt x="473" y="127"/>
                    <a:pt x="252" y="95"/>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86"/>
            <p:cNvSpPr/>
            <p:nvPr/>
          </p:nvSpPr>
          <p:spPr>
            <a:xfrm>
              <a:off x="-49676775" y="3780975"/>
              <a:ext cx="123675" cy="34675"/>
            </a:xfrm>
            <a:custGeom>
              <a:avLst/>
              <a:gdLst/>
              <a:ahLst/>
              <a:cxnLst/>
              <a:rect l="l" t="t" r="r" b="b"/>
              <a:pathLst>
                <a:path w="4947" h="1387" extrusionOk="0">
                  <a:moveTo>
                    <a:pt x="1" y="0"/>
                  </a:moveTo>
                  <a:lnTo>
                    <a:pt x="1" y="347"/>
                  </a:lnTo>
                  <a:cubicBezTo>
                    <a:pt x="1" y="946"/>
                    <a:pt x="473" y="1387"/>
                    <a:pt x="1072" y="1387"/>
                  </a:cubicBezTo>
                  <a:lnTo>
                    <a:pt x="3876" y="1387"/>
                  </a:lnTo>
                  <a:cubicBezTo>
                    <a:pt x="4474" y="1387"/>
                    <a:pt x="4947" y="946"/>
                    <a:pt x="4947" y="347"/>
                  </a:cubicBezTo>
                  <a:lnTo>
                    <a:pt x="49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86"/>
            <p:cNvSpPr/>
            <p:nvPr/>
          </p:nvSpPr>
          <p:spPr>
            <a:xfrm>
              <a:off x="-49630300" y="3651800"/>
              <a:ext cx="29150" cy="31325"/>
            </a:xfrm>
            <a:custGeom>
              <a:avLst/>
              <a:gdLst/>
              <a:ahLst/>
              <a:cxnLst/>
              <a:rect l="l" t="t" r="r" b="b"/>
              <a:pathLst>
                <a:path w="1166" h="1253" extrusionOk="0">
                  <a:moveTo>
                    <a:pt x="599" y="1"/>
                  </a:moveTo>
                  <a:lnTo>
                    <a:pt x="0" y="1135"/>
                  </a:lnTo>
                  <a:cubicBezTo>
                    <a:pt x="189" y="1214"/>
                    <a:pt x="386" y="1253"/>
                    <a:pt x="583" y="1253"/>
                  </a:cubicBezTo>
                  <a:cubicBezTo>
                    <a:pt x="780" y="1253"/>
                    <a:pt x="977" y="1214"/>
                    <a:pt x="1166" y="1135"/>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86"/>
            <p:cNvSpPr/>
            <p:nvPr/>
          </p:nvSpPr>
          <p:spPr>
            <a:xfrm>
              <a:off x="-49657875" y="3833750"/>
              <a:ext cx="85100" cy="18125"/>
            </a:xfrm>
            <a:custGeom>
              <a:avLst/>
              <a:gdLst/>
              <a:ahLst/>
              <a:cxnLst/>
              <a:rect l="l" t="t" r="r" b="b"/>
              <a:pathLst>
                <a:path w="3404" h="725" extrusionOk="0">
                  <a:moveTo>
                    <a:pt x="1" y="0"/>
                  </a:moveTo>
                  <a:cubicBezTo>
                    <a:pt x="158" y="410"/>
                    <a:pt x="536" y="725"/>
                    <a:pt x="977" y="725"/>
                  </a:cubicBezTo>
                  <a:lnTo>
                    <a:pt x="2395" y="725"/>
                  </a:lnTo>
                  <a:cubicBezTo>
                    <a:pt x="2868" y="725"/>
                    <a:pt x="3246" y="410"/>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4" name="Google Shape;6684;p86"/>
          <p:cNvGrpSpPr/>
          <p:nvPr/>
        </p:nvGrpSpPr>
        <p:grpSpPr>
          <a:xfrm>
            <a:off x="1705140" y="2259310"/>
            <a:ext cx="358987" cy="355525"/>
            <a:chOff x="-49766550" y="3920175"/>
            <a:chExt cx="303250" cy="300325"/>
          </a:xfrm>
        </p:grpSpPr>
        <p:sp>
          <p:nvSpPr>
            <p:cNvPr id="6685" name="Google Shape;6685;p86"/>
            <p:cNvSpPr/>
            <p:nvPr/>
          </p:nvSpPr>
          <p:spPr>
            <a:xfrm>
              <a:off x="-49764975" y="3920175"/>
              <a:ext cx="228425" cy="89225"/>
            </a:xfrm>
            <a:custGeom>
              <a:avLst/>
              <a:gdLst/>
              <a:ahLst/>
              <a:cxnLst/>
              <a:rect l="l" t="t" r="r" b="b"/>
              <a:pathLst>
                <a:path w="9137" h="3569" extrusionOk="0">
                  <a:moveTo>
                    <a:pt x="4568" y="1"/>
                  </a:moveTo>
                  <a:cubicBezTo>
                    <a:pt x="2284" y="1"/>
                    <a:pt x="0" y="592"/>
                    <a:pt x="0" y="1773"/>
                  </a:cubicBezTo>
                  <a:cubicBezTo>
                    <a:pt x="0" y="2970"/>
                    <a:pt x="2300" y="3569"/>
                    <a:pt x="4568" y="3569"/>
                  </a:cubicBezTo>
                  <a:cubicBezTo>
                    <a:pt x="6837" y="3569"/>
                    <a:pt x="9137" y="2970"/>
                    <a:pt x="9137" y="1773"/>
                  </a:cubicBezTo>
                  <a:cubicBezTo>
                    <a:pt x="9137" y="592"/>
                    <a:pt x="6852" y="1"/>
                    <a:pt x="4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86"/>
            <p:cNvSpPr/>
            <p:nvPr/>
          </p:nvSpPr>
          <p:spPr>
            <a:xfrm>
              <a:off x="-49764975" y="3998350"/>
              <a:ext cx="141775" cy="115800"/>
            </a:xfrm>
            <a:custGeom>
              <a:avLst/>
              <a:gdLst/>
              <a:ahLst/>
              <a:cxnLst/>
              <a:rect l="l" t="t" r="r" b="b"/>
              <a:pathLst>
                <a:path w="5671" h="4632" extrusionOk="0">
                  <a:moveTo>
                    <a:pt x="0" y="1"/>
                  </a:moveTo>
                  <a:lnTo>
                    <a:pt x="0" y="3939"/>
                  </a:lnTo>
                  <a:cubicBezTo>
                    <a:pt x="0" y="4317"/>
                    <a:pt x="315" y="4632"/>
                    <a:pt x="693" y="4632"/>
                  </a:cubicBezTo>
                  <a:cubicBezTo>
                    <a:pt x="1103" y="4632"/>
                    <a:pt x="1418" y="4317"/>
                    <a:pt x="1418" y="3939"/>
                  </a:cubicBezTo>
                  <a:lnTo>
                    <a:pt x="1418" y="2868"/>
                  </a:lnTo>
                  <a:cubicBezTo>
                    <a:pt x="1418" y="2269"/>
                    <a:pt x="1890" y="1796"/>
                    <a:pt x="2457" y="1796"/>
                  </a:cubicBezTo>
                  <a:cubicBezTo>
                    <a:pt x="3056" y="1796"/>
                    <a:pt x="3529" y="2269"/>
                    <a:pt x="3529" y="2868"/>
                  </a:cubicBezTo>
                  <a:lnTo>
                    <a:pt x="3529" y="3592"/>
                  </a:lnTo>
                  <a:cubicBezTo>
                    <a:pt x="3529" y="3781"/>
                    <a:pt x="3686" y="3939"/>
                    <a:pt x="3875" y="3939"/>
                  </a:cubicBezTo>
                  <a:cubicBezTo>
                    <a:pt x="4096" y="3939"/>
                    <a:pt x="4253" y="3781"/>
                    <a:pt x="4253" y="3592"/>
                  </a:cubicBezTo>
                  <a:lnTo>
                    <a:pt x="4253" y="2868"/>
                  </a:lnTo>
                  <a:cubicBezTo>
                    <a:pt x="4253" y="2427"/>
                    <a:pt x="4568" y="1954"/>
                    <a:pt x="5041" y="1828"/>
                  </a:cubicBezTo>
                  <a:cubicBezTo>
                    <a:pt x="5104" y="1796"/>
                    <a:pt x="5198" y="1796"/>
                    <a:pt x="5293" y="1796"/>
                  </a:cubicBezTo>
                  <a:cubicBezTo>
                    <a:pt x="5513" y="1796"/>
                    <a:pt x="5671" y="1639"/>
                    <a:pt x="5671" y="1450"/>
                  </a:cubicBezTo>
                  <a:lnTo>
                    <a:pt x="5671" y="1040"/>
                  </a:lnTo>
                  <a:cubicBezTo>
                    <a:pt x="5293" y="1103"/>
                    <a:pt x="4946" y="1103"/>
                    <a:pt x="4600" y="1103"/>
                  </a:cubicBezTo>
                  <a:cubicBezTo>
                    <a:pt x="2899" y="1103"/>
                    <a:pt x="1008" y="78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86"/>
            <p:cNvSpPr/>
            <p:nvPr/>
          </p:nvSpPr>
          <p:spPr>
            <a:xfrm>
              <a:off x="-49627150" y="3996000"/>
              <a:ext cx="163850" cy="148100"/>
            </a:xfrm>
            <a:custGeom>
              <a:avLst/>
              <a:gdLst/>
              <a:ahLst/>
              <a:cxnLst/>
              <a:rect l="l" t="t" r="r" b="b"/>
              <a:pathLst>
                <a:path w="6554" h="5924" extrusionOk="0">
                  <a:moveTo>
                    <a:pt x="3655" y="725"/>
                  </a:moveTo>
                  <a:cubicBezTo>
                    <a:pt x="4348" y="1040"/>
                    <a:pt x="5041" y="1544"/>
                    <a:pt x="5451" y="2206"/>
                  </a:cubicBezTo>
                  <a:cubicBezTo>
                    <a:pt x="5766" y="2678"/>
                    <a:pt x="5860" y="3308"/>
                    <a:pt x="5671" y="3875"/>
                  </a:cubicBezTo>
                  <a:cubicBezTo>
                    <a:pt x="5451" y="4411"/>
                    <a:pt x="5041" y="4852"/>
                    <a:pt x="4443" y="5041"/>
                  </a:cubicBezTo>
                  <a:cubicBezTo>
                    <a:pt x="4171" y="5132"/>
                    <a:pt x="3899" y="5193"/>
                    <a:pt x="3655" y="5198"/>
                  </a:cubicBezTo>
                  <a:lnTo>
                    <a:pt x="3655" y="5198"/>
                  </a:lnTo>
                  <a:lnTo>
                    <a:pt x="3655" y="725"/>
                  </a:lnTo>
                  <a:close/>
                  <a:moveTo>
                    <a:pt x="3718" y="0"/>
                  </a:moveTo>
                  <a:cubicBezTo>
                    <a:pt x="3088" y="599"/>
                    <a:pt x="1985" y="914"/>
                    <a:pt x="820" y="1071"/>
                  </a:cubicBezTo>
                  <a:lnTo>
                    <a:pt x="820" y="1544"/>
                  </a:lnTo>
                  <a:cubicBezTo>
                    <a:pt x="820" y="2048"/>
                    <a:pt x="473" y="2489"/>
                    <a:pt x="0" y="2584"/>
                  </a:cubicBezTo>
                  <a:lnTo>
                    <a:pt x="1009" y="3938"/>
                  </a:lnTo>
                  <a:cubicBezTo>
                    <a:pt x="1619" y="4793"/>
                    <a:pt x="2554" y="5263"/>
                    <a:pt x="3557" y="5263"/>
                  </a:cubicBezTo>
                  <a:cubicBezTo>
                    <a:pt x="3579" y="5263"/>
                    <a:pt x="3601" y="5263"/>
                    <a:pt x="3624" y="5262"/>
                  </a:cubicBezTo>
                  <a:lnTo>
                    <a:pt x="3624" y="5262"/>
                  </a:lnTo>
                  <a:lnTo>
                    <a:pt x="3624" y="5923"/>
                  </a:lnTo>
                  <a:cubicBezTo>
                    <a:pt x="3970" y="5923"/>
                    <a:pt x="4317" y="5829"/>
                    <a:pt x="4632" y="5734"/>
                  </a:cubicBezTo>
                  <a:cubicBezTo>
                    <a:pt x="5419" y="5451"/>
                    <a:pt x="6018" y="4852"/>
                    <a:pt x="6301" y="4096"/>
                  </a:cubicBezTo>
                  <a:cubicBezTo>
                    <a:pt x="6553" y="3371"/>
                    <a:pt x="6459" y="2521"/>
                    <a:pt x="6018" y="1859"/>
                  </a:cubicBezTo>
                  <a:cubicBezTo>
                    <a:pt x="5451" y="1040"/>
                    <a:pt x="4632" y="410"/>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86"/>
            <p:cNvSpPr/>
            <p:nvPr/>
          </p:nvSpPr>
          <p:spPr>
            <a:xfrm>
              <a:off x="-49766550" y="4061375"/>
              <a:ext cx="230000" cy="159125"/>
            </a:xfrm>
            <a:custGeom>
              <a:avLst/>
              <a:gdLst/>
              <a:ahLst/>
              <a:cxnLst/>
              <a:rect l="l" t="t" r="r" b="b"/>
              <a:pathLst>
                <a:path w="9200" h="6365" extrusionOk="0">
                  <a:moveTo>
                    <a:pt x="2489" y="0"/>
                  </a:moveTo>
                  <a:cubicBezTo>
                    <a:pt x="2300" y="0"/>
                    <a:pt x="2142" y="158"/>
                    <a:pt x="2142" y="347"/>
                  </a:cubicBezTo>
                  <a:lnTo>
                    <a:pt x="2142" y="1418"/>
                  </a:lnTo>
                  <a:cubicBezTo>
                    <a:pt x="2142" y="2205"/>
                    <a:pt x="1481" y="2836"/>
                    <a:pt x="725" y="2836"/>
                  </a:cubicBezTo>
                  <a:cubicBezTo>
                    <a:pt x="441" y="2836"/>
                    <a:pt x="221" y="2741"/>
                    <a:pt x="0" y="2647"/>
                  </a:cubicBezTo>
                  <a:lnTo>
                    <a:pt x="0" y="4600"/>
                  </a:lnTo>
                  <a:cubicBezTo>
                    <a:pt x="0" y="5734"/>
                    <a:pt x="2331" y="6364"/>
                    <a:pt x="4631" y="6364"/>
                  </a:cubicBezTo>
                  <a:cubicBezTo>
                    <a:pt x="6900" y="6364"/>
                    <a:pt x="9200" y="5797"/>
                    <a:pt x="9200" y="4600"/>
                  </a:cubicBezTo>
                  <a:lnTo>
                    <a:pt x="9200" y="3340"/>
                  </a:lnTo>
                  <a:cubicBezTo>
                    <a:pt x="9121" y="3353"/>
                    <a:pt x="9033" y="3360"/>
                    <a:pt x="8938" y="3360"/>
                  </a:cubicBezTo>
                  <a:cubicBezTo>
                    <a:pt x="8153" y="3360"/>
                    <a:pt x="6857" y="2888"/>
                    <a:pt x="5986" y="1764"/>
                  </a:cubicBezTo>
                  <a:lnTo>
                    <a:pt x="4978" y="378"/>
                  </a:lnTo>
                  <a:lnTo>
                    <a:pt x="4978" y="1071"/>
                  </a:lnTo>
                  <a:cubicBezTo>
                    <a:pt x="4978" y="1638"/>
                    <a:pt x="4505" y="2111"/>
                    <a:pt x="3907" y="2111"/>
                  </a:cubicBezTo>
                  <a:cubicBezTo>
                    <a:pt x="3308" y="2111"/>
                    <a:pt x="2836" y="1638"/>
                    <a:pt x="2836" y="1071"/>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9" name="Google Shape;6689;p86"/>
          <p:cNvGrpSpPr/>
          <p:nvPr/>
        </p:nvGrpSpPr>
        <p:grpSpPr>
          <a:xfrm>
            <a:off x="3920671" y="1407358"/>
            <a:ext cx="357123" cy="354341"/>
            <a:chOff x="-47892800" y="3200500"/>
            <a:chExt cx="301675" cy="299325"/>
          </a:xfrm>
        </p:grpSpPr>
        <p:sp>
          <p:nvSpPr>
            <p:cNvPr id="6690" name="Google Shape;6690;p86"/>
            <p:cNvSpPr/>
            <p:nvPr/>
          </p:nvSpPr>
          <p:spPr>
            <a:xfrm>
              <a:off x="-47892800" y="3200500"/>
              <a:ext cx="301675" cy="177225"/>
            </a:xfrm>
            <a:custGeom>
              <a:avLst/>
              <a:gdLst/>
              <a:ahLst/>
              <a:cxnLst/>
              <a:rect l="l" t="t" r="r" b="b"/>
              <a:pathLst>
                <a:path w="12067" h="7089" extrusionOk="0">
                  <a:moveTo>
                    <a:pt x="347" y="0"/>
                  </a:moveTo>
                  <a:cubicBezTo>
                    <a:pt x="158" y="0"/>
                    <a:pt x="0" y="158"/>
                    <a:pt x="0" y="378"/>
                  </a:cubicBezTo>
                  <a:lnTo>
                    <a:pt x="0" y="1796"/>
                  </a:lnTo>
                  <a:cubicBezTo>
                    <a:pt x="0" y="1985"/>
                    <a:pt x="158" y="2143"/>
                    <a:pt x="347" y="2143"/>
                  </a:cubicBezTo>
                  <a:lnTo>
                    <a:pt x="1765" y="2143"/>
                  </a:lnTo>
                  <a:cubicBezTo>
                    <a:pt x="1985" y="2143"/>
                    <a:pt x="2143" y="1985"/>
                    <a:pt x="2143" y="1796"/>
                  </a:cubicBezTo>
                  <a:lnTo>
                    <a:pt x="2143" y="1418"/>
                  </a:lnTo>
                  <a:lnTo>
                    <a:pt x="5010" y="1418"/>
                  </a:lnTo>
                  <a:cubicBezTo>
                    <a:pt x="4915" y="1576"/>
                    <a:pt x="3277" y="4506"/>
                    <a:pt x="3182" y="4663"/>
                  </a:cubicBezTo>
                  <a:lnTo>
                    <a:pt x="4821" y="7089"/>
                  </a:lnTo>
                  <a:lnTo>
                    <a:pt x="5671" y="7089"/>
                  </a:lnTo>
                  <a:lnTo>
                    <a:pt x="5671" y="5577"/>
                  </a:lnTo>
                  <a:cubicBezTo>
                    <a:pt x="5293" y="5419"/>
                    <a:pt x="4978" y="5010"/>
                    <a:pt x="4978" y="4569"/>
                  </a:cubicBezTo>
                  <a:cubicBezTo>
                    <a:pt x="4978" y="4001"/>
                    <a:pt x="5451" y="3529"/>
                    <a:pt x="6018" y="3529"/>
                  </a:cubicBezTo>
                  <a:cubicBezTo>
                    <a:pt x="6616" y="3529"/>
                    <a:pt x="7089" y="4001"/>
                    <a:pt x="7089" y="4569"/>
                  </a:cubicBezTo>
                  <a:cubicBezTo>
                    <a:pt x="7089" y="5041"/>
                    <a:pt x="6805" y="5419"/>
                    <a:pt x="6396" y="5577"/>
                  </a:cubicBezTo>
                  <a:lnTo>
                    <a:pt x="6396" y="7026"/>
                  </a:lnTo>
                  <a:lnTo>
                    <a:pt x="7247" y="7026"/>
                  </a:lnTo>
                  <a:lnTo>
                    <a:pt x="8853" y="4569"/>
                  </a:lnTo>
                  <a:cubicBezTo>
                    <a:pt x="8790" y="4411"/>
                    <a:pt x="7120" y="1513"/>
                    <a:pt x="7057" y="1355"/>
                  </a:cubicBezTo>
                  <a:lnTo>
                    <a:pt x="9924" y="1355"/>
                  </a:lnTo>
                  <a:lnTo>
                    <a:pt x="9924" y="1702"/>
                  </a:lnTo>
                  <a:cubicBezTo>
                    <a:pt x="9924" y="1891"/>
                    <a:pt x="10082" y="2048"/>
                    <a:pt x="10271" y="2048"/>
                  </a:cubicBezTo>
                  <a:lnTo>
                    <a:pt x="11689" y="2048"/>
                  </a:lnTo>
                  <a:cubicBezTo>
                    <a:pt x="11909" y="2048"/>
                    <a:pt x="12067" y="1891"/>
                    <a:pt x="12067" y="1702"/>
                  </a:cubicBezTo>
                  <a:lnTo>
                    <a:pt x="12067" y="284"/>
                  </a:lnTo>
                  <a:cubicBezTo>
                    <a:pt x="12004" y="158"/>
                    <a:pt x="11846" y="0"/>
                    <a:pt x="11657" y="0"/>
                  </a:cubicBezTo>
                  <a:lnTo>
                    <a:pt x="10239" y="0"/>
                  </a:lnTo>
                  <a:cubicBezTo>
                    <a:pt x="10050" y="0"/>
                    <a:pt x="9893" y="158"/>
                    <a:pt x="9893" y="378"/>
                  </a:cubicBezTo>
                  <a:lnTo>
                    <a:pt x="9893" y="725"/>
                  </a:lnTo>
                  <a:lnTo>
                    <a:pt x="6616" y="725"/>
                  </a:lnTo>
                  <a:lnTo>
                    <a:pt x="6301" y="221"/>
                  </a:lnTo>
                  <a:cubicBezTo>
                    <a:pt x="6238" y="95"/>
                    <a:pt x="6120" y="32"/>
                    <a:pt x="6002" y="32"/>
                  </a:cubicBezTo>
                  <a:cubicBezTo>
                    <a:pt x="5884" y="32"/>
                    <a:pt x="5766" y="95"/>
                    <a:pt x="5703" y="221"/>
                  </a:cubicBezTo>
                  <a:lnTo>
                    <a:pt x="5388" y="725"/>
                  </a:lnTo>
                  <a:lnTo>
                    <a:pt x="2143" y="725"/>
                  </a:lnTo>
                  <a:lnTo>
                    <a:pt x="2143" y="378"/>
                  </a:lnTo>
                  <a:cubicBezTo>
                    <a:pt x="2143" y="158"/>
                    <a:pt x="1985"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86"/>
            <p:cNvSpPr/>
            <p:nvPr/>
          </p:nvSpPr>
          <p:spPr>
            <a:xfrm>
              <a:off x="-47751825" y="3306025"/>
              <a:ext cx="17350" cy="18150"/>
            </a:xfrm>
            <a:custGeom>
              <a:avLst/>
              <a:gdLst/>
              <a:ahLst/>
              <a:cxnLst/>
              <a:rect l="l" t="t" r="r" b="b"/>
              <a:pathLst>
                <a:path w="694" h="726" extrusionOk="0">
                  <a:moveTo>
                    <a:pt x="347" y="1"/>
                  </a:moveTo>
                  <a:cubicBezTo>
                    <a:pt x="158" y="1"/>
                    <a:pt x="1" y="159"/>
                    <a:pt x="1" y="348"/>
                  </a:cubicBezTo>
                  <a:cubicBezTo>
                    <a:pt x="1" y="568"/>
                    <a:pt x="158" y="726"/>
                    <a:pt x="347" y="726"/>
                  </a:cubicBezTo>
                  <a:cubicBezTo>
                    <a:pt x="536" y="726"/>
                    <a:pt x="694" y="568"/>
                    <a:pt x="694" y="348"/>
                  </a:cubicBez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86"/>
            <p:cNvSpPr/>
            <p:nvPr/>
          </p:nvSpPr>
          <p:spPr>
            <a:xfrm>
              <a:off x="-47786475" y="3395050"/>
              <a:ext cx="87450" cy="17350"/>
            </a:xfrm>
            <a:custGeom>
              <a:avLst/>
              <a:gdLst/>
              <a:ahLst/>
              <a:cxnLst/>
              <a:rect l="l" t="t" r="r" b="b"/>
              <a:pathLst>
                <a:path w="3498" h="694" extrusionOk="0">
                  <a:moveTo>
                    <a:pt x="347" y="0"/>
                  </a:moveTo>
                  <a:cubicBezTo>
                    <a:pt x="158" y="0"/>
                    <a:pt x="1" y="158"/>
                    <a:pt x="1" y="347"/>
                  </a:cubicBezTo>
                  <a:lnTo>
                    <a:pt x="1" y="693"/>
                  </a:lnTo>
                  <a:lnTo>
                    <a:pt x="3498" y="693"/>
                  </a:lnTo>
                  <a:lnTo>
                    <a:pt x="3498" y="347"/>
                  </a:lnTo>
                  <a:cubicBezTo>
                    <a:pt x="3498" y="158"/>
                    <a:pt x="3372"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86"/>
            <p:cNvSpPr/>
            <p:nvPr/>
          </p:nvSpPr>
          <p:spPr>
            <a:xfrm>
              <a:off x="-47692750" y="3271375"/>
              <a:ext cx="101625" cy="140225"/>
            </a:xfrm>
            <a:custGeom>
              <a:avLst/>
              <a:gdLst/>
              <a:ahLst/>
              <a:cxnLst/>
              <a:rect l="l" t="t" r="r" b="b"/>
              <a:pathLst>
                <a:path w="4065" h="5609" extrusionOk="0">
                  <a:moveTo>
                    <a:pt x="631" y="1"/>
                  </a:moveTo>
                  <a:lnTo>
                    <a:pt x="1576" y="1639"/>
                  </a:lnTo>
                  <a:cubicBezTo>
                    <a:pt x="1639" y="1734"/>
                    <a:pt x="1639" y="1891"/>
                    <a:pt x="1576" y="1986"/>
                  </a:cubicBezTo>
                  <a:lnTo>
                    <a:pt x="1" y="4348"/>
                  </a:lnTo>
                  <a:cubicBezTo>
                    <a:pt x="316" y="4537"/>
                    <a:pt x="505" y="4853"/>
                    <a:pt x="505" y="5262"/>
                  </a:cubicBezTo>
                  <a:lnTo>
                    <a:pt x="505" y="5609"/>
                  </a:lnTo>
                  <a:lnTo>
                    <a:pt x="4065" y="5609"/>
                  </a:lnTo>
                  <a:lnTo>
                    <a:pt x="4065" y="1040"/>
                  </a:lnTo>
                  <a:cubicBezTo>
                    <a:pt x="4002" y="473"/>
                    <a:pt x="3561" y="1"/>
                    <a:pt x="29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86"/>
            <p:cNvSpPr/>
            <p:nvPr/>
          </p:nvSpPr>
          <p:spPr>
            <a:xfrm>
              <a:off x="-47891225" y="3272950"/>
              <a:ext cx="100050" cy="140225"/>
            </a:xfrm>
            <a:custGeom>
              <a:avLst/>
              <a:gdLst/>
              <a:ahLst/>
              <a:cxnLst/>
              <a:rect l="l" t="t" r="r" b="b"/>
              <a:pathLst>
                <a:path w="4002" h="5609" extrusionOk="0">
                  <a:moveTo>
                    <a:pt x="1040" y="1"/>
                  </a:moveTo>
                  <a:cubicBezTo>
                    <a:pt x="473" y="1"/>
                    <a:pt x="0" y="442"/>
                    <a:pt x="0" y="1040"/>
                  </a:cubicBezTo>
                  <a:lnTo>
                    <a:pt x="0" y="5609"/>
                  </a:lnTo>
                  <a:lnTo>
                    <a:pt x="3529" y="5609"/>
                  </a:lnTo>
                  <a:lnTo>
                    <a:pt x="3529" y="5231"/>
                  </a:lnTo>
                  <a:lnTo>
                    <a:pt x="3497" y="5231"/>
                  </a:lnTo>
                  <a:cubicBezTo>
                    <a:pt x="3497" y="4821"/>
                    <a:pt x="3686" y="4506"/>
                    <a:pt x="4002" y="4317"/>
                  </a:cubicBezTo>
                  <a:lnTo>
                    <a:pt x="2426" y="1954"/>
                  </a:lnTo>
                  <a:cubicBezTo>
                    <a:pt x="2363" y="1828"/>
                    <a:pt x="2363" y="1734"/>
                    <a:pt x="2426" y="1608"/>
                  </a:cubicBezTo>
                  <a:lnTo>
                    <a:pt x="33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86"/>
            <p:cNvSpPr/>
            <p:nvPr/>
          </p:nvSpPr>
          <p:spPr>
            <a:xfrm>
              <a:off x="-47892800" y="3428900"/>
              <a:ext cx="300100" cy="70925"/>
            </a:xfrm>
            <a:custGeom>
              <a:avLst/>
              <a:gdLst/>
              <a:ahLst/>
              <a:cxnLst/>
              <a:rect l="l" t="t" r="r" b="b"/>
              <a:pathLst>
                <a:path w="12004" h="2837" extrusionOk="0">
                  <a:moveTo>
                    <a:pt x="0" y="1"/>
                  </a:moveTo>
                  <a:lnTo>
                    <a:pt x="0" y="379"/>
                  </a:lnTo>
                  <a:cubicBezTo>
                    <a:pt x="0" y="946"/>
                    <a:pt x="473" y="1418"/>
                    <a:pt x="1072" y="1418"/>
                  </a:cubicBezTo>
                  <a:lnTo>
                    <a:pt x="4978" y="1418"/>
                  </a:lnTo>
                  <a:lnTo>
                    <a:pt x="4978" y="2143"/>
                  </a:lnTo>
                  <a:lnTo>
                    <a:pt x="3907" y="2143"/>
                  </a:lnTo>
                  <a:cubicBezTo>
                    <a:pt x="3718" y="2143"/>
                    <a:pt x="3560" y="2301"/>
                    <a:pt x="3560" y="2490"/>
                  </a:cubicBezTo>
                  <a:cubicBezTo>
                    <a:pt x="3560" y="2679"/>
                    <a:pt x="3718" y="2836"/>
                    <a:pt x="3907" y="2836"/>
                  </a:cubicBezTo>
                  <a:lnTo>
                    <a:pt x="8129" y="2836"/>
                  </a:lnTo>
                  <a:cubicBezTo>
                    <a:pt x="8318" y="2836"/>
                    <a:pt x="8475" y="2679"/>
                    <a:pt x="8475" y="2490"/>
                  </a:cubicBezTo>
                  <a:cubicBezTo>
                    <a:pt x="8475" y="2301"/>
                    <a:pt x="8318" y="2143"/>
                    <a:pt x="8129" y="2143"/>
                  </a:cubicBezTo>
                  <a:lnTo>
                    <a:pt x="7057" y="2143"/>
                  </a:lnTo>
                  <a:lnTo>
                    <a:pt x="7057" y="1418"/>
                  </a:lnTo>
                  <a:lnTo>
                    <a:pt x="10964" y="1418"/>
                  </a:lnTo>
                  <a:cubicBezTo>
                    <a:pt x="11531" y="1418"/>
                    <a:pt x="12004" y="946"/>
                    <a:pt x="12004" y="379"/>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96" name="Google Shape;6696;p86"/>
          <p:cNvGrpSpPr/>
          <p:nvPr/>
        </p:nvGrpSpPr>
        <p:grpSpPr>
          <a:xfrm>
            <a:off x="3984537" y="1843707"/>
            <a:ext cx="229391" cy="355258"/>
            <a:chOff x="-47839250" y="3569100"/>
            <a:chExt cx="193775" cy="300100"/>
          </a:xfrm>
        </p:grpSpPr>
        <p:sp>
          <p:nvSpPr>
            <p:cNvPr id="6697" name="Google Shape;6697;p86"/>
            <p:cNvSpPr/>
            <p:nvPr/>
          </p:nvSpPr>
          <p:spPr>
            <a:xfrm>
              <a:off x="-47786475" y="3657325"/>
              <a:ext cx="51225" cy="51200"/>
            </a:xfrm>
            <a:custGeom>
              <a:avLst/>
              <a:gdLst/>
              <a:ahLst/>
              <a:cxnLst/>
              <a:rect l="l" t="t" r="r" b="b"/>
              <a:pathLst>
                <a:path w="2049" h="2048" extrusionOk="0">
                  <a:moveTo>
                    <a:pt x="1072" y="0"/>
                  </a:moveTo>
                  <a:cubicBezTo>
                    <a:pt x="473" y="0"/>
                    <a:pt x="1" y="473"/>
                    <a:pt x="1" y="1071"/>
                  </a:cubicBezTo>
                  <a:cubicBezTo>
                    <a:pt x="1" y="1544"/>
                    <a:pt x="284" y="1890"/>
                    <a:pt x="725" y="2048"/>
                  </a:cubicBezTo>
                  <a:lnTo>
                    <a:pt x="725" y="1071"/>
                  </a:lnTo>
                  <a:cubicBezTo>
                    <a:pt x="725" y="882"/>
                    <a:pt x="883" y="725"/>
                    <a:pt x="1072" y="725"/>
                  </a:cubicBezTo>
                  <a:lnTo>
                    <a:pt x="2048" y="725"/>
                  </a:lnTo>
                  <a:cubicBezTo>
                    <a:pt x="1891" y="315"/>
                    <a:pt x="1513"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86"/>
            <p:cNvSpPr/>
            <p:nvPr/>
          </p:nvSpPr>
          <p:spPr>
            <a:xfrm>
              <a:off x="-47751025" y="3692750"/>
              <a:ext cx="15775" cy="15775"/>
            </a:xfrm>
            <a:custGeom>
              <a:avLst/>
              <a:gdLst/>
              <a:ahLst/>
              <a:cxnLst/>
              <a:rect l="l" t="t" r="r" b="b"/>
              <a:pathLst>
                <a:path w="631" h="631" extrusionOk="0">
                  <a:moveTo>
                    <a:pt x="0" y="1"/>
                  </a:moveTo>
                  <a:lnTo>
                    <a:pt x="0" y="631"/>
                  </a:lnTo>
                  <a:cubicBezTo>
                    <a:pt x="315" y="536"/>
                    <a:pt x="504" y="284"/>
                    <a:pt x="6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86"/>
            <p:cNvSpPr/>
            <p:nvPr/>
          </p:nvSpPr>
          <p:spPr>
            <a:xfrm>
              <a:off x="-47838450" y="3569100"/>
              <a:ext cx="192975" cy="35475"/>
            </a:xfrm>
            <a:custGeom>
              <a:avLst/>
              <a:gdLst/>
              <a:ahLst/>
              <a:cxnLst/>
              <a:rect l="l" t="t" r="r" b="b"/>
              <a:pathLst>
                <a:path w="7719" h="1419" extrusionOk="0">
                  <a:moveTo>
                    <a:pt x="347" y="1"/>
                  </a:moveTo>
                  <a:cubicBezTo>
                    <a:pt x="158" y="1"/>
                    <a:pt x="0" y="158"/>
                    <a:pt x="0" y="347"/>
                  </a:cubicBezTo>
                  <a:lnTo>
                    <a:pt x="0" y="1418"/>
                  </a:lnTo>
                  <a:lnTo>
                    <a:pt x="7719" y="1418"/>
                  </a:lnTo>
                  <a:lnTo>
                    <a:pt x="7719" y="347"/>
                  </a:lnTo>
                  <a:cubicBezTo>
                    <a:pt x="7719" y="158"/>
                    <a:pt x="7561" y="1"/>
                    <a:pt x="7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86"/>
            <p:cNvSpPr/>
            <p:nvPr/>
          </p:nvSpPr>
          <p:spPr>
            <a:xfrm>
              <a:off x="-47751025" y="3691975"/>
              <a:ext cx="53575" cy="53575"/>
            </a:xfrm>
            <a:custGeom>
              <a:avLst/>
              <a:gdLst/>
              <a:ahLst/>
              <a:cxnLst/>
              <a:rect l="l" t="t" r="r" b="b"/>
              <a:pathLst>
                <a:path w="2143" h="2143" extrusionOk="0">
                  <a:moveTo>
                    <a:pt x="1386" y="0"/>
                  </a:moveTo>
                  <a:cubicBezTo>
                    <a:pt x="1229" y="662"/>
                    <a:pt x="725" y="1229"/>
                    <a:pt x="0" y="1387"/>
                  </a:cubicBezTo>
                  <a:lnTo>
                    <a:pt x="0" y="2143"/>
                  </a:lnTo>
                  <a:lnTo>
                    <a:pt x="2143" y="2143"/>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86"/>
            <p:cNvSpPr/>
            <p:nvPr/>
          </p:nvSpPr>
          <p:spPr>
            <a:xfrm>
              <a:off x="-47839250" y="3621875"/>
              <a:ext cx="193000" cy="159125"/>
            </a:xfrm>
            <a:custGeom>
              <a:avLst/>
              <a:gdLst/>
              <a:ahLst/>
              <a:cxnLst/>
              <a:rect l="l" t="t" r="r" b="b"/>
              <a:pathLst>
                <a:path w="7720" h="6365" extrusionOk="0">
                  <a:moveTo>
                    <a:pt x="3183" y="725"/>
                  </a:moveTo>
                  <a:cubicBezTo>
                    <a:pt x="4033" y="725"/>
                    <a:pt x="4758" y="1324"/>
                    <a:pt x="4915" y="2143"/>
                  </a:cubicBezTo>
                  <a:lnTo>
                    <a:pt x="6018" y="2143"/>
                  </a:lnTo>
                  <a:cubicBezTo>
                    <a:pt x="6207" y="2143"/>
                    <a:pt x="6365" y="2300"/>
                    <a:pt x="6365" y="2489"/>
                  </a:cubicBezTo>
                  <a:lnTo>
                    <a:pt x="6365" y="5293"/>
                  </a:lnTo>
                  <a:cubicBezTo>
                    <a:pt x="6365" y="5482"/>
                    <a:pt x="6207" y="5640"/>
                    <a:pt x="6018" y="5640"/>
                  </a:cubicBezTo>
                  <a:lnTo>
                    <a:pt x="3214" y="5640"/>
                  </a:lnTo>
                  <a:cubicBezTo>
                    <a:pt x="3025" y="5640"/>
                    <a:pt x="2868" y="5482"/>
                    <a:pt x="2868" y="5293"/>
                  </a:cubicBezTo>
                  <a:lnTo>
                    <a:pt x="2868" y="4191"/>
                  </a:lnTo>
                  <a:cubicBezTo>
                    <a:pt x="2080" y="4033"/>
                    <a:pt x="1450" y="3308"/>
                    <a:pt x="1450" y="2458"/>
                  </a:cubicBezTo>
                  <a:cubicBezTo>
                    <a:pt x="1418" y="1513"/>
                    <a:pt x="2206" y="725"/>
                    <a:pt x="3183" y="725"/>
                  </a:cubicBezTo>
                  <a:close/>
                  <a:moveTo>
                    <a:pt x="1" y="0"/>
                  </a:moveTo>
                  <a:lnTo>
                    <a:pt x="1" y="6364"/>
                  </a:lnTo>
                  <a:lnTo>
                    <a:pt x="7719" y="6364"/>
                  </a:lnTo>
                  <a:lnTo>
                    <a:pt x="77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86"/>
            <p:cNvSpPr/>
            <p:nvPr/>
          </p:nvSpPr>
          <p:spPr>
            <a:xfrm>
              <a:off x="-47839250" y="3799075"/>
              <a:ext cx="193000" cy="70125"/>
            </a:xfrm>
            <a:custGeom>
              <a:avLst/>
              <a:gdLst/>
              <a:ahLst/>
              <a:cxnLst/>
              <a:rect l="l" t="t" r="r" b="b"/>
              <a:pathLst>
                <a:path w="7720" h="2805" extrusionOk="0">
                  <a:moveTo>
                    <a:pt x="4600" y="663"/>
                  </a:moveTo>
                  <a:cubicBezTo>
                    <a:pt x="4789" y="663"/>
                    <a:pt x="4947" y="820"/>
                    <a:pt x="4947" y="1041"/>
                  </a:cubicBezTo>
                  <a:cubicBezTo>
                    <a:pt x="4947" y="1230"/>
                    <a:pt x="4789" y="1387"/>
                    <a:pt x="4600" y="1387"/>
                  </a:cubicBezTo>
                  <a:lnTo>
                    <a:pt x="3183" y="1387"/>
                  </a:lnTo>
                  <a:cubicBezTo>
                    <a:pt x="2994" y="1387"/>
                    <a:pt x="2836" y="1230"/>
                    <a:pt x="2836" y="1041"/>
                  </a:cubicBezTo>
                  <a:cubicBezTo>
                    <a:pt x="2836" y="852"/>
                    <a:pt x="2994" y="663"/>
                    <a:pt x="3183" y="663"/>
                  </a:cubicBezTo>
                  <a:close/>
                  <a:moveTo>
                    <a:pt x="1" y="1"/>
                  </a:moveTo>
                  <a:lnTo>
                    <a:pt x="1" y="2458"/>
                  </a:lnTo>
                  <a:cubicBezTo>
                    <a:pt x="1" y="2647"/>
                    <a:pt x="158" y="2805"/>
                    <a:pt x="347" y="2805"/>
                  </a:cubicBezTo>
                  <a:lnTo>
                    <a:pt x="7341" y="2805"/>
                  </a:lnTo>
                  <a:cubicBezTo>
                    <a:pt x="7562" y="2805"/>
                    <a:pt x="7719" y="2647"/>
                    <a:pt x="7719" y="2458"/>
                  </a:cubicBezTo>
                  <a:lnTo>
                    <a:pt x="77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03" name="Google Shape;6703;p86"/>
          <p:cNvGrpSpPr/>
          <p:nvPr/>
        </p:nvGrpSpPr>
        <p:grpSpPr>
          <a:xfrm>
            <a:off x="3921603" y="2280056"/>
            <a:ext cx="355258" cy="356205"/>
            <a:chOff x="-47892800" y="3937700"/>
            <a:chExt cx="300100" cy="300900"/>
          </a:xfrm>
        </p:grpSpPr>
        <p:sp>
          <p:nvSpPr>
            <p:cNvPr id="6704" name="Google Shape;6704;p86"/>
            <p:cNvSpPr/>
            <p:nvPr/>
          </p:nvSpPr>
          <p:spPr>
            <a:xfrm>
              <a:off x="-47858150" y="3937700"/>
              <a:ext cx="70900" cy="44150"/>
            </a:xfrm>
            <a:custGeom>
              <a:avLst/>
              <a:gdLst/>
              <a:ahLst/>
              <a:cxnLst/>
              <a:rect l="l" t="t" r="r" b="b"/>
              <a:pathLst>
                <a:path w="2836" h="1766" extrusionOk="0">
                  <a:moveTo>
                    <a:pt x="1418" y="1"/>
                  </a:moveTo>
                  <a:cubicBezTo>
                    <a:pt x="631" y="1"/>
                    <a:pt x="1" y="694"/>
                    <a:pt x="1" y="1419"/>
                  </a:cubicBezTo>
                  <a:lnTo>
                    <a:pt x="1" y="1765"/>
                  </a:lnTo>
                  <a:cubicBezTo>
                    <a:pt x="442" y="1545"/>
                    <a:pt x="914" y="1419"/>
                    <a:pt x="1418" y="1419"/>
                  </a:cubicBezTo>
                  <a:cubicBezTo>
                    <a:pt x="1922" y="1419"/>
                    <a:pt x="2395" y="1545"/>
                    <a:pt x="2836" y="1765"/>
                  </a:cubicBezTo>
                  <a:lnTo>
                    <a:pt x="2836" y="1419"/>
                  </a:lnTo>
                  <a:cubicBezTo>
                    <a:pt x="2836" y="631"/>
                    <a:pt x="2206"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86"/>
            <p:cNvSpPr/>
            <p:nvPr/>
          </p:nvSpPr>
          <p:spPr>
            <a:xfrm>
              <a:off x="-47892800" y="3991275"/>
              <a:ext cx="141000" cy="105550"/>
            </a:xfrm>
            <a:custGeom>
              <a:avLst/>
              <a:gdLst/>
              <a:ahLst/>
              <a:cxnLst/>
              <a:rect l="l" t="t" r="r" b="b"/>
              <a:pathLst>
                <a:path w="5640" h="4222" extrusionOk="0">
                  <a:moveTo>
                    <a:pt x="2836" y="0"/>
                  </a:moveTo>
                  <a:cubicBezTo>
                    <a:pt x="1292" y="0"/>
                    <a:pt x="32" y="1260"/>
                    <a:pt x="32" y="2804"/>
                  </a:cubicBezTo>
                  <a:lnTo>
                    <a:pt x="32" y="3875"/>
                  </a:lnTo>
                  <a:cubicBezTo>
                    <a:pt x="0" y="4064"/>
                    <a:pt x="158" y="4222"/>
                    <a:pt x="347" y="4222"/>
                  </a:cubicBezTo>
                  <a:lnTo>
                    <a:pt x="5293" y="4222"/>
                  </a:lnTo>
                  <a:cubicBezTo>
                    <a:pt x="5482" y="4222"/>
                    <a:pt x="5640" y="4064"/>
                    <a:pt x="5640" y="3875"/>
                  </a:cubicBezTo>
                  <a:lnTo>
                    <a:pt x="5640" y="2804"/>
                  </a:lnTo>
                  <a:cubicBezTo>
                    <a:pt x="5640" y="1260"/>
                    <a:pt x="4380"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86"/>
            <p:cNvSpPr/>
            <p:nvPr/>
          </p:nvSpPr>
          <p:spPr>
            <a:xfrm>
              <a:off x="-47773875" y="3956600"/>
              <a:ext cx="119750" cy="89025"/>
            </a:xfrm>
            <a:custGeom>
              <a:avLst/>
              <a:gdLst/>
              <a:ahLst/>
              <a:cxnLst/>
              <a:rect l="l" t="t" r="r" b="b"/>
              <a:pathLst>
                <a:path w="4790" h="3561" extrusionOk="0">
                  <a:moveTo>
                    <a:pt x="1" y="1"/>
                  </a:moveTo>
                  <a:cubicBezTo>
                    <a:pt x="95" y="253"/>
                    <a:pt x="127" y="474"/>
                    <a:pt x="127" y="726"/>
                  </a:cubicBezTo>
                  <a:lnTo>
                    <a:pt x="127" y="1419"/>
                  </a:lnTo>
                  <a:lnTo>
                    <a:pt x="158" y="1419"/>
                  </a:lnTo>
                  <a:cubicBezTo>
                    <a:pt x="442" y="1639"/>
                    <a:pt x="694" y="1860"/>
                    <a:pt x="883" y="2143"/>
                  </a:cubicBezTo>
                  <a:cubicBezTo>
                    <a:pt x="1702" y="2301"/>
                    <a:pt x="2427" y="2805"/>
                    <a:pt x="2805" y="3561"/>
                  </a:cubicBezTo>
                  <a:cubicBezTo>
                    <a:pt x="3214" y="3120"/>
                    <a:pt x="3750" y="2805"/>
                    <a:pt x="4380" y="2805"/>
                  </a:cubicBezTo>
                  <a:cubicBezTo>
                    <a:pt x="4506" y="2805"/>
                    <a:pt x="4663" y="2805"/>
                    <a:pt x="4789" y="2836"/>
                  </a:cubicBezTo>
                  <a:cubicBezTo>
                    <a:pt x="4033" y="1167"/>
                    <a:pt x="2332" y="1"/>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86"/>
            <p:cNvSpPr/>
            <p:nvPr/>
          </p:nvSpPr>
          <p:spPr>
            <a:xfrm>
              <a:off x="-47699050" y="4043250"/>
              <a:ext cx="71700" cy="70900"/>
            </a:xfrm>
            <a:custGeom>
              <a:avLst/>
              <a:gdLst/>
              <a:ahLst/>
              <a:cxnLst/>
              <a:rect l="l" t="t" r="r" b="b"/>
              <a:pathLst>
                <a:path w="2868" h="2836" extrusionOk="0">
                  <a:moveTo>
                    <a:pt x="1450" y="0"/>
                  </a:moveTo>
                  <a:cubicBezTo>
                    <a:pt x="662" y="0"/>
                    <a:pt x="1" y="694"/>
                    <a:pt x="1" y="1418"/>
                  </a:cubicBezTo>
                  <a:cubicBezTo>
                    <a:pt x="1" y="2206"/>
                    <a:pt x="662" y="2836"/>
                    <a:pt x="1450" y="2836"/>
                  </a:cubicBezTo>
                  <a:cubicBezTo>
                    <a:pt x="2237" y="2836"/>
                    <a:pt x="2868" y="2206"/>
                    <a:pt x="2868" y="1418"/>
                  </a:cubicBezTo>
                  <a:cubicBezTo>
                    <a:pt x="2868" y="631"/>
                    <a:pt x="2237" y="0"/>
                    <a:pt x="14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86"/>
            <p:cNvSpPr/>
            <p:nvPr/>
          </p:nvSpPr>
          <p:spPr>
            <a:xfrm>
              <a:off x="-47770725" y="4124375"/>
              <a:ext cx="178025" cy="114225"/>
            </a:xfrm>
            <a:custGeom>
              <a:avLst/>
              <a:gdLst/>
              <a:ahLst/>
              <a:cxnLst/>
              <a:rect l="l" t="t" r="r" b="b"/>
              <a:pathLst>
                <a:path w="7121" h="4569" extrusionOk="0">
                  <a:moveTo>
                    <a:pt x="3183" y="0"/>
                  </a:moveTo>
                  <a:lnTo>
                    <a:pt x="3183" y="2426"/>
                  </a:lnTo>
                  <a:lnTo>
                    <a:pt x="2490" y="2426"/>
                  </a:lnTo>
                  <a:lnTo>
                    <a:pt x="2490" y="2080"/>
                  </a:lnTo>
                  <a:cubicBezTo>
                    <a:pt x="2490" y="1891"/>
                    <a:pt x="2332" y="1733"/>
                    <a:pt x="2143" y="1733"/>
                  </a:cubicBezTo>
                  <a:cubicBezTo>
                    <a:pt x="1954" y="1733"/>
                    <a:pt x="1796" y="1891"/>
                    <a:pt x="1796" y="2080"/>
                  </a:cubicBezTo>
                  <a:lnTo>
                    <a:pt x="1796" y="2426"/>
                  </a:lnTo>
                  <a:cubicBezTo>
                    <a:pt x="788" y="2426"/>
                    <a:pt x="1" y="3214"/>
                    <a:pt x="1" y="4222"/>
                  </a:cubicBezTo>
                  <a:cubicBezTo>
                    <a:pt x="1" y="4411"/>
                    <a:pt x="158" y="4569"/>
                    <a:pt x="379" y="4569"/>
                  </a:cubicBezTo>
                  <a:lnTo>
                    <a:pt x="6711" y="4569"/>
                  </a:lnTo>
                  <a:cubicBezTo>
                    <a:pt x="6900" y="4569"/>
                    <a:pt x="7058" y="4411"/>
                    <a:pt x="7058" y="4222"/>
                  </a:cubicBezTo>
                  <a:cubicBezTo>
                    <a:pt x="7121" y="3214"/>
                    <a:pt x="6302" y="2426"/>
                    <a:pt x="5325" y="2426"/>
                  </a:cubicBezTo>
                  <a:lnTo>
                    <a:pt x="5325" y="0"/>
                  </a:lnTo>
                  <a:cubicBezTo>
                    <a:pt x="5010" y="190"/>
                    <a:pt x="4663" y="284"/>
                    <a:pt x="4254" y="284"/>
                  </a:cubicBezTo>
                  <a:cubicBezTo>
                    <a:pt x="3876" y="284"/>
                    <a:pt x="3529" y="158"/>
                    <a:pt x="31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86"/>
            <p:cNvSpPr/>
            <p:nvPr/>
          </p:nvSpPr>
          <p:spPr>
            <a:xfrm>
              <a:off x="-47830575" y="41322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86"/>
            <p:cNvSpPr/>
            <p:nvPr/>
          </p:nvSpPr>
          <p:spPr>
            <a:xfrm>
              <a:off x="-47785675" y="4112375"/>
              <a:ext cx="37825" cy="36250"/>
            </a:xfrm>
            <a:custGeom>
              <a:avLst/>
              <a:gdLst/>
              <a:ahLst/>
              <a:cxnLst/>
              <a:rect l="l" t="t" r="r" b="b"/>
              <a:pathLst>
                <a:path w="1513" h="1450" extrusionOk="0">
                  <a:moveTo>
                    <a:pt x="402" y="0"/>
                  </a:moveTo>
                  <a:cubicBezTo>
                    <a:pt x="307" y="0"/>
                    <a:pt x="205" y="24"/>
                    <a:pt x="126" y="71"/>
                  </a:cubicBezTo>
                  <a:cubicBezTo>
                    <a:pt x="0" y="197"/>
                    <a:pt x="0" y="449"/>
                    <a:pt x="126" y="607"/>
                  </a:cubicBezTo>
                  <a:lnTo>
                    <a:pt x="882" y="1331"/>
                  </a:lnTo>
                  <a:cubicBezTo>
                    <a:pt x="961" y="1410"/>
                    <a:pt x="1055" y="1449"/>
                    <a:pt x="1146" y="1449"/>
                  </a:cubicBezTo>
                  <a:cubicBezTo>
                    <a:pt x="1237" y="1449"/>
                    <a:pt x="1323" y="1410"/>
                    <a:pt x="1386" y="1331"/>
                  </a:cubicBezTo>
                  <a:cubicBezTo>
                    <a:pt x="1512" y="1237"/>
                    <a:pt x="1512" y="985"/>
                    <a:pt x="1386" y="827"/>
                  </a:cubicBezTo>
                  <a:lnTo>
                    <a:pt x="630" y="71"/>
                  </a:lnTo>
                  <a:cubicBezTo>
                    <a:pt x="583" y="24"/>
                    <a:pt x="496" y="0"/>
                    <a:pt x="4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86"/>
            <p:cNvSpPr/>
            <p:nvPr/>
          </p:nvSpPr>
          <p:spPr>
            <a:xfrm>
              <a:off x="-47892800" y="4112750"/>
              <a:ext cx="37825" cy="36250"/>
            </a:xfrm>
            <a:custGeom>
              <a:avLst/>
              <a:gdLst/>
              <a:ahLst/>
              <a:cxnLst/>
              <a:rect l="l" t="t" r="r" b="b"/>
              <a:pathLst>
                <a:path w="1513" h="1450" extrusionOk="0">
                  <a:moveTo>
                    <a:pt x="1111" y="1"/>
                  </a:moveTo>
                  <a:cubicBezTo>
                    <a:pt x="1016" y="1"/>
                    <a:pt x="930" y="40"/>
                    <a:pt x="883" y="119"/>
                  </a:cubicBezTo>
                  <a:lnTo>
                    <a:pt x="126" y="844"/>
                  </a:lnTo>
                  <a:cubicBezTo>
                    <a:pt x="0" y="970"/>
                    <a:pt x="0" y="1222"/>
                    <a:pt x="126" y="1379"/>
                  </a:cubicBezTo>
                  <a:cubicBezTo>
                    <a:pt x="189" y="1426"/>
                    <a:pt x="276" y="1450"/>
                    <a:pt x="367" y="1450"/>
                  </a:cubicBezTo>
                  <a:cubicBezTo>
                    <a:pt x="457" y="1450"/>
                    <a:pt x="552" y="1426"/>
                    <a:pt x="630" y="1379"/>
                  </a:cubicBezTo>
                  <a:lnTo>
                    <a:pt x="1387" y="623"/>
                  </a:lnTo>
                  <a:cubicBezTo>
                    <a:pt x="1513" y="497"/>
                    <a:pt x="1513" y="276"/>
                    <a:pt x="1387" y="119"/>
                  </a:cubicBezTo>
                  <a:cubicBezTo>
                    <a:pt x="1308" y="40"/>
                    <a:pt x="1205" y="1"/>
                    <a:pt x="1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12" name="Google Shape;6712;p86"/>
          <p:cNvGrpSpPr/>
          <p:nvPr/>
        </p:nvGrpSpPr>
        <p:grpSpPr>
          <a:xfrm>
            <a:off x="2626898" y="2773770"/>
            <a:ext cx="355258" cy="311458"/>
            <a:chOff x="-46042675" y="3218600"/>
            <a:chExt cx="300100" cy="263100"/>
          </a:xfrm>
        </p:grpSpPr>
        <p:sp>
          <p:nvSpPr>
            <p:cNvPr id="6713" name="Google Shape;6713;p86"/>
            <p:cNvSpPr/>
            <p:nvPr/>
          </p:nvSpPr>
          <p:spPr>
            <a:xfrm>
              <a:off x="-46042675" y="3302875"/>
              <a:ext cx="35475" cy="130000"/>
            </a:xfrm>
            <a:custGeom>
              <a:avLst/>
              <a:gdLst/>
              <a:ahLst/>
              <a:cxnLst/>
              <a:rect l="l" t="t" r="r" b="b"/>
              <a:pathLst>
                <a:path w="1419" h="5200" extrusionOk="0">
                  <a:moveTo>
                    <a:pt x="1" y="1"/>
                  </a:moveTo>
                  <a:lnTo>
                    <a:pt x="1" y="5199"/>
                  </a:lnTo>
                  <a:lnTo>
                    <a:pt x="1418" y="4506"/>
                  </a:lnTo>
                  <a:lnTo>
                    <a:pt x="1418" y="726"/>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86"/>
            <p:cNvSpPr/>
            <p:nvPr/>
          </p:nvSpPr>
          <p:spPr>
            <a:xfrm>
              <a:off x="-45919025" y="3341475"/>
              <a:ext cx="53600" cy="52800"/>
            </a:xfrm>
            <a:custGeom>
              <a:avLst/>
              <a:gdLst/>
              <a:ahLst/>
              <a:cxnLst/>
              <a:rect l="l" t="t" r="r" b="b"/>
              <a:pathLst>
                <a:path w="2144" h="2112" extrusionOk="0">
                  <a:moveTo>
                    <a:pt x="1072" y="1"/>
                  </a:moveTo>
                  <a:cubicBezTo>
                    <a:pt x="473" y="1"/>
                    <a:pt x="1" y="473"/>
                    <a:pt x="1" y="1072"/>
                  </a:cubicBezTo>
                  <a:cubicBezTo>
                    <a:pt x="1" y="1639"/>
                    <a:pt x="473" y="2112"/>
                    <a:pt x="1072" y="2112"/>
                  </a:cubicBezTo>
                  <a:cubicBezTo>
                    <a:pt x="1671" y="2112"/>
                    <a:pt x="2143" y="1639"/>
                    <a:pt x="2143" y="1072"/>
                  </a:cubicBezTo>
                  <a:cubicBezTo>
                    <a:pt x="2143" y="473"/>
                    <a:pt x="1639"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86"/>
            <p:cNvSpPr/>
            <p:nvPr/>
          </p:nvSpPr>
          <p:spPr>
            <a:xfrm>
              <a:off x="-45778025" y="3302875"/>
              <a:ext cx="35450" cy="130000"/>
            </a:xfrm>
            <a:custGeom>
              <a:avLst/>
              <a:gdLst/>
              <a:ahLst/>
              <a:cxnLst/>
              <a:rect l="l" t="t" r="r" b="b"/>
              <a:pathLst>
                <a:path w="1418" h="5200" extrusionOk="0">
                  <a:moveTo>
                    <a:pt x="1418" y="1"/>
                  </a:moveTo>
                  <a:lnTo>
                    <a:pt x="0" y="726"/>
                  </a:lnTo>
                  <a:lnTo>
                    <a:pt x="0" y="4506"/>
                  </a:lnTo>
                  <a:lnTo>
                    <a:pt x="1418" y="5199"/>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86"/>
            <p:cNvSpPr/>
            <p:nvPr/>
          </p:nvSpPr>
          <p:spPr>
            <a:xfrm>
              <a:off x="-46042675" y="3235950"/>
              <a:ext cx="300100" cy="245750"/>
            </a:xfrm>
            <a:custGeom>
              <a:avLst/>
              <a:gdLst/>
              <a:ahLst/>
              <a:cxnLst/>
              <a:rect l="l" t="t" r="r" b="b"/>
              <a:pathLst>
                <a:path w="12004" h="9830" extrusionOk="0">
                  <a:moveTo>
                    <a:pt x="6018" y="2142"/>
                  </a:moveTo>
                  <a:cubicBezTo>
                    <a:pt x="7751" y="2142"/>
                    <a:pt x="9168" y="3560"/>
                    <a:pt x="9168" y="5293"/>
                  </a:cubicBezTo>
                  <a:cubicBezTo>
                    <a:pt x="9168" y="7026"/>
                    <a:pt x="7751" y="8443"/>
                    <a:pt x="6018" y="8443"/>
                  </a:cubicBezTo>
                  <a:cubicBezTo>
                    <a:pt x="4285" y="8443"/>
                    <a:pt x="2867" y="7026"/>
                    <a:pt x="2867" y="5293"/>
                  </a:cubicBezTo>
                  <a:cubicBezTo>
                    <a:pt x="2867" y="3560"/>
                    <a:pt x="4285" y="2142"/>
                    <a:pt x="6018" y="2142"/>
                  </a:cubicBezTo>
                  <a:close/>
                  <a:moveTo>
                    <a:pt x="1765" y="0"/>
                  </a:moveTo>
                  <a:cubicBezTo>
                    <a:pt x="1576" y="0"/>
                    <a:pt x="1418" y="158"/>
                    <a:pt x="1418" y="378"/>
                  </a:cubicBezTo>
                  <a:lnTo>
                    <a:pt x="1418" y="725"/>
                  </a:lnTo>
                  <a:lnTo>
                    <a:pt x="1072" y="725"/>
                  </a:lnTo>
                  <a:cubicBezTo>
                    <a:pt x="473" y="725"/>
                    <a:pt x="1" y="1197"/>
                    <a:pt x="1" y="1796"/>
                  </a:cubicBezTo>
                  <a:lnTo>
                    <a:pt x="1" y="1890"/>
                  </a:lnTo>
                  <a:lnTo>
                    <a:pt x="1922" y="2835"/>
                  </a:lnTo>
                  <a:cubicBezTo>
                    <a:pt x="2048" y="2930"/>
                    <a:pt x="2143" y="3056"/>
                    <a:pt x="2143" y="3151"/>
                  </a:cubicBezTo>
                  <a:lnTo>
                    <a:pt x="2143" y="7372"/>
                  </a:lnTo>
                  <a:cubicBezTo>
                    <a:pt x="2143" y="7498"/>
                    <a:pt x="2048" y="7624"/>
                    <a:pt x="1922" y="7687"/>
                  </a:cubicBezTo>
                  <a:lnTo>
                    <a:pt x="1" y="8632"/>
                  </a:lnTo>
                  <a:lnTo>
                    <a:pt x="1" y="8758"/>
                  </a:lnTo>
                  <a:cubicBezTo>
                    <a:pt x="1" y="9357"/>
                    <a:pt x="473" y="9830"/>
                    <a:pt x="1072" y="9830"/>
                  </a:cubicBezTo>
                  <a:lnTo>
                    <a:pt x="10964" y="9830"/>
                  </a:lnTo>
                  <a:cubicBezTo>
                    <a:pt x="11531" y="9830"/>
                    <a:pt x="12004" y="9357"/>
                    <a:pt x="12004" y="8758"/>
                  </a:cubicBezTo>
                  <a:lnTo>
                    <a:pt x="12004" y="8632"/>
                  </a:lnTo>
                  <a:lnTo>
                    <a:pt x="10082" y="7687"/>
                  </a:lnTo>
                  <a:cubicBezTo>
                    <a:pt x="9956" y="7624"/>
                    <a:pt x="9893" y="7498"/>
                    <a:pt x="9893" y="7372"/>
                  </a:cubicBezTo>
                  <a:lnTo>
                    <a:pt x="9893" y="3151"/>
                  </a:lnTo>
                  <a:cubicBezTo>
                    <a:pt x="9893" y="3056"/>
                    <a:pt x="9956" y="2930"/>
                    <a:pt x="10082" y="2835"/>
                  </a:cubicBezTo>
                  <a:lnTo>
                    <a:pt x="12004" y="1890"/>
                  </a:lnTo>
                  <a:lnTo>
                    <a:pt x="12004" y="1796"/>
                  </a:lnTo>
                  <a:cubicBezTo>
                    <a:pt x="12004" y="1197"/>
                    <a:pt x="11531" y="725"/>
                    <a:pt x="10933" y="725"/>
                  </a:cubicBezTo>
                  <a:lnTo>
                    <a:pt x="2143" y="725"/>
                  </a:lnTo>
                  <a:lnTo>
                    <a:pt x="2143" y="378"/>
                  </a:lnTo>
                  <a:cubicBezTo>
                    <a:pt x="2143" y="158"/>
                    <a:pt x="1985"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86"/>
            <p:cNvSpPr/>
            <p:nvPr/>
          </p:nvSpPr>
          <p:spPr>
            <a:xfrm>
              <a:off x="-45952875" y="3306025"/>
              <a:ext cx="122100" cy="122125"/>
            </a:xfrm>
            <a:custGeom>
              <a:avLst/>
              <a:gdLst/>
              <a:ahLst/>
              <a:cxnLst/>
              <a:rect l="l" t="t" r="r" b="b"/>
              <a:pathLst>
                <a:path w="4884" h="4885" extrusionOk="0">
                  <a:moveTo>
                    <a:pt x="2426" y="663"/>
                  </a:moveTo>
                  <a:cubicBezTo>
                    <a:pt x="3403" y="663"/>
                    <a:pt x="4190" y="1450"/>
                    <a:pt x="4190" y="2458"/>
                  </a:cubicBezTo>
                  <a:cubicBezTo>
                    <a:pt x="4159" y="3435"/>
                    <a:pt x="3371" y="4223"/>
                    <a:pt x="2426" y="4223"/>
                  </a:cubicBezTo>
                  <a:cubicBezTo>
                    <a:pt x="1449" y="4223"/>
                    <a:pt x="662" y="3435"/>
                    <a:pt x="662" y="2458"/>
                  </a:cubicBezTo>
                  <a:cubicBezTo>
                    <a:pt x="662" y="1450"/>
                    <a:pt x="1449" y="663"/>
                    <a:pt x="2426" y="663"/>
                  </a:cubicBezTo>
                  <a:close/>
                  <a:moveTo>
                    <a:pt x="2426" y="1"/>
                  </a:moveTo>
                  <a:cubicBezTo>
                    <a:pt x="1103" y="1"/>
                    <a:pt x="0" y="1104"/>
                    <a:pt x="0" y="2458"/>
                  </a:cubicBezTo>
                  <a:cubicBezTo>
                    <a:pt x="0" y="3782"/>
                    <a:pt x="1103" y="4884"/>
                    <a:pt x="2426" y="4884"/>
                  </a:cubicBezTo>
                  <a:cubicBezTo>
                    <a:pt x="3781" y="4884"/>
                    <a:pt x="4883" y="3782"/>
                    <a:pt x="4883" y="2458"/>
                  </a:cubicBezTo>
                  <a:cubicBezTo>
                    <a:pt x="4883" y="1104"/>
                    <a:pt x="378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86"/>
            <p:cNvSpPr/>
            <p:nvPr/>
          </p:nvSpPr>
          <p:spPr>
            <a:xfrm>
              <a:off x="-45941075" y="3218600"/>
              <a:ext cx="98475" cy="17375"/>
            </a:xfrm>
            <a:custGeom>
              <a:avLst/>
              <a:gdLst/>
              <a:ahLst/>
              <a:cxnLst/>
              <a:rect l="l" t="t" r="r" b="b"/>
              <a:pathLst>
                <a:path w="3939" h="695" extrusionOk="0">
                  <a:moveTo>
                    <a:pt x="536" y="1"/>
                  </a:moveTo>
                  <a:cubicBezTo>
                    <a:pt x="410" y="1"/>
                    <a:pt x="316" y="64"/>
                    <a:pt x="221" y="190"/>
                  </a:cubicBezTo>
                  <a:lnTo>
                    <a:pt x="1" y="694"/>
                  </a:lnTo>
                  <a:lnTo>
                    <a:pt x="3939" y="694"/>
                  </a:lnTo>
                  <a:lnTo>
                    <a:pt x="3655" y="190"/>
                  </a:lnTo>
                  <a:cubicBezTo>
                    <a:pt x="3592" y="64"/>
                    <a:pt x="3466" y="1"/>
                    <a:pt x="3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19" name="Google Shape;6719;p86"/>
          <p:cNvGrpSpPr/>
          <p:nvPr/>
        </p:nvGrpSpPr>
        <p:grpSpPr>
          <a:xfrm>
            <a:off x="2626898" y="3188219"/>
            <a:ext cx="355258" cy="323118"/>
            <a:chOff x="-46042675" y="3568700"/>
            <a:chExt cx="300100" cy="272950"/>
          </a:xfrm>
        </p:grpSpPr>
        <p:sp>
          <p:nvSpPr>
            <p:cNvPr id="6720" name="Google Shape;6720;p86"/>
            <p:cNvSpPr/>
            <p:nvPr/>
          </p:nvSpPr>
          <p:spPr>
            <a:xfrm>
              <a:off x="-46042675" y="3758125"/>
              <a:ext cx="115025" cy="83525"/>
            </a:xfrm>
            <a:custGeom>
              <a:avLst/>
              <a:gdLst/>
              <a:ahLst/>
              <a:cxnLst/>
              <a:rect l="l" t="t" r="r" b="b"/>
              <a:pathLst>
                <a:path w="4601" h="3341" extrusionOk="0">
                  <a:moveTo>
                    <a:pt x="1985" y="1"/>
                  </a:moveTo>
                  <a:lnTo>
                    <a:pt x="127" y="1797"/>
                  </a:lnTo>
                  <a:cubicBezTo>
                    <a:pt x="32" y="1891"/>
                    <a:pt x="1" y="2017"/>
                    <a:pt x="32" y="2112"/>
                  </a:cubicBezTo>
                  <a:cubicBezTo>
                    <a:pt x="95" y="2238"/>
                    <a:pt x="158" y="2332"/>
                    <a:pt x="284" y="2364"/>
                  </a:cubicBezTo>
                  <a:lnTo>
                    <a:pt x="3277" y="3340"/>
                  </a:lnTo>
                  <a:lnTo>
                    <a:pt x="3403" y="3340"/>
                  </a:lnTo>
                  <a:cubicBezTo>
                    <a:pt x="3466" y="3340"/>
                    <a:pt x="3592" y="3309"/>
                    <a:pt x="3624" y="3214"/>
                  </a:cubicBezTo>
                  <a:lnTo>
                    <a:pt x="4600" y="2238"/>
                  </a:lnTo>
                  <a:lnTo>
                    <a:pt x="2395" y="1639"/>
                  </a:lnTo>
                  <a:cubicBezTo>
                    <a:pt x="2367" y="1650"/>
                    <a:pt x="2340" y="1656"/>
                    <a:pt x="2316" y="1656"/>
                  </a:cubicBezTo>
                  <a:cubicBezTo>
                    <a:pt x="2206" y="1656"/>
                    <a:pt x="2143" y="1548"/>
                    <a:pt x="2143" y="1418"/>
                  </a:cubicBezTo>
                  <a:lnTo>
                    <a:pt x="19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86"/>
            <p:cNvSpPr/>
            <p:nvPr/>
          </p:nvSpPr>
          <p:spPr>
            <a:xfrm>
              <a:off x="-45866250" y="3654175"/>
              <a:ext cx="37825" cy="37825"/>
            </a:xfrm>
            <a:custGeom>
              <a:avLst/>
              <a:gdLst/>
              <a:ahLst/>
              <a:cxnLst/>
              <a:rect l="l" t="t" r="r" b="b"/>
              <a:pathLst>
                <a:path w="1513" h="1513" extrusionOk="0">
                  <a:moveTo>
                    <a:pt x="1009" y="0"/>
                  </a:moveTo>
                  <a:lnTo>
                    <a:pt x="1" y="1008"/>
                  </a:lnTo>
                  <a:lnTo>
                    <a:pt x="505" y="1512"/>
                  </a:lnTo>
                  <a:lnTo>
                    <a:pt x="1513" y="504"/>
                  </a:ln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86"/>
            <p:cNvSpPr/>
            <p:nvPr/>
          </p:nvSpPr>
          <p:spPr>
            <a:xfrm>
              <a:off x="-45828450" y="3629750"/>
              <a:ext cx="25225" cy="25225"/>
            </a:xfrm>
            <a:custGeom>
              <a:avLst/>
              <a:gdLst/>
              <a:ahLst/>
              <a:cxnLst/>
              <a:rect l="l" t="t" r="r" b="b"/>
              <a:pathLst>
                <a:path w="1009" h="1009" extrusionOk="0">
                  <a:moveTo>
                    <a:pt x="505" y="0"/>
                  </a:moveTo>
                  <a:lnTo>
                    <a:pt x="1" y="505"/>
                  </a:lnTo>
                  <a:lnTo>
                    <a:pt x="505" y="1009"/>
                  </a:lnTo>
                  <a:lnTo>
                    <a:pt x="1009" y="505"/>
                  </a:lnTo>
                  <a:lnTo>
                    <a:pt x="5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86"/>
            <p:cNvSpPr/>
            <p:nvPr/>
          </p:nvSpPr>
          <p:spPr>
            <a:xfrm>
              <a:off x="-45979675" y="3568700"/>
              <a:ext cx="237100" cy="237800"/>
            </a:xfrm>
            <a:custGeom>
              <a:avLst/>
              <a:gdLst/>
              <a:ahLst/>
              <a:cxnLst/>
              <a:rect l="l" t="t" r="r" b="b"/>
              <a:pathLst>
                <a:path w="9484" h="9512" extrusionOk="0">
                  <a:moveTo>
                    <a:pt x="6499" y="1615"/>
                  </a:moveTo>
                  <a:cubicBezTo>
                    <a:pt x="6593" y="1615"/>
                    <a:pt x="6696" y="1639"/>
                    <a:pt x="6774" y="1686"/>
                  </a:cubicBezTo>
                  <a:lnTo>
                    <a:pt x="7751" y="2695"/>
                  </a:lnTo>
                  <a:cubicBezTo>
                    <a:pt x="7909" y="2852"/>
                    <a:pt x="7909" y="3073"/>
                    <a:pt x="7751" y="3199"/>
                  </a:cubicBezTo>
                  <a:lnTo>
                    <a:pt x="5262" y="5687"/>
                  </a:lnTo>
                  <a:cubicBezTo>
                    <a:pt x="5215" y="5750"/>
                    <a:pt x="5128" y="5782"/>
                    <a:pt x="5034" y="5782"/>
                  </a:cubicBezTo>
                  <a:cubicBezTo>
                    <a:pt x="4939" y="5782"/>
                    <a:pt x="4837" y="5750"/>
                    <a:pt x="4758" y="5687"/>
                  </a:cubicBezTo>
                  <a:lnTo>
                    <a:pt x="3782" y="4711"/>
                  </a:lnTo>
                  <a:cubicBezTo>
                    <a:pt x="3656" y="4585"/>
                    <a:pt x="3656" y="4333"/>
                    <a:pt x="3782" y="4175"/>
                  </a:cubicBezTo>
                  <a:lnTo>
                    <a:pt x="6270" y="1686"/>
                  </a:lnTo>
                  <a:cubicBezTo>
                    <a:pt x="6318" y="1639"/>
                    <a:pt x="6404" y="1615"/>
                    <a:pt x="6499" y="1615"/>
                  </a:cubicBezTo>
                  <a:close/>
                  <a:moveTo>
                    <a:pt x="3506" y="5593"/>
                  </a:moveTo>
                  <a:cubicBezTo>
                    <a:pt x="3600" y="5593"/>
                    <a:pt x="3703" y="5624"/>
                    <a:pt x="3782" y="5687"/>
                  </a:cubicBezTo>
                  <a:cubicBezTo>
                    <a:pt x="3939" y="5845"/>
                    <a:pt x="3939" y="6034"/>
                    <a:pt x="3782" y="6192"/>
                  </a:cubicBezTo>
                  <a:lnTo>
                    <a:pt x="2553" y="7420"/>
                  </a:lnTo>
                  <a:cubicBezTo>
                    <a:pt x="2490" y="7483"/>
                    <a:pt x="2403" y="7515"/>
                    <a:pt x="2313" y="7515"/>
                  </a:cubicBezTo>
                  <a:cubicBezTo>
                    <a:pt x="2222" y="7515"/>
                    <a:pt x="2128" y="7483"/>
                    <a:pt x="2049" y="7420"/>
                  </a:cubicBezTo>
                  <a:cubicBezTo>
                    <a:pt x="1923" y="7294"/>
                    <a:pt x="1923" y="7074"/>
                    <a:pt x="2049" y="6916"/>
                  </a:cubicBezTo>
                  <a:lnTo>
                    <a:pt x="3277" y="5687"/>
                  </a:lnTo>
                  <a:cubicBezTo>
                    <a:pt x="3325" y="5624"/>
                    <a:pt x="3411" y="5593"/>
                    <a:pt x="3506" y="5593"/>
                  </a:cubicBezTo>
                  <a:close/>
                  <a:moveTo>
                    <a:pt x="7034" y="1"/>
                  </a:moveTo>
                  <a:cubicBezTo>
                    <a:pt x="6396" y="1"/>
                    <a:pt x="5766" y="237"/>
                    <a:pt x="5325" y="710"/>
                  </a:cubicBezTo>
                  <a:lnTo>
                    <a:pt x="127" y="5908"/>
                  </a:lnTo>
                  <a:cubicBezTo>
                    <a:pt x="32" y="6003"/>
                    <a:pt x="1" y="6129"/>
                    <a:pt x="1" y="6192"/>
                  </a:cubicBezTo>
                  <a:lnTo>
                    <a:pt x="221" y="8428"/>
                  </a:lnTo>
                  <a:cubicBezTo>
                    <a:pt x="221" y="8586"/>
                    <a:pt x="347" y="8712"/>
                    <a:pt x="505" y="8743"/>
                  </a:cubicBezTo>
                  <a:lnTo>
                    <a:pt x="3214" y="9500"/>
                  </a:lnTo>
                  <a:cubicBezTo>
                    <a:pt x="3248" y="9508"/>
                    <a:pt x="3282" y="9512"/>
                    <a:pt x="3316" y="9512"/>
                  </a:cubicBezTo>
                  <a:cubicBezTo>
                    <a:pt x="3408" y="9512"/>
                    <a:pt x="3500" y="9483"/>
                    <a:pt x="3592" y="9437"/>
                  </a:cubicBezTo>
                  <a:lnTo>
                    <a:pt x="8791" y="4238"/>
                  </a:lnTo>
                  <a:cubicBezTo>
                    <a:pt x="9263" y="3766"/>
                    <a:pt x="9484" y="3167"/>
                    <a:pt x="9484" y="2505"/>
                  </a:cubicBezTo>
                  <a:cubicBezTo>
                    <a:pt x="9484" y="1812"/>
                    <a:pt x="9200" y="1182"/>
                    <a:pt x="8791" y="710"/>
                  </a:cubicBezTo>
                  <a:cubicBezTo>
                    <a:pt x="8318" y="237"/>
                    <a:pt x="7672" y="1"/>
                    <a:pt x="70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24" name="Google Shape;6724;p86"/>
          <p:cNvGrpSpPr/>
          <p:nvPr/>
        </p:nvGrpSpPr>
        <p:grpSpPr>
          <a:xfrm>
            <a:off x="2668849" y="3625189"/>
            <a:ext cx="271357" cy="356057"/>
            <a:chOff x="-46007225" y="3937825"/>
            <a:chExt cx="229225" cy="300775"/>
          </a:xfrm>
        </p:grpSpPr>
        <p:sp>
          <p:nvSpPr>
            <p:cNvPr id="6725" name="Google Shape;6725;p86"/>
            <p:cNvSpPr/>
            <p:nvPr/>
          </p:nvSpPr>
          <p:spPr>
            <a:xfrm>
              <a:off x="-45813475" y="3990475"/>
              <a:ext cx="35475" cy="17350"/>
            </a:xfrm>
            <a:custGeom>
              <a:avLst/>
              <a:gdLst/>
              <a:ahLst/>
              <a:cxnLst/>
              <a:rect l="l" t="t" r="r" b="b"/>
              <a:pathLst>
                <a:path w="1419"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418"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86"/>
            <p:cNvSpPr/>
            <p:nvPr/>
          </p:nvSpPr>
          <p:spPr>
            <a:xfrm>
              <a:off x="-46007225" y="39904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86"/>
            <p:cNvSpPr/>
            <p:nvPr/>
          </p:nvSpPr>
          <p:spPr>
            <a:xfrm>
              <a:off x="-45826875" y="3937825"/>
              <a:ext cx="35475" cy="26750"/>
            </a:xfrm>
            <a:custGeom>
              <a:avLst/>
              <a:gdLst/>
              <a:ahLst/>
              <a:cxnLst/>
              <a:rect l="l" t="t" r="r" b="b"/>
              <a:pathLst>
                <a:path w="1419" h="1070" extrusionOk="0">
                  <a:moveTo>
                    <a:pt x="993" y="0"/>
                  </a:moveTo>
                  <a:cubicBezTo>
                    <a:pt x="932" y="0"/>
                    <a:pt x="871" y="18"/>
                    <a:pt x="820" y="59"/>
                  </a:cubicBezTo>
                  <a:lnTo>
                    <a:pt x="221" y="405"/>
                  </a:lnTo>
                  <a:cubicBezTo>
                    <a:pt x="64" y="500"/>
                    <a:pt x="1" y="720"/>
                    <a:pt x="127" y="878"/>
                  </a:cubicBezTo>
                  <a:cubicBezTo>
                    <a:pt x="188" y="1000"/>
                    <a:pt x="288" y="1070"/>
                    <a:pt x="403" y="1070"/>
                  </a:cubicBezTo>
                  <a:cubicBezTo>
                    <a:pt x="466" y="1070"/>
                    <a:pt x="533" y="1049"/>
                    <a:pt x="599" y="1004"/>
                  </a:cubicBezTo>
                  <a:lnTo>
                    <a:pt x="1167" y="657"/>
                  </a:lnTo>
                  <a:cubicBezTo>
                    <a:pt x="1324" y="563"/>
                    <a:pt x="1419" y="342"/>
                    <a:pt x="1293" y="185"/>
                  </a:cubicBezTo>
                  <a:cubicBezTo>
                    <a:pt x="1250" y="78"/>
                    <a:pt x="1121" y="0"/>
                    <a:pt x="9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86"/>
            <p:cNvSpPr/>
            <p:nvPr/>
          </p:nvSpPr>
          <p:spPr>
            <a:xfrm>
              <a:off x="-45993850" y="4034625"/>
              <a:ext cx="35475" cy="25850"/>
            </a:xfrm>
            <a:custGeom>
              <a:avLst/>
              <a:gdLst/>
              <a:ahLst/>
              <a:cxnLst/>
              <a:rect l="l" t="t" r="r" b="b"/>
              <a:pathLst>
                <a:path w="1419" h="1034" extrusionOk="0">
                  <a:moveTo>
                    <a:pt x="1014" y="0"/>
                  </a:moveTo>
                  <a:cubicBezTo>
                    <a:pt x="958" y="0"/>
                    <a:pt x="901" y="10"/>
                    <a:pt x="851" y="30"/>
                  </a:cubicBezTo>
                  <a:lnTo>
                    <a:pt x="253" y="377"/>
                  </a:lnTo>
                  <a:cubicBezTo>
                    <a:pt x="95" y="472"/>
                    <a:pt x="1" y="692"/>
                    <a:pt x="127" y="850"/>
                  </a:cubicBezTo>
                  <a:cubicBezTo>
                    <a:pt x="191" y="956"/>
                    <a:pt x="313" y="1034"/>
                    <a:pt x="433" y="1034"/>
                  </a:cubicBezTo>
                  <a:cubicBezTo>
                    <a:pt x="491" y="1034"/>
                    <a:pt x="549" y="1016"/>
                    <a:pt x="599" y="976"/>
                  </a:cubicBezTo>
                  <a:lnTo>
                    <a:pt x="1198" y="629"/>
                  </a:lnTo>
                  <a:cubicBezTo>
                    <a:pt x="1356" y="566"/>
                    <a:pt x="1419" y="314"/>
                    <a:pt x="1324" y="156"/>
                  </a:cubicBezTo>
                  <a:cubicBezTo>
                    <a:pt x="1259" y="49"/>
                    <a:pt x="1136" y="0"/>
                    <a:pt x="10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86"/>
            <p:cNvSpPr/>
            <p:nvPr/>
          </p:nvSpPr>
          <p:spPr>
            <a:xfrm>
              <a:off x="-45825300" y="4034625"/>
              <a:ext cx="34675" cy="25725"/>
            </a:xfrm>
            <a:custGeom>
              <a:avLst/>
              <a:gdLst/>
              <a:ahLst/>
              <a:cxnLst/>
              <a:rect l="l" t="t" r="r" b="b"/>
              <a:pathLst>
                <a:path w="1387" h="1029" extrusionOk="0">
                  <a:moveTo>
                    <a:pt x="399" y="0"/>
                  </a:moveTo>
                  <a:cubicBezTo>
                    <a:pt x="270" y="0"/>
                    <a:pt x="138" y="49"/>
                    <a:pt x="95" y="156"/>
                  </a:cubicBezTo>
                  <a:cubicBezTo>
                    <a:pt x="1" y="314"/>
                    <a:pt x="32" y="566"/>
                    <a:pt x="190" y="629"/>
                  </a:cubicBezTo>
                  <a:lnTo>
                    <a:pt x="789" y="976"/>
                  </a:lnTo>
                  <a:cubicBezTo>
                    <a:pt x="848" y="1011"/>
                    <a:pt x="920" y="1029"/>
                    <a:pt x="991" y="1029"/>
                  </a:cubicBezTo>
                  <a:cubicBezTo>
                    <a:pt x="1108" y="1029"/>
                    <a:pt x="1222" y="980"/>
                    <a:pt x="1261" y="881"/>
                  </a:cubicBezTo>
                  <a:cubicBezTo>
                    <a:pt x="1387" y="692"/>
                    <a:pt x="1324" y="503"/>
                    <a:pt x="1135" y="408"/>
                  </a:cubicBezTo>
                  <a:lnTo>
                    <a:pt x="568" y="30"/>
                  </a:lnTo>
                  <a:cubicBezTo>
                    <a:pt x="518" y="10"/>
                    <a:pt x="459" y="0"/>
                    <a:pt x="3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86"/>
            <p:cNvSpPr/>
            <p:nvPr/>
          </p:nvSpPr>
          <p:spPr>
            <a:xfrm>
              <a:off x="-45992275" y="3938175"/>
              <a:ext cx="33900" cy="25525"/>
            </a:xfrm>
            <a:custGeom>
              <a:avLst/>
              <a:gdLst/>
              <a:ahLst/>
              <a:cxnLst/>
              <a:rect l="l" t="t" r="r" b="b"/>
              <a:pathLst>
                <a:path w="1356" h="1021" extrusionOk="0">
                  <a:moveTo>
                    <a:pt x="372" y="0"/>
                  </a:moveTo>
                  <a:cubicBezTo>
                    <a:pt x="250" y="0"/>
                    <a:pt x="128" y="64"/>
                    <a:pt x="64" y="171"/>
                  </a:cubicBezTo>
                  <a:cubicBezTo>
                    <a:pt x="1" y="328"/>
                    <a:pt x="32" y="549"/>
                    <a:pt x="190" y="643"/>
                  </a:cubicBezTo>
                  <a:lnTo>
                    <a:pt x="788" y="990"/>
                  </a:lnTo>
                  <a:cubicBezTo>
                    <a:pt x="838" y="1010"/>
                    <a:pt x="895" y="1020"/>
                    <a:pt x="951" y="1020"/>
                  </a:cubicBezTo>
                  <a:cubicBezTo>
                    <a:pt x="1073" y="1020"/>
                    <a:pt x="1196" y="972"/>
                    <a:pt x="1261" y="864"/>
                  </a:cubicBezTo>
                  <a:cubicBezTo>
                    <a:pt x="1356" y="706"/>
                    <a:pt x="1293" y="517"/>
                    <a:pt x="1135" y="391"/>
                  </a:cubicBezTo>
                  <a:lnTo>
                    <a:pt x="536" y="45"/>
                  </a:lnTo>
                  <a:cubicBezTo>
                    <a:pt x="486" y="15"/>
                    <a:pt x="429" y="0"/>
                    <a:pt x="3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86"/>
            <p:cNvSpPr/>
            <p:nvPr/>
          </p:nvSpPr>
          <p:spPr>
            <a:xfrm>
              <a:off x="-45953675" y="4078700"/>
              <a:ext cx="122900" cy="35450"/>
            </a:xfrm>
            <a:custGeom>
              <a:avLst/>
              <a:gdLst/>
              <a:ahLst/>
              <a:cxnLst/>
              <a:rect l="l" t="t" r="r" b="b"/>
              <a:pathLst>
                <a:path w="4916" h="1418" extrusionOk="0">
                  <a:moveTo>
                    <a:pt x="347" y="0"/>
                  </a:moveTo>
                  <a:cubicBezTo>
                    <a:pt x="158" y="0"/>
                    <a:pt x="1" y="158"/>
                    <a:pt x="1" y="378"/>
                  </a:cubicBezTo>
                  <a:cubicBezTo>
                    <a:pt x="1" y="567"/>
                    <a:pt x="158" y="725"/>
                    <a:pt x="347" y="725"/>
                  </a:cubicBezTo>
                  <a:lnTo>
                    <a:pt x="1040" y="725"/>
                  </a:lnTo>
                  <a:lnTo>
                    <a:pt x="1040" y="1418"/>
                  </a:lnTo>
                  <a:lnTo>
                    <a:pt x="3844" y="1418"/>
                  </a:lnTo>
                  <a:lnTo>
                    <a:pt x="3844" y="725"/>
                  </a:lnTo>
                  <a:lnTo>
                    <a:pt x="4569" y="725"/>
                  </a:lnTo>
                  <a:cubicBezTo>
                    <a:pt x="4758" y="725"/>
                    <a:pt x="4915" y="567"/>
                    <a:pt x="4915" y="378"/>
                  </a:cubicBezTo>
                  <a:cubicBezTo>
                    <a:pt x="4915" y="158"/>
                    <a:pt x="4758"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86"/>
            <p:cNvSpPr/>
            <p:nvPr/>
          </p:nvSpPr>
          <p:spPr>
            <a:xfrm>
              <a:off x="-45956025" y="3938325"/>
              <a:ext cx="126025" cy="123075"/>
            </a:xfrm>
            <a:custGeom>
              <a:avLst/>
              <a:gdLst/>
              <a:ahLst/>
              <a:cxnLst/>
              <a:rect l="l" t="t" r="r" b="b"/>
              <a:pathLst>
                <a:path w="5041" h="4923" extrusionOk="0">
                  <a:moveTo>
                    <a:pt x="2557" y="1"/>
                  </a:moveTo>
                  <a:cubicBezTo>
                    <a:pt x="2408" y="1"/>
                    <a:pt x="2259" y="13"/>
                    <a:pt x="2111" y="39"/>
                  </a:cubicBezTo>
                  <a:cubicBezTo>
                    <a:pt x="1134" y="196"/>
                    <a:pt x="315" y="1016"/>
                    <a:pt x="158" y="1992"/>
                  </a:cubicBezTo>
                  <a:cubicBezTo>
                    <a:pt x="0" y="2874"/>
                    <a:pt x="284" y="3410"/>
                    <a:pt x="693" y="4103"/>
                  </a:cubicBezTo>
                  <a:cubicBezTo>
                    <a:pt x="914" y="4355"/>
                    <a:pt x="1071" y="4639"/>
                    <a:pt x="1134" y="4922"/>
                  </a:cubicBezTo>
                  <a:lnTo>
                    <a:pt x="2237" y="4922"/>
                  </a:lnTo>
                  <a:lnTo>
                    <a:pt x="2237" y="2780"/>
                  </a:lnTo>
                  <a:lnTo>
                    <a:pt x="1890" y="2780"/>
                  </a:lnTo>
                  <a:cubicBezTo>
                    <a:pt x="1701" y="2780"/>
                    <a:pt x="1544" y="2622"/>
                    <a:pt x="1544" y="2433"/>
                  </a:cubicBezTo>
                  <a:cubicBezTo>
                    <a:pt x="1544" y="2244"/>
                    <a:pt x="1701" y="2087"/>
                    <a:pt x="1890" y="2087"/>
                  </a:cubicBezTo>
                  <a:lnTo>
                    <a:pt x="3308" y="2087"/>
                  </a:lnTo>
                  <a:cubicBezTo>
                    <a:pt x="3497" y="2087"/>
                    <a:pt x="3655" y="2244"/>
                    <a:pt x="3655" y="2433"/>
                  </a:cubicBezTo>
                  <a:cubicBezTo>
                    <a:pt x="3655" y="2622"/>
                    <a:pt x="3497" y="2780"/>
                    <a:pt x="3308" y="2780"/>
                  </a:cubicBezTo>
                  <a:lnTo>
                    <a:pt x="2962" y="2780"/>
                  </a:lnTo>
                  <a:lnTo>
                    <a:pt x="2962" y="4922"/>
                  </a:lnTo>
                  <a:lnTo>
                    <a:pt x="4064" y="4922"/>
                  </a:lnTo>
                  <a:cubicBezTo>
                    <a:pt x="4127" y="4639"/>
                    <a:pt x="4348" y="4355"/>
                    <a:pt x="4505" y="4040"/>
                  </a:cubicBezTo>
                  <a:cubicBezTo>
                    <a:pt x="4820" y="3536"/>
                    <a:pt x="5041" y="3158"/>
                    <a:pt x="5041" y="2433"/>
                  </a:cubicBezTo>
                  <a:cubicBezTo>
                    <a:pt x="5041" y="1740"/>
                    <a:pt x="4726" y="1016"/>
                    <a:pt x="4190" y="543"/>
                  </a:cubicBezTo>
                  <a:cubicBezTo>
                    <a:pt x="3714" y="192"/>
                    <a:pt x="3138" y="1"/>
                    <a:pt x="25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86"/>
            <p:cNvSpPr/>
            <p:nvPr/>
          </p:nvSpPr>
          <p:spPr>
            <a:xfrm>
              <a:off x="-45927675" y="4132250"/>
              <a:ext cx="70125" cy="39400"/>
            </a:xfrm>
            <a:custGeom>
              <a:avLst/>
              <a:gdLst/>
              <a:ahLst/>
              <a:cxnLst/>
              <a:rect l="l" t="t" r="r" b="b"/>
              <a:pathLst>
                <a:path w="2805" h="1576" extrusionOk="0">
                  <a:moveTo>
                    <a:pt x="0" y="1"/>
                  </a:moveTo>
                  <a:lnTo>
                    <a:pt x="0" y="1576"/>
                  </a:lnTo>
                  <a:lnTo>
                    <a:pt x="158" y="1450"/>
                  </a:lnTo>
                  <a:cubicBezTo>
                    <a:pt x="536" y="1198"/>
                    <a:pt x="969" y="1072"/>
                    <a:pt x="1402" y="1072"/>
                  </a:cubicBezTo>
                  <a:cubicBezTo>
                    <a:pt x="1835" y="1072"/>
                    <a:pt x="2269" y="1198"/>
                    <a:pt x="2647" y="1450"/>
                  </a:cubicBezTo>
                  <a:lnTo>
                    <a:pt x="2804" y="1576"/>
                  </a:lnTo>
                  <a:lnTo>
                    <a:pt x="2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86"/>
            <p:cNvSpPr/>
            <p:nvPr/>
          </p:nvSpPr>
          <p:spPr>
            <a:xfrm>
              <a:off x="-45921375" y="4176950"/>
              <a:ext cx="59100" cy="61650"/>
            </a:xfrm>
            <a:custGeom>
              <a:avLst/>
              <a:gdLst/>
              <a:ahLst/>
              <a:cxnLst/>
              <a:rect l="l" t="t" r="r" b="b"/>
              <a:pathLst>
                <a:path w="2364" h="2466" extrusionOk="0">
                  <a:moveTo>
                    <a:pt x="1158" y="0"/>
                  </a:moveTo>
                  <a:cubicBezTo>
                    <a:pt x="859" y="0"/>
                    <a:pt x="567" y="87"/>
                    <a:pt x="315" y="260"/>
                  </a:cubicBezTo>
                  <a:lnTo>
                    <a:pt x="0" y="481"/>
                  </a:lnTo>
                  <a:lnTo>
                    <a:pt x="851" y="2277"/>
                  </a:lnTo>
                  <a:cubicBezTo>
                    <a:pt x="945" y="2371"/>
                    <a:pt x="1040" y="2466"/>
                    <a:pt x="1166" y="2466"/>
                  </a:cubicBezTo>
                  <a:cubicBezTo>
                    <a:pt x="1292" y="2466"/>
                    <a:pt x="1418" y="2371"/>
                    <a:pt x="1481" y="2277"/>
                  </a:cubicBezTo>
                  <a:lnTo>
                    <a:pt x="2363" y="481"/>
                  </a:lnTo>
                  <a:lnTo>
                    <a:pt x="2048" y="260"/>
                  </a:lnTo>
                  <a:cubicBezTo>
                    <a:pt x="1765" y="87"/>
                    <a:pt x="1457" y="0"/>
                    <a:pt x="1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5" name="Google Shape;6735;p86"/>
          <p:cNvGrpSpPr/>
          <p:nvPr/>
        </p:nvGrpSpPr>
        <p:grpSpPr>
          <a:xfrm>
            <a:off x="3974341" y="3615275"/>
            <a:ext cx="312375" cy="357596"/>
            <a:chOff x="-44895900" y="3929450"/>
            <a:chExt cx="263875" cy="302075"/>
          </a:xfrm>
        </p:grpSpPr>
        <p:sp>
          <p:nvSpPr>
            <p:cNvPr id="6736" name="Google Shape;6736;p86"/>
            <p:cNvSpPr/>
            <p:nvPr/>
          </p:nvSpPr>
          <p:spPr>
            <a:xfrm>
              <a:off x="-44813975" y="4100750"/>
              <a:ext cx="101625" cy="50425"/>
            </a:xfrm>
            <a:custGeom>
              <a:avLst/>
              <a:gdLst/>
              <a:ahLst/>
              <a:cxnLst/>
              <a:rect l="l" t="t" r="r" b="b"/>
              <a:pathLst>
                <a:path w="4065" h="2017" extrusionOk="0">
                  <a:moveTo>
                    <a:pt x="2017" y="0"/>
                  </a:moveTo>
                  <a:lnTo>
                    <a:pt x="0" y="977"/>
                  </a:lnTo>
                  <a:lnTo>
                    <a:pt x="2017" y="2017"/>
                  </a:lnTo>
                  <a:lnTo>
                    <a:pt x="4064" y="977"/>
                  </a:lnTo>
                  <a:lnTo>
                    <a:pt x="20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86"/>
            <p:cNvSpPr/>
            <p:nvPr/>
          </p:nvSpPr>
          <p:spPr>
            <a:xfrm>
              <a:off x="-44885650" y="3929450"/>
              <a:ext cx="244175" cy="87825"/>
            </a:xfrm>
            <a:custGeom>
              <a:avLst/>
              <a:gdLst/>
              <a:ahLst/>
              <a:cxnLst/>
              <a:rect l="l" t="t" r="r" b="b"/>
              <a:pathLst>
                <a:path w="9767" h="3513" extrusionOk="0">
                  <a:moveTo>
                    <a:pt x="4832" y="0"/>
                  </a:moveTo>
                  <a:cubicBezTo>
                    <a:pt x="4781" y="0"/>
                    <a:pt x="4726" y="16"/>
                    <a:pt x="4663" y="47"/>
                  </a:cubicBezTo>
                  <a:lnTo>
                    <a:pt x="0" y="2410"/>
                  </a:lnTo>
                  <a:lnTo>
                    <a:pt x="2080" y="3513"/>
                  </a:lnTo>
                  <a:lnTo>
                    <a:pt x="4726" y="2158"/>
                  </a:lnTo>
                  <a:cubicBezTo>
                    <a:pt x="4758" y="2142"/>
                    <a:pt x="4805" y="2134"/>
                    <a:pt x="4852" y="2134"/>
                  </a:cubicBezTo>
                  <a:cubicBezTo>
                    <a:pt x="4899" y="2134"/>
                    <a:pt x="4947" y="2142"/>
                    <a:pt x="4978" y="2158"/>
                  </a:cubicBezTo>
                  <a:lnTo>
                    <a:pt x="7625" y="3513"/>
                  </a:lnTo>
                  <a:lnTo>
                    <a:pt x="9767" y="2442"/>
                  </a:lnTo>
                  <a:lnTo>
                    <a:pt x="4978" y="47"/>
                  </a:lnTo>
                  <a:cubicBezTo>
                    <a:pt x="4931" y="16"/>
                    <a:pt x="4884" y="0"/>
                    <a:pt x="48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86"/>
            <p:cNvSpPr/>
            <p:nvPr/>
          </p:nvSpPr>
          <p:spPr>
            <a:xfrm>
              <a:off x="-44825000" y="4006225"/>
              <a:ext cx="52000" cy="105575"/>
            </a:xfrm>
            <a:custGeom>
              <a:avLst/>
              <a:gdLst/>
              <a:ahLst/>
              <a:cxnLst/>
              <a:rect l="l" t="t" r="r" b="b"/>
              <a:pathLst>
                <a:path w="2080" h="4223" extrusionOk="0">
                  <a:moveTo>
                    <a:pt x="2080" y="1"/>
                  </a:moveTo>
                  <a:lnTo>
                    <a:pt x="0" y="1009"/>
                  </a:lnTo>
                  <a:lnTo>
                    <a:pt x="0" y="4222"/>
                  </a:lnTo>
                  <a:lnTo>
                    <a:pt x="2080" y="3151"/>
                  </a:ln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86"/>
            <p:cNvSpPr/>
            <p:nvPr/>
          </p:nvSpPr>
          <p:spPr>
            <a:xfrm>
              <a:off x="-44754900" y="4005450"/>
              <a:ext cx="122875" cy="222925"/>
            </a:xfrm>
            <a:custGeom>
              <a:avLst/>
              <a:gdLst/>
              <a:ahLst/>
              <a:cxnLst/>
              <a:rect l="l" t="t" r="r" b="b"/>
              <a:pathLst>
                <a:path w="4915" h="8917" extrusionOk="0">
                  <a:moveTo>
                    <a:pt x="4915" y="0"/>
                  </a:moveTo>
                  <a:lnTo>
                    <a:pt x="2804" y="1040"/>
                  </a:lnTo>
                  <a:lnTo>
                    <a:pt x="2804" y="4789"/>
                  </a:lnTo>
                  <a:cubicBezTo>
                    <a:pt x="2804" y="4915"/>
                    <a:pt x="2710" y="5041"/>
                    <a:pt x="2615" y="5104"/>
                  </a:cubicBezTo>
                  <a:lnTo>
                    <a:pt x="0" y="6396"/>
                  </a:lnTo>
                  <a:lnTo>
                    <a:pt x="0" y="8916"/>
                  </a:lnTo>
                  <a:lnTo>
                    <a:pt x="4726" y="6396"/>
                  </a:lnTo>
                  <a:cubicBezTo>
                    <a:pt x="4852" y="6333"/>
                    <a:pt x="4915" y="6207"/>
                    <a:pt x="4915" y="6081"/>
                  </a:cubicBez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86"/>
            <p:cNvSpPr/>
            <p:nvPr/>
          </p:nvSpPr>
          <p:spPr>
            <a:xfrm>
              <a:off x="-44754900" y="4006225"/>
              <a:ext cx="52775" cy="105575"/>
            </a:xfrm>
            <a:custGeom>
              <a:avLst/>
              <a:gdLst/>
              <a:ahLst/>
              <a:cxnLst/>
              <a:rect l="l" t="t" r="r" b="b"/>
              <a:pathLst>
                <a:path w="2111" h="4223" extrusionOk="0">
                  <a:moveTo>
                    <a:pt x="0" y="1"/>
                  </a:moveTo>
                  <a:lnTo>
                    <a:pt x="0" y="3151"/>
                  </a:lnTo>
                  <a:lnTo>
                    <a:pt x="2111" y="4222"/>
                  </a:lnTo>
                  <a:lnTo>
                    <a:pt x="2111" y="1009"/>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86"/>
            <p:cNvSpPr/>
            <p:nvPr/>
          </p:nvSpPr>
          <p:spPr>
            <a:xfrm>
              <a:off x="-44895900" y="4006225"/>
              <a:ext cx="122900" cy="225300"/>
            </a:xfrm>
            <a:custGeom>
              <a:avLst/>
              <a:gdLst/>
              <a:ahLst/>
              <a:cxnLst/>
              <a:rect l="l" t="t" r="r" b="b"/>
              <a:pathLst>
                <a:path w="4916" h="9012" extrusionOk="0">
                  <a:moveTo>
                    <a:pt x="1" y="1"/>
                  </a:moveTo>
                  <a:lnTo>
                    <a:pt x="1" y="6176"/>
                  </a:lnTo>
                  <a:cubicBezTo>
                    <a:pt x="1" y="6302"/>
                    <a:pt x="95" y="6428"/>
                    <a:pt x="190" y="6491"/>
                  </a:cubicBezTo>
                  <a:lnTo>
                    <a:pt x="4916" y="9011"/>
                  </a:lnTo>
                  <a:lnTo>
                    <a:pt x="4916" y="6428"/>
                  </a:lnTo>
                  <a:lnTo>
                    <a:pt x="2332" y="5105"/>
                  </a:lnTo>
                  <a:lnTo>
                    <a:pt x="2301" y="5105"/>
                  </a:lnTo>
                  <a:cubicBezTo>
                    <a:pt x="2206" y="5073"/>
                    <a:pt x="2143" y="4947"/>
                    <a:pt x="2143" y="4853"/>
                  </a:cubicBezTo>
                  <a:lnTo>
                    <a:pt x="2143" y="110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2" name="Google Shape;6742;p86"/>
          <p:cNvGrpSpPr/>
          <p:nvPr/>
        </p:nvGrpSpPr>
        <p:grpSpPr>
          <a:xfrm>
            <a:off x="2148160" y="1398036"/>
            <a:ext cx="356205" cy="332885"/>
            <a:chOff x="-49397175" y="3192625"/>
            <a:chExt cx="300900" cy="281200"/>
          </a:xfrm>
        </p:grpSpPr>
        <p:sp>
          <p:nvSpPr>
            <p:cNvPr id="6743" name="Google Shape;6743;p86"/>
            <p:cNvSpPr/>
            <p:nvPr/>
          </p:nvSpPr>
          <p:spPr>
            <a:xfrm>
              <a:off x="-49325500" y="3297975"/>
              <a:ext cx="64625" cy="58500"/>
            </a:xfrm>
            <a:custGeom>
              <a:avLst/>
              <a:gdLst/>
              <a:ahLst/>
              <a:cxnLst/>
              <a:rect l="l" t="t" r="r" b="b"/>
              <a:pathLst>
                <a:path w="2585" h="2340" extrusionOk="0">
                  <a:moveTo>
                    <a:pt x="1045" y="1"/>
                  </a:moveTo>
                  <a:cubicBezTo>
                    <a:pt x="692" y="1"/>
                    <a:pt x="336" y="54"/>
                    <a:pt x="1" y="165"/>
                  </a:cubicBezTo>
                  <a:cubicBezTo>
                    <a:pt x="158" y="1079"/>
                    <a:pt x="694" y="1867"/>
                    <a:pt x="1482" y="2339"/>
                  </a:cubicBezTo>
                  <a:cubicBezTo>
                    <a:pt x="1639" y="1583"/>
                    <a:pt x="2017" y="890"/>
                    <a:pt x="2584" y="354"/>
                  </a:cubicBezTo>
                  <a:cubicBezTo>
                    <a:pt x="2126" y="126"/>
                    <a:pt x="1588" y="1"/>
                    <a:pt x="10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86"/>
            <p:cNvSpPr/>
            <p:nvPr/>
          </p:nvSpPr>
          <p:spPr>
            <a:xfrm>
              <a:off x="-49345975" y="3192625"/>
              <a:ext cx="199300" cy="103975"/>
            </a:xfrm>
            <a:custGeom>
              <a:avLst/>
              <a:gdLst/>
              <a:ahLst/>
              <a:cxnLst/>
              <a:rect l="l" t="t" r="r" b="b"/>
              <a:pathLst>
                <a:path w="7972" h="4159" extrusionOk="0">
                  <a:moveTo>
                    <a:pt x="3970" y="0"/>
                  </a:moveTo>
                  <a:cubicBezTo>
                    <a:pt x="1670" y="0"/>
                    <a:pt x="1" y="2048"/>
                    <a:pt x="127" y="3907"/>
                  </a:cubicBezTo>
                  <a:cubicBezTo>
                    <a:pt x="743" y="3639"/>
                    <a:pt x="1342" y="3513"/>
                    <a:pt x="1908" y="3513"/>
                  </a:cubicBezTo>
                  <a:cubicBezTo>
                    <a:pt x="2671" y="3513"/>
                    <a:pt x="3373" y="3743"/>
                    <a:pt x="3970" y="4159"/>
                  </a:cubicBezTo>
                  <a:cubicBezTo>
                    <a:pt x="4586" y="3743"/>
                    <a:pt x="5274" y="3513"/>
                    <a:pt x="6036" y="3513"/>
                  </a:cubicBezTo>
                  <a:cubicBezTo>
                    <a:pt x="6599" y="3513"/>
                    <a:pt x="7202" y="3639"/>
                    <a:pt x="7845" y="3907"/>
                  </a:cubicBezTo>
                  <a:cubicBezTo>
                    <a:pt x="7971" y="2048"/>
                    <a:pt x="6302" y="0"/>
                    <a:pt x="39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86"/>
            <p:cNvSpPr/>
            <p:nvPr/>
          </p:nvSpPr>
          <p:spPr>
            <a:xfrm>
              <a:off x="-49272725" y="3381650"/>
              <a:ext cx="52800" cy="53575"/>
            </a:xfrm>
            <a:custGeom>
              <a:avLst/>
              <a:gdLst/>
              <a:ahLst/>
              <a:cxnLst/>
              <a:rect l="l" t="t" r="r" b="b"/>
              <a:pathLst>
                <a:path w="2112" h="2143" extrusionOk="0">
                  <a:moveTo>
                    <a:pt x="2112" y="0"/>
                  </a:moveTo>
                  <a:cubicBezTo>
                    <a:pt x="1765" y="111"/>
                    <a:pt x="1403" y="166"/>
                    <a:pt x="1044" y="166"/>
                  </a:cubicBezTo>
                  <a:cubicBezTo>
                    <a:pt x="686" y="166"/>
                    <a:pt x="331" y="111"/>
                    <a:pt x="1" y="0"/>
                  </a:cubicBezTo>
                  <a:lnTo>
                    <a:pt x="1" y="0"/>
                  </a:lnTo>
                  <a:cubicBezTo>
                    <a:pt x="32" y="851"/>
                    <a:pt x="442" y="1576"/>
                    <a:pt x="1040" y="2143"/>
                  </a:cubicBezTo>
                  <a:cubicBezTo>
                    <a:pt x="1702" y="1576"/>
                    <a:pt x="2049" y="788"/>
                    <a:pt x="2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86"/>
            <p:cNvSpPr/>
            <p:nvPr/>
          </p:nvSpPr>
          <p:spPr>
            <a:xfrm>
              <a:off x="-49231775" y="3298075"/>
              <a:ext cx="63050" cy="58400"/>
            </a:xfrm>
            <a:custGeom>
              <a:avLst/>
              <a:gdLst/>
              <a:ahLst/>
              <a:cxnLst/>
              <a:rect l="l" t="t" r="r" b="b"/>
              <a:pathLst>
                <a:path w="2522" h="2336" extrusionOk="0">
                  <a:moveTo>
                    <a:pt x="1547" y="0"/>
                  </a:moveTo>
                  <a:cubicBezTo>
                    <a:pt x="1009" y="0"/>
                    <a:pt x="469" y="141"/>
                    <a:pt x="1" y="414"/>
                  </a:cubicBezTo>
                  <a:cubicBezTo>
                    <a:pt x="568" y="918"/>
                    <a:pt x="915" y="1611"/>
                    <a:pt x="1072" y="2335"/>
                  </a:cubicBezTo>
                  <a:cubicBezTo>
                    <a:pt x="1860" y="1863"/>
                    <a:pt x="2364" y="1075"/>
                    <a:pt x="2521" y="161"/>
                  </a:cubicBezTo>
                  <a:cubicBezTo>
                    <a:pt x="2209" y="53"/>
                    <a:pt x="1879" y="0"/>
                    <a:pt x="15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7" name="Google Shape;6747;p86"/>
            <p:cNvSpPr/>
            <p:nvPr/>
          </p:nvSpPr>
          <p:spPr>
            <a:xfrm>
              <a:off x="-49271925" y="3317850"/>
              <a:ext cx="48850" cy="49850"/>
            </a:xfrm>
            <a:custGeom>
              <a:avLst/>
              <a:gdLst/>
              <a:ahLst/>
              <a:cxnLst/>
              <a:rect l="l" t="t" r="r" b="b"/>
              <a:pathLst>
                <a:path w="1954" h="1994" extrusionOk="0">
                  <a:moveTo>
                    <a:pt x="977" y="1"/>
                  </a:moveTo>
                  <a:cubicBezTo>
                    <a:pt x="441" y="505"/>
                    <a:pt x="158" y="1040"/>
                    <a:pt x="0" y="1828"/>
                  </a:cubicBezTo>
                  <a:cubicBezTo>
                    <a:pt x="347" y="1938"/>
                    <a:pt x="670" y="1993"/>
                    <a:pt x="989" y="1993"/>
                  </a:cubicBezTo>
                  <a:cubicBezTo>
                    <a:pt x="1308" y="1993"/>
                    <a:pt x="1623" y="1938"/>
                    <a:pt x="1953" y="1828"/>
                  </a:cubicBezTo>
                  <a:cubicBezTo>
                    <a:pt x="1859" y="1103"/>
                    <a:pt x="1607" y="568"/>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86"/>
            <p:cNvSpPr/>
            <p:nvPr/>
          </p:nvSpPr>
          <p:spPr>
            <a:xfrm>
              <a:off x="-49245950" y="3291075"/>
              <a:ext cx="149675" cy="182750"/>
            </a:xfrm>
            <a:custGeom>
              <a:avLst/>
              <a:gdLst/>
              <a:ahLst/>
              <a:cxnLst/>
              <a:rect l="l" t="t" r="r" b="b"/>
              <a:pathLst>
                <a:path w="5987" h="7310" extrusionOk="0">
                  <a:moveTo>
                    <a:pt x="3844" y="0"/>
                  </a:moveTo>
                  <a:cubicBezTo>
                    <a:pt x="3718" y="1670"/>
                    <a:pt x="2899" y="2773"/>
                    <a:pt x="1734" y="3371"/>
                  </a:cubicBezTo>
                  <a:cubicBezTo>
                    <a:pt x="1765" y="4537"/>
                    <a:pt x="1261" y="5734"/>
                    <a:pt x="1" y="6679"/>
                  </a:cubicBezTo>
                  <a:cubicBezTo>
                    <a:pt x="631" y="7057"/>
                    <a:pt x="1324" y="7310"/>
                    <a:pt x="2080" y="7310"/>
                  </a:cubicBezTo>
                  <a:cubicBezTo>
                    <a:pt x="4191" y="7310"/>
                    <a:pt x="5987" y="5577"/>
                    <a:pt x="5987" y="3434"/>
                  </a:cubicBezTo>
                  <a:cubicBezTo>
                    <a:pt x="5955" y="1985"/>
                    <a:pt x="5105" y="630"/>
                    <a:pt x="3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86"/>
            <p:cNvSpPr/>
            <p:nvPr/>
          </p:nvSpPr>
          <p:spPr>
            <a:xfrm>
              <a:off x="-49397175" y="3291075"/>
              <a:ext cx="149675" cy="182750"/>
            </a:xfrm>
            <a:custGeom>
              <a:avLst/>
              <a:gdLst/>
              <a:ahLst/>
              <a:cxnLst/>
              <a:rect l="l" t="t" r="r" b="b"/>
              <a:pathLst>
                <a:path w="5987" h="7310" extrusionOk="0">
                  <a:moveTo>
                    <a:pt x="2143" y="0"/>
                  </a:moveTo>
                  <a:cubicBezTo>
                    <a:pt x="852" y="694"/>
                    <a:pt x="1" y="1985"/>
                    <a:pt x="1" y="3434"/>
                  </a:cubicBezTo>
                  <a:cubicBezTo>
                    <a:pt x="1" y="5577"/>
                    <a:pt x="1797" y="7310"/>
                    <a:pt x="3908" y="7310"/>
                  </a:cubicBezTo>
                  <a:cubicBezTo>
                    <a:pt x="4664" y="7310"/>
                    <a:pt x="5357" y="7057"/>
                    <a:pt x="5987" y="6679"/>
                  </a:cubicBezTo>
                  <a:cubicBezTo>
                    <a:pt x="4727" y="5734"/>
                    <a:pt x="4223" y="4537"/>
                    <a:pt x="4254" y="3371"/>
                  </a:cubicBezTo>
                  <a:cubicBezTo>
                    <a:pt x="3088" y="2773"/>
                    <a:pt x="2301" y="167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0" name="Google Shape;6750;p86"/>
          <p:cNvGrpSpPr/>
          <p:nvPr/>
        </p:nvGrpSpPr>
        <p:grpSpPr>
          <a:xfrm>
            <a:off x="2174263" y="1822251"/>
            <a:ext cx="304000" cy="356205"/>
            <a:chOff x="-49375900" y="3550975"/>
            <a:chExt cx="256800" cy="300900"/>
          </a:xfrm>
        </p:grpSpPr>
        <p:sp>
          <p:nvSpPr>
            <p:cNvPr id="6751" name="Google Shape;6751;p86"/>
            <p:cNvSpPr/>
            <p:nvPr/>
          </p:nvSpPr>
          <p:spPr>
            <a:xfrm>
              <a:off x="-49231775" y="3638425"/>
              <a:ext cx="59100" cy="59075"/>
            </a:xfrm>
            <a:custGeom>
              <a:avLst/>
              <a:gdLst/>
              <a:ahLst/>
              <a:cxnLst/>
              <a:rect l="l" t="t" r="r" b="b"/>
              <a:pathLst>
                <a:path w="2364" h="2363" extrusionOk="0">
                  <a:moveTo>
                    <a:pt x="1" y="0"/>
                  </a:moveTo>
                  <a:lnTo>
                    <a:pt x="1513" y="2363"/>
                  </a:lnTo>
                  <a:lnTo>
                    <a:pt x="2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86"/>
            <p:cNvSpPr/>
            <p:nvPr/>
          </p:nvSpPr>
          <p:spPr>
            <a:xfrm>
              <a:off x="-49291625" y="3726625"/>
              <a:ext cx="87450" cy="123675"/>
            </a:xfrm>
            <a:custGeom>
              <a:avLst/>
              <a:gdLst/>
              <a:ahLst/>
              <a:cxnLst/>
              <a:rect l="l" t="t" r="r" b="b"/>
              <a:pathLst>
                <a:path w="3498" h="4947" extrusionOk="0">
                  <a:moveTo>
                    <a:pt x="1" y="1"/>
                  </a:moveTo>
                  <a:lnTo>
                    <a:pt x="1733" y="4947"/>
                  </a:ln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86"/>
            <p:cNvSpPr/>
            <p:nvPr/>
          </p:nvSpPr>
          <p:spPr>
            <a:xfrm>
              <a:off x="-49288475" y="3647075"/>
              <a:ext cx="81150" cy="61450"/>
            </a:xfrm>
            <a:custGeom>
              <a:avLst/>
              <a:gdLst/>
              <a:ahLst/>
              <a:cxnLst/>
              <a:rect l="l" t="t" r="r" b="b"/>
              <a:pathLst>
                <a:path w="3246" h="2458" extrusionOk="0">
                  <a:moveTo>
                    <a:pt x="1607" y="1"/>
                  </a:moveTo>
                  <a:lnTo>
                    <a:pt x="1" y="2458"/>
                  </a:lnTo>
                  <a:lnTo>
                    <a:pt x="3246" y="2458"/>
                  </a:lnTo>
                  <a:lnTo>
                    <a:pt x="16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86"/>
            <p:cNvSpPr/>
            <p:nvPr/>
          </p:nvSpPr>
          <p:spPr>
            <a:xfrm>
              <a:off x="-49375900" y="3648650"/>
              <a:ext cx="59100" cy="59875"/>
            </a:xfrm>
            <a:custGeom>
              <a:avLst/>
              <a:gdLst/>
              <a:ahLst/>
              <a:cxnLst/>
              <a:rect l="l" t="t" r="r" b="b"/>
              <a:pathLst>
                <a:path w="2364" h="2395" extrusionOk="0">
                  <a:moveTo>
                    <a:pt x="1513" y="1"/>
                  </a:moveTo>
                  <a:lnTo>
                    <a:pt x="1" y="2395"/>
                  </a:lnTo>
                  <a:lnTo>
                    <a:pt x="2363" y="2395"/>
                  </a:ln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86"/>
            <p:cNvSpPr/>
            <p:nvPr/>
          </p:nvSpPr>
          <p:spPr>
            <a:xfrm>
              <a:off x="-49229400" y="3726625"/>
              <a:ext cx="109500" cy="125250"/>
            </a:xfrm>
            <a:custGeom>
              <a:avLst/>
              <a:gdLst/>
              <a:ahLst/>
              <a:cxnLst/>
              <a:rect l="l" t="t" r="r" b="b"/>
              <a:pathLst>
                <a:path w="4380" h="5010" extrusionOk="0">
                  <a:moveTo>
                    <a:pt x="1765" y="1"/>
                  </a:moveTo>
                  <a:lnTo>
                    <a:pt x="0" y="5010"/>
                  </a:lnTo>
                  <a:lnTo>
                    <a:pt x="43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6" name="Google Shape;6756;p86"/>
            <p:cNvSpPr/>
            <p:nvPr/>
          </p:nvSpPr>
          <p:spPr>
            <a:xfrm>
              <a:off x="-49179000" y="3648650"/>
              <a:ext cx="59900" cy="59875"/>
            </a:xfrm>
            <a:custGeom>
              <a:avLst/>
              <a:gdLst/>
              <a:ahLst/>
              <a:cxnLst/>
              <a:rect l="l" t="t" r="r" b="b"/>
              <a:pathLst>
                <a:path w="2396" h="2395" extrusionOk="0">
                  <a:moveTo>
                    <a:pt x="851" y="1"/>
                  </a:moveTo>
                  <a:lnTo>
                    <a:pt x="1" y="2395"/>
                  </a:lnTo>
                  <a:lnTo>
                    <a:pt x="2395" y="2395"/>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86"/>
            <p:cNvSpPr/>
            <p:nvPr/>
          </p:nvSpPr>
          <p:spPr>
            <a:xfrm>
              <a:off x="-49323125" y="3638425"/>
              <a:ext cx="59100" cy="59075"/>
            </a:xfrm>
            <a:custGeom>
              <a:avLst/>
              <a:gdLst/>
              <a:ahLst/>
              <a:cxnLst/>
              <a:rect l="l" t="t" r="r" b="b"/>
              <a:pathLst>
                <a:path w="2364" h="2363" extrusionOk="0">
                  <a:moveTo>
                    <a:pt x="0" y="0"/>
                  </a:moveTo>
                  <a:lnTo>
                    <a:pt x="819" y="2363"/>
                  </a:lnTo>
                  <a:lnTo>
                    <a:pt x="23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86"/>
            <p:cNvSpPr/>
            <p:nvPr/>
          </p:nvSpPr>
          <p:spPr>
            <a:xfrm>
              <a:off x="-49375100" y="3726625"/>
              <a:ext cx="108700" cy="125250"/>
            </a:xfrm>
            <a:custGeom>
              <a:avLst/>
              <a:gdLst/>
              <a:ahLst/>
              <a:cxnLst/>
              <a:rect l="l" t="t" r="r" b="b"/>
              <a:pathLst>
                <a:path w="4348" h="5010" extrusionOk="0">
                  <a:moveTo>
                    <a:pt x="0" y="1"/>
                  </a:moveTo>
                  <a:lnTo>
                    <a:pt x="4348" y="5010"/>
                  </a:lnTo>
                  <a:lnTo>
                    <a:pt x="2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86"/>
            <p:cNvSpPr/>
            <p:nvPr/>
          </p:nvSpPr>
          <p:spPr>
            <a:xfrm>
              <a:off x="-49256975" y="3550975"/>
              <a:ext cx="17350" cy="53600"/>
            </a:xfrm>
            <a:custGeom>
              <a:avLst/>
              <a:gdLst/>
              <a:ahLst/>
              <a:cxnLst/>
              <a:rect l="l" t="t" r="r" b="b"/>
              <a:pathLst>
                <a:path w="694" h="2144" extrusionOk="0">
                  <a:moveTo>
                    <a:pt x="347" y="1"/>
                  </a:moveTo>
                  <a:cubicBezTo>
                    <a:pt x="158" y="1"/>
                    <a:pt x="1" y="159"/>
                    <a:pt x="1" y="348"/>
                  </a:cubicBezTo>
                  <a:lnTo>
                    <a:pt x="1" y="1797"/>
                  </a:lnTo>
                  <a:cubicBezTo>
                    <a:pt x="1" y="1986"/>
                    <a:pt x="158" y="2143"/>
                    <a:pt x="347" y="2143"/>
                  </a:cubicBezTo>
                  <a:cubicBezTo>
                    <a:pt x="536" y="2143"/>
                    <a:pt x="694" y="1986"/>
                    <a:pt x="694" y="1797"/>
                  </a:cubicBezTo>
                  <a:lnTo>
                    <a:pt x="694" y="348"/>
                  </a:ln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86"/>
            <p:cNvSpPr/>
            <p:nvPr/>
          </p:nvSpPr>
          <p:spPr>
            <a:xfrm>
              <a:off x="-49323125" y="3575850"/>
              <a:ext cx="43350" cy="32650"/>
            </a:xfrm>
            <a:custGeom>
              <a:avLst/>
              <a:gdLst/>
              <a:ahLst/>
              <a:cxnLst/>
              <a:rect l="l" t="t" r="r" b="b"/>
              <a:pathLst>
                <a:path w="1734" h="1306" extrusionOk="0">
                  <a:moveTo>
                    <a:pt x="371" y="0"/>
                  </a:moveTo>
                  <a:cubicBezTo>
                    <a:pt x="259" y="0"/>
                    <a:pt x="147" y="56"/>
                    <a:pt x="63" y="140"/>
                  </a:cubicBezTo>
                  <a:cubicBezTo>
                    <a:pt x="0" y="298"/>
                    <a:pt x="32" y="518"/>
                    <a:pt x="189" y="613"/>
                  </a:cubicBezTo>
                  <a:lnTo>
                    <a:pt x="1166" y="1274"/>
                  </a:lnTo>
                  <a:cubicBezTo>
                    <a:pt x="1261" y="1306"/>
                    <a:pt x="1292" y="1306"/>
                    <a:pt x="1387" y="1306"/>
                  </a:cubicBezTo>
                  <a:cubicBezTo>
                    <a:pt x="1481" y="1306"/>
                    <a:pt x="1607" y="1211"/>
                    <a:pt x="1639" y="1148"/>
                  </a:cubicBezTo>
                  <a:cubicBezTo>
                    <a:pt x="1733" y="991"/>
                    <a:pt x="1702" y="802"/>
                    <a:pt x="1544" y="676"/>
                  </a:cubicBezTo>
                  <a:lnTo>
                    <a:pt x="536" y="46"/>
                  </a:lnTo>
                  <a:cubicBezTo>
                    <a:pt x="483" y="14"/>
                    <a:pt x="427" y="0"/>
                    <a:pt x="3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86"/>
            <p:cNvSpPr/>
            <p:nvPr/>
          </p:nvSpPr>
          <p:spPr>
            <a:xfrm>
              <a:off x="-49217575" y="3575525"/>
              <a:ext cx="44900" cy="32975"/>
            </a:xfrm>
            <a:custGeom>
              <a:avLst/>
              <a:gdLst/>
              <a:ahLst/>
              <a:cxnLst/>
              <a:rect l="l" t="t" r="r" b="b"/>
              <a:pathLst>
                <a:path w="1796" h="1319" extrusionOk="0">
                  <a:moveTo>
                    <a:pt x="1370" y="0"/>
                  </a:moveTo>
                  <a:cubicBezTo>
                    <a:pt x="1309" y="0"/>
                    <a:pt x="1248" y="18"/>
                    <a:pt x="1197" y="59"/>
                  </a:cubicBezTo>
                  <a:lnTo>
                    <a:pt x="221" y="689"/>
                  </a:lnTo>
                  <a:cubicBezTo>
                    <a:pt x="63" y="752"/>
                    <a:pt x="0" y="1004"/>
                    <a:pt x="95" y="1161"/>
                  </a:cubicBezTo>
                  <a:cubicBezTo>
                    <a:pt x="158" y="1287"/>
                    <a:pt x="252" y="1319"/>
                    <a:pt x="378" y="1319"/>
                  </a:cubicBezTo>
                  <a:cubicBezTo>
                    <a:pt x="473" y="1319"/>
                    <a:pt x="536" y="1287"/>
                    <a:pt x="567" y="1287"/>
                  </a:cubicBezTo>
                  <a:lnTo>
                    <a:pt x="1575" y="657"/>
                  </a:lnTo>
                  <a:cubicBezTo>
                    <a:pt x="1733" y="563"/>
                    <a:pt x="1796" y="342"/>
                    <a:pt x="1670" y="185"/>
                  </a:cubicBezTo>
                  <a:cubicBezTo>
                    <a:pt x="1627" y="78"/>
                    <a:pt x="1498" y="0"/>
                    <a:pt x="13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2" name="Google Shape;6762;p86"/>
          <p:cNvGrpSpPr/>
          <p:nvPr/>
        </p:nvGrpSpPr>
        <p:grpSpPr>
          <a:xfrm>
            <a:off x="2169616" y="2259546"/>
            <a:ext cx="313293" cy="356205"/>
            <a:chOff x="-49378250" y="3920375"/>
            <a:chExt cx="264650" cy="300900"/>
          </a:xfrm>
        </p:grpSpPr>
        <p:sp>
          <p:nvSpPr>
            <p:cNvPr id="6763" name="Google Shape;6763;p86"/>
            <p:cNvSpPr/>
            <p:nvPr/>
          </p:nvSpPr>
          <p:spPr>
            <a:xfrm>
              <a:off x="-49272725" y="4185025"/>
              <a:ext cx="70925" cy="35475"/>
            </a:xfrm>
            <a:custGeom>
              <a:avLst/>
              <a:gdLst/>
              <a:ahLst/>
              <a:cxnLst/>
              <a:rect l="l" t="t" r="r" b="b"/>
              <a:pathLst>
                <a:path w="2837" h="1419" extrusionOk="0">
                  <a:moveTo>
                    <a:pt x="32" y="0"/>
                  </a:moveTo>
                  <a:lnTo>
                    <a:pt x="32" y="378"/>
                  </a:lnTo>
                  <a:lnTo>
                    <a:pt x="1" y="378"/>
                  </a:lnTo>
                  <a:cubicBezTo>
                    <a:pt x="1" y="945"/>
                    <a:pt x="473" y="1418"/>
                    <a:pt x="1040" y="1418"/>
                  </a:cubicBezTo>
                  <a:lnTo>
                    <a:pt x="1765" y="1418"/>
                  </a:lnTo>
                  <a:cubicBezTo>
                    <a:pt x="2364" y="1418"/>
                    <a:pt x="2836" y="945"/>
                    <a:pt x="2836" y="378"/>
                  </a:cubicBezTo>
                  <a:lnTo>
                    <a:pt x="28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86"/>
            <p:cNvSpPr/>
            <p:nvPr/>
          </p:nvSpPr>
          <p:spPr>
            <a:xfrm>
              <a:off x="-49378250" y="3920375"/>
              <a:ext cx="87425" cy="300900"/>
            </a:xfrm>
            <a:custGeom>
              <a:avLst/>
              <a:gdLst/>
              <a:ahLst/>
              <a:cxnLst/>
              <a:rect l="l" t="t" r="r" b="b"/>
              <a:pathLst>
                <a:path w="3497" h="12036" extrusionOk="0">
                  <a:moveTo>
                    <a:pt x="347" y="1"/>
                  </a:moveTo>
                  <a:cubicBezTo>
                    <a:pt x="158" y="1"/>
                    <a:pt x="0" y="158"/>
                    <a:pt x="0" y="347"/>
                  </a:cubicBezTo>
                  <a:lnTo>
                    <a:pt x="0" y="1418"/>
                  </a:lnTo>
                  <a:lnTo>
                    <a:pt x="1764" y="1418"/>
                  </a:lnTo>
                  <a:cubicBezTo>
                    <a:pt x="1953" y="1418"/>
                    <a:pt x="2111" y="1576"/>
                    <a:pt x="2111" y="1765"/>
                  </a:cubicBezTo>
                  <a:cubicBezTo>
                    <a:pt x="2111" y="1954"/>
                    <a:pt x="1953" y="2112"/>
                    <a:pt x="1764" y="2112"/>
                  </a:cubicBezTo>
                  <a:lnTo>
                    <a:pt x="0" y="2112"/>
                  </a:lnTo>
                  <a:lnTo>
                    <a:pt x="0" y="2836"/>
                  </a:lnTo>
                  <a:lnTo>
                    <a:pt x="1071" y="2836"/>
                  </a:lnTo>
                  <a:cubicBezTo>
                    <a:pt x="1260" y="2836"/>
                    <a:pt x="1418" y="2994"/>
                    <a:pt x="1418" y="3183"/>
                  </a:cubicBezTo>
                  <a:cubicBezTo>
                    <a:pt x="1418" y="3372"/>
                    <a:pt x="1260" y="3529"/>
                    <a:pt x="1071" y="3529"/>
                  </a:cubicBezTo>
                  <a:lnTo>
                    <a:pt x="0" y="3529"/>
                  </a:lnTo>
                  <a:lnTo>
                    <a:pt x="0" y="4254"/>
                  </a:lnTo>
                  <a:lnTo>
                    <a:pt x="1764" y="4254"/>
                  </a:lnTo>
                  <a:cubicBezTo>
                    <a:pt x="1953" y="4254"/>
                    <a:pt x="2111" y="4411"/>
                    <a:pt x="2111" y="4600"/>
                  </a:cubicBezTo>
                  <a:cubicBezTo>
                    <a:pt x="2111" y="4789"/>
                    <a:pt x="1953" y="4947"/>
                    <a:pt x="1764" y="4947"/>
                  </a:cubicBezTo>
                  <a:lnTo>
                    <a:pt x="0" y="4947"/>
                  </a:lnTo>
                  <a:lnTo>
                    <a:pt x="0" y="5672"/>
                  </a:lnTo>
                  <a:lnTo>
                    <a:pt x="1071" y="5672"/>
                  </a:lnTo>
                  <a:cubicBezTo>
                    <a:pt x="1260" y="5672"/>
                    <a:pt x="1418" y="5829"/>
                    <a:pt x="1418" y="6018"/>
                  </a:cubicBezTo>
                  <a:cubicBezTo>
                    <a:pt x="1418" y="6207"/>
                    <a:pt x="1260" y="6365"/>
                    <a:pt x="1071" y="6365"/>
                  </a:cubicBezTo>
                  <a:lnTo>
                    <a:pt x="0" y="6365"/>
                  </a:lnTo>
                  <a:lnTo>
                    <a:pt x="0" y="7089"/>
                  </a:lnTo>
                  <a:lnTo>
                    <a:pt x="1764" y="7089"/>
                  </a:lnTo>
                  <a:cubicBezTo>
                    <a:pt x="1953" y="7089"/>
                    <a:pt x="2111" y="7247"/>
                    <a:pt x="2111" y="7436"/>
                  </a:cubicBezTo>
                  <a:cubicBezTo>
                    <a:pt x="2111" y="7625"/>
                    <a:pt x="1953" y="7782"/>
                    <a:pt x="1764" y="7782"/>
                  </a:cubicBezTo>
                  <a:lnTo>
                    <a:pt x="0" y="7782"/>
                  </a:lnTo>
                  <a:lnTo>
                    <a:pt x="0" y="8507"/>
                  </a:lnTo>
                  <a:lnTo>
                    <a:pt x="1071" y="8507"/>
                  </a:lnTo>
                  <a:cubicBezTo>
                    <a:pt x="1260" y="8507"/>
                    <a:pt x="1418" y="8665"/>
                    <a:pt x="1418" y="8854"/>
                  </a:cubicBezTo>
                  <a:cubicBezTo>
                    <a:pt x="1418" y="9043"/>
                    <a:pt x="1260" y="9200"/>
                    <a:pt x="1071" y="9200"/>
                  </a:cubicBezTo>
                  <a:lnTo>
                    <a:pt x="0" y="9200"/>
                  </a:lnTo>
                  <a:lnTo>
                    <a:pt x="0" y="9925"/>
                  </a:lnTo>
                  <a:lnTo>
                    <a:pt x="1764" y="9925"/>
                  </a:lnTo>
                  <a:cubicBezTo>
                    <a:pt x="1953" y="9925"/>
                    <a:pt x="2111" y="10082"/>
                    <a:pt x="2111" y="10271"/>
                  </a:cubicBezTo>
                  <a:cubicBezTo>
                    <a:pt x="2111" y="10460"/>
                    <a:pt x="1953" y="10618"/>
                    <a:pt x="1764" y="10618"/>
                  </a:cubicBezTo>
                  <a:lnTo>
                    <a:pt x="0" y="10618"/>
                  </a:lnTo>
                  <a:lnTo>
                    <a:pt x="0" y="11689"/>
                  </a:lnTo>
                  <a:cubicBezTo>
                    <a:pt x="0" y="11878"/>
                    <a:pt x="158" y="12036"/>
                    <a:pt x="347" y="12036"/>
                  </a:cubicBezTo>
                  <a:lnTo>
                    <a:pt x="3151" y="12036"/>
                  </a:lnTo>
                  <a:cubicBezTo>
                    <a:pt x="3340" y="12036"/>
                    <a:pt x="3497" y="11878"/>
                    <a:pt x="3497" y="11689"/>
                  </a:cubicBezTo>
                  <a:lnTo>
                    <a:pt x="3497" y="379"/>
                  </a:lnTo>
                  <a:cubicBezTo>
                    <a:pt x="3497" y="158"/>
                    <a:pt x="3340"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86"/>
            <p:cNvSpPr/>
            <p:nvPr/>
          </p:nvSpPr>
          <p:spPr>
            <a:xfrm>
              <a:off x="-49185300" y="3920375"/>
              <a:ext cx="71700" cy="87450"/>
            </a:xfrm>
            <a:custGeom>
              <a:avLst/>
              <a:gdLst/>
              <a:ahLst/>
              <a:cxnLst/>
              <a:rect l="l" t="t" r="r" b="b"/>
              <a:pathLst>
                <a:path w="2868" h="3498" extrusionOk="0">
                  <a:moveTo>
                    <a:pt x="2490" y="1"/>
                  </a:moveTo>
                  <a:cubicBezTo>
                    <a:pt x="1765" y="1"/>
                    <a:pt x="1229" y="32"/>
                    <a:pt x="631" y="631"/>
                  </a:cubicBezTo>
                  <a:cubicBezTo>
                    <a:pt x="253" y="1040"/>
                    <a:pt x="1" y="1576"/>
                    <a:pt x="1" y="2143"/>
                  </a:cubicBezTo>
                  <a:cubicBezTo>
                    <a:pt x="1" y="2868"/>
                    <a:pt x="631" y="3498"/>
                    <a:pt x="1418" y="3498"/>
                  </a:cubicBezTo>
                  <a:cubicBezTo>
                    <a:pt x="2017" y="3498"/>
                    <a:pt x="2553" y="3120"/>
                    <a:pt x="2742" y="2553"/>
                  </a:cubicBezTo>
                  <a:cubicBezTo>
                    <a:pt x="2868" y="2238"/>
                    <a:pt x="2805" y="1923"/>
                    <a:pt x="2616" y="1702"/>
                  </a:cubicBezTo>
                  <a:cubicBezTo>
                    <a:pt x="2395" y="1450"/>
                    <a:pt x="2269" y="1135"/>
                    <a:pt x="2742" y="568"/>
                  </a:cubicBezTo>
                  <a:cubicBezTo>
                    <a:pt x="2836" y="442"/>
                    <a:pt x="2868" y="316"/>
                    <a:pt x="2805" y="190"/>
                  </a:cubicBezTo>
                  <a:cubicBezTo>
                    <a:pt x="2742" y="95"/>
                    <a:pt x="2616" y="1"/>
                    <a:pt x="2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86"/>
            <p:cNvSpPr/>
            <p:nvPr/>
          </p:nvSpPr>
          <p:spPr>
            <a:xfrm>
              <a:off x="-49182150" y="4019625"/>
              <a:ext cx="64625" cy="42550"/>
            </a:xfrm>
            <a:custGeom>
              <a:avLst/>
              <a:gdLst/>
              <a:ahLst/>
              <a:cxnLst/>
              <a:rect l="l" t="t" r="r" b="b"/>
              <a:pathLst>
                <a:path w="2585" h="1702" extrusionOk="0">
                  <a:moveTo>
                    <a:pt x="316" y="0"/>
                  </a:moveTo>
                  <a:cubicBezTo>
                    <a:pt x="158" y="473"/>
                    <a:pt x="32" y="1103"/>
                    <a:pt x="1" y="1702"/>
                  </a:cubicBezTo>
                  <a:lnTo>
                    <a:pt x="2584" y="1702"/>
                  </a:lnTo>
                  <a:cubicBezTo>
                    <a:pt x="2521" y="1103"/>
                    <a:pt x="2427" y="504"/>
                    <a:pt x="2269" y="0"/>
                  </a:cubicBezTo>
                  <a:cubicBezTo>
                    <a:pt x="1954" y="158"/>
                    <a:pt x="1639" y="252"/>
                    <a:pt x="1292" y="252"/>
                  </a:cubicBezTo>
                  <a:cubicBezTo>
                    <a:pt x="946" y="252"/>
                    <a:pt x="631" y="158"/>
                    <a:pt x="3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86"/>
            <p:cNvSpPr/>
            <p:nvPr/>
          </p:nvSpPr>
          <p:spPr>
            <a:xfrm>
              <a:off x="-49185300" y="4078700"/>
              <a:ext cx="70925" cy="141800"/>
            </a:xfrm>
            <a:custGeom>
              <a:avLst/>
              <a:gdLst/>
              <a:ahLst/>
              <a:cxnLst/>
              <a:rect l="l" t="t" r="r" b="b"/>
              <a:pathLst>
                <a:path w="2837" h="5672" extrusionOk="0">
                  <a:moveTo>
                    <a:pt x="32" y="0"/>
                  </a:moveTo>
                  <a:cubicBezTo>
                    <a:pt x="1" y="378"/>
                    <a:pt x="1" y="756"/>
                    <a:pt x="1" y="1071"/>
                  </a:cubicBezTo>
                  <a:cubicBezTo>
                    <a:pt x="1" y="2773"/>
                    <a:pt x="316" y="5671"/>
                    <a:pt x="1418" y="5671"/>
                  </a:cubicBezTo>
                  <a:cubicBezTo>
                    <a:pt x="2521" y="5671"/>
                    <a:pt x="2836" y="2804"/>
                    <a:pt x="2836" y="1071"/>
                  </a:cubicBezTo>
                  <a:cubicBezTo>
                    <a:pt x="2805" y="756"/>
                    <a:pt x="2805" y="410"/>
                    <a:pt x="27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86"/>
            <p:cNvSpPr/>
            <p:nvPr/>
          </p:nvSpPr>
          <p:spPr>
            <a:xfrm>
              <a:off x="-49271150" y="3920375"/>
              <a:ext cx="65400" cy="70125"/>
            </a:xfrm>
            <a:custGeom>
              <a:avLst/>
              <a:gdLst/>
              <a:ahLst/>
              <a:cxnLst/>
              <a:rect l="l" t="t" r="r" b="b"/>
              <a:pathLst>
                <a:path w="2616" h="2805" extrusionOk="0">
                  <a:moveTo>
                    <a:pt x="1324" y="1"/>
                  </a:moveTo>
                  <a:cubicBezTo>
                    <a:pt x="1182" y="1"/>
                    <a:pt x="1040" y="64"/>
                    <a:pt x="977" y="190"/>
                  </a:cubicBezTo>
                  <a:lnTo>
                    <a:pt x="1" y="2805"/>
                  </a:lnTo>
                  <a:lnTo>
                    <a:pt x="2616" y="2805"/>
                  </a:lnTo>
                  <a:lnTo>
                    <a:pt x="1670" y="190"/>
                  </a:lnTo>
                  <a:cubicBezTo>
                    <a:pt x="1607" y="64"/>
                    <a:pt x="1466" y="1"/>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86"/>
            <p:cNvSpPr/>
            <p:nvPr/>
          </p:nvSpPr>
          <p:spPr>
            <a:xfrm>
              <a:off x="-49272725" y="4007800"/>
              <a:ext cx="70125" cy="159925"/>
            </a:xfrm>
            <a:custGeom>
              <a:avLst/>
              <a:gdLst/>
              <a:ahLst/>
              <a:cxnLst/>
              <a:rect l="l" t="t" r="r" b="b"/>
              <a:pathLst>
                <a:path w="2805" h="6397" extrusionOk="0">
                  <a:moveTo>
                    <a:pt x="1" y="1"/>
                  </a:moveTo>
                  <a:lnTo>
                    <a:pt x="1" y="6396"/>
                  </a:lnTo>
                  <a:lnTo>
                    <a:pt x="2805" y="6396"/>
                  </a:lnTo>
                  <a:lnTo>
                    <a:pt x="28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0" name="Google Shape;6770;p86"/>
          <p:cNvGrpSpPr/>
          <p:nvPr/>
        </p:nvGrpSpPr>
        <p:grpSpPr>
          <a:xfrm>
            <a:off x="888604" y="2752344"/>
            <a:ext cx="312375" cy="357123"/>
            <a:chOff x="-47505300" y="3200500"/>
            <a:chExt cx="263875" cy="301675"/>
          </a:xfrm>
        </p:grpSpPr>
        <p:sp>
          <p:nvSpPr>
            <p:cNvPr id="6771" name="Google Shape;6771;p86"/>
            <p:cNvSpPr/>
            <p:nvPr/>
          </p:nvSpPr>
          <p:spPr>
            <a:xfrm>
              <a:off x="-47382425" y="3306025"/>
              <a:ext cx="52800" cy="53600"/>
            </a:xfrm>
            <a:custGeom>
              <a:avLst/>
              <a:gdLst/>
              <a:ahLst/>
              <a:cxnLst/>
              <a:rect l="l" t="t" r="r" b="b"/>
              <a:pathLst>
                <a:path w="2112" h="2144" extrusionOk="0">
                  <a:moveTo>
                    <a:pt x="1387" y="1"/>
                  </a:moveTo>
                  <a:cubicBezTo>
                    <a:pt x="1198" y="726"/>
                    <a:pt x="694" y="1261"/>
                    <a:pt x="1" y="1387"/>
                  </a:cubicBezTo>
                  <a:lnTo>
                    <a:pt x="1"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86"/>
            <p:cNvSpPr/>
            <p:nvPr/>
          </p:nvSpPr>
          <p:spPr>
            <a:xfrm>
              <a:off x="-47382425" y="3306025"/>
              <a:ext cx="15775" cy="15800"/>
            </a:xfrm>
            <a:custGeom>
              <a:avLst/>
              <a:gdLst/>
              <a:ahLst/>
              <a:cxnLst/>
              <a:rect l="l" t="t" r="r" b="b"/>
              <a:pathLst>
                <a:path w="631" h="632" extrusionOk="0">
                  <a:moveTo>
                    <a:pt x="1" y="1"/>
                  </a:moveTo>
                  <a:lnTo>
                    <a:pt x="1" y="631"/>
                  </a:lnTo>
                  <a:cubicBezTo>
                    <a:pt x="316" y="568"/>
                    <a:pt x="536" y="316"/>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86"/>
            <p:cNvSpPr/>
            <p:nvPr/>
          </p:nvSpPr>
          <p:spPr>
            <a:xfrm>
              <a:off x="-47487975" y="3200500"/>
              <a:ext cx="210325" cy="301675"/>
            </a:xfrm>
            <a:custGeom>
              <a:avLst/>
              <a:gdLst/>
              <a:ahLst/>
              <a:cxnLst/>
              <a:rect l="l" t="t" r="r" b="b"/>
              <a:pathLst>
                <a:path w="8413" h="12067" extrusionOk="0">
                  <a:moveTo>
                    <a:pt x="3845" y="2111"/>
                  </a:moveTo>
                  <a:cubicBezTo>
                    <a:pt x="4727" y="2111"/>
                    <a:pt x="5420" y="2678"/>
                    <a:pt x="5577" y="3529"/>
                  </a:cubicBezTo>
                  <a:lnTo>
                    <a:pt x="6680" y="3529"/>
                  </a:lnTo>
                  <a:cubicBezTo>
                    <a:pt x="6901" y="3529"/>
                    <a:pt x="7058" y="3686"/>
                    <a:pt x="7058" y="3875"/>
                  </a:cubicBezTo>
                  <a:lnTo>
                    <a:pt x="7058" y="6711"/>
                  </a:lnTo>
                  <a:lnTo>
                    <a:pt x="6995" y="6711"/>
                  </a:lnTo>
                  <a:cubicBezTo>
                    <a:pt x="6995" y="6900"/>
                    <a:pt x="6838" y="7057"/>
                    <a:pt x="6648" y="7057"/>
                  </a:cubicBezTo>
                  <a:lnTo>
                    <a:pt x="3845" y="7057"/>
                  </a:lnTo>
                  <a:cubicBezTo>
                    <a:pt x="3656" y="7057"/>
                    <a:pt x="3498" y="6900"/>
                    <a:pt x="3498" y="6711"/>
                  </a:cubicBezTo>
                  <a:lnTo>
                    <a:pt x="3498" y="5608"/>
                  </a:lnTo>
                  <a:cubicBezTo>
                    <a:pt x="2710" y="5451"/>
                    <a:pt x="2080" y="4726"/>
                    <a:pt x="2080" y="3875"/>
                  </a:cubicBezTo>
                  <a:cubicBezTo>
                    <a:pt x="2080" y="2899"/>
                    <a:pt x="2868" y="2111"/>
                    <a:pt x="3845" y="2111"/>
                  </a:cubicBezTo>
                  <a:close/>
                  <a:moveTo>
                    <a:pt x="5262" y="8444"/>
                  </a:moveTo>
                  <a:cubicBezTo>
                    <a:pt x="5483" y="8444"/>
                    <a:pt x="5640" y="8601"/>
                    <a:pt x="5640" y="8790"/>
                  </a:cubicBezTo>
                  <a:cubicBezTo>
                    <a:pt x="5640" y="8979"/>
                    <a:pt x="5483" y="9137"/>
                    <a:pt x="5262" y="9137"/>
                  </a:cubicBezTo>
                  <a:lnTo>
                    <a:pt x="2490" y="9137"/>
                  </a:lnTo>
                  <a:cubicBezTo>
                    <a:pt x="2269" y="9137"/>
                    <a:pt x="2112" y="8979"/>
                    <a:pt x="2112" y="8790"/>
                  </a:cubicBezTo>
                  <a:cubicBezTo>
                    <a:pt x="2112" y="8601"/>
                    <a:pt x="2269" y="8444"/>
                    <a:pt x="2490" y="8444"/>
                  </a:cubicBezTo>
                  <a:close/>
                  <a:moveTo>
                    <a:pt x="6680" y="8444"/>
                  </a:moveTo>
                  <a:cubicBezTo>
                    <a:pt x="6901" y="8444"/>
                    <a:pt x="7058" y="8601"/>
                    <a:pt x="7058" y="8790"/>
                  </a:cubicBezTo>
                  <a:cubicBezTo>
                    <a:pt x="6995" y="8979"/>
                    <a:pt x="6838" y="9137"/>
                    <a:pt x="6680" y="9137"/>
                  </a:cubicBezTo>
                  <a:cubicBezTo>
                    <a:pt x="6491" y="9137"/>
                    <a:pt x="6333" y="8979"/>
                    <a:pt x="6333" y="8790"/>
                  </a:cubicBezTo>
                  <a:cubicBezTo>
                    <a:pt x="6333" y="8601"/>
                    <a:pt x="6491" y="8444"/>
                    <a:pt x="6680" y="8444"/>
                  </a:cubicBezTo>
                  <a:close/>
                  <a:moveTo>
                    <a:pt x="6680" y="9861"/>
                  </a:moveTo>
                  <a:cubicBezTo>
                    <a:pt x="6901" y="9861"/>
                    <a:pt x="7058" y="10019"/>
                    <a:pt x="7058" y="10208"/>
                  </a:cubicBezTo>
                  <a:cubicBezTo>
                    <a:pt x="7058" y="10397"/>
                    <a:pt x="6838" y="10554"/>
                    <a:pt x="6680" y="10554"/>
                  </a:cubicBezTo>
                  <a:lnTo>
                    <a:pt x="2490" y="10554"/>
                  </a:lnTo>
                  <a:cubicBezTo>
                    <a:pt x="2269" y="10554"/>
                    <a:pt x="2112" y="10397"/>
                    <a:pt x="2112" y="10208"/>
                  </a:cubicBezTo>
                  <a:cubicBezTo>
                    <a:pt x="2112" y="10019"/>
                    <a:pt x="2269" y="9861"/>
                    <a:pt x="2490" y="9861"/>
                  </a:cubicBezTo>
                  <a:close/>
                  <a:moveTo>
                    <a:pt x="347" y="0"/>
                  </a:moveTo>
                  <a:cubicBezTo>
                    <a:pt x="158" y="0"/>
                    <a:pt x="1" y="158"/>
                    <a:pt x="1" y="378"/>
                  </a:cubicBezTo>
                  <a:lnTo>
                    <a:pt x="1" y="1418"/>
                  </a:lnTo>
                  <a:lnTo>
                    <a:pt x="1072" y="1418"/>
                  </a:lnTo>
                  <a:cubicBezTo>
                    <a:pt x="1261" y="1418"/>
                    <a:pt x="1419" y="1576"/>
                    <a:pt x="1419" y="1796"/>
                  </a:cubicBezTo>
                  <a:cubicBezTo>
                    <a:pt x="1419" y="1985"/>
                    <a:pt x="1261" y="2143"/>
                    <a:pt x="1072" y="2143"/>
                  </a:cubicBezTo>
                  <a:lnTo>
                    <a:pt x="1" y="2143"/>
                  </a:lnTo>
                  <a:lnTo>
                    <a:pt x="1" y="3560"/>
                  </a:lnTo>
                  <a:lnTo>
                    <a:pt x="1072" y="3560"/>
                  </a:lnTo>
                  <a:cubicBezTo>
                    <a:pt x="1261" y="3560"/>
                    <a:pt x="1419" y="3718"/>
                    <a:pt x="1419" y="3907"/>
                  </a:cubicBezTo>
                  <a:cubicBezTo>
                    <a:pt x="1419" y="4096"/>
                    <a:pt x="1261" y="4253"/>
                    <a:pt x="1072" y="4253"/>
                  </a:cubicBezTo>
                  <a:lnTo>
                    <a:pt x="1" y="4253"/>
                  </a:lnTo>
                  <a:lnTo>
                    <a:pt x="1" y="5671"/>
                  </a:lnTo>
                  <a:lnTo>
                    <a:pt x="1072" y="5671"/>
                  </a:lnTo>
                  <a:cubicBezTo>
                    <a:pt x="1261" y="5671"/>
                    <a:pt x="1419" y="5829"/>
                    <a:pt x="1419" y="6049"/>
                  </a:cubicBezTo>
                  <a:cubicBezTo>
                    <a:pt x="1419" y="6238"/>
                    <a:pt x="1261" y="6396"/>
                    <a:pt x="1072" y="6396"/>
                  </a:cubicBezTo>
                  <a:lnTo>
                    <a:pt x="1" y="6396"/>
                  </a:lnTo>
                  <a:lnTo>
                    <a:pt x="1" y="7814"/>
                  </a:lnTo>
                  <a:lnTo>
                    <a:pt x="1072" y="7814"/>
                  </a:lnTo>
                  <a:cubicBezTo>
                    <a:pt x="1261" y="7814"/>
                    <a:pt x="1419" y="7971"/>
                    <a:pt x="1419" y="8160"/>
                  </a:cubicBezTo>
                  <a:cubicBezTo>
                    <a:pt x="1419" y="8349"/>
                    <a:pt x="1261" y="8507"/>
                    <a:pt x="1072" y="8507"/>
                  </a:cubicBezTo>
                  <a:lnTo>
                    <a:pt x="1" y="8507"/>
                  </a:lnTo>
                  <a:lnTo>
                    <a:pt x="1" y="9924"/>
                  </a:lnTo>
                  <a:lnTo>
                    <a:pt x="1072" y="9924"/>
                  </a:lnTo>
                  <a:cubicBezTo>
                    <a:pt x="1261" y="9924"/>
                    <a:pt x="1419" y="10082"/>
                    <a:pt x="1419" y="10302"/>
                  </a:cubicBezTo>
                  <a:cubicBezTo>
                    <a:pt x="1419" y="10491"/>
                    <a:pt x="1261" y="10649"/>
                    <a:pt x="1072" y="10649"/>
                  </a:cubicBezTo>
                  <a:lnTo>
                    <a:pt x="1" y="10649"/>
                  </a:lnTo>
                  <a:lnTo>
                    <a:pt x="1" y="11689"/>
                  </a:lnTo>
                  <a:cubicBezTo>
                    <a:pt x="1" y="11909"/>
                    <a:pt x="158" y="12067"/>
                    <a:pt x="347" y="12067"/>
                  </a:cubicBezTo>
                  <a:lnTo>
                    <a:pt x="8066" y="12067"/>
                  </a:lnTo>
                  <a:cubicBezTo>
                    <a:pt x="8255" y="12067"/>
                    <a:pt x="8413" y="11909"/>
                    <a:pt x="8413" y="11689"/>
                  </a:cubicBezTo>
                  <a:lnTo>
                    <a:pt x="8413" y="410"/>
                  </a:lnTo>
                  <a:cubicBezTo>
                    <a:pt x="8413" y="158"/>
                    <a:pt x="8255" y="0"/>
                    <a:pt x="8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86"/>
            <p:cNvSpPr/>
            <p:nvPr/>
          </p:nvSpPr>
          <p:spPr>
            <a:xfrm>
              <a:off x="-47417875" y="3271375"/>
              <a:ext cx="51225" cy="51225"/>
            </a:xfrm>
            <a:custGeom>
              <a:avLst/>
              <a:gdLst/>
              <a:ahLst/>
              <a:cxnLst/>
              <a:rect l="l" t="t" r="r" b="b"/>
              <a:pathLst>
                <a:path w="2049" h="2049" extrusionOk="0">
                  <a:moveTo>
                    <a:pt x="1041" y="1"/>
                  </a:moveTo>
                  <a:cubicBezTo>
                    <a:pt x="473" y="1"/>
                    <a:pt x="1" y="473"/>
                    <a:pt x="1" y="1072"/>
                  </a:cubicBezTo>
                  <a:cubicBezTo>
                    <a:pt x="1" y="1545"/>
                    <a:pt x="253" y="1891"/>
                    <a:pt x="694" y="2049"/>
                  </a:cubicBezTo>
                  <a:lnTo>
                    <a:pt x="694" y="1072"/>
                  </a:lnTo>
                  <a:cubicBezTo>
                    <a:pt x="694" y="883"/>
                    <a:pt x="852" y="725"/>
                    <a:pt x="1041" y="725"/>
                  </a:cubicBezTo>
                  <a:lnTo>
                    <a:pt x="2049" y="725"/>
                  </a:lnTo>
                  <a:cubicBezTo>
                    <a:pt x="1923" y="284"/>
                    <a:pt x="1513" y="1"/>
                    <a:pt x="1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86"/>
            <p:cNvSpPr/>
            <p:nvPr/>
          </p:nvSpPr>
          <p:spPr>
            <a:xfrm>
              <a:off x="-47505300" y="3235950"/>
              <a:ext cx="17350" cy="18125"/>
            </a:xfrm>
            <a:custGeom>
              <a:avLst/>
              <a:gdLst/>
              <a:ahLst/>
              <a:cxnLst/>
              <a:rect l="l" t="t" r="r" b="b"/>
              <a:pathLst>
                <a:path w="694" h="725" extrusionOk="0">
                  <a:moveTo>
                    <a:pt x="347" y="0"/>
                  </a:moveTo>
                  <a:cubicBezTo>
                    <a:pt x="127" y="0"/>
                    <a:pt x="1" y="158"/>
                    <a:pt x="1" y="378"/>
                  </a:cubicBezTo>
                  <a:cubicBezTo>
                    <a:pt x="1" y="567"/>
                    <a:pt x="127" y="725"/>
                    <a:pt x="347" y="725"/>
                  </a:cubicBezTo>
                  <a:lnTo>
                    <a:pt x="694" y="725"/>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86"/>
            <p:cNvSpPr/>
            <p:nvPr/>
          </p:nvSpPr>
          <p:spPr>
            <a:xfrm>
              <a:off x="-47505300" y="3447025"/>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86"/>
            <p:cNvSpPr/>
            <p:nvPr/>
          </p:nvSpPr>
          <p:spPr>
            <a:xfrm>
              <a:off x="-47505300" y="3394250"/>
              <a:ext cx="17350" cy="18150"/>
            </a:xfrm>
            <a:custGeom>
              <a:avLst/>
              <a:gdLst/>
              <a:ahLst/>
              <a:cxnLst/>
              <a:rect l="l" t="t" r="r" b="b"/>
              <a:pathLst>
                <a:path w="694" h="726" extrusionOk="0">
                  <a:moveTo>
                    <a:pt x="347" y="1"/>
                  </a:moveTo>
                  <a:lnTo>
                    <a:pt x="347" y="32"/>
                  </a:lnTo>
                  <a:cubicBezTo>
                    <a:pt x="127" y="32"/>
                    <a:pt x="1" y="190"/>
                    <a:pt x="1" y="379"/>
                  </a:cubicBezTo>
                  <a:cubicBezTo>
                    <a:pt x="1" y="568"/>
                    <a:pt x="127" y="725"/>
                    <a:pt x="347" y="725"/>
                  </a:cubicBezTo>
                  <a:lnTo>
                    <a:pt x="694" y="725"/>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8" name="Google Shape;6778;p86"/>
            <p:cNvSpPr/>
            <p:nvPr/>
          </p:nvSpPr>
          <p:spPr>
            <a:xfrm>
              <a:off x="-47505300" y="3341475"/>
              <a:ext cx="17350" cy="18150"/>
            </a:xfrm>
            <a:custGeom>
              <a:avLst/>
              <a:gdLst/>
              <a:ahLst/>
              <a:cxnLst/>
              <a:rect l="l" t="t" r="r" b="b"/>
              <a:pathLst>
                <a:path w="694" h="726" extrusionOk="0">
                  <a:moveTo>
                    <a:pt x="347" y="1"/>
                  </a:moveTo>
                  <a:cubicBezTo>
                    <a:pt x="127" y="1"/>
                    <a:pt x="1" y="158"/>
                    <a:pt x="1" y="347"/>
                  </a:cubicBezTo>
                  <a:cubicBezTo>
                    <a:pt x="1" y="568"/>
                    <a:pt x="127" y="725"/>
                    <a:pt x="347" y="725"/>
                  </a:cubicBezTo>
                  <a:lnTo>
                    <a:pt x="694" y="725"/>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86"/>
            <p:cNvSpPr/>
            <p:nvPr/>
          </p:nvSpPr>
          <p:spPr>
            <a:xfrm>
              <a:off x="-47505300" y="3289500"/>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86"/>
            <p:cNvSpPr/>
            <p:nvPr/>
          </p:nvSpPr>
          <p:spPr>
            <a:xfrm>
              <a:off x="-47259550" y="3411575"/>
              <a:ext cx="18125" cy="51225"/>
            </a:xfrm>
            <a:custGeom>
              <a:avLst/>
              <a:gdLst/>
              <a:ahLst/>
              <a:cxnLst/>
              <a:rect l="l" t="t" r="r" b="b"/>
              <a:pathLst>
                <a:path w="725" h="2049" extrusionOk="0">
                  <a:moveTo>
                    <a:pt x="0" y="1"/>
                  </a:moveTo>
                  <a:lnTo>
                    <a:pt x="0" y="2048"/>
                  </a:lnTo>
                  <a:cubicBezTo>
                    <a:pt x="410" y="1891"/>
                    <a:pt x="725" y="1481"/>
                    <a:pt x="725" y="1072"/>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86"/>
            <p:cNvSpPr/>
            <p:nvPr/>
          </p:nvSpPr>
          <p:spPr>
            <a:xfrm>
              <a:off x="-47259550" y="3306025"/>
              <a:ext cx="18125" cy="35475"/>
            </a:xfrm>
            <a:custGeom>
              <a:avLst/>
              <a:gdLst/>
              <a:ahLst/>
              <a:cxnLst/>
              <a:rect l="l" t="t" r="r" b="b"/>
              <a:pathLst>
                <a:path w="725" h="1419" extrusionOk="0">
                  <a:moveTo>
                    <a:pt x="0" y="1"/>
                  </a:moveTo>
                  <a:lnTo>
                    <a:pt x="0" y="1419"/>
                  </a:lnTo>
                  <a:lnTo>
                    <a:pt x="725" y="1419"/>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86"/>
            <p:cNvSpPr/>
            <p:nvPr/>
          </p:nvSpPr>
          <p:spPr>
            <a:xfrm>
              <a:off x="-47259550" y="3359600"/>
              <a:ext cx="18125" cy="34675"/>
            </a:xfrm>
            <a:custGeom>
              <a:avLst/>
              <a:gdLst/>
              <a:ahLst/>
              <a:cxnLst/>
              <a:rect l="l" t="t" r="r" b="b"/>
              <a:pathLst>
                <a:path w="725" h="1387" extrusionOk="0">
                  <a:moveTo>
                    <a:pt x="0" y="0"/>
                  </a:moveTo>
                  <a:lnTo>
                    <a:pt x="0" y="1387"/>
                  </a:lnTo>
                  <a:lnTo>
                    <a:pt x="725" y="1387"/>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86"/>
            <p:cNvSpPr/>
            <p:nvPr/>
          </p:nvSpPr>
          <p:spPr>
            <a:xfrm>
              <a:off x="-47259550" y="3238300"/>
              <a:ext cx="18125" cy="51225"/>
            </a:xfrm>
            <a:custGeom>
              <a:avLst/>
              <a:gdLst/>
              <a:ahLst/>
              <a:cxnLst/>
              <a:rect l="l" t="t" r="r" b="b"/>
              <a:pathLst>
                <a:path w="725" h="2049" extrusionOk="0">
                  <a:moveTo>
                    <a:pt x="0" y="1"/>
                  </a:moveTo>
                  <a:lnTo>
                    <a:pt x="0" y="2048"/>
                  </a:lnTo>
                  <a:lnTo>
                    <a:pt x="725" y="2048"/>
                  </a:lnTo>
                  <a:lnTo>
                    <a:pt x="725" y="977"/>
                  </a:lnTo>
                  <a:cubicBezTo>
                    <a:pt x="693" y="505"/>
                    <a:pt x="410" y="127"/>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84" name="Google Shape;6784;p86"/>
          <p:cNvGrpSpPr/>
          <p:nvPr/>
        </p:nvGrpSpPr>
        <p:grpSpPr>
          <a:xfrm>
            <a:off x="866704" y="3188692"/>
            <a:ext cx="356176" cy="355051"/>
            <a:chOff x="-47524975" y="3569100"/>
            <a:chExt cx="300875" cy="299925"/>
          </a:xfrm>
        </p:grpSpPr>
        <p:sp>
          <p:nvSpPr>
            <p:cNvPr id="6785" name="Google Shape;6785;p86"/>
            <p:cNvSpPr/>
            <p:nvPr/>
          </p:nvSpPr>
          <p:spPr>
            <a:xfrm>
              <a:off x="-47524975" y="3755775"/>
              <a:ext cx="115000" cy="113250"/>
            </a:xfrm>
            <a:custGeom>
              <a:avLst/>
              <a:gdLst/>
              <a:ahLst/>
              <a:cxnLst/>
              <a:rect l="l" t="t" r="r" b="b"/>
              <a:pathLst>
                <a:path w="4600" h="4530" extrusionOk="0">
                  <a:moveTo>
                    <a:pt x="3088" y="0"/>
                  </a:moveTo>
                  <a:lnTo>
                    <a:pt x="378" y="2741"/>
                  </a:lnTo>
                  <a:cubicBezTo>
                    <a:pt x="0" y="3119"/>
                    <a:pt x="0" y="3781"/>
                    <a:pt x="378" y="4222"/>
                  </a:cubicBezTo>
                  <a:cubicBezTo>
                    <a:pt x="583" y="4427"/>
                    <a:pt x="851" y="4529"/>
                    <a:pt x="1123" y="4529"/>
                  </a:cubicBezTo>
                  <a:cubicBezTo>
                    <a:pt x="1394" y="4529"/>
                    <a:pt x="1670" y="4427"/>
                    <a:pt x="1890" y="4222"/>
                  </a:cubicBezTo>
                  <a:lnTo>
                    <a:pt x="4600" y="1512"/>
                  </a:lnTo>
                  <a:cubicBezTo>
                    <a:pt x="4001" y="1103"/>
                    <a:pt x="3497" y="599"/>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86"/>
            <p:cNvSpPr/>
            <p:nvPr/>
          </p:nvSpPr>
          <p:spPr>
            <a:xfrm>
              <a:off x="-47346200" y="3674650"/>
              <a:ext cx="15775" cy="15775"/>
            </a:xfrm>
            <a:custGeom>
              <a:avLst/>
              <a:gdLst/>
              <a:ahLst/>
              <a:cxnLst/>
              <a:rect l="l" t="t" r="r" b="b"/>
              <a:pathLst>
                <a:path w="631" h="631" extrusionOk="0">
                  <a:moveTo>
                    <a:pt x="1" y="0"/>
                  </a:moveTo>
                  <a:lnTo>
                    <a:pt x="1" y="630"/>
                  </a:lnTo>
                  <a:cubicBezTo>
                    <a:pt x="284" y="536"/>
                    <a:pt x="505" y="315"/>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86"/>
            <p:cNvSpPr/>
            <p:nvPr/>
          </p:nvSpPr>
          <p:spPr>
            <a:xfrm>
              <a:off x="-47382425" y="3640000"/>
              <a:ext cx="51225" cy="51200"/>
            </a:xfrm>
            <a:custGeom>
              <a:avLst/>
              <a:gdLst/>
              <a:ahLst/>
              <a:cxnLst/>
              <a:rect l="l" t="t" r="r" b="b"/>
              <a:pathLst>
                <a:path w="2049" h="2048" extrusionOk="0">
                  <a:moveTo>
                    <a:pt x="1040" y="0"/>
                  </a:moveTo>
                  <a:cubicBezTo>
                    <a:pt x="473" y="0"/>
                    <a:pt x="1" y="473"/>
                    <a:pt x="1" y="1071"/>
                  </a:cubicBezTo>
                  <a:cubicBezTo>
                    <a:pt x="1" y="1512"/>
                    <a:pt x="253" y="1890"/>
                    <a:pt x="694" y="2048"/>
                  </a:cubicBezTo>
                  <a:lnTo>
                    <a:pt x="694" y="1071"/>
                  </a:lnTo>
                  <a:cubicBezTo>
                    <a:pt x="694" y="851"/>
                    <a:pt x="851" y="693"/>
                    <a:pt x="1040" y="693"/>
                  </a:cubicBezTo>
                  <a:lnTo>
                    <a:pt x="2048" y="693"/>
                  </a:lnTo>
                  <a:cubicBezTo>
                    <a:pt x="1922" y="284"/>
                    <a:pt x="1513"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86"/>
            <p:cNvSpPr/>
            <p:nvPr/>
          </p:nvSpPr>
          <p:spPr>
            <a:xfrm>
              <a:off x="-47346975" y="3674650"/>
              <a:ext cx="52800" cy="52800"/>
            </a:xfrm>
            <a:custGeom>
              <a:avLst/>
              <a:gdLst/>
              <a:ahLst/>
              <a:cxnLst/>
              <a:rect l="l" t="t" r="r" b="b"/>
              <a:pathLst>
                <a:path w="2112" h="2112" extrusionOk="0">
                  <a:moveTo>
                    <a:pt x="1355" y="0"/>
                  </a:moveTo>
                  <a:cubicBezTo>
                    <a:pt x="1261" y="693"/>
                    <a:pt x="693" y="1260"/>
                    <a:pt x="0" y="1355"/>
                  </a:cubicBezTo>
                  <a:lnTo>
                    <a:pt x="0" y="2111"/>
                  </a:lnTo>
                  <a:lnTo>
                    <a:pt x="2111" y="2111"/>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86"/>
            <p:cNvSpPr/>
            <p:nvPr/>
          </p:nvSpPr>
          <p:spPr>
            <a:xfrm>
              <a:off x="-47452525" y="3569100"/>
              <a:ext cx="228425" cy="228425"/>
            </a:xfrm>
            <a:custGeom>
              <a:avLst/>
              <a:gdLst/>
              <a:ahLst/>
              <a:cxnLst/>
              <a:rect l="l" t="t" r="r" b="b"/>
              <a:pathLst>
                <a:path w="9137" h="9137" extrusionOk="0">
                  <a:moveTo>
                    <a:pt x="3907" y="2080"/>
                  </a:moveTo>
                  <a:cubicBezTo>
                    <a:pt x="4758" y="2080"/>
                    <a:pt x="5483" y="2679"/>
                    <a:pt x="5640" y="3498"/>
                  </a:cubicBezTo>
                  <a:lnTo>
                    <a:pt x="6743" y="3498"/>
                  </a:lnTo>
                  <a:cubicBezTo>
                    <a:pt x="6932" y="3498"/>
                    <a:pt x="7089" y="3655"/>
                    <a:pt x="7089" y="3844"/>
                  </a:cubicBezTo>
                  <a:lnTo>
                    <a:pt x="7089" y="6680"/>
                  </a:lnTo>
                  <a:lnTo>
                    <a:pt x="7058" y="6680"/>
                  </a:lnTo>
                  <a:cubicBezTo>
                    <a:pt x="7058" y="6900"/>
                    <a:pt x="6900" y="7058"/>
                    <a:pt x="6680" y="7058"/>
                  </a:cubicBezTo>
                  <a:lnTo>
                    <a:pt x="3907" y="7058"/>
                  </a:lnTo>
                  <a:cubicBezTo>
                    <a:pt x="3687" y="7058"/>
                    <a:pt x="3529" y="6900"/>
                    <a:pt x="3529" y="6680"/>
                  </a:cubicBezTo>
                  <a:lnTo>
                    <a:pt x="3529" y="5577"/>
                  </a:lnTo>
                  <a:cubicBezTo>
                    <a:pt x="2742" y="5419"/>
                    <a:pt x="2111" y="4726"/>
                    <a:pt x="2111" y="3844"/>
                  </a:cubicBezTo>
                  <a:cubicBezTo>
                    <a:pt x="2111" y="2868"/>
                    <a:pt x="2899" y="2080"/>
                    <a:pt x="3907" y="2080"/>
                  </a:cubicBezTo>
                  <a:close/>
                  <a:moveTo>
                    <a:pt x="4569" y="1"/>
                  </a:moveTo>
                  <a:cubicBezTo>
                    <a:pt x="2048" y="1"/>
                    <a:pt x="1" y="2048"/>
                    <a:pt x="1" y="4569"/>
                  </a:cubicBezTo>
                  <a:cubicBezTo>
                    <a:pt x="1" y="7089"/>
                    <a:pt x="2048" y="9137"/>
                    <a:pt x="4569" y="9137"/>
                  </a:cubicBezTo>
                  <a:cubicBezTo>
                    <a:pt x="7089" y="9137"/>
                    <a:pt x="9137" y="7089"/>
                    <a:pt x="9137" y="4569"/>
                  </a:cubicBezTo>
                  <a:cubicBezTo>
                    <a:pt x="9137" y="2048"/>
                    <a:pt x="7089" y="1"/>
                    <a:pt x="45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0" name="Google Shape;6790;p86"/>
          <p:cNvGrpSpPr/>
          <p:nvPr/>
        </p:nvGrpSpPr>
        <p:grpSpPr>
          <a:xfrm>
            <a:off x="867162" y="3667954"/>
            <a:ext cx="355258" cy="270410"/>
            <a:chOff x="-47523400" y="3973950"/>
            <a:chExt cx="300100" cy="228425"/>
          </a:xfrm>
        </p:grpSpPr>
        <p:sp>
          <p:nvSpPr>
            <p:cNvPr id="6791" name="Google Shape;6791;p86"/>
            <p:cNvSpPr/>
            <p:nvPr/>
          </p:nvSpPr>
          <p:spPr>
            <a:xfrm>
              <a:off x="-47417075" y="4061375"/>
              <a:ext cx="15775" cy="15775"/>
            </a:xfrm>
            <a:custGeom>
              <a:avLst/>
              <a:gdLst/>
              <a:ahLst/>
              <a:cxnLst/>
              <a:rect l="l" t="t" r="r" b="b"/>
              <a:pathLst>
                <a:path w="631" h="631" extrusionOk="0">
                  <a:moveTo>
                    <a:pt x="0" y="0"/>
                  </a:moveTo>
                  <a:lnTo>
                    <a:pt x="0" y="630"/>
                  </a:lnTo>
                  <a:cubicBezTo>
                    <a:pt x="284" y="536"/>
                    <a:pt x="504" y="315"/>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86"/>
            <p:cNvSpPr/>
            <p:nvPr/>
          </p:nvSpPr>
          <p:spPr>
            <a:xfrm>
              <a:off x="-47417875" y="4061375"/>
              <a:ext cx="52800" cy="52775"/>
            </a:xfrm>
            <a:custGeom>
              <a:avLst/>
              <a:gdLst/>
              <a:ahLst/>
              <a:cxnLst/>
              <a:rect l="l" t="t" r="r" b="b"/>
              <a:pathLst>
                <a:path w="2112" h="2111" extrusionOk="0">
                  <a:moveTo>
                    <a:pt x="1356" y="0"/>
                  </a:moveTo>
                  <a:cubicBezTo>
                    <a:pt x="1261" y="693"/>
                    <a:pt x="694" y="1260"/>
                    <a:pt x="1" y="1386"/>
                  </a:cubicBezTo>
                  <a:lnTo>
                    <a:pt x="1" y="2111"/>
                  </a:lnTo>
                  <a:lnTo>
                    <a:pt x="2112" y="2111"/>
                  </a:lnTo>
                  <a:lnTo>
                    <a:pt x="211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86"/>
            <p:cNvSpPr/>
            <p:nvPr/>
          </p:nvSpPr>
          <p:spPr>
            <a:xfrm>
              <a:off x="-47453300" y="4026700"/>
              <a:ext cx="51200" cy="51225"/>
            </a:xfrm>
            <a:custGeom>
              <a:avLst/>
              <a:gdLst/>
              <a:ahLst/>
              <a:cxnLst/>
              <a:rect l="l" t="t" r="r" b="b"/>
              <a:pathLst>
                <a:path w="2048" h="2049" extrusionOk="0">
                  <a:moveTo>
                    <a:pt x="1071" y="1"/>
                  </a:moveTo>
                  <a:cubicBezTo>
                    <a:pt x="473" y="1"/>
                    <a:pt x="0" y="473"/>
                    <a:pt x="0" y="1072"/>
                  </a:cubicBezTo>
                  <a:cubicBezTo>
                    <a:pt x="0" y="1545"/>
                    <a:pt x="284" y="1891"/>
                    <a:pt x="693" y="2049"/>
                  </a:cubicBezTo>
                  <a:lnTo>
                    <a:pt x="693" y="1072"/>
                  </a:lnTo>
                  <a:cubicBezTo>
                    <a:pt x="693" y="883"/>
                    <a:pt x="851" y="725"/>
                    <a:pt x="1071" y="725"/>
                  </a:cubicBezTo>
                  <a:lnTo>
                    <a:pt x="2048" y="725"/>
                  </a:lnTo>
                  <a:cubicBezTo>
                    <a:pt x="1922" y="284"/>
                    <a:pt x="1512"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86"/>
            <p:cNvSpPr/>
            <p:nvPr/>
          </p:nvSpPr>
          <p:spPr>
            <a:xfrm>
              <a:off x="-47506875" y="3973950"/>
              <a:ext cx="264675" cy="174875"/>
            </a:xfrm>
            <a:custGeom>
              <a:avLst/>
              <a:gdLst/>
              <a:ahLst/>
              <a:cxnLst/>
              <a:rect l="l" t="t" r="r" b="b"/>
              <a:pathLst>
                <a:path w="10587" h="6995" extrusionOk="0">
                  <a:moveTo>
                    <a:pt x="8854" y="1418"/>
                  </a:moveTo>
                  <a:cubicBezTo>
                    <a:pt x="9074" y="1418"/>
                    <a:pt x="9232" y="1575"/>
                    <a:pt x="9232" y="1764"/>
                  </a:cubicBezTo>
                  <a:cubicBezTo>
                    <a:pt x="9232" y="1953"/>
                    <a:pt x="9074" y="2111"/>
                    <a:pt x="8854" y="2111"/>
                  </a:cubicBezTo>
                  <a:lnTo>
                    <a:pt x="7436" y="2111"/>
                  </a:lnTo>
                  <a:cubicBezTo>
                    <a:pt x="7247" y="2111"/>
                    <a:pt x="7089" y="1953"/>
                    <a:pt x="7089" y="1764"/>
                  </a:cubicBezTo>
                  <a:cubicBezTo>
                    <a:pt x="7089" y="1575"/>
                    <a:pt x="7247" y="1418"/>
                    <a:pt x="7436" y="1418"/>
                  </a:cubicBezTo>
                  <a:close/>
                  <a:moveTo>
                    <a:pt x="8854" y="2772"/>
                  </a:moveTo>
                  <a:cubicBezTo>
                    <a:pt x="9074" y="2772"/>
                    <a:pt x="9232" y="2930"/>
                    <a:pt x="9232" y="3151"/>
                  </a:cubicBezTo>
                  <a:cubicBezTo>
                    <a:pt x="9232" y="3340"/>
                    <a:pt x="9074" y="3497"/>
                    <a:pt x="8854" y="3497"/>
                  </a:cubicBezTo>
                  <a:lnTo>
                    <a:pt x="7436" y="3497"/>
                  </a:lnTo>
                  <a:cubicBezTo>
                    <a:pt x="7247" y="3497"/>
                    <a:pt x="7089" y="3340"/>
                    <a:pt x="7089" y="3151"/>
                  </a:cubicBezTo>
                  <a:cubicBezTo>
                    <a:pt x="7089" y="2930"/>
                    <a:pt x="7247" y="2772"/>
                    <a:pt x="7436" y="2772"/>
                  </a:cubicBezTo>
                  <a:close/>
                  <a:moveTo>
                    <a:pt x="8854" y="4190"/>
                  </a:moveTo>
                  <a:cubicBezTo>
                    <a:pt x="9074" y="4190"/>
                    <a:pt x="9232" y="4348"/>
                    <a:pt x="9232" y="4568"/>
                  </a:cubicBezTo>
                  <a:cubicBezTo>
                    <a:pt x="9232" y="4757"/>
                    <a:pt x="9074" y="4915"/>
                    <a:pt x="8854" y="4915"/>
                  </a:cubicBezTo>
                  <a:lnTo>
                    <a:pt x="7436" y="4915"/>
                  </a:lnTo>
                  <a:cubicBezTo>
                    <a:pt x="7247" y="4915"/>
                    <a:pt x="7089" y="4757"/>
                    <a:pt x="7089" y="4568"/>
                  </a:cubicBezTo>
                  <a:cubicBezTo>
                    <a:pt x="7089" y="4348"/>
                    <a:pt x="7247" y="4190"/>
                    <a:pt x="7436" y="4190"/>
                  </a:cubicBezTo>
                  <a:close/>
                  <a:moveTo>
                    <a:pt x="3246" y="1355"/>
                  </a:moveTo>
                  <a:cubicBezTo>
                    <a:pt x="4096" y="1355"/>
                    <a:pt x="4821" y="1953"/>
                    <a:pt x="4979" y="2772"/>
                  </a:cubicBezTo>
                  <a:lnTo>
                    <a:pt x="6081" y="2772"/>
                  </a:lnTo>
                  <a:cubicBezTo>
                    <a:pt x="6270" y="2772"/>
                    <a:pt x="6428" y="2930"/>
                    <a:pt x="6428" y="3151"/>
                  </a:cubicBezTo>
                  <a:lnTo>
                    <a:pt x="6428" y="5986"/>
                  </a:lnTo>
                  <a:lnTo>
                    <a:pt x="6396" y="5986"/>
                  </a:lnTo>
                  <a:cubicBezTo>
                    <a:pt x="6396" y="6175"/>
                    <a:pt x="6239" y="6333"/>
                    <a:pt x="6018" y="6333"/>
                  </a:cubicBezTo>
                  <a:lnTo>
                    <a:pt x="3246" y="6333"/>
                  </a:lnTo>
                  <a:cubicBezTo>
                    <a:pt x="3025" y="6333"/>
                    <a:pt x="2868" y="6175"/>
                    <a:pt x="2868" y="5986"/>
                  </a:cubicBezTo>
                  <a:lnTo>
                    <a:pt x="2868" y="4883"/>
                  </a:lnTo>
                  <a:cubicBezTo>
                    <a:pt x="2080" y="4726"/>
                    <a:pt x="1450" y="4001"/>
                    <a:pt x="1450" y="3151"/>
                  </a:cubicBezTo>
                  <a:cubicBezTo>
                    <a:pt x="1450" y="2142"/>
                    <a:pt x="2238" y="1355"/>
                    <a:pt x="3246" y="1355"/>
                  </a:cubicBezTo>
                  <a:close/>
                  <a:moveTo>
                    <a:pt x="8854" y="5608"/>
                  </a:moveTo>
                  <a:cubicBezTo>
                    <a:pt x="9074" y="5608"/>
                    <a:pt x="9232" y="5765"/>
                    <a:pt x="9232" y="5986"/>
                  </a:cubicBezTo>
                  <a:cubicBezTo>
                    <a:pt x="9232" y="6175"/>
                    <a:pt x="9074" y="6333"/>
                    <a:pt x="8854" y="6333"/>
                  </a:cubicBezTo>
                  <a:lnTo>
                    <a:pt x="7436" y="6333"/>
                  </a:lnTo>
                  <a:cubicBezTo>
                    <a:pt x="7247" y="6333"/>
                    <a:pt x="7089" y="6175"/>
                    <a:pt x="7089" y="5986"/>
                  </a:cubicBezTo>
                  <a:cubicBezTo>
                    <a:pt x="7089" y="5765"/>
                    <a:pt x="7247" y="5608"/>
                    <a:pt x="7436" y="5608"/>
                  </a:cubicBezTo>
                  <a:close/>
                  <a:moveTo>
                    <a:pt x="347" y="0"/>
                  </a:moveTo>
                  <a:cubicBezTo>
                    <a:pt x="158" y="0"/>
                    <a:pt x="1" y="158"/>
                    <a:pt x="1" y="347"/>
                  </a:cubicBezTo>
                  <a:lnTo>
                    <a:pt x="1" y="6994"/>
                  </a:lnTo>
                  <a:lnTo>
                    <a:pt x="10586" y="6994"/>
                  </a:lnTo>
                  <a:lnTo>
                    <a:pt x="10586" y="347"/>
                  </a:lnTo>
                  <a:cubicBezTo>
                    <a:pt x="10586" y="158"/>
                    <a:pt x="10429" y="0"/>
                    <a:pt x="102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86"/>
            <p:cNvSpPr/>
            <p:nvPr/>
          </p:nvSpPr>
          <p:spPr>
            <a:xfrm>
              <a:off x="-47523400" y="4166900"/>
              <a:ext cx="300100" cy="35475"/>
            </a:xfrm>
            <a:custGeom>
              <a:avLst/>
              <a:gdLst/>
              <a:ahLst/>
              <a:cxnLst/>
              <a:rect l="l" t="t" r="r" b="b"/>
              <a:pathLst>
                <a:path w="12004" h="1419" extrusionOk="0">
                  <a:moveTo>
                    <a:pt x="0" y="1"/>
                  </a:moveTo>
                  <a:lnTo>
                    <a:pt x="0" y="1040"/>
                  </a:lnTo>
                  <a:cubicBezTo>
                    <a:pt x="0" y="1261"/>
                    <a:pt x="158" y="1418"/>
                    <a:pt x="347" y="1418"/>
                  </a:cubicBezTo>
                  <a:lnTo>
                    <a:pt x="11657" y="1418"/>
                  </a:lnTo>
                  <a:cubicBezTo>
                    <a:pt x="11846" y="1418"/>
                    <a:pt x="12004" y="1261"/>
                    <a:pt x="12004" y="1040"/>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6" name="Google Shape;6796;p86"/>
          <p:cNvGrpSpPr/>
          <p:nvPr/>
        </p:nvGrpSpPr>
        <p:grpSpPr>
          <a:xfrm>
            <a:off x="3072283" y="2750953"/>
            <a:ext cx="354341" cy="357596"/>
            <a:chOff x="-45673275" y="3199325"/>
            <a:chExt cx="299325" cy="302075"/>
          </a:xfrm>
        </p:grpSpPr>
        <p:sp>
          <p:nvSpPr>
            <p:cNvPr id="6797" name="Google Shape;6797;p86"/>
            <p:cNvSpPr/>
            <p:nvPr/>
          </p:nvSpPr>
          <p:spPr>
            <a:xfrm>
              <a:off x="-45672500" y="3199325"/>
              <a:ext cx="298550" cy="194175"/>
            </a:xfrm>
            <a:custGeom>
              <a:avLst/>
              <a:gdLst/>
              <a:ahLst/>
              <a:cxnLst/>
              <a:rect l="l" t="t" r="r" b="b"/>
              <a:pathLst>
                <a:path w="11942" h="7767" extrusionOk="0">
                  <a:moveTo>
                    <a:pt x="5947" y="0"/>
                  </a:moveTo>
                  <a:cubicBezTo>
                    <a:pt x="5884" y="0"/>
                    <a:pt x="5829" y="16"/>
                    <a:pt x="5798" y="47"/>
                  </a:cubicBezTo>
                  <a:lnTo>
                    <a:pt x="158" y="3607"/>
                  </a:lnTo>
                  <a:cubicBezTo>
                    <a:pt x="32" y="3670"/>
                    <a:pt x="1" y="3765"/>
                    <a:pt x="1" y="3922"/>
                  </a:cubicBezTo>
                  <a:cubicBezTo>
                    <a:pt x="1" y="4017"/>
                    <a:pt x="64" y="4143"/>
                    <a:pt x="158" y="4237"/>
                  </a:cubicBezTo>
                  <a:lnTo>
                    <a:pt x="5735" y="7735"/>
                  </a:lnTo>
                  <a:cubicBezTo>
                    <a:pt x="5798" y="7766"/>
                    <a:pt x="5861" y="7766"/>
                    <a:pt x="5955" y="7766"/>
                  </a:cubicBezTo>
                  <a:cubicBezTo>
                    <a:pt x="6018" y="7766"/>
                    <a:pt x="6050" y="7766"/>
                    <a:pt x="6144" y="7735"/>
                  </a:cubicBezTo>
                  <a:lnTo>
                    <a:pt x="11784" y="4237"/>
                  </a:lnTo>
                  <a:cubicBezTo>
                    <a:pt x="11878" y="4143"/>
                    <a:pt x="11941" y="4080"/>
                    <a:pt x="11941" y="3922"/>
                  </a:cubicBezTo>
                  <a:cubicBezTo>
                    <a:pt x="11941" y="3796"/>
                    <a:pt x="11847" y="3670"/>
                    <a:pt x="11784" y="3607"/>
                  </a:cubicBezTo>
                  <a:lnTo>
                    <a:pt x="6144" y="47"/>
                  </a:lnTo>
                  <a:cubicBezTo>
                    <a:pt x="6081" y="16"/>
                    <a:pt x="6010" y="0"/>
                    <a:pt x="59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86"/>
            <p:cNvSpPr/>
            <p:nvPr/>
          </p:nvSpPr>
          <p:spPr>
            <a:xfrm>
              <a:off x="-45673275" y="3387150"/>
              <a:ext cx="299325" cy="114250"/>
            </a:xfrm>
            <a:custGeom>
              <a:avLst/>
              <a:gdLst/>
              <a:ahLst/>
              <a:cxnLst/>
              <a:rect l="l" t="t" r="r" b="b"/>
              <a:pathLst>
                <a:path w="11973" h="4570" extrusionOk="0">
                  <a:moveTo>
                    <a:pt x="693" y="1"/>
                  </a:moveTo>
                  <a:lnTo>
                    <a:pt x="158" y="348"/>
                  </a:lnTo>
                  <a:cubicBezTo>
                    <a:pt x="32" y="411"/>
                    <a:pt x="0" y="505"/>
                    <a:pt x="0" y="663"/>
                  </a:cubicBezTo>
                  <a:cubicBezTo>
                    <a:pt x="0" y="789"/>
                    <a:pt x="63" y="883"/>
                    <a:pt x="158" y="978"/>
                  </a:cubicBezTo>
                  <a:lnTo>
                    <a:pt x="5797" y="4506"/>
                  </a:lnTo>
                  <a:cubicBezTo>
                    <a:pt x="5829" y="4569"/>
                    <a:pt x="5892" y="4569"/>
                    <a:pt x="5986" y="4569"/>
                  </a:cubicBezTo>
                  <a:cubicBezTo>
                    <a:pt x="6049" y="4569"/>
                    <a:pt x="6112" y="4569"/>
                    <a:pt x="6175" y="4506"/>
                  </a:cubicBezTo>
                  <a:lnTo>
                    <a:pt x="11815" y="978"/>
                  </a:lnTo>
                  <a:cubicBezTo>
                    <a:pt x="11941" y="883"/>
                    <a:pt x="11972" y="820"/>
                    <a:pt x="11972" y="663"/>
                  </a:cubicBezTo>
                  <a:cubicBezTo>
                    <a:pt x="11972" y="537"/>
                    <a:pt x="11878" y="411"/>
                    <a:pt x="11815" y="348"/>
                  </a:cubicBezTo>
                  <a:lnTo>
                    <a:pt x="11248" y="1"/>
                  </a:lnTo>
                  <a:lnTo>
                    <a:pt x="6175" y="3151"/>
                  </a:lnTo>
                  <a:cubicBezTo>
                    <a:pt x="6144" y="3183"/>
                    <a:pt x="6049" y="3183"/>
                    <a:pt x="5986" y="3183"/>
                  </a:cubicBezTo>
                  <a:cubicBezTo>
                    <a:pt x="5892" y="3183"/>
                    <a:pt x="5860" y="3183"/>
                    <a:pt x="5797" y="3151"/>
                  </a:cubicBezTo>
                  <a:lnTo>
                    <a:pt x="6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86"/>
            <p:cNvSpPr/>
            <p:nvPr/>
          </p:nvSpPr>
          <p:spPr>
            <a:xfrm>
              <a:off x="-45673275" y="3334400"/>
              <a:ext cx="299325" cy="113425"/>
            </a:xfrm>
            <a:custGeom>
              <a:avLst/>
              <a:gdLst/>
              <a:ahLst/>
              <a:cxnLst/>
              <a:rect l="l" t="t" r="r" b="b"/>
              <a:pathLst>
                <a:path w="11973" h="4537" extrusionOk="0">
                  <a:moveTo>
                    <a:pt x="693" y="0"/>
                  </a:moveTo>
                  <a:lnTo>
                    <a:pt x="158" y="378"/>
                  </a:lnTo>
                  <a:cubicBezTo>
                    <a:pt x="32" y="441"/>
                    <a:pt x="0" y="536"/>
                    <a:pt x="0" y="693"/>
                  </a:cubicBezTo>
                  <a:cubicBezTo>
                    <a:pt x="0" y="851"/>
                    <a:pt x="63" y="914"/>
                    <a:pt x="158" y="1008"/>
                  </a:cubicBezTo>
                  <a:lnTo>
                    <a:pt x="5797" y="4505"/>
                  </a:lnTo>
                  <a:cubicBezTo>
                    <a:pt x="5829" y="4537"/>
                    <a:pt x="5892" y="4537"/>
                    <a:pt x="5986" y="4537"/>
                  </a:cubicBezTo>
                  <a:cubicBezTo>
                    <a:pt x="6049" y="4537"/>
                    <a:pt x="6112" y="4537"/>
                    <a:pt x="6175" y="4505"/>
                  </a:cubicBezTo>
                  <a:lnTo>
                    <a:pt x="11815" y="1008"/>
                  </a:lnTo>
                  <a:cubicBezTo>
                    <a:pt x="11941" y="914"/>
                    <a:pt x="11972" y="851"/>
                    <a:pt x="11972" y="693"/>
                  </a:cubicBezTo>
                  <a:cubicBezTo>
                    <a:pt x="11972" y="536"/>
                    <a:pt x="11878" y="441"/>
                    <a:pt x="11815" y="378"/>
                  </a:cubicBezTo>
                  <a:lnTo>
                    <a:pt x="11248" y="0"/>
                  </a:lnTo>
                  <a:lnTo>
                    <a:pt x="6175" y="3214"/>
                  </a:lnTo>
                  <a:cubicBezTo>
                    <a:pt x="6144" y="3245"/>
                    <a:pt x="6049" y="3245"/>
                    <a:pt x="5986" y="3245"/>
                  </a:cubicBezTo>
                  <a:cubicBezTo>
                    <a:pt x="5892" y="3245"/>
                    <a:pt x="5860" y="3245"/>
                    <a:pt x="5797" y="3214"/>
                  </a:cubicBez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00" name="Google Shape;6800;p86"/>
          <p:cNvGrpSpPr/>
          <p:nvPr/>
        </p:nvGrpSpPr>
        <p:grpSpPr>
          <a:xfrm>
            <a:off x="3071351" y="3209202"/>
            <a:ext cx="356205" cy="314240"/>
            <a:chOff x="-45674075" y="3586425"/>
            <a:chExt cx="300900" cy="265450"/>
          </a:xfrm>
        </p:grpSpPr>
        <p:sp>
          <p:nvSpPr>
            <p:cNvPr id="6801" name="Google Shape;6801;p86"/>
            <p:cNvSpPr/>
            <p:nvPr/>
          </p:nvSpPr>
          <p:spPr>
            <a:xfrm>
              <a:off x="-45674075" y="3586425"/>
              <a:ext cx="300125" cy="70925"/>
            </a:xfrm>
            <a:custGeom>
              <a:avLst/>
              <a:gdLst/>
              <a:ahLst/>
              <a:cxnLst/>
              <a:rect l="l" t="t" r="r" b="b"/>
              <a:pathLst>
                <a:path w="12005" h="2837" extrusionOk="0">
                  <a:moveTo>
                    <a:pt x="6018" y="1418"/>
                  </a:moveTo>
                  <a:cubicBezTo>
                    <a:pt x="6207" y="1418"/>
                    <a:pt x="6365" y="1576"/>
                    <a:pt x="6365" y="1765"/>
                  </a:cubicBezTo>
                  <a:cubicBezTo>
                    <a:pt x="6365" y="1986"/>
                    <a:pt x="6207" y="2143"/>
                    <a:pt x="6018" y="2143"/>
                  </a:cubicBezTo>
                  <a:lnTo>
                    <a:pt x="5294" y="2143"/>
                  </a:lnTo>
                  <a:cubicBezTo>
                    <a:pt x="5105" y="2143"/>
                    <a:pt x="4947" y="1986"/>
                    <a:pt x="4947" y="1765"/>
                  </a:cubicBezTo>
                  <a:cubicBezTo>
                    <a:pt x="4947" y="1576"/>
                    <a:pt x="5105" y="1418"/>
                    <a:pt x="5294" y="1418"/>
                  </a:cubicBezTo>
                  <a:close/>
                  <a:moveTo>
                    <a:pt x="8129" y="1418"/>
                  </a:moveTo>
                  <a:cubicBezTo>
                    <a:pt x="8318" y="1418"/>
                    <a:pt x="8476" y="1576"/>
                    <a:pt x="8476" y="1765"/>
                  </a:cubicBezTo>
                  <a:cubicBezTo>
                    <a:pt x="8476" y="1986"/>
                    <a:pt x="8318" y="2143"/>
                    <a:pt x="8129" y="2143"/>
                  </a:cubicBezTo>
                  <a:lnTo>
                    <a:pt x="7436" y="2143"/>
                  </a:lnTo>
                  <a:cubicBezTo>
                    <a:pt x="7215" y="2143"/>
                    <a:pt x="7089" y="1986"/>
                    <a:pt x="7089" y="1765"/>
                  </a:cubicBezTo>
                  <a:cubicBezTo>
                    <a:pt x="7089" y="1576"/>
                    <a:pt x="7215" y="1418"/>
                    <a:pt x="7436" y="1418"/>
                  </a:cubicBezTo>
                  <a:close/>
                  <a:moveTo>
                    <a:pt x="10240" y="1418"/>
                  </a:moveTo>
                  <a:cubicBezTo>
                    <a:pt x="10429" y="1418"/>
                    <a:pt x="10587" y="1576"/>
                    <a:pt x="10587" y="1765"/>
                  </a:cubicBezTo>
                  <a:cubicBezTo>
                    <a:pt x="10587" y="1986"/>
                    <a:pt x="10429" y="2143"/>
                    <a:pt x="10240" y="2143"/>
                  </a:cubicBezTo>
                  <a:lnTo>
                    <a:pt x="9515" y="2143"/>
                  </a:lnTo>
                  <a:cubicBezTo>
                    <a:pt x="9326" y="2143"/>
                    <a:pt x="9169" y="1986"/>
                    <a:pt x="9169" y="1765"/>
                  </a:cubicBezTo>
                  <a:cubicBezTo>
                    <a:pt x="9169" y="1576"/>
                    <a:pt x="9326" y="1418"/>
                    <a:pt x="9515" y="1418"/>
                  </a:cubicBezTo>
                  <a:close/>
                  <a:moveTo>
                    <a:pt x="1041" y="1"/>
                  </a:moveTo>
                  <a:cubicBezTo>
                    <a:pt x="442" y="1"/>
                    <a:pt x="1" y="473"/>
                    <a:pt x="1" y="1072"/>
                  </a:cubicBezTo>
                  <a:lnTo>
                    <a:pt x="1" y="2836"/>
                  </a:lnTo>
                  <a:lnTo>
                    <a:pt x="12004" y="2836"/>
                  </a:lnTo>
                  <a:lnTo>
                    <a:pt x="12004" y="1072"/>
                  </a:lnTo>
                  <a:cubicBezTo>
                    <a:pt x="12004" y="473"/>
                    <a:pt x="11532" y="1"/>
                    <a:pt x="109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86"/>
            <p:cNvSpPr/>
            <p:nvPr/>
          </p:nvSpPr>
          <p:spPr>
            <a:xfrm>
              <a:off x="-45673275" y="3675425"/>
              <a:ext cx="300100" cy="176450"/>
            </a:xfrm>
            <a:custGeom>
              <a:avLst/>
              <a:gdLst/>
              <a:ahLst/>
              <a:cxnLst/>
              <a:rect l="l" t="t" r="r" b="b"/>
              <a:pathLst>
                <a:path w="12004" h="7058" extrusionOk="0">
                  <a:moveTo>
                    <a:pt x="3852" y="1387"/>
                  </a:moveTo>
                  <a:cubicBezTo>
                    <a:pt x="3946" y="1387"/>
                    <a:pt x="4049" y="1418"/>
                    <a:pt x="4128" y="1481"/>
                  </a:cubicBezTo>
                  <a:cubicBezTo>
                    <a:pt x="4254" y="1607"/>
                    <a:pt x="4254" y="1828"/>
                    <a:pt x="4128" y="2017"/>
                  </a:cubicBezTo>
                  <a:lnTo>
                    <a:pt x="2993" y="3151"/>
                  </a:lnTo>
                  <a:lnTo>
                    <a:pt x="4128" y="4317"/>
                  </a:lnTo>
                  <a:cubicBezTo>
                    <a:pt x="4254" y="4443"/>
                    <a:pt x="4254" y="4695"/>
                    <a:pt x="4128" y="4852"/>
                  </a:cubicBezTo>
                  <a:cubicBezTo>
                    <a:pt x="4064" y="4900"/>
                    <a:pt x="3978" y="4923"/>
                    <a:pt x="3887" y="4923"/>
                  </a:cubicBezTo>
                  <a:cubicBezTo>
                    <a:pt x="3797" y="4923"/>
                    <a:pt x="3702" y="4900"/>
                    <a:pt x="3623" y="4852"/>
                  </a:cubicBezTo>
                  <a:lnTo>
                    <a:pt x="2206" y="3435"/>
                  </a:lnTo>
                  <a:cubicBezTo>
                    <a:pt x="2080" y="3309"/>
                    <a:pt x="2080" y="3057"/>
                    <a:pt x="2206" y="2899"/>
                  </a:cubicBezTo>
                  <a:lnTo>
                    <a:pt x="3623" y="1481"/>
                  </a:lnTo>
                  <a:cubicBezTo>
                    <a:pt x="3671" y="1418"/>
                    <a:pt x="3757" y="1387"/>
                    <a:pt x="3852" y="1387"/>
                  </a:cubicBezTo>
                  <a:close/>
                  <a:moveTo>
                    <a:pt x="8070" y="1450"/>
                  </a:moveTo>
                  <a:cubicBezTo>
                    <a:pt x="8168" y="1450"/>
                    <a:pt x="8270" y="1481"/>
                    <a:pt x="8349" y="1544"/>
                  </a:cubicBezTo>
                  <a:lnTo>
                    <a:pt x="9767" y="2962"/>
                  </a:lnTo>
                  <a:cubicBezTo>
                    <a:pt x="9861" y="3025"/>
                    <a:pt x="9861" y="3246"/>
                    <a:pt x="9767" y="3435"/>
                  </a:cubicBezTo>
                  <a:lnTo>
                    <a:pt x="8349" y="4852"/>
                  </a:lnTo>
                  <a:cubicBezTo>
                    <a:pt x="8286" y="4900"/>
                    <a:pt x="8192" y="4923"/>
                    <a:pt x="8093" y="4923"/>
                  </a:cubicBezTo>
                  <a:cubicBezTo>
                    <a:pt x="7995" y="4923"/>
                    <a:pt x="7892" y="4900"/>
                    <a:pt x="7814" y="4852"/>
                  </a:cubicBezTo>
                  <a:cubicBezTo>
                    <a:pt x="7719" y="4726"/>
                    <a:pt x="7719" y="4474"/>
                    <a:pt x="7814" y="4317"/>
                  </a:cubicBezTo>
                  <a:lnTo>
                    <a:pt x="8979" y="3183"/>
                  </a:lnTo>
                  <a:lnTo>
                    <a:pt x="7814" y="2049"/>
                  </a:lnTo>
                  <a:cubicBezTo>
                    <a:pt x="7719" y="1923"/>
                    <a:pt x="7719" y="1702"/>
                    <a:pt x="7814" y="1544"/>
                  </a:cubicBezTo>
                  <a:cubicBezTo>
                    <a:pt x="7877" y="1481"/>
                    <a:pt x="7971" y="1450"/>
                    <a:pt x="8070" y="1450"/>
                  </a:cubicBezTo>
                  <a:close/>
                  <a:moveTo>
                    <a:pt x="6704" y="737"/>
                  </a:moveTo>
                  <a:cubicBezTo>
                    <a:pt x="6738" y="737"/>
                    <a:pt x="6773" y="744"/>
                    <a:pt x="6805" y="757"/>
                  </a:cubicBezTo>
                  <a:cubicBezTo>
                    <a:pt x="6994" y="788"/>
                    <a:pt x="7089" y="977"/>
                    <a:pt x="7057" y="1166"/>
                  </a:cubicBezTo>
                  <a:lnTo>
                    <a:pt x="5608" y="5388"/>
                  </a:lnTo>
                  <a:cubicBezTo>
                    <a:pt x="5553" y="5553"/>
                    <a:pt x="5402" y="5646"/>
                    <a:pt x="5260" y="5646"/>
                  </a:cubicBezTo>
                  <a:cubicBezTo>
                    <a:pt x="5239" y="5646"/>
                    <a:pt x="5219" y="5644"/>
                    <a:pt x="5199" y="5640"/>
                  </a:cubicBezTo>
                  <a:cubicBezTo>
                    <a:pt x="4978" y="5546"/>
                    <a:pt x="4915" y="5357"/>
                    <a:pt x="4947" y="5199"/>
                  </a:cubicBezTo>
                  <a:lnTo>
                    <a:pt x="6364" y="977"/>
                  </a:lnTo>
                  <a:cubicBezTo>
                    <a:pt x="6439" y="828"/>
                    <a:pt x="6573" y="737"/>
                    <a:pt x="6704" y="737"/>
                  </a:cubicBezTo>
                  <a:close/>
                  <a:moveTo>
                    <a:pt x="0" y="1"/>
                  </a:moveTo>
                  <a:lnTo>
                    <a:pt x="0" y="5987"/>
                  </a:lnTo>
                  <a:cubicBezTo>
                    <a:pt x="0" y="6585"/>
                    <a:pt x="473" y="7058"/>
                    <a:pt x="1040" y="7058"/>
                  </a:cubicBezTo>
                  <a:lnTo>
                    <a:pt x="10933" y="7058"/>
                  </a:lnTo>
                  <a:cubicBezTo>
                    <a:pt x="11531" y="7058"/>
                    <a:pt x="12004" y="6585"/>
                    <a:pt x="12004" y="5987"/>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03" name="Google Shape;6803;p86"/>
          <p:cNvGrpSpPr/>
          <p:nvPr/>
        </p:nvGrpSpPr>
        <p:grpSpPr>
          <a:xfrm>
            <a:off x="3072283" y="3625041"/>
            <a:ext cx="354341" cy="356205"/>
            <a:chOff x="-45673275" y="3937700"/>
            <a:chExt cx="299325" cy="300900"/>
          </a:xfrm>
        </p:grpSpPr>
        <p:sp>
          <p:nvSpPr>
            <p:cNvPr id="6804" name="Google Shape;6804;p86"/>
            <p:cNvSpPr/>
            <p:nvPr/>
          </p:nvSpPr>
          <p:spPr>
            <a:xfrm>
              <a:off x="-45673275" y="3937700"/>
              <a:ext cx="285925" cy="135500"/>
            </a:xfrm>
            <a:custGeom>
              <a:avLst/>
              <a:gdLst/>
              <a:ahLst/>
              <a:cxnLst/>
              <a:rect l="l" t="t" r="r" b="b"/>
              <a:pathLst>
                <a:path w="11437" h="5420" extrusionOk="0">
                  <a:moveTo>
                    <a:pt x="11437" y="1"/>
                  </a:moveTo>
                  <a:lnTo>
                    <a:pt x="221" y="3435"/>
                  </a:lnTo>
                  <a:cubicBezTo>
                    <a:pt x="63" y="3466"/>
                    <a:pt x="0" y="3624"/>
                    <a:pt x="0" y="3781"/>
                  </a:cubicBezTo>
                  <a:cubicBezTo>
                    <a:pt x="0" y="3939"/>
                    <a:pt x="95" y="4065"/>
                    <a:pt x="221" y="4159"/>
                  </a:cubicBezTo>
                  <a:lnTo>
                    <a:pt x="4348" y="5420"/>
                  </a:lnTo>
                  <a:lnTo>
                    <a:pt x="11405" y="64"/>
                  </a:lnTo>
                  <a:lnTo>
                    <a:pt x="114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86"/>
            <p:cNvSpPr/>
            <p:nvPr/>
          </p:nvSpPr>
          <p:spPr>
            <a:xfrm>
              <a:off x="-45577975" y="3990475"/>
              <a:ext cx="151250" cy="150925"/>
            </a:xfrm>
            <a:custGeom>
              <a:avLst/>
              <a:gdLst/>
              <a:ahLst/>
              <a:cxnLst/>
              <a:rect l="l" t="t" r="r" b="b"/>
              <a:pathLst>
                <a:path w="6050" h="6037" extrusionOk="0">
                  <a:moveTo>
                    <a:pt x="6049" y="1"/>
                  </a:moveTo>
                  <a:lnTo>
                    <a:pt x="536" y="4159"/>
                  </a:lnTo>
                  <a:lnTo>
                    <a:pt x="32" y="5577"/>
                  </a:lnTo>
                  <a:cubicBezTo>
                    <a:pt x="0" y="5703"/>
                    <a:pt x="32" y="5861"/>
                    <a:pt x="126" y="5955"/>
                  </a:cubicBezTo>
                  <a:cubicBezTo>
                    <a:pt x="186" y="6015"/>
                    <a:pt x="259" y="6037"/>
                    <a:pt x="336" y="6037"/>
                  </a:cubicBezTo>
                  <a:cubicBezTo>
                    <a:pt x="381" y="6037"/>
                    <a:pt x="427" y="6030"/>
                    <a:pt x="473" y="6018"/>
                  </a:cubicBezTo>
                  <a:lnTo>
                    <a:pt x="1891" y="5514"/>
                  </a:lnTo>
                  <a:lnTo>
                    <a:pt x="6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86"/>
            <p:cNvSpPr/>
            <p:nvPr/>
          </p:nvSpPr>
          <p:spPr>
            <a:xfrm>
              <a:off x="-45509450" y="3951100"/>
              <a:ext cx="135500" cy="286725"/>
            </a:xfrm>
            <a:custGeom>
              <a:avLst/>
              <a:gdLst/>
              <a:ahLst/>
              <a:cxnLst/>
              <a:rect l="l" t="t" r="r" b="b"/>
              <a:pathLst>
                <a:path w="5420" h="11469" extrusionOk="0">
                  <a:moveTo>
                    <a:pt x="5419" y="0"/>
                  </a:moveTo>
                  <a:lnTo>
                    <a:pt x="5356" y="32"/>
                  </a:lnTo>
                  <a:lnTo>
                    <a:pt x="0" y="7089"/>
                  </a:lnTo>
                  <a:lnTo>
                    <a:pt x="1261" y="11216"/>
                  </a:lnTo>
                  <a:cubicBezTo>
                    <a:pt x="1324" y="11374"/>
                    <a:pt x="1481" y="11468"/>
                    <a:pt x="1639" y="11468"/>
                  </a:cubicBezTo>
                  <a:cubicBezTo>
                    <a:pt x="1796" y="11468"/>
                    <a:pt x="1891" y="11342"/>
                    <a:pt x="1985" y="11216"/>
                  </a:cubicBezTo>
                  <a:lnTo>
                    <a:pt x="5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86"/>
            <p:cNvSpPr/>
            <p:nvPr/>
          </p:nvSpPr>
          <p:spPr>
            <a:xfrm>
              <a:off x="-45670925" y="4114125"/>
              <a:ext cx="72500" cy="70325"/>
            </a:xfrm>
            <a:custGeom>
              <a:avLst/>
              <a:gdLst/>
              <a:ahLst/>
              <a:cxnLst/>
              <a:rect l="l" t="t" r="r" b="b"/>
              <a:pathLst>
                <a:path w="2900" h="2813" extrusionOk="0">
                  <a:moveTo>
                    <a:pt x="2521" y="1"/>
                  </a:moveTo>
                  <a:cubicBezTo>
                    <a:pt x="2435" y="1"/>
                    <a:pt x="2348" y="32"/>
                    <a:pt x="2269" y="95"/>
                  </a:cubicBezTo>
                  <a:lnTo>
                    <a:pt x="127" y="2206"/>
                  </a:lnTo>
                  <a:cubicBezTo>
                    <a:pt x="1" y="2332"/>
                    <a:pt x="1" y="2553"/>
                    <a:pt x="127" y="2742"/>
                  </a:cubicBezTo>
                  <a:cubicBezTo>
                    <a:pt x="190" y="2789"/>
                    <a:pt x="277" y="2813"/>
                    <a:pt x="371" y="2813"/>
                  </a:cubicBezTo>
                  <a:cubicBezTo>
                    <a:pt x="466" y="2813"/>
                    <a:pt x="568" y="2789"/>
                    <a:pt x="662" y="2742"/>
                  </a:cubicBezTo>
                  <a:lnTo>
                    <a:pt x="2773" y="600"/>
                  </a:lnTo>
                  <a:cubicBezTo>
                    <a:pt x="2899" y="473"/>
                    <a:pt x="2899" y="253"/>
                    <a:pt x="2773" y="95"/>
                  </a:cubicBezTo>
                  <a:cubicBezTo>
                    <a:pt x="2695" y="32"/>
                    <a:pt x="2608" y="1"/>
                    <a:pt x="25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86"/>
            <p:cNvSpPr/>
            <p:nvPr/>
          </p:nvSpPr>
          <p:spPr>
            <a:xfrm>
              <a:off x="-45620500" y="4163550"/>
              <a:ext cx="70900" cy="71125"/>
            </a:xfrm>
            <a:custGeom>
              <a:avLst/>
              <a:gdLst/>
              <a:ahLst/>
              <a:cxnLst/>
              <a:rect l="l" t="t" r="r" b="b"/>
              <a:pathLst>
                <a:path w="2836" h="2845" extrusionOk="0">
                  <a:moveTo>
                    <a:pt x="2489" y="1"/>
                  </a:moveTo>
                  <a:cubicBezTo>
                    <a:pt x="2395" y="1"/>
                    <a:pt x="2300" y="24"/>
                    <a:pt x="2237" y="72"/>
                  </a:cubicBezTo>
                  <a:lnTo>
                    <a:pt x="126" y="2214"/>
                  </a:lnTo>
                  <a:cubicBezTo>
                    <a:pt x="0" y="2340"/>
                    <a:pt x="0" y="2561"/>
                    <a:pt x="126" y="2718"/>
                  </a:cubicBezTo>
                  <a:cubicBezTo>
                    <a:pt x="221" y="2781"/>
                    <a:pt x="284" y="2844"/>
                    <a:pt x="378" y="2844"/>
                  </a:cubicBezTo>
                  <a:cubicBezTo>
                    <a:pt x="441" y="2844"/>
                    <a:pt x="567" y="2781"/>
                    <a:pt x="599" y="2718"/>
                  </a:cubicBezTo>
                  <a:lnTo>
                    <a:pt x="2741" y="607"/>
                  </a:lnTo>
                  <a:cubicBezTo>
                    <a:pt x="2836" y="481"/>
                    <a:pt x="2836" y="229"/>
                    <a:pt x="2741" y="72"/>
                  </a:cubicBezTo>
                  <a:cubicBezTo>
                    <a:pt x="2678" y="24"/>
                    <a:pt x="2584"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86"/>
            <p:cNvSpPr/>
            <p:nvPr/>
          </p:nvSpPr>
          <p:spPr>
            <a:xfrm>
              <a:off x="-45673275" y="4159625"/>
              <a:ext cx="79575" cy="78975"/>
            </a:xfrm>
            <a:custGeom>
              <a:avLst/>
              <a:gdLst/>
              <a:ahLst/>
              <a:cxnLst/>
              <a:rect l="l" t="t" r="r" b="b"/>
              <a:pathLst>
                <a:path w="3183" h="3159" extrusionOk="0">
                  <a:moveTo>
                    <a:pt x="2816" y="0"/>
                  </a:moveTo>
                  <a:cubicBezTo>
                    <a:pt x="2726" y="0"/>
                    <a:pt x="2631" y="24"/>
                    <a:pt x="2552" y="71"/>
                  </a:cubicBezTo>
                  <a:lnTo>
                    <a:pt x="95" y="2529"/>
                  </a:lnTo>
                  <a:cubicBezTo>
                    <a:pt x="0" y="2655"/>
                    <a:pt x="0" y="2875"/>
                    <a:pt x="95" y="3033"/>
                  </a:cubicBezTo>
                  <a:cubicBezTo>
                    <a:pt x="189" y="3127"/>
                    <a:pt x="252" y="3159"/>
                    <a:pt x="347" y="3159"/>
                  </a:cubicBezTo>
                  <a:cubicBezTo>
                    <a:pt x="441" y="3159"/>
                    <a:pt x="536" y="3127"/>
                    <a:pt x="599" y="3033"/>
                  </a:cubicBezTo>
                  <a:lnTo>
                    <a:pt x="3025" y="607"/>
                  </a:lnTo>
                  <a:cubicBezTo>
                    <a:pt x="3182" y="449"/>
                    <a:pt x="3182" y="197"/>
                    <a:pt x="3056" y="71"/>
                  </a:cubicBezTo>
                  <a:cubicBezTo>
                    <a:pt x="2993" y="24"/>
                    <a:pt x="2907" y="0"/>
                    <a:pt x="28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0" name="Google Shape;6810;p86"/>
          <p:cNvGrpSpPr/>
          <p:nvPr/>
        </p:nvGrpSpPr>
        <p:grpSpPr>
          <a:xfrm>
            <a:off x="2186449" y="4117825"/>
            <a:ext cx="356205" cy="356205"/>
            <a:chOff x="-44512325" y="3176075"/>
            <a:chExt cx="300900" cy="300900"/>
          </a:xfrm>
        </p:grpSpPr>
        <p:sp>
          <p:nvSpPr>
            <p:cNvPr id="6811" name="Google Shape;6811;p86"/>
            <p:cNvSpPr/>
            <p:nvPr/>
          </p:nvSpPr>
          <p:spPr>
            <a:xfrm>
              <a:off x="-44512325" y="3176075"/>
              <a:ext cx="300900" cy="300900"/>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86"/>
            <p:cNvSpPr/>
            <p:nvPr/>
          </p:nvSpPr>
          <p:spPr>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86"/>
            <p:cNvSpPr/>
            <p:nvPr/>
          </p:nvSpPr>
          <p:spPr>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4" name="Google Shape;6814;p86"/>
          <p:cNvGrpSpPr/>
          <p:nvPr/>
        </p:nvGrpSpPr>
        <p:grpSpPr>
          <a:xfrm>
            <a:off x="2589789" y="1386849"/>
            <a:ext cx="354341" cy="354341"/>
            <a:chOff x="-49027775" y="3183175"/>
            <a:chExt cx="299325" cy="299325"/>
          </a:xfrm>
        </p:grpSpPr>
        <p:sp>
          <p:nvSpPr>
            <p:cNvPr id="6815" name="Google Shape;6815;p86"/>
            <p:cNvSpPr/>
            <p:nvPr/>
          </p:nvSpPr>
          <p:spPr>
            <a:xfrm>
              <a:off x="-48870250" y="3183175"/>
              <a:ext cx="141800" cy="185900"/>
            </a:xfrm>
            <a:custGeom>
              <a:avLst/>
              <a:gdLst/>
              <a:ahLst/>
              <a:cxnLst/>
              <a:rect l="l" t="t" r="r" b="b"/>
              <a:pathLst>
                <a:path w="5672" h="7436" extrusionOk="0">
                  <a:moveTo>
                    <a:pt x="1" y="0"/>
                  </a:moveTo>
                  <a:lnTo>
                    <a:pt x="1" y="1796"/>
                  </a:lnTo>
                  <a:lnTo>
                    <a:pt x="32" y="1796"/>
                  </a:lnTo>
                  <a:cubicBezTo>
                    <a:pt x="158" y="1765"/>
                    <a:pt x="284" y="1765"/>
                    <a:pt x="379" y="1765"/>
                  </a:cubicBezTo>
                  <a:cubicBezTo>
                    <a:pt x="1166" y="1765"/>
                    <a:pt x="1828" y="2395"/>
                    <a:pt x="1828" y="3182"/>
                  </a:cubicBezTo>
                  <a:cubicBezTo>
                    <a:pt x="1828" y="3970"/>
                    <a:pt x="1166" y="4600"/>
                    <a:pt x="379" y="4600"/>
                  </a:cubicBezTo>
                  <a:cubicBezTo>
                    <a:pt x="284" y="4600"/>
                    <a:pt x="158" y="4600"/>
                    <a:pt x="32" y="4568"/>
                  </a:cubicBezTo>
                  <a:lnTo>
                    <a:pt x="32" y="5671"/>
                  </a:lnTo>
                  <a:lnTo>
                    <a:pt x="1702" y="5671"/>
                  </a:lnTo>
                  <a:cubicBezTo>
                    <a:pt x="2017" y="5671"/>
                    <a:pt x="2175" y="6018"/>
                    <a:pt x="1954" y="6270"/>
                  </a:cubicBezTo>
                  <a:cubicBezTo>
                    <a:pt x="1860" y="6364"/>
                    <a:pt x="1765" y="6585"/>
                    <a:pt x="1765" y="6742"/>
                  </a:cubicBezTo>
                  <a:cubicBezTo>
                    <a:pt x="1765" y="7120"/>
                    <a:pt x="2080" y="7435"/>
                    <a:pt x="2490" y="7435"/>
                  </a:cubicBezTo>
                  <a:cubicBezTo>
                    <a:pt x="2868" y="7435"/>
                    <a:pt x="3183" y="7120"/>
                    <a:pt x="3183" y="6742"/>
                  </a:cubicBezTo>
                  <a:cubicBezTo>
                    <a:pt x="3183" y="6585"/>
                    <a:pt x="3120" y="6364"/>
                    <a:pt x="2994" y="6270"/>
                  </a:cubicBezTo>
                  <a:cubicBezTo>
                    <a:pt x="2805" y="6018"/>
                    <a:pt x="2962" y="5671"/>
                    <a:pt x="3277" y="5671"/>
                  </a:cubicBezTo>
                  <a:lnTo>
                    <a:pt x="5672" y="5671"/>
                  </a:lnTo>
                  <a:lnTo>
                    <a:pt x="5672" y="1765"/>
                  </a:lnTo>
                  <a:cubicBezTo>
                    <a:pt x="5672" y="788"/>
                    <a:pt x="4884" y="0"/>
                    <a:pt x="39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86"/>
            <p:cNvSpPr/>
            <p:nvPr/>
          </p:nvSpPr>
          <p:spPr>
            <a:xfrm>
              <a:off x="-49027775" y="3183175"/>
              <a:ext cx="185900" cy="141800"/>
            </a:xfrm>
            <a:custGeom>
              <a:avLst/>
              <a:gdLst/>
              <a:ahLst/>
              <a:cxnLst/>
              <a:rect l="l" t="t" r="r" b="b"/>
              <a:pathLst>
                <a:path w="7436" h="5672" extrusionOk="0">
                  <a:moveTo>
                    <a:pt x="1765" y="0"/>
                  </a:moveTo>
                  <a:cubicBezTo>
                    <a:pt x="788" y="0"/>
                    <a:pt x="1" y="788"/>
                    <a:pt x="1" y="1765"/>
                  </a:cubicBezTo>
                  <a:lnTo>
                    <a:pt x="1" y="5671"/>
                  </a:lnTo>
                  <a:lnTo>
                    <a:pt x="1828" y="5671"/>
                  </a:lnTo>
                  <a:lnTo>
                    <a:pt x="1828" y="5640"/>
                  </a:lnTo>
                  <a:cubicBezTo>
                    <a:pt x="1765" y="5514"/>
                    <a:pt x="1765" y="5388"/>
                    <a:pt x="1765" y="5262"/>
                  </a:cubicBezTo>
                  <a:cubicBezTo>
                    <a:pt x="1765" y="4474"/>
                    <a:pt x="2395" y="3844"/>
                    <a:pt x="3183" y="3844"/>
                  </a:cubicBezTo>
                  <a:cubicBezTo>
                    <a:pt x="3970" y="3844"/>
                    <a:pt x="4600" y="4474"/>
                    <a:pt x="4600" y="5262"/>
                  </a:cubicBezTo>
                  <a:cubicBezTo>
                    <a:pt x="4600" y="5388"/>
                    <a:pt x="4569" y="5514"/>
                    <a:pt x="4569" y="5640"/>
                  </a:cubicBezTo>
                  <a:lnTo>
                    <a:pt x="5672" y="5640"/>
                  </a:lnTo>
                  <a:lnTo>
                    <a:pt x="5672" y="3970"/>
                  </a:lnTo>
                  <a:cubicBezTo>
                    <a:pt x="5672" y="3748"/>
                    <a:pt x="5843" y="3605"/>
                    <a:pt x="6032" y="3605"/>
                  </a:cubicBezTo>
                  <a:cubicBezTo>
                    <a:pt x="6112" y="3605"/>
                    <a:pt x="6195" y="3630"/>
                    <a:pt x="6270" y="3686"/>
                  </a:cubicBezTo>
                  <a:cubicBezTo>
                    <a:pt x="6396" y="3812"/>
                    <a:pt x="6585" y="3907"/>
                    <a:pt x="6743" y="3907"/>
                  </a:cubicBezTo>
                  <a:cubicBezTo>
                    <a:pt x="7121" y="3907"/>
                    <a:pt x="7436" y="3592"/>
                    <a:pt x="7436" y="3182"/>
                  </a:cubicBezTo>
                  <a:cubicBezTo>
                    <a:pt x="7436" y="2804"/>
                    <a:pt x="7121" y="2489"/>
                    <a:pt x="6743" y="2489"/>
                  </a:cubicBezTo>
                  <a:cubicBezTo>
                    <a:pt x="6585" y="2489"/>
                    <a:pt x="6396" y="2552"/>
                    <a:pt x="6270" y="2678"/>
                  </a:cubicBezTo>
                  <a:cubicBezTo>
                    <a:pt x="6195" y="2734"/>
                    <a:pt x="6112" y="2760"/>
                    <a:pt x="6032" y="2760"/>
                  </a:cubicBezTo>
                  <a:cubicBezTo>
                    <a:pt x="5843" y="2760"/>
                    <a:pt x="5672" y="2616"/>
                    <a:pt x="5672" y="2395"/>
                  </a:cubicBezTo>
                  <a:lnTo>
                    <a:pt x="56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86"/>
            <p:cNvSpPr/>
            <p:nvPr/>
          </p:nvSpPr>
          <p:spPr>
            <a:xfrm>
              <a:off x="-49027775" y="3295800"/>
              <a:ext cx="141800" cy="186700"/>
            </a:xfrm>
            <a:custGeom>
              <a:avLst/>
              <a:gdLst/>
              <a:ahLst/>
              <a:cxnLst/>
              <a:rect l="l" t="t" r="r" b="b"/>
              <a:pathLst>
                <a:path w="5672" h="7468" extrusionOk="0">
                  <a:moveTo>
                    <a:pt x="3183" y="0"/>
                  </a:moveTo>
                  <a:cubicBezTo>
                    <a:pt x="2805" y="0"/>
                    <a:pt x="2490" y="315"/>
                    <a:pt x="2490" y="725"/>
                  </a:cubicBezTo>
                  <a:cubicBezTo>
                    <a:pt x="2490" y="883"/>
                    <a:pt x="2553" y="1072"/>
                    <a:pt x="2679" y="1198"/>
                  </a:cubicBezTo>
                  <a:cubicBezTo>
                    <a:pt x="2868" y="1418"/>
                    <a:pt x="2710" y="1796"/>
                    <a:pt x="2395" y="1796"/>
                  </a:cubicBezTo>
                  <a:lnTo>
                    <a:pt x="1" y="1796"/>
                  </a:lnTo>
                  <a:lnTo>
                    <a:pt x="1" y="5671"/>
                  </a:lnTo>
                  <a:cubicBezTo>
                    <a:pt x="1" y="6679"/>
                    <a:pt x="788" y="7467"/>
                    <a:pt x="1765" y="7467"/>
                  </a:cubicBezTo>
                  <a:lnTo>
                    <a:pt x="5672" y="7467"/>
                  </a:lnTo>
                  <a:lnTo>
                    <a:pt x="5672" y="5640"/>
                  </a:lnTo>
                  <a:lnTo>
                    <a:pt x="5640" y="5640"/>
                  </a:lnTo>
                  <a:cubicBezTo>
                    <a:pt x="5514" y="5703"/>
                    <a:pt x="5388" y="5703"/>
                    <a:pt x="5294" y="5703"/>
                  </a:cubicBezTo>
                  <a:cubicBezTo>
                    <a:pt x="4506" y="5703"/>
                    <a:pt x="3844" y="5041"/>
                    <a:pt x="3844" y="4254"/>
                  </a:cubicBezTo>
                  <a:cubicBezTo>
                    <a:pt x="3844" y="3466"/>
                    <a:pt x="4506" y="2867"/>
                    <a:pt x="5294" y="2867"/>
                  </a:cubicBezTo>
                  <a:cubicBezTo>
                    <a:pt x="5388" y="2867"/>
                    <a:pt x="5514" y="2867"/>
                    <a:pt x="5640" y="2899"/>
                  </a:cubicBezTo>
                  <a:lnTo>
                    <a:pt x="5640" y="1796"/>
                  </a:lnTo>
                  <a:lnTo>
                    <a:pt x="3970" y="1796"/>
                  </a:lnTo>
                  <a:cubicBezTo>
                    <a:pt x="3655" y="1796"/>
                    <a:pt x="3498" y="1418"/>
                    <a:pt x="3718" y="1198"/>
                  </a:cubicBezTo>
                  <a:cubicBezTo>
                    <a:pt x="3813" y="1072"/>
                    <a:pt x="3907" y="883"/>
                    <a:pt x="3907" y="725"/>
                  </a:cubicBezTo>
                  <a:cubicBezTo>
                    <a:pt x="3907" y="315"/>
                    <a:pt x="3592" y="0"/>
                    <a:pt x="31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86"/>
            <p:cNvSpPr/>
            <p:nvPr/>
          </p:nvSpPr>
          <p:spPr>
            <a:xfrm>
              <a:off x="-48914350" y="3340700"/>
              <a:ext cx="185900" cy="141800"/>
            </a:xfrm>
            <a:custGeom>
              <a:avLst/>
              <a:gdLst/>
              <a:ahLst/>
              <a:cxnLst/>
              <a:rect l="l" t="t" r="r" b="b"/>
              <a:pathLst>
                <a:path w="7436" h="5672" extrusionOk="0">
                  <a:moveTo>
                    <a:pt x="5608" y="0"/>
                  </a:moveTo>
                  <a:lnTo>
                    <a:pt x="5608" y="32"/>
                  </a:lnTo>
                  <a:cubicBezTo>
                    <a:pt x="5671" y="158"/>
                    <a:pt x="5671" y="284"/>
                    <a:pt x="5671" y="378"/>
                  </a:cubicBezTo>
                  <a:cubicBezTo>
                    <a:pt x="5671" y="1166"/>
                    <a:pt x="5041" y="1796"/>
                    <a:pt x="4254" y="1796"/>
                  </a:cubicBezTo>
                  <a:cubicBezTo>
                    <a:pt x="3466" y="1796"/>
                    <a:pt x="2836" y="1166"/>
                    <a:pt x="2836" y="378"/>
                  </a:cubicBezTo>
                  <a:cubicBezTo>
                    <a:pt x="2836" y="284"/>
                    <a:pt x="2867" y="158"/>
                    <a:pt x="2867" y="32"/>
                  </a:cubicBezTo>
                  <a:lnTo>
                    <a:pt x="1765" y="32"/>
                  </a:lnTo>
                  <a:lnTo>
                    <a:pt x="1765" y="1670"/>
                  </a:lnTo>
                  <a:cubicBezTo>
                    <a:pt x="1765" y="1907"/>
                    <a:pt x="1602" y="2041"/>
                    <a:pt x="1419" y="2041"/>
                  </a:cubicBezTo>
                  <a:cubicBezTo>
                    <a:pt x="1334" y="2041"/>
                    <a:pt x="1245" y="2013"/>
                    <a:pt x="1166" y="1954"/>
                  </a:cubicBezTo>
                  <a:cubicBezTo>
                    <a:pt x="1040" y="1827"/>
                    <a:pt x="851" y="1764"/>
                    <a:pt x="694" y="1764"/>
                  </a:cubicBezTo>
                  <a:cubicBezTo>
                    <a:pt x="315" y="1764"/>
                    <a:pt x="0" y="2080"/>
                    <a:pt x="0" y="2458"/>
                  </a:cubicBezTo>
                  <a:cubicBezTo>
                    <a:pt x="0" y="2867"/>
                    <a:pt x="315" y="3182"/>
                    <a:pt x="694" y="3182"/>
                  </a:cubicBezTo>
                  <a:cubicBezTo>
                    <a:pt x="851" y="3182"/>
                    <a:pt x="1040" y="3119"/>
                    <a:pt x="1166" y="2993"/>
                  </a:cubicBezTo>
                  <a:cubicBezTo>
                    <a:pt x="1247" y="2933"/>
                    <a:pt x="1337" y="2904"/>
                    <a:pt x="1423" y="2904"/>
                  </a:cubicBezTo>
                  <a:cubicBezTo>
                    <a:pt x="1605" y="2904"/>
                    <a:pt x="1765" y="3031"/>
                    <a:pt x="1765" y="3245"/>
                  </a:cubicBezTo>
                  <a:lnTo>
                    <a:pt x="1765" y="5671"/>
                  </a:lnTo>
                  <a:lnTo>
                    <a:pt x="5671" y="5671"/>
                  </a:lnTo>
                  <a:cubicBezTo>
                    <a:pt x="6648" y="5671"/>
                    <a:pt x="7436" y="4883"/>
                    <a:pt x="7436" y="3907"/>
                  </a:cubicBezTo>
                  <a:lnTo>
                    <a:pt x="74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9" name="Google Shape;6819;p86"/>
          <p:cNvGrpSpPr/>
          <p:nvPr/>
        </p:nvGrpSpPr>
        <p:grpSpPr>
          <a:xfrm>
            <a:off x="2589330" y="1822251"/>
            <a:ext cx="355258" cy="357152"/>
            <a:chOff x="-49027775" y="3550975"/>
            <a:chExt cx="300100" cy="301700"/>
          </a:xfrm>
        </p:grpSpPr>
        <p:sp>
          <p:nvSpPr>
            <p:cNvPr id="6820" name="Google Shape;6820;p86"/>
            <p:cNvSpPr/>
            <p:nvPr/>
          </p:nvSpPr>
          <p:spPr>
            <a:xfrm>
              <a:off x="-48941125" y="3613200"/>
              <a:ext cx="74050" cy="26825"/>
            </a:xfrm>
            <a:custGeom>
              <a:avLst/>
              <a:gdLst/>
              <a:ahLst/>
              <a:cxnLst/>
              <a:rect l="l" t="t" r="r" b="b"/>
              <a:pathLst>
                <a:path w="2962" h="1073" extrusionOk="0">
                  <a:moveTo>
                    <a:pt x="1260" y="1"/>
                  </a:moveTo>
                  <a:lnTo>
                    <a:pt x="0" y="1072"/>
                  </a:lnTo>
                  <a:lnTo>
                    <a:pt x="1702" y="1072"/>
                  </a:ln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86"/>
            <p:cNvSpPr/>
            <p:nvPr/>
          </p:nvSpPr>
          <p:spPr>
            <a:xfrm>
              <a:off x="-48871025" y="3613200"/>
              <a:ext cx="73275" cy="26825"/>
            </a:xfrm>
            <a:custGeom>
              <a:avLst/>
              <a:gdLst/>
              <a:ahLst/>
              <a:cxnLst/>
              <a:rect l="l" t="t" r="r" b="b"/>
              <a:pathLst>
                <a:path w="2931" h="1073" extrusionOk="0">
                  <a:moveTo>
                    <a:pt x="1260" y="1"/>
                  </a:moveTo>
                  <a:lnTo>
                    <a:pt x="0" y="1072"/>
                  </a:lnTo>
                  <a:lnTo>
                    <a:pt x="1670" y="1072"/>
                  </a:lnTo>
                  <a:lnTo>
                    <a:pt x="29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86"/>
            <p:cNvSpPr/>
            <p:nvPr/>
          </p:nvSpPr>
          <p:spPr>
            <a:xfrm>
              <a:off x="-48893075" y="3552550"/>
              <a:ext cx="95325" cy="43350"/>
            </a:xfrm>
            <a:custGeom>
              <a:avLst/>
              <a:gdLst/>
              <a:ahLst/>
              <a:cxnLst/>
              <a:rect l="l" t="t" r="r" b="b"/>
              <a:pathLst>
                <a:path w="3813" h="1734" extrusionOk="0">
                  <a:moveTo>
                    <a:pt x="0" y="1"/>
                  </a:moveTo>
                  <a:lnTo>
                    <a:pt x="2142" y="1734"/>
                  </a:lnTo>
                  <a:lnTo>
                    <a:pt x="3812" y="1734"/>
                  </a:lnTo>
                  <a:lnTo>
                    <a:pt x="173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86"/>
            <p:cNvSpPr/>
            <p:nvPr/>
          </p:nvSpPr>
          <p:spPr>
            <a:xfrm>
              <a:off x="-49027775" y="3550975"/>
              <a:ext cx="100050" cy="87475"/>
            </a:xfrm>
            <a:custGeom>
              <a:avLst/>
              <a:gdLst/>
              <a:ahLst/>
              <a:cxnLst/>
              <a:rect l="l" t="t" r="r" b="b"/>
              <a:pathLst>
                <a:path w="4002" h="3499" extrusionOk="0">
                  <a:moveTo>
                    <a:pt x="2112" y="1797"/>
                  </a:moveTo>
                  <a:cubicBezTo>
                    <a:pt x="2332" y="1797"/>
                    <a:pt x="2490" y="1923"/>
                    <a:pt x="2490" y="2143"/>
                  </a:cubicBezTo>
                  <a:cubicBezTo>
                    <a:pt x="2490" y="2332"/>
                    <a:pt x="2332" y="2490"/>
                    <a:pt x="2112" y="2490"/>
                  </a:cubicBezTo>
                  <a:cubicBezTo>
                    <a:pt x="1923" y="2490"/>
                    <a:pt x="1765" y="2332"/>
                    <a:pt x="1765" y="2143"/>
                  </a:cubicBezTo>
                  <a:cubicBezTo>
                    <a:pt x="1765" y="1923"/>
                    <a:pt x="1923" y="1797"/>
                    <a:pt x="2112" y="1797"/>
                  </a:cubicBezTo>
                  <a:close/>
                  <a:moveTo>
                    <a:pt x="1072" y="1"/>
                  </a:moveTo>
                  <a:cubicBezTo>
                    <a:pt x="473" y="1"/>
                    <a:pt x="1" y="474"/>
                    <a:pt x="1" y="1072"/>
                  </a:cubicBezTo>
                  <a:lnTo>
                    <a:pt x="1" y="3498"/>
                  </a:lnTo>
                  <a:lnTo>
                    <a:pt x="2364" y="3498"/>
                  </a:lnTo>
                  <a:lnTo>
                    <a:pt x="4002" y="2143"/>
                  </a:ln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86"/>
            <p:cNvSpPr/>
            <p:nvPr/>
          </p:nvSpPr>
          <p:spPr>
            <a:xfrm>
              <a:off x="-48962400" y="3552550"/>
              <a:ext cx="95325" cy="43350"/>
            </a:xfrm>
            <a:custGeom>
              <a:avLst/>
              <a:gdLst/>
              <a:ahLst/>
              <a:cxnLst/>
              <a:rect l="l" t="t" r="r" b="b"/>
              <a:pathLst>
                <a:path w="3813" h="1734" extrusionOk="0">
                  <a:moveTo>
                    <a:pt x="1" y="1"/>
                  </a:moveTo>
                  <a:lnTo>
                    <a:pt x="2111" y="1734"/>
                  </a:lnTo>
                  <a:lnTo>
                    <a:pt x="3813" y="1734"/>
                  </a:lnTo>
                  <a:lnTo>
                    <a:pt x="170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86"/>
            <p:cNvSpPr/>
            <p:nvPr/>
          </p:nvSpPr>
          <p:spPr>
            <a:xfrm>
              <a:off x="-49027775" y="3657325"/>
              <a:ext cx="300100" cy="195350"/>
            </a:xfrm>
            <a:custGeom>
              <a:avLst/>
              <a:gdLst/>
              <a:ahLst/>
              <a:cxnLst/>
              <a:rect l="l" t="t" r="r" b="b"/>
              <a:pathLst>
                <a:path w="12004" h="7814" extrusionOk="0">
                  <a:moveTo>
                    <a:pt x="5987" y="410"/>
                  </a:moveTo>
                  <a:cubicBezTo>
                    <a:pt x="7719" y="410"/>
                    <a:pt x="9137" y="1827"/>
                    <a:pt x="9137" y="3560"/>
                  </a:cubicBezTo>
                  <a:cubicBezTo>
                    <a:pt x="9137" y="5293"/>
                    <a:pt x="7719" y="6711"/>
                    <a:pt x="5987" y="6711"/>
                  </a:cubicBezTo>
                  <a:cubicBezTo>
                    <a:pt x="4254" y="6711"/>
                    <a:pt x="2836" y="5293"/>
                    <a:pt x="2836" y="3560"/>
                  </a:cubicBezTo>
                  <a:cubicBezTo>
                    <a:pt x="2836" y="1827"/>
                    <a:pt x="4254" y="410"/>
                    <a:pt x="5987" y="410"/>
                  </a:cubicBezTo>
                  <a:close/>
                  <a:moveTo>
                    <a:pt x="1" y="0"/>
                  </a:moveTo>
                  <a:lnTo>
                    <a:pt x="1" y="6742"/>
                  </a:lnTo>
                  <a:cubicBezTo>
                    <a:pt x="1" y="7341"/>
                    <a:pt x="473" y="7813"/>
                    <a:pt x="1072" y="7813"/>
                  </a:cubicBezTo>
                  <a:lnTo>
                    <a:pt x="10933" y="7813"/>
                  </a:lnTo>
                  <a:cubicBezTo>
                    <a:pt x="11532" y="7813"/>
                    <a:pt x="12004" y="7341"/>
                    <a:pt x="12004" y="6742"/>
                  </a:cubicBezTo>
                  <a:lnTo>
                    <a:pt x="120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86"/>
            <p:cNvSpPr/>
            <p:nvPr/>
          </p:nvSpPr>
          <p:spPr>
            <a:xfrm>
              <a:off x="-48886775" y="3726625"/>
              <a:ext cx="28375" cy="37050"/>
            </a:xfrm>
            <a:custGeom>
              <a:avLst/>
              <a:gdLst/>
              <a:ahLst/>
              <a:cxnLst/>
              <a:rect l="l" t="t" r="r" b="b"/>
              <a:pathLst>
                <a:path w="1135" h="1482" extrusionOk="0">
                  <a:moveTo>
                    <a:pt x="0" y="1"/>
                  </a:moveTo>
                  <a:lnTo>
                    <a:pt x="0" y="1481"/>
                  </a:lnTo>
                  <a:lnTo>
                    <a:pt x="1134" y="757"/>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86"/>
            <p:cNvSpPr/>
            <p:nvPr/>
          </p:nvSpPr>
          <p:spPr>
            <a:xfrm>
              <a:off x="-48822975" y="3550975"/>
              <a:ext cx="94525" cy="44925"/>
            </a:xfrm>
            <a:custGeom>
              <a:avLst/>
              <a:gdLst/>
              <a:ahLst/>
              <a:cxnLst/>
              <a:rect l="l" t="t" r="r" b="b"/>
              <a:pathLst>
                <a:path w="3781" h="1797" extrusionOk="0">
                  <a:moveTo>
                    <a:pt x="0" y="1"/>
                  </a:moveTo>
                  <a:lnTo>
                    <a:pt x="2111" y="1797"/>
                  </a:lnTo>
                  <a:lnTo>
                    <a:pt x="3781" y="1797"/>
                  </a:lnTo>
                  <a:lnTo>
                    <a:pt x="3781" y="1072"/>
                  </a:lnTo>
                  <a:cubicBezTo>
                    <a:pt x="3781" y="474"/>
                    <a:pt x="3308" y="1"/>
                    <a:pt x="27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86"/>
            <p:cNvSpPr/>
            <p:nvPr/>
          </p:nvSpPr>
          <p:spPr>
            <a:xfrm>
              <a:off x="-48939550" y="3684100"/>
              <a:ext cx="122100" cy="122100"/>
            </a:xfrm>
            <a:custGeom>
              <a:avLst/>
              <a:gdLst/>
              <a:ahLst/>
              <a:cxnLst/>
              <a:rect l="l" t="t" r="r" b="b"/>
              <a:pathLst>
                <a:path w="4884" h="4884" extrusionOk="0">
                  <a:moveTo>
                    <a:pt x="1741" y="757"/>
                  </a:moveTo>
                  <a:cubicBezTo>
                    <a:pt x="1812" y="757"/>
                    <a:pt x="1885" y="777"/>
                    <a:pt x="1954" y="819"/>
                  </a:cubicBezTo>
                  <a:lnTo>
                    <a:pt x="4064" y="2237"/>
                  </a:lnTo>
                  <a:cubicBezTo>
                    <a:pt x="4253" y="2300"/>
                    <a:pt x="4253" y="2615"/>
                    <a:pt x="4064" y="2773"/>
                  </a:cubicBezTo>
                  <a:lnTo>
                    <a:pt x="1954" y="4190"/>
                  </a:lnTo>
                  <a:cubicBezTo>
                    <a:pt x="1885" y="4233"/>
                    <a:pt x="1812" y="4253"/>
                    <a:pt x="1741" y="4253"/>
                  </a:cubicBezTo>
                  <a:cubicBezTo>
                    <a:pt x="1553" y="4253"/>
                    <a:pt x="1387" y="4113"/>
                    <a:pt x="1387" y="3907"/>
                  </a:cubicBezTo>
                  <a:lnTo>
                    <a:pt x="1387" y="1103"/>
                  </a:lnTo>
                  <a:cubicBezTo>
                    <a:pt x="1387" y="897"/>
                    <a:pt x="1553" y="757"/>
                    <a:pt x="1741" y="757"/>
                  </a:cubicBezTo>
                  <a:close/>
                  <a:moveTo>
                    <a:pt x="2458" y="0"/>
                  </a:moveTo>
                  <a:cubicBezTo>
                    <a:pt x="1103" y="0"/>
                    <a:pt x="0" y="1103"/>
                    <a:pt x="0" y="2458"/>
                  </a:cubicBezTo>
                  <a:cubicBezTo>
                    <a:pt x="0" y="3781"/>
                    <a:pt x="1103" y="4884"/>
                    <a:pt x="2458" y="4884"/>
                  </a:cubicBezTo>
                  <a:cubicBezTo>
                    <a:pt x="3781" y="4884"/>
                    <a:pt x="4884" y="3781"/>
                    <a:pt x="4884" y="2458"/>
                  </a:cubicBezTo>
                  <a:cubicBezTo>
                    <a:pt x="4884" y="1103"/>
                    <a:pt x="3812"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86"/>
            <p:cNvSpPr/>
            <p:nvPr/>
          </p:nvSpPr>
          <p:spPr>
            <a:xfrm>
              <a:off x="-48801725" y="3613200"/>
              <a:ext cx="73275" cy="26825"/>
            </a:xfrm>
            <a:custGeom>
              <a:avLst/>
              <a:gdLst/>
              <a:ahLst/>
              <a:cxnLst/>
              <a:rect l="l" t="t" r="r" b="b"/>
              <a:pathLst>
                <a:path w="2931" h="1073" extrusionOk="0">
                  <a:moveTo>
                    <a:pt x="1261" y="1"/>
                  </a:moveTo>
                  <a:lnTo>
                    <a:pt x="1" y="1072"/>
                  </a:lnTo>
                  <a:lnTo>
                    <a:pt x="2931" y="1072"/>
                  </a:lnTo>
                  <a:lnTo>
                    <a:pt x="293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0" name="Google Shape;6830;p86"/>
          <p:cNvGrpSpPr/>
          <p:nvPr/>
        </p:nvGrpSpPr>
        <p:grpSpPr>
          <a:xfrm>
            <a:off x="2587406" y="2259310"/>
            <a:ext cx="359106" cy="355525"/>
            <a:chOff x="-49031025" y="3920175"/>
            <a:chExt cx="303350" cy="300325"/>
          </a:xfrm>
        </p:grpSpPr>
        <p:sp>
          <p:nvSpPr>
            <p:cNvPr id="6831" name="Google Shape;6831;p86"/>
            <p:cNvSpPr/>
            <p:nvPr/>
          </p:nvSpPr>
          <p:spPr>
            <a:xfrm>
              <a:off x="-49031025" y="4131875"/>
              <a:ext cx="109600" cy="88625"/>
            </a:xfrm>
            <a:custGeom>
              <a:avLst/>
              <a:gdLst/>
              <a:ahLst/>
              <a:cxnLst/>
              <a:rect l="l" t="t" r="r" b="b"/>
              <a:pathLst>
                <a:path w="4384" h="3545" extrusionOk="0">
                  <a:moveTo>
                    <a:pt x="472" y="1"/>
                  </a:moveTo>
                  <a:cubicBezTo>
                    <a:pt x="202" y="1"/>
                    <a:pt x="0" y="326"/>
                    <a:pt x="225" y="551"/>
                  </a:cubicBezTo>
                  <a:lnTo>
                    <a:pt x="2336" y="3387"/>
                  </a:lnTo>
                  <a:cubicBezTo>
                    <a:pt x="2399" y="3481"/>
                    <a:pt x="2494" y="3544"/>
                    <a:pt x="2620" y="3544"/>
                  </a:cubicBezTo>
                  <a:lnTo>
                    <a:pt x="4384" y="3544"/>
                  </a:lnTo>
                  <a:lnTo>
                    <a:pt x="2620" y="583"/>
                  </a:lnTo>
                  <a:lnTo>
                    <a:pt x="572" y="16"/>
                  </a:lnTo>
                  <a:cubicBezTo>
                    <a:pt x="538" y="5"/>
                    <a:pt x="505" y="1"/>
                    <a:pt x="4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86"/>
            <p:cNvSpPr/>
            <p:nvPr/>
          </p:nvSpPr>
          <p:spPr>
            <a:xfrm>
              <a:off x="-48921450" y="3920175"/>
              <a:ext cx="79575" cy="130975"/>
            </a:xfrm>
            <a:custGeom>
              <a:avLst/>
              <a:gdLst/>
              <a:ahLst/>
              <a:cxnLst/>
              <a:rect l="l" t="t" r="r" b="b"/>
              <a:pathLst>
                <a:path w="3183" h="5239" extrusionOk="0">
                  <a:moveTo>
                    <a:pt x="302" y="1"/>
                  </a:moveTo>
                  <a:cubicBezTo>
                    <a:pt x="275" y="1"/>
                    <a:pt x="248" y="3"/>
                    <a:pt x="221" y="9"/>
                  </a:cubicBezTo>
                  <a:cubicBezTo>
                    <a:pt x="64" y="40"/>
                    <a:pt x="1" y="198"/>
                    <a:pt x="1" y="355"/>
                  </a:cubicBezTo>
                  <a:lnTo>
                    <a:pt x="64" y="1269"/>
                  </a:lnTo>
                  <a:lnTo>
                    <a:pt x="2584" y="5239"/>
                  </a:lnTo>
                  <a:lnTo>
                    <a:pt x="3183" y="4199"/>
                  </a:lnTo>
                  <a:lnTo>
                    <a:pt x="631" y="166"/>
                  </a:lnTo>
                  <a:cubicBezTo>
                    <a:pt x="553" y="62"/>
                    <a:pt x="431" y="1"/>
                    <a:pt x="3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86"/>
            <p:cNvSpPr/>
            <p:nvPr/>
          </p:nvSpPr>
          <p:spPr>
            <a:xfrm>
              <a:off x="-48842675" y="4008100"/>
              <a:ext cx="115000" cy="53300"/>
            </a:xfrm>
            <a:custGeom>
              <a:avLst/>
              <a:gdLst/>
              <a:ahLst/>
              <a:cxnLst/>
              <a:rect l="l" t="t" r="r" b="b"/>
              <a:pathLst>
                <a:path w="4600" h="2132" extrusionOk="0">
                  <a:moveTo>
                    <a:pt x="1359" y="0"/>
                  </a:moveTo>
                  <a:cubicBezTo>
                    <a:pt x="1245" y="0"/>
                    <a:pt x="1132" y="57"/>
                    <a:pt x="1072" y="178"/>
                  </a:cubicBezTo>
                  <a:lnTo>
                    <a:pt x="0" y="2131"/>
                  </a:lnTo>
                  <a:lnTo>
                    <a:pt x="4191" y="2131"/>
                  </a:lnTo>
                  <a:cubicBezTo>
                    <a:pt x="4317" y="2131"/>
                    <a:pt x="4506" y="2005"/>
                    <a:pt x="4537" y="1848"/>
                  </a:cubicBezTo>
                  <a:cubicBezTo>
                    <a:pt x="4600" y="1690"/>
                    <a:pt x="4537" y="1533"/>
                    <a:pt x="4380" y="1469"/>
                  </a:cubicBezTo>
                  <a:lnTo>
                    <a:pt x="1544" y="52"/>
                  </a:lnTo>
                  <a:cubicBezTo>
                    <a:pt x="1488" y="18"/>
                    <a:pt x="1423" y="0"/>
                    <a:pt x="13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86"/>
            <p:cNvSpPr/>
            <p:nvPr/>
          </p:nvSpPr>
          <p:spPr>
            <a:xfrm>
              <a:off x="-48838750" y="4078700"/>
              <a:ext cx="51225" cy="66975"/>
            </a:xfrm>
            <a:custGeom>
              <a:avLst/>
              <a:gdLst/>
              <a:ahLst/>
              <a:cxnLst/>
              <a:rect l="l" t="t" r="r" b="b"/>
              <a:pathLst>
                <a:path w="2049" h="2679" extrusionOk="0">
                  <a:moveTo>
                    <a:pt x="1" y="0"/>
                  </a:moveTo>
                  <a:lnTo>
                    <a:pt x="1734" y="2678"/>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5" name="Google Shape;6835;p86"/>
            <p:cNvSpPr/>
            <p:nvPr/>
          </p:nvSpPr>
          <p:spPr>
            <a:xfrm>
              <a:off x="-48975000" y="3920575"/>
              <a:ext cx="173300" cy="248725"/>
            </a:xfrm>
            <a:custGeom>
              <a:avLst/>
              <a:gdLst/>
              <a:ahLst/>
              <a:cxnLst/>
              <a:rect l="l" t="t" r="r" b="b"/>
              <a:pathLst>
                <a:path w="6932" h="9949" extrusionOk="0">
                  <a:moveTo>
                    <a:pt x="374" y="0"/>
                  </a:moveTo>
                  <a:cubicBezTo>
                    <a:pt x="334" y="0"/>
                    <a:pt x="293" y="8"/>
                    <a:pt x="253" y="24"/>
                  </a:cubicBezTo>
                  <a:cubicBezTo>
                    <a:pt x="95" y="87"/>
                    <a:pt x="1" y="245"/>
                    <a:pt x="1" y="402"/>
                  </a:cubicBezTo>
                  <a:lnTo>
                    <a:pt x="694" y="7585"/>
                  </a:lnTo>
                  <a:lnTo>
                    <a:pt x="6932" y="9948"/>
                  </a:lnTo>
                  <a:lnTo>
                    <a:pt x="694" y="182"/>
                  </a:lnTo>
                  <a:cubicBezTo>
                    <a:pt x="600" y="65"/>
                    <a:pt x="489" y="0"/>
                    <a:pt x="3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86"/>
            <p:cNvSpPr/>
            <p:nvPr/>
          </p:nvSpPr>
          <p:spPr>
            <a:xfrm>
              <a:off x="-48955300" y="4129900"/>
              <a:ext cx="151250" cy="89800"/>
            </a:xfrm>
            <a:custGeom>
              <a:avLst/>
              <a:gdLst/>
              <a:ahLst/>
              <a:cxnLst/>
              <a:rect l="l" t="t" r="r" b="b"/>
              <a:pathLst>
                <a:path w="6050" h="3592" extrusionOk="0">
                  <a:moveTo>
                    <a:pt x="0" y="0"/>
                  </a:moveTo>
                  <a:lnTo>
                    <a:pt x="2174" y="3592"/>
                  </a:lnTo>
                  <a:lnTo>
                    <a:pt x="5167" y="3592"/>
                  </a:lnTo>
                  <a:cubicBezTo>
                    <a:pt x="5293" y="3592"/>
                    <a:pt x="5419" y="3529"/>
                    <a:pt x="5482" y="3403"/>
                  </a:cubicBezTo>
                  <a:lnTo>
                    <a:pt x="6049" y="2268"/>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7" name="Google Shape;6837;p86"/>
          <p:cNvGrpSpPr/>
          <p:nvPr/>
        </p:nvGrpSpPr>
        <p:grpSpPr>
          <a:xfrm>
            <a:off x="1303511" y="2752344"/>
            <a:ext cx="356176" cy="354341"/>
            <a:chOff x="-47155575" y="3200500"/>
            <a:chExt cx="300875" cy="299325"/>
          </a:xfrm>
        </p:grpSpPr>
        <p:sp>
          <p:nvSpPr>
            <p:cNvPr id="6838" name="Google Shape;6838;p86"/>
            <p:cNvSpPr/>
            <p:nvPr/>
          </p:nvSpPr>
          <p:spPr>
            <a:xfrm>
              <a:off x="-46943725" y="3206000"/>
              <a:ext cx="47300" cy="48075"/>
            </a:xfrm>
            <a:custGeom>
              <a:avLst/>
              <a:gdLst/>
              <a:ahLst/>
              <a:cxnLst/>
              <a:rect l="l" t="t" r="r" b="b"/>
              <a:pathLst>
                <a:path w="1892" h="1923" extrusionOk="0">
                  <a:moveTo>
                    <a:pt x="1" y="1"/>
                  </a:moveTo>
                  <a:lnTo>
                    <a:pt x="1" y="1923"/>
                  </a:lnTo>
                  <a:lnTo>
                    <a:pt x="1891" y="192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86"/>
            <p:cNvSpPr/>
            <p:nvPr/>
          </p:nvSpPr>
          <p:spPr>
            <a:xfrm>
              <a:off x="-47118575" y="3200500"/>
              <a:ext cx="228450" cy="89025"/>
            </a:xfrm>
            <a:custGeom>
              <a:avLst/>
              <a:gdLst/>
              <a:ahLst/>
              <a:cxnLst/>
              <a:rect l="l" t="t" r="r" b="b"/>
              <a:pathLst>
                <a:path w="9138" h="3561" extrusionOk="0">
                  <a:moveTo>
                    <a:pt x="347" y="0"/>
                  </a:moveTo>
                  <a:cubicBezTo>
                    <a:pt x="158" y="0"/>
                    <a:pt x="1" y="158"/>
                    <a:pt x="1" y="378"/>
                  </a:cubicBezTo>
                  <a:lnTo>
                    <a:pt x="1" y="2143"/>
                  </a:lnTo>
                  <a:lnTo>
                    <a:pt x="2017" y="2143"/>
                  </a:lnTo>
                  <a:cubicBezTo>
                    <a:pt x="2679" y="2143"/>
                    <a:pt x="3246" y="2489"/>
                    <a:pt x="3561" y="3119"/>
                  </a:cubicBezTo>
                  <a:lnTo>
                    <a:pt x="3813" y="3560"/>
                  </a:lnTo>
                  <a:lnTo>
                    <a:pt x="9137" y="3560"/>
                  </a:lnTo>
                  <a:lnTo>
                    <a:pt x="9137" y="2836"/>
                  </a:lnTo>
                  <a:lnTo>
                    <a:pt x="6680" y="2836"/>
                  </a:lnTo>
                  <a:cubicBezTo>
                    <a:pt x="6491" y="2836"/>
                    <a:pt x="6333" y="2678"/>
                    <a:pt x="6333" y="2489"/>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86"/>
            <p:cNvSpPr/>
            <p:nvPr/>
          </p:nvSpPr>
          <p:spPr>
            <a:xfrm>
              <a:off x="-47013825" y="3395050"/>
              <a:ext cx="15775" cy="15775"/>
            </a:xfrm>
            <a:custGeom>
              <a:avLst/>
              <a:gdLst/>
              <a:ahLst/>
              <a:cxnLst/>
              <a:rect l="l" t="t" r="r" b="b"/>
              <a:pathLst>
                <a:path w="631" h="631" extrusionOk="0">
                  <a:moveTo>
                    <a:pt x="1" y="0"/>
                  </a:moveTo>
                  <a:lnTo>
                    <a:pt x="1" y="630"/>
                  </a:lnTo>
                  <a:cubicBezTo>
                    <a:pt x="284" y="504"/>
                    <a:pt x="536" y="252"/>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86"/>
            <p:cNvSpPr/>
            <p:nvPr/>
          </p:nvSpPr>
          <p:spPr>
            <a:xfrm>
              <a:off x="-47049250" y="3359600"/>
              <a:ext cx="51200" cy="51225"/>
            </a:xfrm>
            <a:custGeom>
              <a:avLst/>
              <a:gdLst/>
              <a:ahLst/>
              <a:cxnLst/>
              <a:rect l="l" t="t" r="r" b="b"/>
              <a:pathLst>
                <a:path w="2048" h="2049" extrusionOk="0">
                  <a:moveTo>
                    <a:pt x="1071" y="0"/>
                  </a:moveTo>
                  <a:cubicBezTo>
                    <a:pt x="473" y="0"/>
                    <a:pt x="0" y="473"/>
                    <a:pt x="0" y="1040"/>
                  </a:cubicBezTo>
                  <a:cubicBezTo>
                    <a:pt x="0" y="1513"/>
                    <a:pt x="284" y="1891"/>
                    <a:pt x="725" y="2048"/>
                  </a:cubicBezTo>
                  <a:lnTo>
                    <a:pt x="725" y="1040"/>
                  </a:lnTo>
                  <a:cubicBezTo>
                    <a:pt x="725" y="851"/>
                    <a:pt x="882" y="693"/>
                    <a:pt x="1071" y="693"/>
                  </a:cubicBezTo>
                  <a:lnTo>
                    <a:pt x="2048" y="693"/>
                  </a:lnTo>
                  <a:cubicBezTo>
                    <a:pt x="1890" y="252"/>
                    <a:pt x="1512"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86"/>
            <p:cNvSpPr/>
            <p:nvPr/>
          </p:nvSpPr>
          <p:spPr>
            <a:xfrm>
              <a:off x="-47013025" y="3393475"/>
              <a:ext cx="52800" cy="53575"/>
            </a:xfrm>
            <a:custGeom>
              <a:avLst/>
              <a:gdLst/>
              <a:ahLst/>
              <a:cxnLst/>
              <a:rect l="l" t="t" r="r" b="b"/>
              <a:pathLst>
                <a:path w="2112" h="2143" extrusionOk="0">
                  <a:moveTo>
                    <a:pt x="1355" y="0"/>
                  </a:moveTo>
                  <a:cubicBezTo>
                    <a:pt x="1198" y="725"/>
                    <a:pt x="662" y="1260"/>
                    <a:pt x="0" y="1386"/>
                  </a:cubicBezTo>
                  <a:lnTo>
                    <a:pt x="0" y="2142"/>
                  </a:lnTo>
                  <a:lnTo>
                    <a:pt x="2111" y="2142"/>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86"/>
            <p:cNvSpPr/>
            <p:nvPr/>
          </p:nvSpPr>
          <p:spPr>
            <a:xfrm>
              <a:off x="-47155575" y="3270600"/>
              <a:ext cx="300875" cy="229225"/>
            </a:xfrm>
            <a:custGeom>
              <a:avLst/>
              <a:gdLst/>
              <a:ahLst/>
              <a:cxnLst/>
              <a:rect l="l" t="t" r="r" b="b"/>
              <a:pathLst>
                <a:path w="12035" h="9169" extrusionOk="0">
                  <a:moveTo>
                    <a:pt x="5324" y="2804"/>
                  </a:moveTo>
                  <a:cubicBezTo>
                    <a:pt x="6206" y="2804"/>
                    <a:pt x="6900" y="3403"/>
                    <a:pt x="7057" y="4222"/>
                  </a:cubicBezTo>
                  <a:lnTo>
                    <a:pt x="8160" y="4222"/>
                  </a:lnTo>
                  <a:cubicBezTo>
                    <a:pt x="8349" y="4222"/>
                    <a:pt x="8506" y="4379"/>
                    <a:pt x="8506" y="4568"/>
                  </a:cubicBezTo>
                  <a:lnTo>
                    <a:pt x="8506" y="7404"/>
                  </a:lnTo>
                  <a:lnTo>
                    <a:pt x="8475" y="7404"/>
                  </a:lnTo>
                  <a:cubicBezTo>
                    <a:pt x="8475" y="7593"/>
                    <a:pt x="8317" y="7750"/>
                    <a:pt x="8128" y="7750"/>
                  </a:cubicBezTo>
                  <a:lnTo>
                    <a:pt x="5324" y="7750"/>
                  </a:lnTo>
                  <a:cubicBezTo>
                    <a:pt x="5135" y="7750"/>
                    <a:pt x="4978" y="7593"/>
                    <a:pt x="4978" y="7404"/>
                  </a:cubicBezTo>
                  <a:lnTo>
                    <a:pt x="4978" y="6301"/>
                  </a:lnTo>
                  <a:cubicBezTo>
                    <a:pt x="4190" y="6144"/>
                    <a:pt x="3560" y="5451"/>
                    <a:pt x="3560" y="4568"/>
                  </a:cubicBezTo>
                  <a:cubicBezTo>
                    <a:pt x="3560" y="3592"/>
                    <a:pt x="4348" y="2804"/>
                    <a:pt x="5324" y="2804"/>
                  </a:cubicBezTo>
                  <a:close/>
                  <a:moveTo>
                    <a:pt x="1071" y="0"/>
                  </a:moveTo>
                  <a:cubicBezTo>
                    <a:pt x="473" y="0"/>
                    <a:pt x="0" y="473"/>
                    <a:pt x="0" y="1071"/>
                  </a:cubicBezTo>
                  <a:lnTo>
                    <a:pt x="0" y="8097"/>
                  </a:lnTo>
                  <a:cubicBezTo>
                    <a:pt x="0" y="8696"/>
                    <a:pt x="473" y="9168"/>
                    <a:pt x="1071" y="9168"/>
                  </a:cubicBezTo>
                  <a:lnTo>
                    <a:pt x="10964" y="9168"/>
                  </a:lnTo>
                  <a:cubicBezTo>
                    <a:pt x="11562" y="9168"/>
                    <a:pt x="12035" y="8696"/>
                    <a:pt x="12035" y="8097"/>
                  </a:cubicBezTo>
                  <a:lnTo>
                    <a:pt x="12035" y="2489"/>
                  </a:lnTo>
                  <a:cubicBezTo>
                    <a:pt x="12035" y="1891"/>
                    <a:pt x="11562" y="1418"/>
                    <a:pt x="10964" y="1418"/>
                  </a:cubicBezTo>
                  <a:lnTo>
                    <a:pt x="4820" y="1418"/>
                  </a:lnTo>
                  <a:lnTo>
                    <a:pt x="4411" y="599"/>
                  </a:lnTo>
                  <a:cubicBezTo>
                    <a:pt x="4222" y="252"/>
                    <a:pt x="3875" y="0"/>
                    <a:pt x="34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4" name="Google Shape;6844;p86"/>
          <p:cNvGrpSpPr/>
          <p:nvPr/>
        </p:nvGrpSpPr>
        <p:grpSpPr>
          <a:xfrm>
            <a:off x="1303970" y="3188692"/>
            <a:ext cx="355258" cy="355258"/>
            <a:chOff x="-47154800" y="3569100"/>
            <a:chExt cx="300100" cy="300100"/>
          </a:xfrm>
        </p:grpSpPr>
        <p:sp>
          <p:nvSpPr>
            <p:cNvPr id="6845" name="Google Shape;6845;p86"/>
            <p:cNvSpPr/>
            <p:nvPr/>
          </p:nvSpPr>
          <p:spPr>
            <a:xfrm>
              <a:off x="-46994900" y="3728200"/>
              <a:ext cx="140200" cy="141000"/>
            </a:xfrm>
            <a:custGeom>
              <a:avLst/>
              <a:gdLst/>
              <a:ahLst/>
              <a:cxnLst/>
              <a:rect l="l" t="t" r="r" b="b"/>
              <a:pathLst>
                <a:path w="5608" h="5640" extrusionOk="0">
                  <a:moveTo>
                    <a:pt x="2772" y="1733"/>
                  </a:moveTo>
                  <a:cubicBezTo>
                    <a:pt x="2961" y="1733"/>
                    <a:pt x="3119" y="1891"/>
                    <a:pt x="3119" y="2111"/>
                  </a:cubicBezTo>
                  <a:lnTo>
                    <a:pt x="3119" y="2458"/>
                  </a:lnTo>
                  <a:lnTo>
                    <a:pt x="3466" y="2458"/>
                  </a:lnTo>
                  <a:cubicBezTo>
                    <a:pt x="3655" y="2458"/>
                    <a:pt x="3812" y="2615"/>
                    <a:pt x="3812" y="2804"/>
                  </a:cubicBezTo>
                  <a:cubicBezTo>
                    <a:pt x="3812" y="2994"/>
                    <a:pt x="3655" y="3151"/>
                    <a:pt x="3466" y="3151"/>
                  </a:cubicBezTo>
                  <a:lnTo>
                    <a:pt x="2772" y="3151"/>
                  </a:lnTo>
                  <a:cubicBezTo>
                    <a:pt x="2552" y="3151"/>
                    <a:pt x="2426" y="2994"/>
                    <a:pt x="2426" y="2804"/>
                  </a:cubicBezTo>
                  <a:lnTo>
                    <a:pt x="2426" y="2111"/>
                  </a:lnTo>
                  <a:cubicBezTo>
                    <a:pt x="2426" y="1891"/>
                    <a:pt x="2552" y="1733"/>
                    <a:pt x="2772" y="1733"/>
                  </a:cubicBezTo>
                  <a:close/>
                  <a:moveTo>
                    <a:pt x="2457" y="1"/>
                  </a:moveTo>
                  <a:cubicBezTo>
                    <a:pt x="1197" y="158"/>
                    <a:pt x="221" y="1166"/>
                    <a:pt x="0" y="2458"/>
                  </a:cubicBezTo>
                  <a:lnTo>
                    <a:pt x="693" y="2458"/>
                  </a:lnTo>
                  <a:cubicBezTo>
                    <a:pt x="882" y="2458"/>
                    <a:pt x="1040" y="2615"/>
                    <a:pt x="1040" y="2804"/>
                  </a:cubicBezTo>
                  <a:cubicBezTo>
                    <a:pt x="1040" y="2994"/>
                    <a:pt x="882" y="3151"/>
                    <a:pt x="693" y="3151"/>
                  </a:cubicBezTo>
                  <a:lnTo>
                    <a:pt x="0" y="3151"/>
                  </a:lnTo>
                  <a:cubicBezTo>
                    <a:pt x="158" y="4411"/>
                    <a:pt x="1166" y="5451"/>
                    <a:pt x="2457" y="5608"/>
                  </a:cubicBezTo>
                  <a:lnTo>
                    <a:pt x="2457" y="4947"/>
                  </a:lnTo>
                  <a:cubicBezTo>
                    <a:pt x="2457" y="4726"/>
                    <a:pt x="2615" y="4569"/>
                    <a:pt x="2804" y="4569"/>
                  </a:cubicBezTo>
                  <a:cubicBezTo>
                    <a:pt x="2993" y="4569"/>
                    <a:pt x="3151" y="4726"/>
                    <a:pt x="3151" y="4947"/>
                  </a:cubicBezTo>
                  <a:lnTo>
                    <a:pt x="3151" y="5640"/>
                  </a:lnTo>
                  <a:cubicBezTo>
                    <a:pt x="4411" y="5482"/>
                    <a:pt x="5450" y="4474"/>
                    <a:pt x="5608" y="3214"/>
                  </a:cubicBezTo>
                  <a:lnTo>
                    <a:pt x="4883" y="3214"/>
                  </a:lnTo>
                  <a:cubicBezTo>
                    <a:pt x="4694" y="3151"/>
                    <a:pt x="4537" y="2994"/>
                    <a:pt x="4537" y="2804"/>
                  </a:cubicBezTo>
                  <a:cubicBezTo>
                    <a:pt x="4537" y="2615"/>
                    <a:pt x="4694" y="2458"/>
                    <a:pt x="4883" y="2458"/>
                  </a:cubicBezTo>
                  <a:lnTo>
                    <a:pt x="5608" y="2458"/>
                  </a:lnTo>
                  <a:cubicBezTo>
                    <a:pt x="5450" y="1198"/>
                    <a:pt x="4411" y="221"/>
                    <a:pt x="3151" y="1"/>
                  </a:cubicBezTo>
                  <a:lnTo>
                    <a:pt x="3151" y="694"/>
                  </a:lnTo>
                  <a:cubicBezTo>
                    <a:pt x="3151" y="883"/>
                    <a:pt x="2993" y="1040"/>
                    <a:pt x="2804" y="1040"/>
                  </a:cubicBezTo>
                  <a:cubicBezTo>
                    <a:pt x="2615" y="1040"/>
                    <a:pt x="2457" y="883"/>
                    <a:pt x="2457" y="694"/>
                  </a:cubicBezTo>
                  <a:lnTo>
                    <a:pt x="24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86"/>
            <p:cNvSpPr/>
            <p:nvPr/>
          </p:nvSpPr>
          <p:spPr>
            <a:xfrm>
              <a:off x="-46978375" y="3574625"/>
              <a:ext cx="47275" cy="47275"/>
            </a:xfrm>
            <a:custGeom>
              <a:avLst/>
              <a:gdLst/>
              <a:ahLst/>
              <a:cxnLst/>
              <a:rect l="l" t="t" r="r" b="b"/>
              <a:pathLst>
                <a:path w="1891" h="1891" extrusionOk="0">
                  <a:moveTo>
                    <a:pt x="1" y="0"/>
                  </a:moveTo>
                  <a:lnTo>
                    <a:pt x="1" y="1890"/>
                  </a:lnTo>
                  <a:lnTo>
                    <a:pt x="1891" y="1890"/>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86"/>
            <p:cNvSpPr/>
            <p:nvPr/>
          </p:nvSpPr>
          <p:spPr>
            <a:xfrm>
              <a:off x="-47075250" y="3665200"/>
              <a:ext cx="15775" cy="15775"/>
            </a:xfrm>
            <a:custGeom>
              <a:avLst/>
              <a:gdLst/>
              <a:ahLst/>
              <a:cxnLst/>
              <a:rect l="l" t="t" r="r" b="b"/>
              <a:pathLst>
                <a:path w="631" h="631" extrusionOk="0">
                  <a:moveTo>
                    <a:pt x="1" y="0"/>
                  </a:moveTo>
                  <a:lnTo>
                    <a:pt x="1" y="630"/>
                  </a:lnTo>
                  <a:cubicBezTo>
                    <a:pt x="316" y="536"/>
                    <a:pt x="505" y="284"/>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86"/>
            <p:cNvSpPr/>
            <p:nvPr/>
          </p:nvSpPr>
          <p:spPr>
            <a:xfrm>
              <a:off x="-47110700" y="3631325"/>
              <a:ext cx="51225" cy="51225"/>
            </a:xfrm>
            <a:custGeom>
              <a:avLst/>
              <a:gdLst/>
              <a:ahLst/>
              <a:cxnLst/>
              <a:rect l="l" t="t" r="r" b="b"/>
              <a:pathLst>
                <a:path w="2049" h="2049" extrusionOk="0">
                  <a:moveTo>
                    <a:pt x="1040" y="0"/>
                  </a:moveTo>
                  <a:cubicBezTo>
                    <a:pt x="473" y="0"/>
                    <a:pt x="1" y="473"/>
                    <a:pt x="1" y="1040"/>
                  </a:cubicBezTo>
                  <a:cubicBezTo>
                    <a:pt x="1" y="1481"/>
                    <a:pt x="253" y="1859"/>
                    <a:pt x="694" y="2048"/>
                  </a:cubicBezTo>
                  <a:lnTo>
                    <a:pt x="694" y="1040"/>
                  </a:lnTo>
                  <a:cubicBezTo>
                    <a:pt x="694" y="851"/>
                    <a:pt x="851" y="694"/>
                    <a:pt x="1040" y="694"/>
                  </a:cubicBezTo>
                  <a:lnTo>
                    <a:pt x="2049" y="694"/>
                  </a:lnTo>
                  <a:cubicBezTo>
                    <a:pt x="1891" y="316"/>
                    <a:pt x="1482"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86"/>
            <p:cNvSpPr/>
            <p:nvPr/>
          </p:nvSpPr>
          <p:spPr>
            <a:xfrm>
              <a:off x="-47075250" y="3665200"/>
              <a:ext cx="53575" cy="54350"/>
            </a:xfrm>
            <a:custGeom>
              <a:avLst/>
              <a:gdLst/>
              <a:ahLst/>
              <a:cxnLst/>
              <a:rect l="l" t="t" r="r" b="b"/>
              <a:pathLst>
                <a:path w="2143" h="2174" extrusionOk="0">
                  <a:moveTo>
                    <a:pt x="1355" y="0"/>
                  </a:moveTo>
                  <a:cubicBezTo>
                    <a:pt x="1229" y="693"/>
                    <a:pt x="694" y="1229"/>
                    <a:pt x="1" y="1386"/>
                  </a:cubicBezTo>
                  <a:lnTo>
                    <a:pt x="1" y="2174"/>
                  </a:lnTo>
                  <a:lnTo>
                    <a:pt x="2143" y="2174"/>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86"/>
            <p:cNvSpPr/>
            <p:nvPr/>
          </p:nvSpPr>
          <p:spPr>
            <a:xfrm>
              <a:off x="-47154800" y="3569100"/>
              <a:ext cx="229225" cy="300100"/>
            </a:xfrm>
            <a:custGeom>
              <a:avLst/>
              <a:gdLst/>
              <a:ahLst/>
              <a:cxnLst/>
              <a:rect l="l" t="t" r="r" b="b"/>
              <a:pathLst>
                <a:path w="9169" h="12004" extrusionOk="0">
                  <a:moveTo>
                    <a:pt x="2804" y="1765"/>
                  </a:moveTo>
                  <a:cubicBezTo>
                    <a:pt x="3687" y="1765"/>
                    <a:pt x="4380" y="2363"/>
                    <a:pt x="4537" y="3183"/>
                  </a:cubicBezTo>
                  <a:lnTo>
                    <a:pt x="5703" y="3183"/>
                  </a:lnTo>
                  <a:cubicBezTo>
                    <a:pt x="5892" y="3183"/>
                    <a:pt x="6049" y="3340"/>
                    <a:pt x="6049" y="3529"/>
                  </a:cubicBezTo>
                  <a:lnTo>
                    <a:pt x="6049" y="6428"/>
                  </a:lnTo>
                  <a:cubicBezTo>
                    <a:pt x="6049" y="6617"/>
                    <a:pt x="5892" y="6774"/>
                    <a:pt x="5703" y="6774"/>
                  </a:cubicBezTo>
                  <a:lnTo>
                    <a:pt x="2804" y="6774"/>
                  </a:lnTo>
                  <a:cubicBezTo>
                    <a:pt x="2615" y="6774"/>
                    <a:pt x="2458" y="6617"/>
                    <a:pt x="2458" y="6428"/>
                  </a:cubicBezTo>
                  <a:lnTo>
                    <a:pt x="2458" y="5262"/>
                  </a:lnTo>
                  <a:cubicBezTo>
                    <a:pt x="1670" y="5104"/>
                    <a:pt x="1040" y="4411"/>
                    <a:pt x="1040" y="3529"/>
                  </a:cubicBezTo>
                  <a:cubicBezTo>
                    <a:pt x="1040" y="2552"/>
                    <a:pt x="1828" y="1765"/>
                    <a:pt x="2804" y="1765"/>
                  </a:cubicBezTo>
                  <a:close/>
                  <a:moveTo>
                    <a:pt x="4191" y="8160"/>
                  </a:moveTo>
                  <a:cubicBezTo>
                    <a:pt x="4380" y="8160"/>
                    <a:pt x="4537" y="8318"/>
                    <a:pt x="4537" y="8507"/>
                  </a:cubicBezTo>
                  <a:cubicBezTo>
                    <a:pt x="4537" y="8696"/>
                    <a:pt x="4380" y="8853"/>
                    <a:pt x="4191" y="8853"/>
                  </a:cubicBezTo>
                  <a:lnTo>
                    <a:pt x="1387" y="8853"/>
                  </a:lnTo>
                  <a:cubicBezTo>
                    <a:pt x="1198" y="8853"/>
                    <a:pt x="1040" y="8696"/>
                    <a:pt x="1040" y="8507"/>
                  </a:cubicBezTo>
                  <a:cubicBezTo>
                    <a:pt x="1040" y="8318"/>
                    <a:pt x="1198" y="8160"/>
                    <a:pt x="1387" y="8160"/>
                  </a:cubicBezTo>
                  <a:close/>
                  <a:moveTo>
                    <a:pt x="4191" y="9515"/>
                  </a:moveTo>
                  <a:cubicBezTo>
                    <a:pt x="4380" y="9515"/>
                    <a:pt x="4537" y="9673"/>
                    <a:pt x="4537" y="9893"/>
                  </a:cubicBezTo>
                  <a:cubicBezTo>
                    <a:pt x="4537" y="10082"/>
                    <a:pt x="4380" y="10240"/>
                    <a:pt x="4191" y="10240"/>
                  </a:cubicBezTo>
                  <a:lnTo>
                    <a:pt x="1387" y="10240"/>
                  </a:lnTo>
                  <a:cubicBezTo>
                    <a:pt x="1198" y="10240"/>
                    <a:pt x="1040" y="10082"/>
                    <a:pt x="1040" y="9893"/>
                  </a:cubicBezTo>
                  <a:cubicBezTo>
                    <a:pt x="1040" y="9673"/>
                    <a:pt x="1198" y="9515"/>
                    <a:pt x="1387" y="9515"/>
                  </a:cubicBezTo>
                  <a:close/>
                  <a:moveTo>
                    <a:pt x="347" y="1"/>
                  </a:moveTo>
                  <a:cubicBezTo>
                    <a:pt x="158" y="1"/>
                    <a:pt x="1" y="158"/>
                    <a:pt x="1" y="347"/>
                  </a:cubicBezTo>
                  <a:lnTo>
                    <a:pt x="1" y="11657"/>
                  </a:lnTo>
                  <a:cubicBezTo>
                    <a:pt x="1" y="11846"/>
                    <a:pt x="158" y="12004"/>
                    <a:pt x="347" y="12004"/>
                  </a:cubicBezTo>
                  <a:lnTo>
                    <a:pt x="7089" y="12004"/>
                  </a:lnTo>
                  <a:cubicBezTo>
                    <a:pt x="6239" y="11342"/>
                    <a:pt x="5671" y="10366"/>
                    <a:pt x="5671" y="9168"/>
                  </a:cubicBezTo>
                  <a:cubicBezTo>
                    <a:pt x="5671" y="7247"/>
                    <a:pt x="7247" y="5671"/>
                    <a:pt x="9168" y="5671"/>
                  </a:cubicBezTo>
                  <a:lnTo>
                    <a:pt x="9168" y="2805"/>
                  </a:lnTo>
                  <a:lnTo>
                    <a:pt x="6711" y="2805"/>
                  </a:lnTo>
                  <a:cubicBezTo>
                    <a:pt x="6522" y="2805"/>
                    <a:pt x="6365" y="2647"/>
                    <a:pt x="6365" y="2426"/>
                  </a:cubicBezTo>
                  <a:lnTo>
                    <a:pt x="63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1" name="Google Shape;6851;p86"/>
          <p:cNvGrpSpPr/>
          <p:nvPr/>
        </p:nvGrpSpPr>
        <p:grpSpPr>
          <a:xfrm>
            <a:off x="1304443" y="3626905"/>
            <a:ext cx="354311" cy="353423"/>
            <a:chOff x="-47154000" y="3939275"/>
            <a:chExt cx="299300" cy="298550"/>
          </a:xfrm>
        </p:grpSpPr>
        <p:sp>
          <p:nvSpPr>
            <p:cNvPr id="6852" name="Google Shape;6852;p86"/>
            <p:cNvSpPr/>
            <p:nvPr/>
          </p:nvSpPr>
          <p:spPr>
            <a:xfrm>
              <a:off x="-47084700" y="4131475"/>
              <a:ext cx="159125" cy="106350"/>
            </a:xfrm>
            <a:custGeom>
              <a:avLst/>
              <a:gdLst/>
              <a:ahLst/>
              <a:cxnLst/>
              <a:rect l="l" t="t" r="r" b="b"/>
              <a:pathLst>
                <a:path w="6365" h="4254" extrusionOk="0">
                  <a:moveTo>
                    <a:pt x="4569" y="693"/>
                  </a:moveTo>
                  <a:cubicBezTo>
                    <a:pt x="4789" y="693"/>
                    <a:pt x="4947" y="851"/>
                    <a:pt x="4947" y="1040"/>
                  </a:cubicBezTo>
                  <a:cubicBezTo>
                    <a:pt x="4947" y="1260"/>
                    <a:pt x="4789" y="1418"/>
                    <a:pt x="4569" y="1418"/>
                  </a:cubicBezTo>
                  <a:lnTo>
                    <a:pt x="1796" y="1418"/>
                  </a:lnTo>
                  <a:cubicBezTo>
                    <a:pt x="1576" y="1418"/>
                    <a:pt x="1418" y="1260"/>
                    <a:pt x="1418" y="1040"/>
                  </a:cubicBezTo>
                  <a:cubicBezTo>
                    <a:pt x="1418" y="851"/>
                    <a:pt x="1576" y="693"/>
                    <a:pt x="1796" y="693"/>
                  </a:cubicBezTo>
                  <a:close/>
                  <a:moveTo>
                    <a:pt x="4569" y="2111"/>
                  </a:moveTo>
                  <a:cubicBezTo>
                    <a:pt x="4789" y="2111"/>
                    <a:pt x="4947" y="2268"/>
                    <a:pt x="4947" y="2457"/>
                  </a:cubicBezTo>
                  <a:cubicBezTo>
                    <a:pt x="4947" y="2678"/>
                    <a:pt x="4789" y="2835"/>
                    <a:pt x="4569" y="2835"/>
                  </a:cubicBezTo>
                  <a:lnTo>
                    <a:pt x="1796" y="2835"/>
                  </a:lnTo>
                  <a:cubicBezTo>
                    <a:pt x="1576" y="2835"/>
                    <a:pt x="1418" y="2678"/>
                    <a:pt x="1418" y="2457"/>
                  </a:cubicBezTo>
                  <a:cubicBezTo>
                    <a:pt x="1418" y="2268"/>
                    <a:pt x="1576" y="2111"/>
                    <a:pt x="1796" y="2111"/>
                  </a:cubicBezTo>
                  <a:close/>
                  <a:moveTo>
                    <a:pt x="0" y="0"/>
                  </a:moveTo>
                  <a:lnTo>
                    <a:pt x="0" y="1418"/>
                  </a:lnTo>
                  <a:lnTo>
                    <a:pt x="0" y="3875"/>
                  </a:lnTo>
                  <a:cubicBezTo>
                    <a:pt x="0" y="4096"/>
                    <a:pt x="158" y="4253"/>
                    <a:pt x="379" y="4253"/>
                  </a:cubicBezTo>
                  <a:lnTo>
                    <a:pt x="5986" y="4253"/>
                  </a:lnTo>
                  <a:cubicBezTo>
                    <a:pt x="6207" y="4253"/>
                    <a:pt x="6364" y="4096"/>
                    <a:pt x="6364" y="3875"/>
                  </a:cubicBezTo>
                  <a:lnTo>
                    <a:pt x="6364" y="1418"/>
                  </a:lnTo>
                  <a:lnTo>
                    <a:pt x="6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86"/>
            <p:cNvSpPr/>
            <p:nvPr/>
          </p:nvSpPr>
          <p:spPr>
            <a:xfrm>
              <a:off x="-46979150" y="3943225"/>
              <a:ext cx="48050" cy="47275"/>
            </a:xfrm>
            <a:custGeom>
              <a:avLst/>
              <a:gdLst/>
              <a:ahLst/>
              <a:cxnLst/>
              <a:rect l="l" t="t" r="r" b="b"/>
              <a:pathLst>
                <a:path w="1922" h="1891" extrusionOk="0">
                  <a:moveTo>
                    <a:pt x="0" y="0"/>
                  </a:moveTo>
                  <a:lnTo>
                    <a:pt x="0" y="1891"/>
                  </a:lnTo>
                  <a:lnTo>
                    <a:pt x="1922" y="1891"/>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86"/>
            <p:cNvSpPr/>
            <p:nvPr/>
          </p:nvSpPr>
          <p:spPr>
            <a:xfrm>
              <a:off x="-47154000" y="4026700"/>
              <a:ext cx="299300" cy="141025"/>
            </a:xfrm>
            <a:custGeom>
              <a:avLst/>
              <a:gdLst/>
              <a:ahLst/>
              <a:cxnLst/>
              <a:rect l="l" t="t" r="r" b="b"/>
              <a:pathLst>
                <a:path w="11972" h="5641" extrusionOk="0">
                  <a:moveTo>
                    <a:pt x="3151" y="2080"/>
                  </a:moveTo>
                  <a:cubicBezTo>
                    <a:pt x="3340" y="2080"/>
                    <a:pt x="3497" y="2238"/>
                    <a:pt x="3497" y="2458"/>
                  </a:cubicBezTo>
                  <a:cubicBezTo>
                    <a:pt x="3497" y="2647"/>
                    <a:pt x="3340" y="2805"/>
                    <a:pt x="3151" y="2805"/>
                  </a:cubicBezTo>
                  <a:cubicBezTo>
                    <a:pt x="2930" y="2805"/>
                    <a:pt x="2804" y="2647"/>
                    <a:pt x="2804" y="2458"/>
                  </a:cubicBezTo>
                  <a:cubicBezTo>
                    <a:pt x="2804" y="2238"/>
                    <a:pt x="2930" y="2080"/>
                    <a:pt x="3151" y="2080"/>
                  </a:cubicBezTo>
                  <a:close/>
                  <a:moveTo>
                    <a:pt x="4568" y="2080"/>
                  </a:moveTo>
                  <a:cubicBezTo>
                    <a:pt x="4757" y="2080"/>
                    <a:pt x="4915" y="2238"/>
                    <a:pt x="4915" y="2458"/>
                  </a:cubicBezTo>
                  <a:cubicBezTo>
                    <a:pt x="4915" y="2647"/>
                    <a:pt x="4757" y="2805"/>
                    <a:pt x="4568" y="2805"/>
                  </a:cubicBezTo>
                  <a:cubicBezTo>
                    <a:pt x="4348" y="2805"/>
                    <a:pt x="4190" y="2647"/>
                    <a:pt x="4190" y="2458"/>
                  </a:cubicBezTo>
                  <a:cubicBezTo>
                    <a:pt x="4190" y="2238"/>
                    <a:pt x="4348" y="2080"/>
                    <a:pt x="4568" y="2080"/>
                  </a:cubicBezTo>
                  <a:close/>
                  <a:moveTo>
                    <a:pt x="6648" y="2080"/>
                  </a:moveTo>
                  <a:cubicBezTo>
                    <a:pt x="6837" y="2080"/>
                    <a:pt x="6994" y="2238"/>
                    <a:pt x="6994" y="2458"/>
                  </a:cubicBezTo>
                  <a:cubicBezTo>
                    <a:pt x="6994" y="2647"/>
                    <a:pt x="6837" y="2805"/>
                    <a:pt x="6648" y="2805"/>
                  </a:cubicBezTo>
                  <a:lnTo>
                    <a:pt x="5923" y="2805"/>
                  </a:lnTo>
                  <a:cubicBezTo>
                    <a:pt x="5734" y="2805"/>
                    <a:pt x="5576" y="2647"/>
                    <a:pt x="5576" y="2458"/>
                  </a:cubicBezTo>
                  <a:cubicBezTo>
                    <a:pt x="5576" y="2238"/>
                    <a:pt x="5734" y="2080"/>
                    <a:pt x="5923" y="2080"/>
                  </a:cubicBezTo>
                  <a:close/>
                  <a:moveTo>
                    <a:pt x="8790" y="2080"/>
                  </a:moveTo>
                  <a:cubicBezTo>
                    <a:pt x="8979" y="2080"/>
                    <a:pt x="9136" y="2238"/>
                    <a:pt x="9136" y="2458"/>
                  </a:cubicBezTo>
                  <a:cubicBezTo>
                    <a:pt x="9136" y="2647"/>
                    <a:pt x="8979" y="2805"/>
                    <a:pt x="8790" y="2805"/>
                  </a:cubicBezTo>
                  <a:lnTo>
                    <a:pt x="8065" y="2805"/>
                  </a:lnTo>
                  <a:cubicBezTo>
                    <a:pt x="7876" y="2805"/>
                    <a:pt x="7719" y="2647"/>
                    <a:pt x="7719" y="2458"/>
                  </a:cubicBezTo>
                  <a:cubicBezTo>
                    <a:pt x="7719" y="2238"/>
                    <a:pt x="7876" y="2080"/>
                    <a:pt x="8065" y="2080"/>
                  </a:cubicBezTo>
                  <a:close/>
                  <a:moveTo>
                    <a:pt x="1071" y="1"/>
                  </a:moveTo>
                  <a:cubicBezTo>
                    <a:pt x="473" y="1"/>
                    <a:pt x="0" y="473"/>
                    <a:pt x="0" y="1072"/>
                  </a:cubicBezTo>
                  <a:lnTo>
                    <a:pt x="0" y="4569"/>
                  </a:lnTo>
                  <a:cubicBezTo>
                    <a:pt x="0" y="5168"/>
                    <a:pt x="473" y="5640"/>
                    <a:pt x="1071" y="5640"/>
                  </a:cubicBezTo>
                  <a:lnTo>
                    <a:pt x="2111" y="5640"/>
                  </a:lnTo>
                  <a:lnTo>
                    <a:pt x="2111" y="4223"/>
                  </a:lnTo>
                  <a:lnTo>
                    <a:pt x="1764" y="4223"/>
                  </a:lnTo>
                  <a:cubicBezTo>
                    <a:pt x="1575" y="4223"/>
                    <a:pt x="1418" y="4065"/>
                    <a:pt x="1418" y="3876"/>
                  </a:cubicBezTo>
                  <a:cubicBezTo>
                    <a:pt x="1418" y="3655"/>
                    <a:pt x="1575" y="3498"/>
                    <a:pt x="1764" y="3498"/>
                  </a:cubicBezTo>
                  <a:lnTo>
                    <a:pt x="10208" y="3498"/>
                  </a:lnTo>
                  <a:cubicBezTo>
                    <a:pt x="10397" y="3498"/>
                    <a:pt x="10554" y="3655"/>
                    <a:pt x="10554" y="3876"/>
                  </a:cubicBezTo>
                  <a:cubicBezTo>
                    <a:pt x="10554" y="4065"/>
                    <a:pt x="10397" y="4223"/>
                    <a:pt x="10208" y="4223"/>
                  </a:cubicBezTo>
                  <a:lnTo>
                    <a:pt x="9830" y="4223"/>
                  </a:lnTo>
                  <a:lnTo>
                    <a:pt x="9830" y="5640"/>
                  </a:lnTo>
                  <a:lnTo>
                    <a:pt x="10901" y="5640"/>
                  </a:lnTo>
                  <a:cubicBezTo>
                    <a:pt x="11499" y="5640"/>
                    <a:pt x="11972" y="5168"/>
                    <a:pt x="11972" y="4569"/>
                  </a:cubicBezTo>
                  <a:lnTo>
                    <a:pt x="11972" y="1072"/>
                  </a:lnTo>
                  <a:cubicBezTo>
                    <a:pt x="11972" y="473"/>
                    <a:pt x="11499" y="1"/>
                    <a:pt x="10901" y="1"/>
                  </a:cubicBezTo>
                  <a:lnTo>
                    <a:pt x="9830" y="1"/>
                  </a:lnTo>
                  <a:lnTo>
                    <a:pt x="9830" y="1072"/>
                  </a:lnTo>
                  <a:cubicBezTo>
                    <a:pt x="9830" y="1261"/>
                    <a:pt x="9672" y="1419"/>
                    <a:pt x="9483" y="1419"/>
                  </a:cubicBezTo>
                  <a:lnTo>
                    <a:pt x="2489" y="1419"/>
                  </a:lnTo>
                  <a:cubicBezTo>
                    <a:pt x="2268" y="1419"/>
                    <a:pt x="2111" y="1261"/>
                    <a:pt x="2111" y="1072"/>
                  </a:cubicBez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86"/>
            <p:cNvSpPr/>
            <p:nvPr/>
          </p:nvSpPr>
          <p:spPr>
            <a:xfrm>
              <a:off x="-47083125" y="3939275"/>
              <a:ext cx="158325" cy="106350"/>
            </a:xfrm>
            <a:custGeom>
              <a:avLst/>
              <a:gdLst/>
              <a:ahLst/>
              <a:cxnLst/>
              <a:rect l="l" t="t" r="r" b="b"/>
              <a:pathLst>
                <a:path w="6333" h="4254" extrusionOk="0">
                  <a:moveTo>
                    <a:pt x="347" y="1"/>
                  </a:moveTo>
                  <a:cubicBezTo>
                    <a:pt x="158" y="1"/>
                    <a:pt x="0" y="158"/>
                    <a:pt x="0" y="347"/>
                  </a:cubicBezTo>
                  <a:lnTo>
                    <a:pt x="0" y="3529"/>
                  </a:lnTo>
                  <a:lnTo>
                    <a:pt x="0" y="4254"/>
                  </a:lnTo>
                  <a:lnTo>
                    <a:pt x="6333" y="4254"/>
                  </a:lnTo>
                  <a:lnTo>
                    <a:pt x="6333" y="3498"/>
                  </a:lnTo>
                  <a:lnTo>
                    <a:pt x="6301" y="3498"/>
                  </a:lnTo>
                  <a:lnTo>
                    <a:pt x="6301" y="2805"/>
                  </a:lnTo>
                  <a:lnTo>
                    <a:pt x="3844" y="2805"/>
                  </a:lnTo>
                  <a:cubicBezTo>
                    <a:pt x="3655" y="2805"/>
                    <a:pt x="3498" y="2647"/>
                    <a:pt x="3498" y="2427"/>
                  </a:cubicBez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6" name="Google Shape;6856;p86"/>
          <p:cNvGrpSpPr/>
          <p:nvPr/>
        </p:nvGrpSpPr>
        <p:grpSpPr>
          <a:xfrm>
            <a:off x="3529733" y="2752344"/>
            <a:ext cx="312375" cy="354341"/>
            <a:chOff x="-45286550" y="3200500"/>
            <a:chExt cx="263875" cy="299325"/>
          </a:xfrm>
        </p:grpSpPr>
        <p:sp>
          <p:nvSpPr>
            <p:cNvPr id="6857" name="Google Shape;6857;p86"/>
            <p:cNvSpPr/>
            <p:nvPr/>
          </p:nvSpPr>
          <p:spPr>
            <a:xfrm>
              <a:off x="-45233000" y="3200500"/>
              <a:ext cx="210325" cy="247325"/>
            </a:xfrm>
            <a:custGeom>
              <a:avLst/>
              <a:gdLst/>
              <a:ahLst/>
              <a:cxnLst/>
              <a:rect l="l" t="t" r="r" b="b"/>
              <a:pathLst>
                <a:path w="8413" h="9893" extrusionOk="0">
                  <a:moveTo>
                    <a:pt x="3151" y="0"/>
                  </a:moveTo>
                  <a:cubicBezTo>
                    <a:pt x="1891" y="0"/>
                    <a:pt x="851" y="945"/>
                    <a:pt x="694" y="2174"/>
                  </a:cubicBezTo>
                  <a:cubicBezTo>
                    <a:pt x="347" y="2300"/>
                    <a:pt x="64" y="2615"/>
                    <a:pt x="1" y="2962"/>
                  </a:cubicBezTo>
                  <a:cubicBezTo>
                    <a:pt x="316" y="2899"/>
                    <a:pt x="662" y="2804"/>
                    <a:pt x="1009" y="2804"/>
                  </a:cubicBezTo>
                  <a:cubicBezTo>
                    <a:pt x="1355" y="2804"/>
                    <a:pt x="1733" y="2836"/>
                    <a:pt x="2048" y="2962"/>
                  </a:cubicBezTo>
                  <a:cubicBezTo>
                    <a:pt x="1954" y="2615"/>
                    <a:pt x="1733" y="2332"/>
                    <a:pt x="1355" y="2174"/>
                  </a:cubicBezTo>
                  <a:cubicBezTo>
                    <a:pt x="1481" y="1355"/>
                    <a:pt x="2237" y="693"/>
                    <a:pt x="3088" y="693"/>
                  </a:cubicBezTo>
                  <a:cubicBezTo>
                    <a:pt x="4096" y="693"/>
                    <a:pt x="4884" y="1481"/>
                    <a:pt x="4884" y="2458"/>
                  </a:cubicBezTo>
                  <a:lnTo>
                    <a:pt x="4884" y="8475"/>
                  </a:lnTo>
                  <a:cubicBezTo>
                    <a:pt x="4884" y="9263"/>
                    <a:pt x="5514" y="9893"/>
                    <a:pt x="6302" y="9893"/>
                  </a:cubicBezTo>
                  <a:cubicBezTo>
                    <a:pt x="7089" y="9893"/>
                    <a:pt x="7719" y="9263"/>
                    <a:pt x="7719" y="8475"/>
                  </a:cubicBezTo>
                  <a:lnTo>
                    <a:pt x="7719" y="6270"/>
                  </a:lnTo>
                  <a:cubicBezTo>
                    <a:pt x="8097" y="6112"/>
                    <a:pt x="8412" y="5766"/>
                    <a:pt x="8412" y="5293"/>
                  </a:cubicBezTo>
                  <a:lnTo>
                    <a:pt x="8412" y="3875"/>
                  </a:lnTo>
                  <a:cubicBezTo>
                    <a:pt x="8412" y="3686"/>
                    <a:pt x="8255" y="3529"/>
                    <a:pt x="8066" y="3529"/>
                  </a:cubicBezTo>
                  <a:lnTo>
                    <a:pt x="7688" y="3529"/>
                  </a:lnTo>
                  <a:lnTo>
                    <a:pt x="7688" y="2458"/>
                  </a:lnTo>
                  <a:cubicBezTo>
                    <a:pt x="7688" y="2269"/>
                    <a:pt x="7562" y="2111"/>
                    <a:pt x="7341" y="2111"/>
                  </a:cubicBezTo>
                  <a:cubicBezTo>
                    <a:pt x="7152" y="2111"/>
                    <a:pt x="6995" y="2269"/>
                    <a:pt x="6995" y="2458"/>
                  </a:cubicBezTo>
                  <a:lnTo>
                    <a:pt x="6995" y="3529"/>
                  </a:lnTo>
                  <a:lnTo>
                    <a:pt x="6648" y="3529"/>
                  </a:lnTo>
                  <a:cubicBezTo>
                    <a:pt x="6459" y="3529"/>
                    <a:pt x="6302" y="3686"/>
                    <a:pt x="6302" y="3875"/>
                  </a:cubicBezTo>
                  <a:lnTo>
                    <a:pt x="6302" y="5293"/>
                  </a:lnTo>
                  <a:cubicBezTo>
                    <a:pt x="6302" y="5766"/>
                    <a:pt x="6554" y="6112"/>
                    <a:pt x="6995" y="6270"/>
                  </a:cubicBezTo>
                  <a:lnTo>
                    <a:pt x="6995" y="8475"/>
                  </a:lnTo>
                  <a:cubicBezTo>
                    <a:pt x="6995" y="8885"/>
                    <a:pt x="6680" y="9200"/>
                    <a:pt x="6302" y="9200"/>
                  </a:cubicBezTo>
                  <a:cubicBezTo>
                    <a:pt x="5892" y="9200"/>
                    <a:pt x="5577" y="8885"/>
                    <a:pt x="5577" y="8475"/>
                  </a:cubicBezTo>
                  <a:lnTo>
                    <a:pt x="5577" y="2458"/>
                  </a:lnTo>
                  <a:cubicBezTo>
                    <a:pt x="5577" y="1103"/>
                    <a:pt x="4474"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86"/>
            <p:cNvSpPr/>
            <p:nvPr/>
          </p:nvSpPr>
          <p:spPr>
            <a:xfrm>
              <a:off x="-45216450" y="33407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86"/>
            <p:cNvSpPr/>
            <p:nvPr/>
          </p:nvSpPr>
          <p:spPr>
            <a:xfrm>
              <a:off x="-45286550" y="3289500"/>
              <a:ext cx="158325" cy="210325"/>
            </a:xfrm>
            <a:custGeom>
              <a:avLst/>
              <a:gdLst/>
              <a:ahLst/>
              <a:cxnLst/>
              <a:rect l="l" t="t" r="r" b="b"/>
              <a:pathLst>
                <a:path w="6333" h="8413" extrusionOk="0">
                  <a:moveTo>
                    <a:pt x="2804" y="0"/>
                  </a:moveTo>
                  <a:cubicBezTo>
                    <a:pt x="1229" y="189"/>
                    <a:pt x="0" y="1481"/>
                    <a:pt x="0" y="3119"/>
                  </a:cubicBezTo>
                  <a:lnTo>
                    <a:pt x="0" y="5262"/>
                  </a:lnTo>
                  <a:cubicBezTo>
                    <a:pt x="0" y="6994"/>
                    <a:pt x="1418" y="8412"/>
                    <a:pt x="3151" y="8412"/>
                  </a:cubicBezTo>
                  <a:cubicBezTo>
                    <a:pt x="4884" y="8412"/>
                    <a:pt x="6301" y="6994"/>
                    <a:pt x="6301" y="5262"/>
                  </a:cubicBezTo>
                  <a:lnTo>
                    <a:pt x="6301" y="3119"/>
                  </a:lnTo>
                  <a:cubicBezTo>
                    <a:pt x="6333" y="1481"/>
                    <a:pt x="5073" y="158"/>
                    <a:pt x="3497" y="0"/>
                  </a:cubicBezTo>
                  <a:lnTo>
                    <a:pt x="3497" y="1418"/>
                  </a:lnTo>
                  <a:cubicBezTo>
                    <a:pt x="3907" y="1576"/>
                    <a:pt x="4222" y="1954"/>
                    <a:pt x="4222" y="2395"/>
                  </a:cubicBezTo>
                  <a:cubicBezTo>
                    <a:pt x="4222" y="2836"/>
                    <a:pt x="3938" y="3214"/>
                    <a:pt x="3497" y="3371"/>
                  </a:cubicBezTo>
                  <a:lnTo>
                    <a:pt x="3497" y="3844"/>
                  </a:lnTo>
                  <a:cubicBezTo>
                    <a:pt x="3497" y="4065"/>
                    <a:pt x="3340" y="4191"/>
                    <a:pt x="3151" y="4191"/>
                  </a:cubicBezTo>
                  <a:cubicBezTo>
                    <a:pt x="2962" y="4191"/>
                    <a:pt x="2804" y="4065"/>
                    <a:pt x="2804" y="3844"/>
                  </a:cubicBezTo>
                  <a:lnTo>
                    <a:pt x="2804" y="3371"/>
                  </a:lnTo>
                  <a:cubicBezTo>
                    <a:pt x="2395" y="3214"/>
                    <a:pt x="2080" y="2836"/>
                    <a:pt x="2080" y="2395"/>
                  </a:cubicBezTo>
                  <a:cubicBezTo>
                    <a:pt x="2080" y="1954"/>
                    <a:pt x="2363" y="1576"/>
                    <a:pt x="2804" y="1418"/>
                  </a:cubicBez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0" name="Google Shape;6860;p86"/>
          <p:cNvGrpSpPr/>
          <p:nvPr/>
        </p:nvGrpSpPr>
        <p:grpSpPr>
          <a:xfrm>
            <a:off x="3529733" y="3189639"/>
            <a:ext cx="312375" cy="354311"/>
            <a:chOff x="-45286550" y="3569900"/>
            <a:chExt cx="263875" cy="299300"/>
          </a:xfrm>
        </p:grpSpPr>
        <p:sp>
          <p:nvSpPr>
            <p:cNvPr id="6861" name="Google Shape;6861;p86"/>
            <p:cNvSpPr/>
            <p:nvPr/>
          </p:nvSpPr>
          <p:spPr>
            <a:xfrm>
              <a:off x="-45234575" y="3728200"/>
              <a:ext cx="18150" cy="18150"/>
            </a:xfrm>
            <a:custGeom>
              <a:avLst/>
              <a:gdLst/>
              <a:ahLst/>
              <a:cxnLst/>
              <a:rect l="l" t="t" r="r" b="b"/>
              <a:pathLst>
                <a:path w="726" h="726" extrusionOk="0">
                  <a:moveTo>
                    <a:pt x="1" y="1"/>
                  </a:moveTo>
                  <a:lnTo>
                    <a:pt x="1" y="725"/>
                  </a:lnTo>
                  <a:lnTo>
                    <a:pt x="347" y="725"/>
                  </a:lnTo>
                  <a:cubicBezTo>
                    <a:pt x="568" y="725"/>
                    <a:pt x="725" y="568"/>
                    <a:pt x="725" y="379"/>
                  </a:cubicBezTo>
                  <a:cubicBezTo>
                    <a:pt x="725" y="127"/>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86"/>
            <p:cNvSpPr/>
            <p:nvPr/>
          </p:nvSpPr>
          <p:spPr>
            <a:xfrm>
              <a:off x="-45286550" y="3692750"/>
              <a:ext cx="263875" cy="122900"/>
            </a:xfrm>
            <a:custGeom>
              <a:avLst/>
              <a:gdLst/>
              <a:ahLst/>
              <a:cxnLst/>
              <a:rect l="l" t="t" r="r" b="b"/>
              <a:pathLst>
                <a:path w="10555" h="4916" extrusionOk="0">
                  <a:moveTo>
                    <a:pt x="2458" y="725"/>
                  </a:moveTo>
                  <a:cubicBezTo>
                    <a:pt x="3025" y="725"/>
                    <a:pt x="3497" y="1198"/>
                    <a:pt x="3497" y="1765"/>
                  </a:cubicBezTo>
                  <a:cubicBezTo>
                    <a:pt x="3497" y="2364"/>
                    <a:pt x="3025" y="2805"/>
                    <a:pt x="2426" y="2805"/>
                  </a:cubicBezTo>
                  <a:lnTo>
                    <a:pt x="2080" y="2805"/>
                  </a:lnTo>
                  <a:lnTo>
                    <a:pt x="2080" y="3876"/>
                  </a:lnTo>
                  <a:cubicBezTo>
                    <a:pt x="2080" y="4065"/>
                    <a:pt x="1922" y="4222"/>
                    <a:pt x="1733" y="4222"/>
                  </a:cubicBezTo>
                  <a:cubicBezTo>
                    <a:pt x="1544" y="4222"/>
                    <a:pt x="1387" y="4065"/>
                    <a:pt x="1387" y="3876"/>
                  </a:cubicBezTo>
                  <a:lnTo>
                    <a:pt x="1387" y="1072"/>
                  </a:lnTo>
                  <a:cubicBezTo>
                    <a:pt x="1387" y="883"/>
                    <a:pt x="1544" y="725"/>
                    <a:pt x="1733" y="725"/>
                  </a:cubicBezTo>
                  <a:close/>
                  <a:moveTo>
                    <a:pt x="5262" y="694"/>
                  </a:moveTo>
                  <a:cubicBezTo>
                    <a:pt x="5860" y="694"/>
                    <a:pt x="6333" y="1167"/>
                    <a:pt x="6333" y="1734"/>
                  </a:cubicBezTo>
                  <a:cubicBezTo>
                    <a:pt x="6333" y="1954"/>
                    <a:pt x="6175" y="2112"/>
                    <a:pt x="5986" y="2112"/>
                  </a:cubicBezTo>
                  <a:cubicBezTo>
                    <a:pt x="5797" y="2112"/>
                    <a:pt x="5640" y="1954"/>
                    <a:pt x="5640" y="1734"/>
                  </a:cubicBezTo>
                  <a:cubicBezTo>
                    <a:pt x="5640" y="1545"/>
                    <a:pt x="5482" y="1387"/>
                    <a:pt x="5262" y="1387"/>
                  </a:cubicBezTo>
                  <a:cubicBezTo>
                    <a:pt x="5073" y="1387"/>
                    <a:pt x="4915" y="1545"/>
                    <a:pt x="4915" y="1734"/>
                  </a:cubicBezTo>
                  <a:cubicBezTo>
                    <a:pt x="4915" y="1954"/>
                    <a:pt x="5073" y="2112"/>
                    <a:pt x="5262" y="2112"/>
                  </a:cubicBezTo>
                  <a:cubicBezTo>
                    <a:pt x="5860" y="2112"/>
                    <a:pt x="6333" y="2553"/>
                    <a:pt x="6333" y="3151"/>
                  </a:cubicBezTo>
                  <a:cubicBezTo>
                    <a:pt x="6333" y="3750"/>
                    <a:pt x="5860" y="4222"/>
                    <a:pt x="5262" y="4222"/>
                  </a:cubicBezTo>
                  <a:cubicBezTo>
                    <a:pt x="4695" y="4222"/>
                    <a:pt x="4222" y="3750"/>
                    <a:pt x="4222" y="3151"/>
                  </a:cubicBezTo>
                  <a:cubicBezTo>
                    <a:pt x="4222" y="2962"/>
                    <a:pt x="4379" y="2805"/>
                    <a:pt x="4569" y="2805"/>
                  </a:cubicBezTo>
                  <a:cubicBezTo>
                    <a:pt x="4758" y="2805"/>
                    <a:pt x="4915" y="2962"/>
                    <a:pt x="4915" y="3151"/>
                  </a:cubicBezTo>
                  <a:cubicBezTo>
                    <a:pt x="4915" y="3340"/>
                    <a:pt x="5073" y="3498"/>
                    <a:pt x="5262" y="3498"/>
                  </a:cubicBezTo>
                  <a:cubicBezTo>
                    <a:pt x="5482" y="3498"/>
                    <a:pt x="5640" y="3340"/>
                    <a:pt x="5640" y="3151"/>
                  </a:cubicBezTo>
                  <a:cubicBezTo>
                    <a:pt x="5640" y="2962"/>
                    <a:pt x="5482" y="2805"/>
                    <a:pt x="5262" y="2805"/>
                  </a:cubicBezTo>
                  <a:cubicBezTo>
                    <a:pt x="4695" y="2805"/>
                    <a:pt x="4222" y="2332"/>
                    <a:pt x="4222" y="1734"/>
                  </a:cubicBezTo>
                  <a:cubicBezTo>
                    <a:pt x="4222" y="1167"/>
                    <a:pt x="4695" y="694"/>
                    <a:pt x="5262" y="694"/>
                  </a:cubicBezTo>
                  <a:close/>
                  <a:moveTo>
                    <a:pt x="8066" y="725"/>
                  </a:moveTo>
                  <a:cubicBezTo>
                    <a:pt x="8664" y="725"/>
                    <a:pt x="9137" y="1198"/>
                    <a:pt x="9137" y="1765"/>
                  </a:cubicBezTo>
                  <a:lnTo>
                    <a:pt x="9137" y="3151"/>
                  </a:lnTo>
                  <a:cubicBezTo>
                    <a:pt x="9137" y="3750"/>
                    <a:pt x="8664" y="4222"/>
                    <a:pt x="8066" y="4222"/>
                  </a:cubicBezTo>
                  <a:lnTo>
                    <a:pt x="7372" y="4222"/>
                  </a:lnTo>
                  <a:cubicBezTo>
                    <a:pt x="7152" y="4222"/>
                    <a:pt x="6994" y="4065"/>
                    <a:pt x="6994" y="3876"/>
                  </a:cubicBezTo>
                  <a:lnTo>
                    <a:pt x="6994" y="1072"/>
                  </a:lnTo>
                  <a:cubicBezTo>
                    <a:pt x="6994" y="883"/>
                    <a:pt x="7152" y="725"/>
                    <a:pt x="7372" y="725"/>
                  </a:cubicBezTo>
                  <a:close/>
                  <a:moveTo>
                    <a:pt x="347" y="1"/>
                  </a:moveTo>
                  <a:cubicBezTo>
                    <a:pt x="158" y="1"/>
                    <a:pt x="0" y="158"/>
                    <a:pt x="0" y="347"/>
                  </a:cubicBezTo>
                  <a:lnTo>
                    <a:pt x="0" y="4569"/>
                  </a:lnTo>
                  <a:cubicBezTo>
                    <a:pt x="0" y="4758"/>
                    <a:pt x="158" y="4916"/>
                    <a:pt x="347" y="4916"/>
                  </a:cubicBezTo>
                  <a:lnTo>
                    <a:pt x="10208" y="4916"/>
                  </a:lnTo>
                  <a:cubicBezTo>
                    <a:pt x="10397" y="4916"/>
                    <a:pt x="10554" y="4758"/>
                    <a:pt x="10554" y="4569"/>
                  </a:cubicBezTo>
                  <a:lnTo>
                    <a:pt x="10554" y="347"/>
                  </a:lnTo>
                  <a:cubicBezTo>
                    <a:pt x="10554" y="158"/>
                    <a:pt x="10397" y="1"/>
                    <a:pt x="102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86"/>
            <p:cNvSpPr/>
            <p:nvPr/>
          </p:nvSpPr>
          <p:spPr>
            <a:xfrm>
              <a:off x="-45093575" y="3728200"/>
              <a:ext cx="17325" cy="53575"/>
            </a:xfrm>
            <a:custGeom>
              <a:avLst/>
              <a:gdLst/>
              <a:ahLst/>
              <a:cxnLst/>
              <a:rect l="l" t="t" r="r" b="b"/>
              <a:pathLst>
                <a:path w="693" h="2143" extrusionOk="0">
                  <a:moveTo>
                    <a:pt x="0" y="1"/>
                  </a:moveTo>
                  <a:lnTo>
                    <a:pt x="0" y="2143"/>
                  </a:lnTo>
                  <a:lnTo>
                    <a:pt x="347" y="2143"/>
                  </a:lnTo>
                  <a:cubicBezTo>
                    <a:pt x="536" y="2143"/>
                    <a:pt x="693" y="1985"/>
                    <a:pt x="693" y="1796"/>
                  </a:cubicBezTo>
                  <a:lnTo>
                    <a:pt x="693" y="347"/>
                  </a:lnTo>
                  <a:cubicBezTo>
                    <a:pt x="693"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86"/>
            <p:cNvSpPr/>
            <p:nvPr/>
          </p:nvSpPr>
          <p:spPr>
            <a:xfrm>
              <a:off x="-45268450" y="3569900"/>
              <a:ext cx="228450" cy="106350"/>
            </a:xfrm>
            <a:custGeom>
              <a:avLst/>
              <a:gdLst/>
              <a:ahLst/>
              <a:cxnLst/>
              <a:rect l="l" t="t" r="r" b="b"/>
              <a:pathLst>
                <a:path w="9138" h="4254" extrusionOk="0">
                  <a:moveTo>
                    <a:pt x="347" y="0"/>
                  </a:moveTo>
                  <a:cubicBezTo>
                    <a:pt x="158" y="0"/>
                    <a:pt x="1" y="158"/>
                    <a:pt x="1" y="347"/>
                  </a:cubicBezTo>
                  <a:lnTo>
                    <a:pt x="1" y="4253"/>
                  </a:lnTo>
                  <a:lnTo>
                    <a:pt x="9137" y="4253"/>
                  </a:lnTo>
                  <a:lnTo>
                    <a:pt x="9137" y="2804"/>
                  </a:lnTo>
                  <a:lnTo>
                    <a:pt x="6680" y="2804"/>
                  </a:lnTo>
                  <a:cubicBezTo>
                    <a:pt x="6491" y="2804"/>
                    <a:pt x="6333" y="2647"/>
                    <a:pt x="6333" y="2457"/>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86"/>
            <p:cNvSpPr/>
            <p:nvPr/>
          </p:nvSpPr>
          <p:spPr>
            <a:xfrm>
              <a:off x="-45093575" y="3574625"/>
              <a:ext cx="47275" cy="47275"/>
            </a:xfrm>
            <a:custGeom>
              <a:avLst/>
              <a:gdLst/>
              <a:ahLst/>
              <a:cxnLst/>
              <a:rect l="l" t="t" r="r" b="b"/>
              <a:pathLst>
                <a:path w="1891" h="1891" extrusionOk="0">
                  <a:moveTo>
                    <a:pt x="0" y="0"/>
                  </a:moveTo>
                  <a:lnTo>
                    <a:pt x="0" y="1890"/>
                  </a:lnTo>
                  <a:lnTo>
                    <a:pt x="1890" y="1890"/>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86"/>
            <p:cNvSpPr/>
            <p:nvPr/>
          </p:nvSpPr>
          <p:spPr>
            <a:xfrm>
              <a:off x="-45269225" y="3833750"/>
              <a:ext cx="228425" cy="35450"/>
            </a:xfrm>
            <a:custGeom>
              <a:avLst/>
              <a:gdLst/>
              <a:ahLst/>
              <a:cxnLst/>
              <a:rect l="l" t="t" r="r" b="b"/>
              <a:pathLst>
                <a:path w="9137" h="1418" extrusionOk="0">
                  <a:moveTo>
                    <a:pt x="0" y="0"/>
                  </a:moveTo>
                  <a:lnTo>
                    <a:pt x="0" y="1071"/>
                  </a:lnTo>
                  <a:cubicBezTo>
                    <a:pt x="0" y="1260"/>
                    <a:pt x="158" y="1418"/>
                    <a:pt x="378" y="1418"/>
                  </a:cubicBezTo>
                  <a:lnTo>
                    <a:pt x="8790" y="1418"/>
                  </a:lnTo>
                  <a:cubicBezTo>
                    <a:pt x="8979" y="1418"/>
                    <a:pt x="9137" y="1260"/>
                    <a:pt x="9137" y="1071"/>
                  </a:cubicBezTo>
                  <a:lnTo>
                    <a:pt x="91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7" name="Google Shape;6867;p86"/>
          <p:cNvGrpSpPr/>
          <p:nvPr/>
        </p:nvGrpSpPr>
        <p:grpSpPr>
          <a:xfrm>
            <a:off x="3540920" y="3625988"/>
            <a:ext cx="290001" cy="355258"/>
            <a:chOff x="-45277900" y="3938500"/>
            <a:chExt cx="244975" cy="300100"/>
          </a:xfrm>
        </p:grpSpPr>
        <p:sp>
          <p:nvSpPr>
            <p:cNvPr id="6868" name="Google Shape;6868;p86"/>
            <p:cNvSpPr/>
            <p:nvPr/>
          </p:nvSpPr>
          <p:spPr>
            <a:xfrm>
              <a:off x="-45210950" y="4107825"/>
              <a:ext cx="23650" cy="24450"/>
            </a:xfrm>
            <a:custGeom>
              <a:avLst/>
              <a:gdLst/>
              <a:ahLst/>
              <a:cxnLst/>
              <a:rect l="l" t="t" r="r" b="b"/>
              <a:pathLst>
                <a:path w="946" h="978" extrusionOk="0">
                  <a:moveTo>
                    <a:pt x="473" y="1"/>
                  </a:moveTo>
                  <a:lnTo>
                    <a:pt x="1" y="978"/>
                  </a:lnTo>
                  <a:lnTo>
                    <a:pt x="946" y="978"/>
                  </a:lnTo>
                  <a:lnTo>
                    <a:pt x="4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86"/>
            <p:cNvSpPr/>
            <p:nvPr/>
          </p:nvSpPr>
          <p:spPr>
            <a:xfrm>
              <a:off x="-45084925" y="3943225"/>
              <a:ext cx="47275" cy="47275"/>
            </a:xfrm>
            <a:custGeom>
              <a:avLst/>
              <a:gdLst/>
              <a:ahLst/>
              <a:cxnLst/>
              <a:rect l="l" t="t" r="r" b="b"/>
              <a:pathLst>
                <a:path w="1891" h="1891" extrusionOk="0">
                  <a:moveTo>
                    <a:pt x="1" y="0"/>
                  </a:moveTo>
                  <a:lnTo>
                    <a:pt x="1" y="1891"/>
                  </a:lnTo>
                  <a:lnTo>
                    <a:pt x="1891" y="189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86"/>
            <p:cNvSpPr/>
            <p:nvPr/>
          </p:nvSpPr>
          <p:spPr>
            <a:xfrm>
              <a:off x="-45260575" y="3938500"/>
              <a:ext cx="227650" cy="300100"/>
            </a:xfrm>
            <a:custGeom>
              <a:avLst/>
              <a:gdLst/>
              <a:ahLst/>
              <a:cxnLst/>
              <a:rect l="l" t="t" r="r" b="b"/>
              <a:pathLst>
                <a:path w="9106" h="12004" extrusionOk="0">
                  <a:moveTo>
                    <a:pt x="348" y="0"/>
                  </a:moveTo>
                  <a:cubicBezTo>
                    <a:pt x="158" y="0"/>
                    <a:pt x="1" y="158"/>
                    <a:pt x="1" y="347"/>
                  </a:cubicBezTo>
                  <a:lnTo>
                    <a:pt x="1" y="4222"/>
                  </a:lnTo>
                  <a:lnTo>
                    <a:pt x="7342" y="4222"/>
                  </a:lnTo>
                  <a:cubicBezTo>
                    <a:pt x="7562" y="4222"/>
                    <a:pt x="7720" y="4380"/>
                    <a:pt x="7720" y="4600"/>
                  </a:cubicBezTo>
                  <a:lnTo>
                    <a:pt x="7720" y="10208"/>
                  </a:lnTo>
                  <a:cubicBezTo>
                    <a:pt x="7720" y="10428"/>
                    <a:pt x="7562" y="10586"/>
                    <a:pt x="7342" y="10586"/>
                  </a:cubicBezTo>
                  <a:lnTo>
                    <a:pt x="1" y="10586"/>
                  </a:lnTo>
                  <a:lnTo>
                    <a:pt x="1" y="11626"/>
                  </a:lnTo>
                  <a:cubicBezTo>
                    <a:pt x="1" y="11846"/>
                    <a:pt x="158" y="12004"/>
                    <a:pt x="348" y="12004"/>
                  </a:cubicBezTo>
                  <a:lnTo>
                    <a:pt x="8759" y="12004"/>
                  </a:lnTo>
                  <a:cubicBezTo>
                    <a:pt x="8980" y="12004"/>
                    <a:pt x="9106" y="11846"/>
                    <a:pt x="9106" y="11626"/>
                  </a:cubicBezTo>
                  <a:lnTo>
                    <a:pt x="9106" y="2804"/>
                  </a:lnTo>
                  <a:lnTo>
                    <a:pt x="6680" y="2804"/>
                  </a:lnTo>
                  <a:lnTo>
                    <a:pt x="6680" y="2773"/>
                  </a:lnTo>
                  <a:cubicBezTo>
                    <a:pt x="6491" y="2773"/>
                    <a:pt x="6333" y="2615"/>
                    <a:pt x="6333" y="2426"/>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86"/>
            <p:cNvSpPr/>
            <p:nvPr/>
          </p:nvSpPr>
          <p:spPr>
            <a:xfrm>
              <a:off x="-45277900" y="4061375"/>
              <a:ext cx="193000" cy="122875"/>
            </a:xfrm>
            <a:custGeom>
              <a:avLst/>
              <a:gdLst/>
              <a:ahLst/>
              <a:cxnLst/>
              <a:rect l="l" t="t" r="r" b="b"/>
              <a:pathLst>
                <a:path w="7720" h="4915" extrusionOk="0">
                  <a:moveTo>
                    <a:pt x="5987" y="693"/>
                  </a:moveTo>
                  <a:cubicBezTo>
                    <a:pt x="6207" y="693"/>
                    <a:pt x="6333" y="851"/>
                    <a:pt x="6333" y="1071"/>
                  </a:cubicBezTo>
                  <a:cubicBezTo>
                    <a:pt x="6302" y="1260"/>
                    <a:pt x="6144" y="1418"/>
                    <a:pt x="5987" y="1418"/>
                  </a:cubicBezTo>
                  <a:cubicBezTo>
                    <a:pt x="5798" y="1418"/>
                    <a:pt x="5640" y="1260"/>
                    <a:pt x="5640" y="1071"/>
                  </a:cubicBezTo>
                  <a:cubicBezTo>
                    <a:pt x="5640" y="851"/>
                    <a:pt x="5798" y="693"/>
                    <a:pt x="5987" y="693"/>
                  </a:cubicBezTo>
                  <a:close/>
                  <a:moveTo>
                    <a:pt x="3246" y="701"/>
                  </a:moveTo>
                  <a:cubicBezTo>
                    <a:pt x="3372" y="701"/>
                    <a:pt x="3498" y="772"/>
                    <a:pt x="3561" y="914"/>
                  </a:cubicBezTo>
                  <a:lnTo>
                    <a:pt x="4979" y="3686"/>
                  </a:lnTo>
                  <a:cubicBezTo>
                    <a:pt x="4979" y="3907"/>
                    <a:pt x="4884" y="4096"/>
                    <a:pt x="4727" y="4159"/>
                  </a:cubicBezTo>
                  <a:cubicBezTo>
                    <a:pt x="4695" y="4222"/>
                    <a:pt x="4601" y="4222"/>
                    <a:pt x="4569" y="4222"/>
                  </a:cubicBezTo>
                  <a:cubicBezTo>
                    <a:pt x="4443" y="4222"/>
                    <a:pt x="4349" y="4127"/>
                    <a:pt x="4254" y="4001"/>
                  </a:cubicBezTo>
                  <a:lnTo>
                    <a:pt x="4033" y="3497"/>
                  </a:lnTo>
                  <a:lnTo>
                    <a:pt x="2364" y="3497"/>
                  </a:lnTo>
                  <a:lnTo>
                    <a:pt x="2143" y="4001"/>
                  </a:lnTo>
                  <a:cubicBezTo>
                    <a:pt x="2075" y="4115"/>
                    <a:pt x="1940" y="4196"/>
                    <a:pt x="1811" y="4196"/>
                  </a:cubicBezTo>
                  <a:cubicBezTo>
                    <a:pt x="1762" y="4196"/>
                    <a:pt x="1714" y="4185"/>
                    <a:pt x="1671" y="4159"/>
                  </a:cubicBezTo>
                  <a:cubicBezTo>
                    <a:pt x="1513" y="4096"/>
                    <a:pt x="1419" y="3844"/>
                    <a:pt x="1513" y="3686"/>
                  </a:cubicBezTo>
                  <a:lnTo>
                    <a:pt x="2931" y="914"/>
                  </a:lnTo>
                  <a:cubicBezTo>
                    <a:pt x="2994" y="772"/>
                    <a:pt x="3120" y="701"/>
                    <a:pt x="3246" y="701"/>
                  </a:cubicBezTo>
                  <a:close/>
                  <a:moveTo>
                    <a:pt x="5955" y="2079"/>
                  </a:moveTo>
                  <a:cubicBezTo>
                    <a:pt x="6144" y="2079"/>
                    <a:pt x="6302" y="2237"/>
                    <a:pt x="6302" y="2426"/>
                  </a:cubicBezTo>
                  <a:lnTo>
                    <a:pt x="6302" y="3844"/>
                  </a:lnTo>
                  <a:cubicBezTo>
                    <a:pt x="6302" y="4064"/>
                    <a:pt x="6144" y="4222"/>
                    <a:pt x="5955" y="4222"/>
                  </a:cubicBezTo>
                  <a:cubicBezTo>
                    <a:pt x="5766" y="4222"/>
                    <a:pt x="5609" y="4064"/>
                    <a:pt x="5609" y="3844"/>
                  </a:cubicBezTo>
                  <a:lnTo>
                    <a:pt x="5609" y="2426"/>
                  </a:lnTo>
                  <a:cubicBezTo>
                    <a:pt x="5609" y="2237"/>
                    <a:pt x="5766" y="2079"/>
                    <a:pt x="5955" y="2079"/>
                  </a:cubicBezTo>
                  <a:close/>
                  <a:moveTo>
                    <a:pt x="347" y="0"/>
                  </a:moveTo>
                  <a:cubicBezTo>
                    <a:pt x="158" y="0"/>
                    <a:pt x="1" y="158"/>
                    <a:pt x="1" y="347"/>
                  </a:cubicBezTo>
                  <a:lnTo>
                    <a:pt x="1" y="4568"/>
                  </a:lnTo>
                  <a:cubicBezTo>
                    <a:pt x="1" y="4757"/>
                    <a:pt x="158" y="4915"/>
                    <a:pt x="347" y="4915"/>
                  </a:cubicBezTo>
                  <a:lnTo>
                    <a:pt x="7720" y="4915"/>
                  </a:lnTo>
                  <a:lnTo>
                    <a:pt x="77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2" name="Google Shape;6872;p86"/>
          <p:cNvGrpSpPr/>
          <p:nvPr/>
        </p:nvGrpSpPr>
        <p:grpSpPr>
          <a:xfrm>
            <a:off x="2626869" y="4095090"/>
            <a:ext cx="355258" cy="355258"/>
            <a:chOff x="-44502875" y="3576975"/>
            <a:chExt cx="300100" cy="300100"/>
          </a:xfrm>
        </p:grpSpPr>
        <p:sp>
          <p:nvSpPr>
            <p:cNvPr id="6873" name="Google Shape;6873;p86"/>
            <p:cNvSpPr/>
            <p:nvPr/>
          </p:nvSpPr>
          <p:spPr>
            <a:xfrm>
              <a:off x="-44466650" y="3576975"/>
              <a:ext cx="53600" cy="18925"/>
            </a:xfrm>
            <a:custGeom>
              <a:avLst/>
              <a:gdLst/>
              <a:ahLst/>
              <a:cxnLst/>
              <a:rect l="l" t="t" r="r" b="b"/>
              <a:pathLst>
                <a:path w="2144" h="757" extrusionOk="0">
                  <a:moveTo>
                    <a:pt x="348" y="1"/>
                  </a:moveTo>
                  <a:cubicBezTo>
                    <a:pt x="158" y="1"/>
                    <a:pt x="1" y="158"/>
                    <a:pt x="1" y="347"/>
                  </a:cubicBezTo>
                  <a:lnTo>
                    <a:pt x="1" y="757"/>
                  </a:lnTo>
                  <a:lnTo>
                    <a:pt x="2143" y="757"/>
                  </a:lnTo>
                  <a:lnTo>
                    <a:pt x="2143" y="347"/>
                  </a:lnTo>
                  <a:cubicBezTo>
                    <a:pt x="2143" y="158"/>
                    <a:pt x="1986"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86"/>
            <p:cNvSpPr/>
            <p:nvPr/>
          </p:nvSpPr>
          <p:spPr>
            <a:xfrm>
              <a:off x="-44502875" y="3595100"/>
              <a:ext cx="283575" cy="281975"/>
            </a:xfrm>
            <a:custGeom>
              <a:avLst/>
              <a:gdLst/>
              <a:ahLst/>
              <a:cxnLst/>
              <a:rect l="l" t="t" r="r" b="b"/>
              <a:pathLst>
                <a:path w="11343" h="11279" extrusionOk="0">
                  <a:moveTo>
                    <a:pt x="10945" y="0"/>
                  </a:moveTo>
                  <a:cubicBezTo>
                    <a:pt x="10854" y="0"/>
                    <a:pt x="10760" y="32"/>
                    <a:pt x="10681" y="95"/>
                  </a:cubicBezTo>
                  <a:lnTo>
                    <a:pt x="10082" y="693"/>
                  </a:lnTo>
                  <a:lnTo>
                    <a:pt x="347" y="693"/>
                  </a:lnTo>
                  <a:cubicBezTo>
                    <a:pt x="158" y="693"/>
                    <a:pt x="1" y="851"/>
                    <a:pt x="1" y="1040"/>
                  </a:cubicBezTo>
                  <a:lnTo>
                    <a:pt x="1" y="2458"/>
                  </a:lnTo>
                  <a:cubicBezTo>
                    <a:pt x="1" y="2647"/>
                    <a:pt x="158" y="2804"/>
                    <a:pt x="347" y="2804"/>
                  </a:cubicBezTo>
                  <a:lnTo>
                    <a:pt x="7940" y="2804"/>
                  </a:lnTo>
                  <a:lnTo>
                    <a:pt x="3561" y="7215"/>
                  </a:lnTo>
                  <a:lnTo>
                    <a:pt x="3561" y="3529"/>
                  </a:lnTo>
                  <a:lnTo>
                    <a:pt x="1418" y="3529"/>
                  </a:lnTo>
                  <a:lnTo>
                    <a:pt x="1418" y="9357"/>
                  </a:lnTo>
                  <a:lnTo>
                    <a:pt x="820" y="9956"/>
                  </a:lnTo>
                  <a:cubicBezTo>
                    <a:pt x="725" y="10050"/>
                    <a:pt x="725" y="10302"/>
                    <a:pt x="820" y="10460"/>
                  </a:cubicBezTo>
                  <a:cubicBezTo>
                    <a:pt x="914" y="10523"/>
                    <a:pt x="977" y="10586"/>
                    <a:pt x="1072" y="10586"/>
                  </a:cubicBezTo>
                  <a:cubicBezTo>
                    <a:pt x="1135" y="10586"/>
                    <a:pt x="1261" y="10523"/>
                    <a:pt x="1292" y="10460"/>
                  </a:cubicBezTo>
                  <a:lnTo>
                    <a:pt x="1891" y="9861"/>
                  </a:lnTo>
                  <a:lnTo>
                    <a:pt x="7719" y="9861"/>
                  </a:lnTo>
                  <a:lnTo>
                    <a:pt x="7719" y="7750"/>
                  </a:lnTo>
                  <a:lnTo>
                    <a:pt x="4033" y="7750"/>
                  </a:lnTo>
                  <a:lnTo>
                    <a:pt x="8444" y="3340"/>
                  </a:lnTo>
                  <a:lnTo>
                    <a:pt x="8444" y="10932"/>
                  </a:lnTo>
                  <a:cubicBezTo>
                    <a:pt x="8444" y="11121"/>
                    <a:pt x="8602" y="11279"/>
                    <a:pt x="8791" y="11279"/>
                  </a:cubicBezTo>
                  <a:lnTo>
                    <a:pt x="10208" y="11279"/>
                  </a:lnTo>
                  <a:cubicBezTo>
                    <a:pt x="10397" y="11279"/>
                    <a:pt x="10555" y="11121"/>
                    <a:pt x="10555" y="10932"/>
                  </a:cubicBezTo>
                  <a:lnTo>
                    <a:pt x="10555" y="1197"/>
                  </a:lnTo>
                  <a:lnTo>
                    <a:pt x="11153" y="599"/>
                  </a:lnTo>
                  <a:cubicBezTo>
                    <a:pt x="11343" y="441"/>
                    <a:pt x="11343" y="252"/>
                    <a:pt x="11185" y="95"/>
                  </a:cubicBezTo>
                  <a:cubicBezTo>
                    <a:pt x="11122" y="32"/>
                    <a:pt x="11035" y="0"/>
                    <a:pt x="109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86"/>
            <p:cNvSpPr/>
            <p:nvPr/>
          </p:nvSpPr>
          <p:spPr>
            <a:xfrm>
              <a:off x="-44221675" y="3788850"/>
              <a:ext cx="18900" cy="52800"/>
            </a:xfrm>
            <a:custGeom>
              <a:avLst/>
              <a:gdLst/>
              <a:ahLst/>
              <a:cxnLst/>
              <a:rect l="l" t="t" r="r" b="b"/>
              <a:pathLst>
                <a:path w="756" h="2112" extrusionOk="0">
                  <a:moveTo>
                    <a:pt x="0" y="0"/>
                  </a:moveTo>
                  <a:lnTo>
                    <a:pt x="0" y="2111"/>
                  </a:lnTo>
                  <a:lnTo>
                    <a:pt x="410" y="2111"/>
                  </a:lnTo>
                  <a:cubicBezTo>
                    <a:pt x="599" y="2111"/>
                    <a:pt x="756" y="1954"/>
                    <a:pt x="756" y="1765"/>
                  </a:cubicBezTo>
                  <a:lnTo>
                    <a:pt x="756" y="347"/>
                  </a:lnTo>
                  <a:cubicBezTo>
                    <a:pt x="756" y="158"/>
                    <a:pt x="599"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6" name="Google Shape;6876;p86"/>
          <p:cNvGrpSpPr/>
          <p:nvPr/>
        </p:nvGrpSpPr>
        <p:grpSpPr>
          <a:xfrm>
            <a:off x="4835456" y="1828361"/>
            <a:ext cx="356196" cy="354670"/>
            <a:chOff x="-13946200" y="3647075"/>
            <a:chExt cx="353650" cy="352100"/>
          </a:xfrm>
        </p:grpSpPr>
        <p:sp>
          <p:nvSpPr>
            <p:cNvPr id="6877" name="Google Shape;6877;p86"/>
            <p:cNvSpPr/>
            <p:nvPr/>
          </p:nvSpPr>
          <p:spPr>
            <a:xfrm>
              <a:off x="-13717000" y="3647075"/>
              <a:ext cx="124450" cy="144150"/>
            </a:xfrm>
            <a:custGeom>
              <a:avLst/>
              <a:gdLst/>
              <a:ahLst/>
              <a:cxnLst/>
              <a:rect l="l" t="t" r="r" b="b"/>
              <a:pathLst>
                <a:path w="4978" h="5766" extrusionOk="0">
                  <a:moveTo>
                    <a:pt x="0" y="1"/>
                  </a:moveTo>
                  <a:lnTo>
                    <a:pt x="0" y="2868"/>
                  </a:lnTo>
                  <a:cubicBezTo>
                    <a:pt x="0" y="4317"/>
                    <a:pt x="1103" y="5514"/>
                    <a:pt x="2489" y="5703"/>
                  </a:cubicBezTo>
                  <a:cubicBezTo>
                    <a:pt x="1985" y="5167"/>
                    <a:pt x="1670" y="4474"/>
                    <a:pt x="1670" y="3687"/>
                  </a:cubicBezTo>
                  <a:lnTo>
                    <a:pt x="1670" y="2017"/>
                  </a:lnTo>
                  <a:cubicBezTo>
                    <a:pt x="1670" y="1796"/>
                    <a:pt x="1859" y="1607"/>
                    <a:pt x="2079" y="1607"/>
                  </a:cubicBezTo>
                  <a:cubicBezTo>
                    <a:pt x="2268" y="1607"/>
                    <a:pt x="2489" y="1796"/>
                    <a:pt x="2489" y="2017"/>
                  </a:cubicBezTo>
                  <a:lnTo>
                    <a:pt x="2489" y="3687"/>
                  </a:lnTo>
                  <a:cubicBezTo>
                    <a:pt x="2489" y="4821"/>
                    <a:pt x="3434" y="5766"/>
                    <a:pt x="4568" y="5766"/>
                  </a:cubicBezTo>
                  <a:lnTo>
                    <a:pt x="4978" y="5766"/>
                  </a:lnTo>
                  <a:lnTo>
                    <a:pt x="4978" y="379"/>
                  </a:lnTo>
                  <a:cubicBezTo>
                    <a:pt x="4978" y="127"/>
                    <a:pt x="4789" y="1"/>
                    <a:pt x="4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86"/>
            <p:cNvSpPr/>
            <p:nvPr/>
          </p:nvSpPr>
          <p:spPr>
            <a:xfrm>
              <a:off x="-13801275" y="3647075"/>
              <a:ext cx="63025" cy="61075"/>
            </a:xfrm>
            <a:custGeom>
              <a:avLst/>
              <a:gdLst/>
              <a:ahLst/>
              <a:cxnLst/>
              <a:rect l="l" t="t" r="r" b="b"/>
              <a:pathLst>
                <a:path w="2521" h="2443" extrusionOk="0">
                  <a:moveTo>
                    <a:pt x="0" y="1"/>
                  </a:moveTo>
                  <a:lnTo>
                    <a:pt x="0" y="2017"/>
                  </a:lnTo>
                  <a:cubicBezTo>
                    <a:pt x="347" y="2300"/>
                    <a:pt x="796" y="2442"/>
                    <a:pt x="1248" y="2442"/>
                  </a:cubicBezTo>
                  <a:cubicBezTo>
                    <a:pt x="1701" y="2442"/>
                    <a:pt x="2158" y="2300"/>
                    <a:pt x="2520" y="2017"/>
                  </a:cubicBezTo>
                  <a:lnTo>
                    <a:pt x="25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86"/>
            <p:cNvSpPr/>
            <p:nvPr/>
          </p:nvSpPr>
          <p:spPr>
            <a:xfrm>
              <a:off x="-13946200" y="3647075"/>
              <a:ext cx="124450" cy="143400"/>
            </a:xfrm>
            <a:custGeom>
              <a:avLst/>
              <a:gdLst/>
              <a:ahLst/>
              <a:cxnLst/>
              <a:rect l="l" t="t" r="r" b="b"/>
              <a:pathLst>
                <a:path w="4978" h="5736" extrusionOk="0">
                  <a:moveTo>
                    <a:pt x="441" y="1"/>
                  </a:moveTo>
                  <a:cubicBezTo>
                    <a:pt x="189" y="1"/>
                    <a:pt x="0" y="190"/>
                    <a:pt x="0" y="379"/>
                  </a:cubicBezTo>
                  <a:lnTo>
                    <a:pt x="0" y="5734"/>
                  </a:lnTo>
                  <a:lnTo>
                    <a:pt x="441" y="5734"/>
                  </a:lnTo>
                  <a:cubicBezTo>
                    <a:pt x="460" y="5735"/>
                    <a:pt x="478" y="5735"/>
                    <a:pt x="496" y="5735"/>
                  </a:cubicBezTo>
                  <a:cubicBezTo>
                    <a:pt x="1605" y="5735"/>
                    <a:pt x="2489" y="4802"/>
                    <a:pt x="2489" y="3687"/>
                  </a:cubicBezTo>
                  <a:lnTo>
                    <a:pt x="2489" y="2048"/>
                  </a:lnTo>
                  <a:cubicBezTo>
                    <a:pt x="2489" y="1796"/>
                    <a:pt x="2678" y="1607"/>
                    <a:pt x="2867" y="1607"/>
                  </a:cubicBezTo>
                  <a:cubicBezTo>
                    <a:pt x="3119" y="1607"/>
                    <a:pt x="3308" y="1796"/>
                    <a:pt x="3308" y="2048"/>
                  </a:cubicBezTo>
                  <a:lnTo>
                    <a:pt x="3308" y="3687"/>
                  </a:lnTo>
                  <a:cubicBezTo>
                    <a:pt x="3308" y="4474"/>
                    <a:pt x="2993" y="5199"/>
                    <a:pt x="2489" y="5703"/>
                  </a:cubicBezTo>
                  <a:cubicBezTo>
                    <a:pt x="3907" y="5514"/>
                    <a:pt x="4978" y="4317"/>
                    <a:pt x="4978" y="2868"/>
                  </a:cubicBezTo>
                  <a:lnTo>
                    <a:pt x="49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86"/>
            <p:cNvSpPr/>
            <p:nvPr/>
          </p:nvSpPr>
          <p:spPr>
            <a:xfrm>
              <a:off x="-13946200" y="3873900"/>
              <a:ext cx="352875" cy="125275"/>
            </a:xfrm>
            <a:custGeom>
              <a:avLst/>
              <a:gdLst/>
              <a:ahLst/>
              <a:cxnLst/>
              <a:rect l="l" t="t" r="r" b="b"/>
              <a:pathLst>
                <a:path w="14115" h="5011" extrusionOk="0">
                  <a:moveTo>
                    <a:pt x="4915" y="1"/>
                  </a:moveTo>
                  <a:lnTo>
                    <a:pt x="5766" y="1639"/>
                  </a:lnTo>
                  <a:cubicBezTo>
                    <a:pt x="5829" y="1797"/>
                    <a:pt x="5797" y="1986"/>
                    <a:pt x="5671" y="2112"/>
                  </a:cubicBezTo>
                  <a:cubicBezTo>
                    <a:pt x="5388" y="2332"/>
                    <a:pt x="5072" y="2458"/>
                    <a:pt x="4726" y="2458"/>
                  </a:cubicBezTo>
                  <a:cubicBezTo>
                    <a:pt x="4253" y="2458"/>
                    <a:pt x="3812" y="2206"/>
                    <a:pt x="3560" y="1828"/>
                  </a:cubicBezTo>
                  <a:cubicBezTo>
                    <a:pt x="3434" y="1671"/>
                    <a:pt x="3245" y="1592"/>
                    <a:pt x="3056" y="1592"/>
                  </a:cubicBezTo>
                  <a:cubicBezTo>
                    <a:pt x="2867" y="1592"/>
                    <a:pt x="2678" y="1671"/>
                    <a:pt x="2552" y="1828"/>
                  </a:cubicBezTo>
                  <a:cubicBezTo>
                    <a:pt x="2289" y="2214"/>
                    <a:pt x="1845" y="2411"/>
                    <a:pt x="1397" y="2411"/>
                  </a:cubicBezTo>
                  <a:cubicBezTo>
                    <a:pt x="931" y="2411"/>
                    <a:pt x="462" y="2199"/>
                    <a:pt x="189" y="1765"/>
                  </a:cubicBezTo>
                  <a:cubicBezTo>
                    <a:pt x="158" y="1702"/>
                    <a:pt x="95" y="1671"/>
                    <a:pt x="0" y="1608"/>
                  </a:cubicBezTo>
                  <a:lnTo>
                    <a:pt x="0" y="4569"/>
                  </a:lnTo>
                  <a:cubicBezTo>
                    <a:pt x="0" y="4821"/>
                    <a:pt x="189" y="5010"/>
                    <a:pt x="441" y="5010"/>
                  </a:cubicBezTo>
                  <a:lnTo>
                    <a:pt x="13705" y="5010"/>
                  </a:lnTo>
                  <a:cubicBezTo>
                    <a:pt x="13957" y="5010"/>
                    <a:pt x="14114" y="4821"/>
                    <a:pt x="14114" y="4569"/>
                  </a:cubicBezTo>
                  <a:lnTo>
                    <a:pt x="14114" y="1608"/>
                  </a:lnTo>
                  <a:cubicBezTo>
                    <a:pt x="14020" y="1671"/>
                    <a:pt x="13957" y="1702"/>
                    <a:pt x="13894" y="1765"/>
                  </a:cubicBezTo>
                  <a:cubicBezTo>
                    <a:pt x="13637" y="2199"/>
                    <a:pt x="13176" y="2411"/>
                    <a:pt x="12710" y="2411"/>
                  </a:cubicBezTo>
                  <a:cubicBezTo>
                    <a:pt x="12261" y="2411"/>
                    <a:pt x="11809" y="2214"/>
                    <a:pt x="11531" y="1828"/>
                  </a:cubicBezTo>
                  <a:cubicBezTo>
                    <a:pt x="11421" y="1671"/>
                    <a:pt x="11240" y="1592"/>
                    <a:pt x="11054" y="1592"/>
                  </a:cubicBezTo>
                  <a:cubicBezTo>
                    <a:pt x="10869" y="1592"/>
                    <a:pt x="10680" y="1671"/>
                    <a:pt x="10554" y="1828"/>
                  </a:cubicBezTo>
                  <a:cubicBezTo>
                    <a:pt x="10271" y="2206"/>
                    <a:pt x="9861" y="2458"/>
                    <a:pt x="9389" y="2458"/>
                  </a:cubicBezTo>
                  <a:cubicBezTo>
                    <a:pt x="9011" y="2458"/>
                    <a:pt x="8664" y="2332"/>
                    <a:pt x="8444" y="2112"/>
                  </a:cubicBezTo>
                  <a:cubicBezTo>
                    <a:pt x="8317" y="1986"/>
                    <a:pt x="8286" y="1797"/>
                    <a:pt x="8349" y="1639"/>
                  </a:cubicBezTo>
                  <a:lnTo>
                    <a:pt x="91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86"/>
            <p:cNvSpPr/>
            <p:nvPr/>
          </p:nvSpPr>
          <p:spPr>
            <a:xfrm>
              <a:off x="-13713850" y="3810125"/>
              <a:ext cx="120525" cy="105075"/>
            </a:xfrm>
            <a:custGeom>
              <a:avLst/>
              <a:gdLst/>
              <a:ahLst/>
              <a:cxnLst/>
              <a:rect l="l" t="t" r="r" b="b"/>
              <a:pathLst>
                <a:path w="4821" h="4203" extrusionOk="0">
                  <a:moveTo>
                    <a:pt x="2079" y="0"/>
                  </a:moveTo>
                  <a:lnTo>
                    <a:pt x="0" y="4190"/>
                  </a:lnTo>
                  <a:lnTo>
                    <a:pt x="189" y="4190"/>
                  </a:lnTo>
                  <a:cubicBezTo>
                    <a:pt x="378" y="4127"/>
                    <a:pt x="504" y="4064"/>
                    <a:pt x="599" y="3938"/>
                  </a:cubicBezTo>
                  <a:cubicBezTo>
                    <a:pt x="882" y="3529"/>
                    <a:pt x="1323" y="3324"/>
                    <a:pt x="1764" y="3324"/>
                  </a:cubicBezTo>
                  <a:cubicBezTo>
                    <a:pt x="2205" y="3324"/>
                    <a:pt x="2647" y="3529"/>
                    <a:pt x="2930" y="3938"/>
                  </a:cubicBezTo>
                  <a:cubicBezTo>
                    <a:pt x="3027" y="4099"/>
                    <a:pt x="3197" y="4202"/>
                    <a:pt x="3386" y="4202"/>
                  </a:cubicBezTo>
                  <a:cubicBezTo>
                    <a:pt x="3568" y="4202"/>
                    <a:pt x="3768" y="4107"/>
                    <a:pt x="3938" y="3875"/>
                  </a:cubicBezTo>
                  <a:cubicBezTo>
                    <a:pt x="4190" y="3560"/>
                    <a:pt x="4505" y="3403"/>
                    <a:pt x="4820" y="3308"/>
                  </a:cubicBezTo>
                  <a:lnTo>
                    <a:pt x="4820" y="95"/>
                  </a:lnTo>
                  <a:lnTo>
                    <a:pt x="2741" y="95"/>
                  </a:lnTo>
                  <a:cubicBezTo>
                    <a:pt x="2521" y="95"/>
                    <a:pt x="2332" y="32"/>
                    <a:pt x="20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86"/>
            <p:cNvSpPr/>
            <p:nvPr/>
          </p:nvSpPr>
          <p:spPr>
            <a:xfrm>
              <a:off x="-13946200" y="3810125"/>
              <a:ext cx="121300" cy="105175"/>
            </a:xfrm>
            <a:custGeom>
              <a:avLst/>
              <a:gdLst/>
              <a:ahLst/>
              <a:cxnLst/>
              <a:rect l="l" t="t" r="r" b="b"/>
              <a:pathLst>
                <a:path w="4852" h="4207" extrusionOk="0">
                  <a:moveTo>
                    <a:pt x="2773" y="0"/>
                  </a:moveTo>
                  <a:cubicBezTo>
                    <a:pt x="2521" y="32"/>
                    <a:pt x="2332" y="95"/>
                    <a:pt x="2080" y="95"/>
                  </a:cubicBezTo>
                  <a:lnTo>
                    <a:pt x="0" y="95"/>
                  </a:lnTo>
                  <a:lnTo>
                    <a:pt x="0" y="3340"/>
                  </a:lnTo>
                  <a:cubicBezTo>
                    <a:pt x="315" y="3434"/>
                    <a:pt x="630" y="3592"/>
                    <a:pt x="882" y="3907"/>
                  </a:cubicBezTo>
                  <a:cubicBezTo>
                    <a:pt x="1048" y="4118"/>
                    <a:pt x="1244" y="4206"/>
                    <a:pt x="1422" y="4206"/>
                  </a:cubicBezTo>
                  <a:cubicBezTo>
                    <a:pt x="1617" y="4206"/>
                    <a:pt x="1792" y="4102"/>
                    <a:pt x="1890" y="3938"/>
                  </a:cubicBezTo>
                  <a:cubicBezTo>
                    <a:pt x="2174" y="3529"/>
                    <a:pt x="2615" y="3324"/>
                    <a:pt x="3056" y="3324"/>
                  </a:cubicBezTo>
                  <a:cubicBezTo>
                    <a:pt x="3497" y="3324"/>
                    <a:pt x="3938" y="3529"/>
                    <a:pt x="4222" y="3938"/>
                  </a:cubicBezTo>
                  <a:cubicBezTo>
                    <a:pt x="4285" y="4096"/>
                    <a:pt x="4442" y="4190"/>
                    <a:pt x="4663" y="4190"/>
                  </a:cubicBezTo>
                  <a:lnTo>
                    <a:pt x="4852" y="4190"/>
                  </a:ln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3" name="Google Shape;6883;p86"/>
          <p:cNvGrpSpPr/>
          <p:nvPr/>
        </p:nvGrpSpPr>
        <p:grpSpPr>
          <a:xfrm>
            <a:off x="6618849" y="1387844"/>
            <a:ext cx="357002" cy="354267"/>
            <a:chOff x="-12163025" y="3214275"/>
            <a:chExt cx="354450" cy="351700"/>
          </a:xfrm>
        </p:grpSpPr>
        <p:sp>
          <p:nvSpPr>
            <p:cNvPr id="6884" name="Google Shape;6884;p86"/>
            <p:cNvSpPr/>
            <p:nvPr/>
          </p:nvSpPr>
          <p:spPr>
            <a:xfrm>
              <a:off x="-12163025" y="3214275"/>
              <a:ext cx="354450" cy="165025"/>
            </a:xfrm>
            <a:custGeom>
              <a:avLst/>
              <a:gdLst/>
              <a:ahLst/>
              <a:cxnLst/>
              <a:rect l="l" t="t" r="r" b="b"/>
              <a:pathLst>
                <a:path w="14178" h="6601" extrusionOk="0">
                  <a:moveTo>
                    <a:pt x="10271" y="1812"/>
                  </a:moveTo>
                  <a:cubicBezTo>
                    <a:pt x="10649" y="1812"/>
                    <a:pt x="10996" y="1844"/>
                    <a:pt x="11342" y="1970"/>
                  </a:cubicBezTo>
                  <a:cubicBezTo>
                    <a:pt x="11626" y="2064"/>
                    <a:pt x="11846" y="2096"/>
                    <a:pt x="12130" y="2096"/>
                  </a:cubicBezTo>
                  <a:cubicBezTo>
                    <a:pt x="12350" y="2096"/>
                    <a:pt x="12508" y="2285"/>
                    <a:pt x="12508" y="2505"/>
                  </a:cubicBezTo>
                  <a:lnTo>
                    <a:pt x="12508" y="2820"/>
                  </a:lnTo>
                  <a:cubicBezTo>
                    <a:pt x="12508" y="3955"/>
                    <a:pt x="11563" y="4900"/>
                    <a:pt x="10429" y="4900"/>
                  </a:cubicBezTo>
                  <a:lnTo>
                    <a:pt x="9767" y="4900"/>
                  </a:lnTo>
                  <a:cubicBezTo>
                    <a:pt x="9105" y="4900"/>
                    <a:pt x="8507" y="4553"/>
                    <a:pt x="8192" y="3923"/>
                  </a:cubicBezTo>
                  <a:lnTo>
                    <a:pt x="7908" y="3324"/>
                  </a:lnTo>
                  <a:cubicBezTo>
                    <a:pt x="7877" y="3198"/>
                    <a:pt x="7908" y="3041"/>
                    <a:pt x="8034" y="2883"/>
                  </a:cubicBezTo>
                  <a:lnTo>
                    <a:pt x="8349" y="2568"/>
                  </a:lnTo>
                  <a:cubicBezTo>
                    <a:pt x="8979" y="1938"/>
                    <a:pt x="9735" y="1812"/>
                    <a:pt x="10271" y="1812"/>
                  </a:cubicBezTo>
                  <a:close/>
                  <a:moveTo>
                    <a:pt x="3939" y="1844"/>
                  </a:moveTo>
                  <a:cubicBezTo>
                    <a:pt x="4474" y="1844"/>
                    <a:pt x="5262" y="1970"/>
                    <a:pt x="5892" y="2600"/>
                  </a:cubicBezTo>
                  <a:lnTo>
                    <a:pt x="6207" y="2915"/>
                  </a:lnTo>
                  <a:cubicBezTo>
                    <a:pt x="6333" y="3041"/>
                    <a:pt x="6364" y="3230"/>
                    <a:pt x="6301" y="3387"/>
                  </a:cubicBezTo>
                  <a:lnTo>
                    <a:pt x="6018" y="3986"/>
                  </a:lnTo>
                  <a:cubicBezTo>
                    <a:pt x="5703" y="4585"/>
                    <a:pt x="5104" y="4963"/>
                    <a:pt x="4443" y="4963"/>
                  </a:cubicBezTo>
                  <a:lnTo>
                    <a:pt x="3781" y="4963"/>
                  </a:lnTo>
                  <a:cubicBezTo>
                    <a:pt x="2647" y="4963"/>
                    <a:pt x="1702" y="4018"/>
                    <a:pt x="1702" y="2883"/>
                  </a:cubicBezTo>
                  <a:lnTo>
                    <a:pt x="1702" y="2537"/>
                  </a:lnTo>
                  <a:lnTo>
                    <a:pt x="1733" y="2537"/>
                  </a:lnTo>
                  <a:cubicBezTo>
                    <a:pt x="1733" y="2285"/>
                    <a:pt x="1891" y="2127"/>
                    <a:pt x="2111" y="2127"/>
                  </a:cubicBezTo>
                  <a:cubicBezTo>
                    <a:pt x="2395" y="2127"/>
                    <a:pt x="2678" y="2096"/>
                    <a:pt x="2899" y="2001"/>
                  </a:cubicBezTo>
                  <a:cubicBezTo>
                    <a:pt x="3277" y="1907"/>
                    <a:pt x="3623" y="1844"/>
                    <a:pt x="3939" y="1844"/>
                  </a:cubicBezTo>
                  <a:close/>
                  <a:moveTo>
                    <a:pt x="13784" y="1"/>
                  </a:moveTo>
                  <a:cubicBezTo>
                    <a:pt x="13713" y="1"/>
                    <a:pt x="13642" y="16"/>
                    <a:pt x="13579" y="48"/>
                  </a:cubicBezTo>
                  <a:lnTo>
                    <a:pt x="13043" y="331"/>
                  </a:lnTo>
                  <a:cubicBezTo>
                    <a:pt x="12798" y="445"/>
                    <a:pt x="12552" y="502"/>
                    <a:pt x="12299" y="502"/>
                  </a:cubicBezTo>
                  <a:cubicBezTo>
                    <a:pt x="12131" y="502"/>
                    <a:pt x="11960" y="476"/>
                    <a:pt x="11783" y="426"/>
                  </a:cubicBezTo>
                  <a:cubicBezTo>
                    <a:pt x="11291" y="283"/>
                    <a:pt x="10793" y="213"/>
                    <a:pt x="10307" y="213"/>
                  </a:cubicBezTo>
                  <a:cubicBezTo>
                    <a:pt x="9083" y="213"/>
                    <a:pt x="7932" y="654"/>
                    <a:pt x="7121" y="1466"/>
                  </a:cubicBezTo>
                  <a:lnTo>
                    <a:pt x="7089" y="1497"/>
                  </a:lnTo>
                  <a:lnTo>
                    <a:pt x="7058" y="1466"/>
                  </a:lnTo>
                  <a:cubicBezTo>
                    <a:pt x="6246" y="654"/>
                    <a:pt x="5127" y="213"/>
                    <a:pt x="3898" y="213"/>
                  </a:cubicBezTo>
                  <a:cubicBezTo>
                    <a:pt x="3410" y="213"/>
                    <a:pt x="2905" y="283"/>
                    <a:pt x="2395" y="426"/>
                  </a:cubicBezTo>
                  <a:cubicBezTo>
                    <a:pt x="2231" y="476"/>
                    <a:pt x="2062" y="502"/>
                    <a:pt x="1892" y="502"/>
                  </a:cubicBezTo>
                  <a:cubicBezTo>
                    <a:pt x="1637" y="502"/>
                    <a:pt x="1380" y="445"/>
                    <a:pt x="1135" y="331"/>
                  </a:cubicBezTo>
                  <a:lnTo>
                    <a:pt x="599" y="48"/>
                  </a:lnTo>
                  <a:cubicBezTo>
                    <a:pt x="546" y="21"/>
                    <a:pt x="487" y="12"/>
                    <a:pt x="427" y="12"/>
                  </a:cubicBezTo>
                  <a:cubicBezTo>
                    <a:pt x="345" y="12"/>
                    <a:pt x="262" y="30"/>
                    <a:pt x="189" y="48"/>
                  </a:cubicBezTo>
                  <a:cubicBezTo>
                    <a:pt x="95" y="111"/>
                    <a:pt x="0" y="237"/>
                    <a:pt x="0" y="394"/>
                  </a:cubicBezTo>
                  <a:lnTo>
                    <a:pt x="0" y="2883"/>
                  </a:lnTo>
                  <a:cubicBezTo>
                    <a:pt x="63" y="4931"/>
                    <a:pt x="1733" y="6601"/>
                    <a:pt x="3781" y="6601"/>
                  </a:cubicBezTo>
                  <a:lnTo>
                    <a:pt x="4443" y="6601"/>
                  </a:lnTo>
                  <a:cubicBezTo>
                    <a:pt x="5514" y="6601"/>
                    <a:pt x="6490" y="6128"/>
                    <a:pt x="7121" y="5278"/>
                  </a:cubicBezTo>
                  <a:cubicBezTo>
                    <a:pt x="7751" y="6128"/>
                    <a:pt x="8727" y="6601"/>
                    <a:pt x="9798" y="6601"/>
                  </a:cubicBezTo>
                  <a:lnTo>
                    <a:pt x="10460" y="6601"/>
                  </a:lnTo>
                  <a:cubicBezTo>
                    <a:pt x="12508" y="6601"/>
                    <a:pt x="14178" y="4931"/>
                    <a:pt x="14178" y="2883"/>
                  </a:cubicBezTo>
                  <a:lnTo>
                    <a:pt x="14178" y="394"/>
                  </a:lnTo>
                  <a:cubicBezTo>
                    <a:pt x="14178" y="237"/>
                    <a:pt x="14083" y="142"/>
                    <a:pt x="13989" y="48"/>
                  </a:cubicBezTo>
                  <a:cubicBezTo>
                    <a:pt x="13926" y="16"/>
                    <a:pt x="13855" y="1"/>
                    <a:pt x="137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86"/>
            <p:cNvSpPr/>
            <p:nvPr/>
          </p:nvSpPr>
          <p:spPr>
            <a:xfrm>
              <a:off x="-12161450" y="3503725"/>
              <a:ext cx="41775" cy="62250"/>
            </a:xfrm>
            <a:custGeom>
              <a:avLst/>
              <a:gdLst/>
              <a:ahLst/>
              <a:cxnLst/>
              <a:rect l="l" t="t" r="r" b="b"/>
              <a:pathLst>
                <a:path w="1671" h="2490" extrusionOk="0">
                  <a:moveTo>
                    <a:pt x="0" y="1"/>
                  </a:moveTo>
                  <a:lnTo>
                    <a:pt x="0" y="1670"/>
                  </a:lnTo>
                  <a:cubicBezTo>
                    <a:pt x="0" y="2143"/>
                    <a:pt x="378" y="2490"/>
                    <a:pt x="851" y="2490"/>
                  </a:cubicBezTo>
                  <a:cubicBezTo>
                    <a:pt x="1324" y="2490"/>
                    <a:pt x="1670" y="2143"/>
                    <a:pt x="1670" y="1670"/>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86"/>
            <p:cNvSpPr/>
            <p:nvPr/>
          </p:nvSpPr>
          <p:spPr>
            <a:xfrm>
              <a:off x="-12161450" y="3350150"/>
              <a:ext cx="41775" cy="133125"/>
            </a:xfrm>
            <a:custGeom>
              <a:avLst/>
              <a:gdLst/>
              <a:ahLst/>
              <a:cxnLst/>
              <a:rect l="l" t="t" r="r" b="b"/>
              <a:pathLst>
                <a:path w="1671" h="5325" extrusionOk="0">
                  <a:moveTo>
                    <a:pt x="0" y="0"/>
                  </a:moveTo>
                  <a:lnTo>
                    <a:pt x="0" y="5325"/>
                  </a:lnTo>
                  <a:lnTo>
                    <a:pt x="1670" y="5325"/>
                  </a:lnTo>
                  <a:lnTo>
                    <a:pt x="1670" y="1481"/>
                  </a:lnTo>
                  <a:cubicBezTo>
                    <a:pt x="1009" y="1103"/>
                    <a:pt x="441" y="630"/>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7" name="Google Shape;6887;p86"/>
          <p:cNvGrpSpPr/>
          <p:nvPr/>
        </p:nvGrpSpPr>
        <p:grpSpPr>
          <a:xfrm>
            <a:off x="6619629" y="1827581"/>
            <a:ext cx="355441" cy="356232"/>
            <a:chOff x="-12160675" y="3647875"/>
            <a:chExt cx="352900" cy="353650"/>
          </a:xfrm>
        </p:grpSpPr>
        <p:sp>
          <p:nvSpPr>
            <p:cNvPr id="6888" name="Google Shape;6888;p86"/>
            <p:cNvSpPr/>
            <p:nvPr/>
          </p:nvSpPr>
          <p:spPr>
            <a:xfrm>
              <a:off x="-12059850" y="3958975"/>
              <a:ext cx="149675" cy="42550"/>
            </a:xfrm>
            <a:custGeom>
              <a:avLst/>
              <a:gdLst/>
              <a:ahLst/>
              <a:cxnLst/>
              <a:rect l="l" t="t" r="r" b="b"/>
              <a:pathLst>
                <a:path w="5987" h="1702" extrusionOk="0">
                  <a:moveTo>
                    <a:pt x="1" y="0"/>
                  </a:moveTo>
                  <a:lnTo>
                    <a:pt x="1009" y="1481"/>
                  </a:lnTo>
                  <a:cubicBezTo>
                    <a:pt x="1072" y="1607"/>
                    <a:pt x="1198" y="1702"/>
                    <a:pt x="1355" y="1702"/>
                  </a:cubicBezTo>
                  <a:lnTo>
                    <a:pt x="4663" y="1702"/>
                  </a:lnTo>
                  <a:cubicBezTo>
                    <a:pt x="4821" y="1702"/>
                    <a:pt x="4947" y="1607"/>
                    <a:pt x="5010" y="1481"/>
                  </a:cubicBezTo>
                  <a:lnTo>
                    <a:pt x="59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86"/>
            <p:cNvSpPr/>
            <p:nvPr/>
          </p:nvSpPr>
          <p:spPr>
            <a:xfrm>
              <a:off x="-11850350" y="3749475"/>
              <a:ext cx="42575" cy="149675"/>
            </a:xfrm>
            <a:custGeom>
              <a:avLst/>
              <a:gdLst/>
              <a:ahLst/>
              <a:cxnLst/>
              <a:rect l="l" t="t" r="r" b="b"/>
              <a:pathLst>
                <a:path w="1703" h="5987" extrusionOk="0">
                  <a:moveTo>
                    <a:pt x="1" y="0"/>
                  </a:moveTo>
                  <a:lnTo>
                    <a:pt x="1" y="5986"/>
                  </a:lnTo>
                  <a:lnTo>
                    <a:pt x="1513" y="4978"/>
                  </a:lnTo>
                  <a:cubicBezTo>
                    <a:pt x="1639" y="4915"/>
                    <a:pt x="1702" y="4789"/>
                    <a:pt x="1702" y="4631"/>
                  </a:cubicBezTo>
                  <a:lnTo>
                    <a:pt x="1702" y="1323"/>
                  </a:lnTo>
                  <a:cubicBezTo>
                    <a:pt x="1702" y="1166"/>
                    <a:pt x="1639" y="1040"/>
                    <a:pt x="1513" y="977"/>
                  </a:cubicBez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86"/>
            <p:cNvSpPr/>
            <p:nvPr/>
          </p:nvSpPr>
          <p:spPr>
            <a:xfrm>
              <a:off x="-12059850" y="3647875"/>
              <a:ext cx="148875" cy="42550"/>
            </a:xfrm>
            <a:custGeom>
              <a:avLst/>
              <a:gdLst/>
              <a:ahLst/>
              <a:cxnLst/>
              <a:rect l="l" t="t" r="r" b="b"/>
              <a:pathLst>
                <a:path w="5955" h="1702" extrusionOk="0">
                  <a:moveTo>
                    <a:pt x="1355" y="0"/>
                  </a:moveTo>
                  <a:cubicBezTo>
                    <a:pt x="1198" y="0"/>
                    <a:pt x="1072" y="63"/>
                    <a:pt x="977" y="189"/>
                  </a:cubicBezTo>
                  <a:lnTo>
                    <a:pt x="1" y="1701"/>
                  </a:lnTo>
                  <a:lnTo>
                    <a:pt x="5955" y="1701"/>
                  </a:lnTo>
                  <a:lnTo>
                    <a:pt x="4978" y="189"/>
                  </a:lnTo>
                  <a:cubicBezTo>
                    <a:pt x="4947" y="63"/>
                    <a:pt x="4821" y="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86"/>
            <p:cNvSpPr/>
            <p:nvPr/>
          </p:nvSpPr>
          <p:spPr>
            <a:xfrm>
              <a:off x="-12160675" y="3750250"/>
              <a:ext cx="41775" cy="148900"/>
            </a:xfrm>
            <a:custGeom>
              <a:avLst/>
              <a:gdLst/>
              <a:ahLst/>
              <a:cxnLst/>
              <a:rect l="l" t="t" r="r" b="b"/>
              <a:pathLst>
                <a:path w="1671" h="5956" extrusionOk="0">
                  <a:moveTo>
                    <a:pt x="1671" y="1"/>
                  </a:moveTo>
                  <a:lnTo>
                    <a:pt x="190" y="977"/>
                  </a:lnTo>
                  <a:cubicBezTo>
                    <a:pt x="64" y="1040"/>
                    <a:pt x="1" y="1166"/>
                    <a:pt x="1" y="1324"/>
                  </a:cubicBezTo>
                  <a:lnTo>
                    <a:pt x="1" y="4632"/>
                  </a:lnTo>
                  <a:cubicBezTo>
                    <a:pt x="1" y="4789"/>
                    <a:pt x="64" y="4915"/>
                    <a:pt x="190" y="4978"/>
                  </a:cubicBezTo>
                  <a:lnTo>
                    <a:pt x="1671" y="5955"/>
                  </a:lnTo>
                  <a:lnTo>
                    <a:pt x="16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86"/>
            <p:cNvSpPr/>
            <p:nvPr/>
          </p:nvSpPr>
          <p:spPr>
            <a:xfrm>
              <a:off x="-12099225" y="3710875"/>
              <a:ext cx="228425" cy="226200"/>
            </a:xfrm>
            <a:custGeom>
              <a:avLst/>
              <a:gdLst/>
              <a:ahLst/>
              <a:cxnLst/>
              <a:rect l="l" t="t" r="r" b="b"/>
              <a:pathLst>
                <a:path w="9137" h="9048" extrusionOk="0">
                  <a:moveTo>
                    <a:pt x="4569" y="820"/>
                  </a:moveTo>
                  <a:cubicBezTo>
                    <a:pt x="6616" y="820"/>
                    <a:pt x="8318" y="2489"/>
                    <a:pt x="8318" y="4537"/>
                  </a:cubicBezTo>
                  <a:cubicBezTo>
                    <a:pt x="8318" y="6553"/>
                    <a:pt x="6616" y="8255"/>
                    <a:pt x="4569" y="8255"/>
                  </a:cubicBezTo>
                  <a:cubicBezTo>
                    <a:pt x="2521" y="8255"/>
                    <a:pt x="882" y="6616"/>
                    <a:pt x="882" y="4537"/>
                  </a:cubicBezTo>
                  <a:cubicBezTo>
                    <a:pt x="882" y="2426"/>
                    <a:pt x="2521" y="820"/>
                    <a:pt x="4569" y="820"/>
                  </a:cubicBezTo>
                  <a:close/>
                  <a:moveTo>
                    <a:pt x="1260" y="0"/>
                  </a:moveTo>
                  <a:cubicBezTo>
                    <a:pt x="599" y="0"/>
                    <a:pt x="0" y="536"/>
                    <a:pt x="0" y="1229"/>
                  </a:cubicBezTo>
                  <a:lnTo>
                    <a:pt x="0" y="7845"/>
                  </a:lnTo>
                  <a:cubicBezTo>
                    <a:pt x="0" y="8507"/>
                    <a:pt x="567" y="9042"/>
                    <a:pt x="1260" y="9042"/>
                  </a:cubicBezTo>
                  <a:lnTo>
                    <a:pt x="7877" y="9042"/>
                  </a:lnTo>
                  <a:cubicBezTo>
                    <a:pt x="7910" y="9046"/>
                    <a:pt x="7944" y="9047"/>
                    <a:pt x="7977" y="9047"/>
                  </a:cubicBezTo>
                  <a:cubicBezTo>
                    <a:pt x="8598" y="9047"/>
                    <a:pt x="9137" y="8503"/>
                    <a:pt x="9137" y="7845"/>
                  </a:cubicBezTo>
                  <a:lnTo>
                    <a:pt x="9137" y="1229"/>
                  </a:lnTo>
                  <a:cubicBezTo>
                    <a:pt x="9137" y="536"/>
                    <a:pt x="8601" y="0"/>
                    <a:pt x="78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86"/>
            <p:cNvSpPr/>
            <p:nvPr/>
          </p:nvSpPr>
          <p:spPr>
            <a:xfrm>
              <a:off x="-12056700" y="3751825"/>
              <a:ext cx="144950" cy="144950"/>
            </a:xfrm>
            <a:custGeom>
              <a:avLst/>
              <a:gdLst/>
              <a:ahLst/>
              <a:cxnLst/>
              <a:rect l="l" t="t" r="r" b="b"/>
              <a:pathLst>
                <a:path w="5798" h="5798" extrusionOk="0">
                  <a:moveTo>
                    <a:pt x="2868" y="788"/>
                  </a:moveTo>
                  <a:cubicBezTo>
                    <a:pt x="4033" y="788"/>
                    <a:pt x="4947" y="1733"/>
                    <a:pt x="4947" y="2899"/>
                  </a:cubicBezTo>
                  <a:cubicBezTo>
                    <a:pt x="4947" y="4033"/>
                    <a:pt x="4033" y="4978"/>
                    <a:pt x="2868" y="4978"/>
                  </a:cubicBezTo>
                  <a:cubicBezTo>
                    <a:pt x="1733" y="4978"/>
                    <a:pt x="788" y="4033"/>
                    <a:pt x="788" y="2899"/>
                  </a:cubicBezTo>
                  <a:cubicBezTo>
                    <a:pt x="788" y="1733"/>
                    <a:pt x="1733" y="788"/>
                    <a:pt x="2868" y="788"/>
                  </a:cubicBezTo>
                  <a:close/>
                  <a:moveTo>
                    <a:pt x="2868" y="1"/>
                  </a:moveTo>
                  <a:cubicBezTo>
                    <a:pt x="1261" y="1"/>
                    <a:pt x="1" y="1324"/>
                    <a:pt x="1" y="2899"/>
                  </a:cubicBezTo>
                  <a:cubicBezTo>
                    <a:pt x="1" y="4506"/>
                    <a:pt x="1292" y="5798"/>
                    <a:pt x="2868" y="5798"/>
                  </a:cubicBezTo>
                  <a:cubicBezTo>
                    <a:pt x="4474" y="5798"/>
                    <a:pt x="5797" y="4506"/>
                    <a:pt x="5797" y="2899"/>
                  </a:cubicBezTo>
                  <a:cubicBezTo>
                    <a:pt x="5797" y="1324"/>
                    <a:pt x="4474" y="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86"/>
            <p:cNvSpPr/>
            <p:nvPr/>
          </p:nvSpPr>
          <p:spPr>
            <a:xfrm>
              <a:off x="-12016525" y="3792775"/>
              <a:ext cx="63025" cy="63050"/>
            </a:xfrm>
            <a:custGeom>
              <a:avLst/>
              <a:gdLst/>
              <a:ahLst/>
              <a:cxnLst/>
              <a:rect l="l" t="t" r="r" b="b"/>
              <a:pathLst>
                <a:path w="2521" h="2522" extrusionOk="0">
                  <a:moveTo>
                    <a:pt x="1261" y="1"/>
                  </a:moveTo>
                  <a:cubicBezTo>
                    <a:pt x="567" y="1"/>
                    <a:pt x="0" y="537"/>
                    <a:pt x="0" y="1261"/>
                  </a:cubicBezTo>
                  <a:cubicBezTo>
                    <a:pt x="0" y="1954"/>
                    <a:pt x="567" y="2521"/>
                    <a:pt x="1261" y="2521"/>
                  </a:cubicBezTo>
                  <a:cubicBezTo>
                    <a:pt x="1954" y="2521"/>
                    <a:pt x="2521" y="1954"/>
                    <a:pt x="2521" y="1261"/>
                  </a:cubicBezTo>
                  <a:cubicBezTo>
                    <a:pt x="2521" y="537"/>
                    <a:pt x="1954"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95" name="Google Shape;6895;p86"/>
          <p:cNvGrpSpPr/>
          <p:nvPr/>
        </p:nvGrpSpPr>
        <p:grpSpPr>
          <a:xfrm>
            <a:off x="6630345" y="2272036"/>
            <a:ext cx="354635" cy="356232"/>
            <a:chOff x="-12160675" y="4081850"/>
            <a:chExt cx="352100" cy="353650"/>
          </a:xfrm>
        </p:grpSpPr>
        <p:sp>
          <p:nvSpPr>
            <p:cNvPr id="6896" name="Google Shape;6896;p86"/>
            <p:cNvSpPr/>
            <p:nvPr/>
          </p:nvSpPr>
          <p:spPr>
            <a:xfrm>
              <a:off x="-12014950" y="4081850"/>
              <a:ext cx="61450" cy="62275"/>
            </a:xfrm>
            <a:custGeom>
              <a:avLst/>
              <a:gdLst/>
              <a:ahLst/>
              <a:cxnLst/>
              <a:rect l="l" t="t" r="r" b="b"/>
              <a:pathLst>
                <a:path w="2458" h="2491" extrusionOk="0">
                  <a:moveTo>
                    <a:pt x="1198" y="0"/>
                  </a:moveTo>
                  <a:cubicBezTo>
                    <a:pt x="536" y="0"/>
                    <a:pt x="0" y="599"/>
                    <a:pt x="0" y="1260"/>
                  </a:cubicBezTo>
                  <a:cubicBezTo>
                    <a:pt x="0" y="1922"/>
                    <a:pt x="536" y="2489"/>
                    <a:pt x="1198" y="2489"/>
                  </a:cubicBezTo>
                  <a:cubicBezTo>
                    <a:pt x="1216" y="2490"/>
                    <a:pt x="1235" y="2490"/>
                    <a:pt x="1253" y="2490"/>
                  </a:cubicBezTo>
                  <a:cubicBezTo>
                    <a:pt x="1892" y="2490"/>
                    <a:pt x="2458" y="1965"/>
                    <a:pt x="2458" y="1260"/>
                  </a:cubicBezTo>
                  <a:cubicBezTo>
                    <a:pt x="2458" y="599"/>
                    <a:pt x="1922" y="0"/>
                    <a:pt x="11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86"/>
            <p:cNvSpPr/>
            <p:nvPr/>
          </p:nvSpPr>
          <p:spPr>
            <a:xfrm>
              <a:off x="-12077175" y="4352000"/>
              <a:ext cx="186700" cy="83500"/>
            </a:xfrm>
            <a:custGeom>
              <a:avLst/>
              <a:gdLst/>
              <a:ahLst/>
              <a:cxnLst/>
              <a:rect l="l" t="t" r="r" b="b"/>
              <a:pathLst>
                <a:path w="7468" h="3340" extrusionOk="0">
                  <a:moveTo>
                    <a:pt x="1639" y="0"/>
                  </a:moveTo>
                  <a:cubicBezTo>
                    <a:pt x="1166" y="0"/>
                    <a:pt x="820" y="347"/>
                    <a:pt x="820" y="819"/>
                  </a:cubicBezTo>
                  <a:lnTo>
                    <a:pt x="820" y="1670"/>
                  </a:lnTo>
                  <a:cubicBezTo>
                    <a:pt x="347" y="1670"/>
                    <a:pt x="0" y="2048"/>
                    <a:pt x="0" y="2521"/>
                  </a:cubicBezTo>
                  <a:lnTo>
                    <a:pt x="0" y="2899"/>
                  </a:lnTo>
                  <a:cubicBezTo>
                    <a:pt x="0" y="3151"/>
                    <a:pt x="189" y="3340"/>
                    <a:pt x="410" y="3340"/>
                  </a:cubicBezTo>
                  <a:lnTo>
                    <a:pt x="7026" y="3340"/>
                  </a:lnTo>
                  <a:cubicBezTo>
                    <a:pt x="7278" y="3340"/>
                    <a:pt x="7467" y="3151"/>
                    <a:pt x="7467" y="2899"/>
                  </a:cubicBezTo>
                  <a:lnTo>
                    <a:pt x="7467" y="2521"/>
                  </a:lnTo>
                  <a:cubicBezTo>
                    <a:pt x="7467" y="2048"/>
                    <a:pt x="7121" y="1670"/>
                    <a:pt x="6648" y="1670"/>
                  </a:cubicBezTo>
                  <a:lnTo>
                    <a:pt x="6648" y="819"/>
                  </a:lnTo>
                  <a:cubicBezTo>
                    <a:pt x="6616" y="347"/>
                    <a:pt x="6207" y="0"/>
                    <a:pt x="57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86"/>
            <p:cNvSpPr/>
            <p:nvPr/>
          </p:nvSpPr>
          <p:spPr>
            <a:xfrm>
              <a:off x="-11911775" y="4186000"/>
              <a:ext cx="103200" cy="101425"/>
            </a:xfrm>
            <a:custGeom>
              <a:avLst/>
              <a:gdLst/>
              <a:ahLst/>
              <a:cxnLst/>
              <a:rect l="l" t="t" r="r" b="b"/>
              <a:pathLst>
                <a:path w="4128" h="4057" extrusionOk="0">
                  <a:moveTo>
                    <a:pt x="2060" y="1"/>
                  </a:moveTo>
                  <a:cubicBezTo>
                    <a:pt x="1914" y="1"/>
                    <a:pt x="1765" y="72"/>
                    <a:pt x="1670" y="213"/>
                  </a:cubicBezTo>
                  <a:lnTo>
                    <a:pt x="1198" y="1190"/>
                  </a:lnTo>
                  <a:lnTo>
                    <a:pt x="221" y="1663"/>
                  </a:lnTo>
                  <a:cubicBezTo>
                    <a:pt x="63" y="1757"/>
                    <a:pt x="0" y="1852"/>
                    <a:pt x="0" y="2009"/>
                  </a:cubicBezTo>
                  <a:cubicBezTo>
                    <a:pt x="0" y="2167"/>
                    <a:pt x="63" y="2324"/>
                    <a:pt x="221" y="2356"/>
                  </a:cubicBezTo>
                  <a:lnTo>
                    <a:pt x="1198" y="2828"/>
                  </a:lnTo>
                  <a:lnTo>
                    <a:pt x="1670" y="3836"/>
                  </a:lnTo>
                  <a:cubicBezTo>
                    <a:pt x="1765" y="3994"/>
                    <a:pt x="1891" y="4057"/>
                    <a:pt x="2048" y="4057"/>
                  </a:cubicBezTo>
                  <a:cubicBezTo>
                    <a:pt x="2206" y="4057"/>
                    <a:pt x="2363" y="3994"/>
                    <a:pt x="2395" y="3836"/>
                  </a:cubicBezTo>
                  <a:lnTo>
                    <a:pt x="2867" y="2828"/>
                  </a:lnTo>
                  <a:lnTo>
                    <a:pt x="3907" y="2356"/>
                  </a:lnTo>
                  <a:cubicBezTo>
                    <a:pt x="4065" y="2293"/>
                    <a:pt x="4128" y="2167"/>
                    <a:pt x="4128" y="2009"/>
                  </a:cubicBezTo>
                  <a:cubicBezTo>
                    <a:pt x="4128" y="1852"/>
                    <a:pt x="4033" y="1757"/>
                    <a:pt x="3939" y="1663"/>
                  </a:cubicBezTo>
                  <a:lnTo>
                    <a:pt x="2899" y="1190"/>
                  </a:lnTo>
                  <a:lnTo>
                    <a:pt x="2426" y="213"/>
                  </a:lnTo>
                  <a:cubicBezTo>
                    <a:pt x="2348" y="72"/>
                    <a:pt x="2206" y="1"/>
                    <a:pt x="20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86"/>
            <p:cNvSpPr/>
            <p:nvPr/>
          </p:nvSpPr>
          <p:spPr>
            <a:xfrm>
              <a:off x="-12160675" y="4186000"/>
              <a:ext cx="104000" cy="101425"/>
            </a:xfrm>
            <a:custGeom>
              <a:avLst/>
              <a:gdLst/>
              <a:ahLst/>
              <a:cxnLst/>
              <a:rect l="l" t="t" r="r" b="b"/>
              <a:pathLst>
                <a:path w="4160" h="4057" extrusionOk="0">
                  <a:moveTo>
                    <a:pt x="2092" y="1"/>
                  </a:moveTo>
                  <a:cubicBezTo>
                    <a:pt x="1946" y="1"/>
                    <a:pt x="1797" y="72"/>
                    <a:pt x="1702" y="213"/>
                  </a:cubicBezTo>
                  <a:lnTo>
                    <a:pt x="1230" y="1190"/>
                  </a:lnTo>
                  <a:lnTo>
                    <a:pt x="221" y="1663"/>
                  </a:lnTo>
                  <a:cubicBezTo>
                    <a:pt x="64" y="1757"/>
                    <a:pt x="1" y="1852"/>
                    <a:pt x="1" y="2009"/>
                  </a:cubicBezTo>
                  <a:cubicBezTo>
                    <a:pt x="1" y="2167"/>
                    <a:pt x="64" y="2324"/>
                    <a:pt x="221" y="2387"/>
                  </a:cubicBezTo>
                  <a:lnTo>
                    <a:pt x="1230" y="2860"/>
                  </a:lnTo>
                  <a:lnTo>
                    <a:pt x="1702" y="3836"/>
                  </a:lnTo>
                  <a:cubicBezTo>
                    <a:pt x="1797" y="3994"/>
                    <a:pt x="1923" y="4057"/>
                    <a:pt x="2080" y="4057"/>
                  </a:cubicBezTo>
                  <a:cubicBezTo>
                    <a:pt x="2238" y="4057"/>
                    <a:pt x="2395" y="3994"/>
                    <a:pt x="2427" y="3836"/>
                  </a:cubicBezTo>
                  <a:lnTo>
                    <a:pt x="2899" y="2860"/>
                  </a:lnTo>
                  <a:lnTo>
                    <a:pt x="3876" y="2387"/>
                  </a:lnTo>
                  <a:cubicBezTo>
                    <a:pt x="4034" y="2324"/>
                    <a:pt x="4160" y="2167"/>
                    <a:pt x="4160" y="2009"/>
                  </a:cubicBezTo>
                  <a:cubicBezTo>
                    <a:pt x="4160" y="1852"/>
                    <a:pt x="4065" y="1694"/>
                    <a:pt x="3939" y="1663"/>
                  </a:cubicBezTo>
                  <a:lnTo>
                    <a:pt x="2931" y="1190"/>
                  </a:lnTo>
                  <a:lnTo>
                    <a:pt x="2458" y="213"/>
                  </a:lnTo>
                  <a:cubicBezTo>
                    <a:pt x="2380" y="72"/>
                    <a:pt x="2238" y="1"/>
                    <a:pt x="20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86"/>
            <p:cNvSpPr/>
            <p:nvPr/>
          </p:nvSpPr>
          <p:spPr>
            <a:xfrm>
              <a:off x="-12049600" y="4144075"/>
              <a:ext cx="127600" cy="67750"/>
            </a:xfrm>
            <a:custGeom>
              <a:avLst/>
              <a:gdLst/>
              <a:ahLst/>
              <a:cxnLst/>
              <a:rect l="l" t="t" r="r" b="b"/>
              <a:pathLst>
                <a:path w="5104" h="2710" extrusionOk="0">
                  <a:moveTo>
                    <a:pt x="851" y="0"/>
                  </a:moveTo>
                  <a:cubicBezTo>
                    <a:pt x="819" y="32"/>
                    <a:pt x="662" y="63"/>
                    <a:pt x="599" y="189"/>
                  </a:cubicBezTo>
                  <a:cubicBezTo>
                    <a:pt x="63" y="945"/>
                    <a:pt x="0" y="1890"/>
                    <a:pt x="347" y="2710"/>
                  </a:cubicBezTo>
                  <a:lnTo>
                    <a:pt x="2394" y="1670"/>
                  </a:lnTo>
                  <a:cubicBezTo>
                    <a:pt x="2426" y="1638"/>
                    <a:pt x="2521" y="1638"/>
                    <a:pt x="2552" y="1638"/>
                  </a:cubicBezTo>
                  <a:cubicBezTo>
                    <a:pt x="2647" y="1638"/>
                    <a:pt x="2678" y="1638"/>
                    <a:pt x="2710" y="1670"/>
                  </a:cubicBezTo>
                  <a:lnTo>
                    <a:pt x="4757" y="2710"/>
                  </a:lnTo>
                  <a:cubicBezTo>
                    <a:pt x="5104" y="1890"/>
                    <a:pt x="5041" y="945"/>
                    <a:pt x="4537" y="189"/>
                  </a:cubicBezTo>
                  <a:cubicBezTo>
                    <a:pt x="4442" y="63"/>
                    <a:pt x="4316" y="0"/>
                    <a:pt x="41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86"/>
            <p:cNvSpPr/>
            <p:nvPr/>
          </p:nvSpPr>
          <p:spPr>
            <a:xfrm>
              <a:off x="-12033850" y="4212600"/>
              <a:ext cx="99250" cy="118150"/>
            </a:xfrm>
            <a:custGeom>
              <a:avLst/>
              <a:gdLst/>
              <a:ahLst/>
              <a:cxnLst/>
              <a:rect l="l" t="t" r="r" b="b"/>
              <a:pathLst>
                <a:path w="3970" h="4726" extrusionOk="0">
                  <a:moveTo>
                    <a:pt x="1575" y="0"/>
                  </a:moveTo>
                  <a:lnTo>
                    <a:pt x="0" y="788"/>
                  </a:lnTo>
                  <a:lnTo>
                    <a:pt x="662" y="4726"/>
                  </a:lnTo>
                  <a:lnTo>
                    <a:pt x="3308" y="4726"/>
                  </a:lnTo>
                  <a:lnTo>
                    <a:pt x="3970" y="788"/>
                  </a:lnTo>
                  <a:lnTo>
                    <a:pt x="2395" y="0"/>
                  </a:lnTo>
                  <a:lnTo>
                    <a:pt x="2395" y="1827"/>
                  </a:lnTo>
                  <a:cubicBezTo>
                    <a:pt x="2395" y="2048"/>
                    <a:pt x="2206" y="2268"/>
                    <a:pt x="1954" y="2268"/>
                  </a:cubicBezTo>
                  <a:cubicBezTo>
                    <a:pt x="1733" y="2268"/>
                    <a:pt x="1575" y="2048"/>
                    <a:pt x="1575" y="1827"/>
                  </a:cubicBezTo>
                  <a:lnTo>
                    <a:pt x="15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2" name="Google Shape;6902;p86"/>
          <p:cNvGrpSpPr/>
          <p:nvPr/>
        </p:nvGrpSpPr>
        <p:grpSpPr>
          <a:xfrm>
            <a:off x="4835311" y="2746480"/>
            <a:ext cx="355416" cy="355652"/>
            <a:chOff x="-10391650" y="3180600"/>
            <a:chExt cx="352875" cy="353075"/>
          </a:xfrm>
        </p:grpSpPr>
        <p:sp>
          <p:nvSpPr>
            <p:cNvPr id="6903" name="Google Shape;6903;p86"/>
            <p:cNvSpPr/>
            <p:nvPr/>
          </p:nvSpPr>
          <p:spPr>
            <a:xfrm>
              <a:off x="-10390875" y="3263500"/>
              <a:ext cx="352100" cy="42550"/>
            </a:xfrm>
            <a:custGeom>
              <a:avLst/>
              <a:gdLst/>
              <a:ahLst/>
              <a:cxnLst/>
              <a:rect l="l" t="t" r="r" b="b"/>
              <a:pathLst>
                <a:path w="14084" h="1702" extrusionOk="0">
                  <a:moveTo>
                    <a:pt x="820" y="1"/>
                  </a:moveTo>
                  <a:cubicBezTo>
                    <a:pt x="347" y="1"/>
                    <a:pt x="1" y="379"/>
                    <a:pt x="1" y="851"/>
                  </a:cubicBezTo>
                  <a:lnTo>
                    <a:pt x="1" y="1261"/>
                  </a:lnTo>
                  <a:cubicBezTo>
                    <a:pt x="1" y="1513"/>
                    <a:pt x="190" y="1702"/>
                    <a:pt x="410" y="1702"/>
                  </a:cubicBezTo>
                  <a:lnTo>
                    <a:pt x="13674" y="1702"/>
                  </a:lnTo>
                  <a:cubicBezTo>
                    <a:pt x="13894" y="1702"/>
                    <a:pt x="14083" y="1513"/>
                    <a:pt x="14083" y="1261"/>
                  </a:cubicBezTo>
                  <a:lnTo>
                    <a:pt x="14083" y="851"/>
                  </a:lnTo>
                  <a:cubicBezTo>
                    <a:pt x="14083" y="410"/>
                    <a:pt x="13705" y="1"/>
                    <a:pt x="132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86"/>
            <p:cNvSpPr/>
            <p:nvPr/>
          </p:nvSpPr>
          <p:spPr>
            <a:xfrm>
              <a:off x="-10391650" y="3451750"/>
              <a:ext cx="352875" cy="81925"/>
            </a:xfrm>
            <a:custGeom>
              <a:avLst/>
              <a:gdLst/>
              <a:ahLst/>
              <a:cxnLst/>
              <a:rect l="l" t="t" r="r" b="b"/>
              <a:pathLst>
                <a:path w="14115" h="3277" extrusionOk="0">
                  <a:moveTo>
                    <a:pt x="2079" y="0"/>
                  </a:moveTo>
                  <a:cubicBezTo>
                    <a:pt x="1418" y="0"/>
                    <a:pt x="819" y="536"/>
                    <a:pt x="819" y="1229"/>
                  </a:cubicBezTo>
                  <a:lnTo>
                    <a:pt x="819" y="1607"/>
                  </a:lnTo>
                  <a:cubicBezTo>
                    <a:pt x="347" y="1607"/>
                    <a:pt x="0" y="1954"/>
                    <a:pt x="0" y="2458"/>
                  </a:cubicBezTo>
                  <a:lnTo>
                    <a:pt x="0" y="2867"/>
                  </a:lnTo>
                  <a:cubicBezTo>
                    <a:pt x="0" y="3119"/>
                    <a:pt x="189" y="3277"/>
                    <a:pt x="378" y="3277"/>
                  </a:cubicBezTo>
                  <a:lnTo>
                    <a:pt x="13642" y="3277"/>
                  </a:lnTo>
                  <a:cubicBezTo>
                    <a:pt x="13894" y="3277"/>
                    <a:pt x="14083" y="3088"/>
                    <a:pt x="14083" y="2867"/>
                  </a:cubicBezTo>
                  <a:lnTo>
                    <a:pt x="14083" y="2458"/>
                  </a:lnTo>
                  <a:cubicBezTo>
                    <a:pt x="14114" y="1954"/>
                    <a:pt x="13736" y="1607"/>
                    <a:pt x="13295" y="1607"/>
                  </a:cubicBezTo>
                  <a:lnTo>
                    <a:pt x="13295" y="1229"/>
                  </a:lnTo>
                  <a:cubicBezTo>
                    <a:pt x="13295" y="567"/>
                    <a:pt x="12760" y="0"/>
                    <a:pt x="12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86"/>
            <p:cNvSpPr/>
            <p:nvPr/>
          </p:nvSpPr>
          <p:spPr>
            <a:xfrm>
              <a:off x="-10327075" y="3180600"/>
              <a:ext cx="223700" cy="62450"/>
            </a:xfrm>
            <a:custGeom>
              <a:avLst/>
              <a:gdLst/>
              <a:ahLst/>
              <a:cxnLst/>
              <a:rect l="l" t="t" r="r" b="b"/>
              <a:pathLst>
                <a:path w="8948" h="2498" extrusionOk="0">
                  <a:moveTo>
                    <a:pt x="4490" y="1"/>
                  </a:moveTo>
                  <a:cubicBezTo>
                    <a:pt x="4419" y="1"/>
                    <a:pt x="4348" y="24"/>
                    <a:pt x="4285" y="72"/>
                  </a:cubicBezTo>
                  <a:lnTo>
                    <a:pt x="0" y="2498"/>
                  </a:lnTo>
                  <a:lnTo>
                    <a:pt x="8948" y="2498"/>
                  </a:lnTo>
                  <a:lnTo>
                    <a:pt x="4695" y="72"/>
                  </a:lnTo>
                  <a:cubicBezTo>
                    <a:pt x="4632" y="24"/>
                    <a:pt x="4561" y="1"/>
                    <a:pt x="4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86"/>
            <p:cNvSpPr/>
            <p:nvPr/>
          </p:nvSpPr>
          <p:spPr>
            <a:xfrm>
              <a:off x="-10245950" y="3325725"/>
              <a:ext cx="61450" cy="104775"/>
            </a:xfrm>
            <a:custGeom>
              <a:avLst/>
              <a:gdLst/>
              <a:ahLst/>
              <a:cxnLst/>
              <a:rect l="l" t="t" r="r" b="b"/>
              <a:pathLst>
                <a:path w="2458" h="4191" extrusionOk="0">
                  <a:moveTo>
                    <a:pt x="0" y="1"/>
                  </a:moveTo>
                  <a:lnTo>
                    <a:pt x="0" y="4191"/>
                  </a:lnTo>
                  <a:lnTo>
                    <a:pt x="2458" y="4191"/>
                  </a:lnTo>
                  <a:lnTo>
                    <a:pt x="24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86"/>
            <p:cNvSpPr/>
            <p:nvPr/>
          </p:nvSpPr>
          <p:spPr>
            <a:xfrm>
              <a:off x="-10142775" y="3325725"/>
              <a:ext cx="63025" cy="104775"/>
            </a:xfrm>
            <a:custGeom>
              <a:avLst/>
              <a:gdLst/>
              <a:ahLst/>
              <a:cxnLst/>
              <a:rect l="l" t="t" r="r" b="b"/>
              <a:pathLst>
                <a:path w="2521" h="4191" extrusionOk="0">
                  <a:moveTo>
                    <a:pt x="1" y="1"/>
                  </a:moveTo>
                  <a:lnTo>
                    <a:pt x="1" y="4191"/>
                  </a:lnTo>
                  <a:lnTo>
                    <a:pt x="2521" y="4191"/>
                  </a:lnTo>
                  <a:lnTo>
                    <a:pt x="252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86"/>
            <p:cNvSpPr/>
            <p:nvPr/>
          </p:nvSpPr>
          <p:spPr>
            <a:xfrm>
              <a:off x="-10350700" y="3325725"/>
              <a:ext cx="62250" cy="104775"/>
            </a:xfrm>
            <a:custGeom>
              <a:avLst/>
              <a:gdLst/>
              <a:ahLst/>
              <a:cxnLst/>
              <a:rect l="l" t="t" r="r" b="b"/>
              <a:pathLst>
                <a:path w="2490" h="4191" extrusionOk="0">
                  <a:moveTo>
                    <a:pt x="0" y="1"/>
                  </a:moveTo>
                  <a:lnTo>
                    <a:pt x="0" y="4191"/>
                  </a:lnTo>
                  <a:lnTo>
                    <a:pt x="2489" y="4191"/>
                  </a:lnTo>
                  <a:lnTo>
                    <a:pt x="24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9" name="Google Shape;6909;p86"/>
          <p:cNvGrpSpPr/>
          <p:nvPr/>
        </p:nvGrpSpPr>
        <p:grpSpPr>
          <a:xfrm>
            <a:off x="4835310" y="3223278"/>
            <a:ext cx="354635" cy="353890"/>
            <a:chOff x="-10390875" y="3616350"/>
            <a:chExt cx="352100" cy="351325"/>
          </a:xfrm>
        </p:grpSpPr>
        <p:sp>
          <p:nvSpPr>
            <p:cNvPr id="6910" name="Google Shape;6910;p86"/>
            <p:cNvSpPr/>
            <p:nvPr/>
          </p:nvSpPr>
          <p:spPr>
            <a:xfrm>
              <a:off x="-10308950" y="3780175"/>
              <a:ext cx="186675" cy="104800"/>
            </a:xfrm>
            <a:custGeom>
              <a:avLst/>
              <a:gdLst/>
              <a:ahLst/>
              <a:cxnLst/>
              <a:rect l="l" t="t" r="r" b="b"/>
              <a:pathLst>
                <a:path w="7467" h="4192" extrusionOk="0">
                  <a:moveTo>
                    <a:pt x="0" y="1"/>
                  </a:moveTo>
                  <a:lnTo>
                    <a:pt x="0" y="4191"/>
                  </a:lnTo>
                  <a:lnTo>
                    <a:pt x="7467" y="4191"/>
                  </a:lnTo>
                  <a:lnTo>
                    <a:pt x="7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86"/>
            <p:cNvSpPr/>
            <p:nvPr/>
          </p:nvSpPr>
          <p:spPr>
            <a:xfrm>
              <a:off x="-10390875" y="3698275"/>
              <a:ext cx="352100" cy="269400"/>
            </a:xfrm>
            <a:custGeom>
              <a:avLst/>
              <a:gdLst/>
              <a:ahLst/>
              <a:cxnLst/>
              <a:rect l="l" t="t" r="r" b="b"/>
              <a:pathLst>
                <a:path w="14084" h="10776" extrusionOk="0">
                  <a:moveTo>
                    <a:pt x="11216" y="2426"/>
                  </a:moveTo>
                  <a:cubicBezTo>
                    <a:pt x="11468" y="2426"/>
                    <a:pt x="11626" y="2615"/>
                    <a:pt x="11626" y="2867"/>
                  </a:cubicBezTo>
                  <a:lnTo>
                    <a:pt x="11626" y="7845"/>
                  </a:lnTo>
                  <a:cubicBezTo>
                    <a:pt x="11626" y="8097"/>
                    <a:pt x="11437" y="8255"/>
                    <a:pt x="11216" y="8255"/>
                  </a:cubicBezTo>
                  <a:lnTo>
                    <a:pt x="2931" y="8255"/>
                  </a:lnTo>
                  <a:cubicBezTo>
                    <a:pt x="2678" y="8255"/>
                    <a:pt x="2489" y="8066"/>
                    <a:pt x="2489" y="7845"/>
                  </a:cubicBezTo>
                  <a:lnTo>
                    <a:pt x="2489" y="2867"/>
                  </a:lnTo>
                  <a:cubicBezTo>
                    <a:pt x="2489" y="2615"/>
                    <a:pt x="2678" y="2426"/>
                    <a:pt x="2931" y="2426"/>
                  </a:cubicBezTo>
                  <a:close/>
                  <a:moveTo>
                    <a:pt x="1670" y="0"/>
                  </a:moveTo>
                  <a:cubicBezTo>
                    <a:pt x="757" y="0"/>
                    <a:pt x="1" y="725"/>
                    <a:pt x="1" y="1639"/>
                  </a:cubicBezTo>
                  <a:cubicBezTo>
                    <a:pt x="1" y="2237"/>
                    <a:pt x="316" y="2773"/>
                    <a:pt x="820" y="3056"/>
                  </a:cubicBezTo>
                  <a:lnTo>
                    <a:pt x="820" y="7719"/>
                  </a:lnTo>
                  <a:cubicBezTo>
                    <a:pt x="316" y="7971"/>
                    <a:pt x="1" y="8538"/>
                    <a:pt x="1" y="9137"/>
                  </a:cubicBezTo>
                  <a:cubicBezTo>
                    <a:pt x="1" y="10019"/>
                    <a:pt x="757" y="10775"/>
                    <a:pt x="1670" y="10775"/>
                  </a:cubicBezTo>
                  <a:cubicBezTo>
                    <a:pt x="2237" y="10775"/>
                    <a:pt x="2805" y="10460"/>
                    <a:pt x="3057" y="9956"/>
                  </a:cubicBezTo>
                  <a:lnTo>
                    <a:pt x="11027" y="9956"/>
                  </a:lnTo>
                  <a:cubicBezTo>
                    <a:pt x="11311" y="10460"/>
                    <a:pt x="11846" y="10775"/>
                    <a:pt x="12445" y="10775"/>
                  </a:cubicBezTo>
                  <a:cubicBezTo>
                    <a:pt x="13359" y="10775"/>
                    <a:pt x="14083" y="10019"/>
                    <a:pt x="14083" y="9137"/>
                  </a:cubicBezTo>
                  <a:cubicBezTo>
                    <a:pt x="14083" y="8538"/>
                    <a:pt x="13800" y="7971"/>
                    <a:pt x="13264" y="7719"/>
                  </a:cubicBezTo>
                  <a:lnTo>
                    <a:pt x="13264" y="3056"/>
                  </a:lnTo>
                  <a:cubicBezTo>
                    <a:pt x="13800" y="2741"/>
                    <a:pt x="14083" y="2237"/>
                    <a:pt x="14083" y="1639"/>
                  </a:cubicBezTo>
                  <a:cubicBezTo>
                    <a:pt x="14083" y="725"/>
                    <a:pt x="13359" y="0"/>
                    <a:pt x="12445" y="0"/>
                  </a:cubicBezTo>
                  <a:cubicBezTo>
                    <a:pt x="11846" y="0"/>
                    <a:pt x="11311" y="315"/>
                    <a:pt x="11027" y="820"/>
                  </a:cubicBezTo>
                  <a:lnTo>
                    <a:pt x="3057" y="820"/>
                  </a:lnTo>
                  <a:cubicBezTo>
                    <a:pt x="2805" y="315"/>
                    <a:pt x="2237"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86"/>
            <p:cNvSpPr/>
            <p:nvPr/>
          </p:nvSpPr>
          <p:spPr>
            <a:xfrm>
              <a:off x="-10268000" y="3616350"/>
              <a:ext cx="103975" cy="81150"/>
            </a:xfrm>
            <a:custGeom>
              <a:avLst/>
              <a:gdLst/>
              <a:ahLst/>
              <a:cxnLst/>
              <a:rect l="l" t="t" r="r" b="b"/>
              <a:pathLst>
                <a:path w="4159" h="3246" extrusionOk="0">
                  <a:moveTo>
                    <a:pt x="2048" y="1"/>
                  </a:moveTo>
                  <a:cubicBezTo>
                    <a:pt x="1387" y="1"/>
                    <a:pt x="851" y="536"/>
                    <a:pt x="851" y="1230"/>
                  </a:cubicBezTo>
                  <a:cubicBezTo>
                    <a:pt x="851" y="1450"/>
                    <a:pt x="914" y="1671"/>
                    <a:pt x="1040" y="1891"/>
                  </a:cubicBezTo>
                  <a:lnTo>
                    <a:pt x="0" y="3246"/>
                  </a:lnTo>
                  <a:lnTo>
                    <a:pt x="1072" y="3246"/>
                  </a:lnTo>
                  <a:lnTo>
                    <a:pt x="1733" y="2364"/>
                  </a:lnTo>
                  <a:cubicBezTo>
                    <a:pt x="1859" y="2395"/>
                    <a:pt x="1985" y="2427"/>
                    <a:pt x="2080" y="2427"/>
                  </a:cubicBezTo>
                  <a:cubicBezTo>
                    <a:pt x="2206" y="2427"/>
                    <a:pt x="2332" y="2395"/>
                    <a:pt x="2458" y="2364"/>
                  </a:cubicBezTo>
                  <a:lnTo>
                    <a:pt x="3119" y="3246"/>
                  </a:lnTo>
                  <a:lnTo>
                    <a:pt x="4159" y="3246"/>
                  </a:lnTo>
                  <a:lnTo>
                    <a:pt x="3119" y="1891"/>
                  </a:lnTo>
                  <a:cubicBezTo>
                    <a:pt x="3245" y="1671"/>
                    <a:pt x="3308" y="1450"/>
                    <a:pt x="3308" y="1230"/>
                  </a:cubicBezTo>
                  <a:cubicBezTo>
                    <a:pt x="3308" y="536"/>
                    <a:pt x="2773"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13" name="Google Shape;6913;p86"/>
          <p:cNvGrpSpPr/>
          <p:nvPr/>
        </p:nvGrpSpPr>
        <p:grpSpPr>
          <a:xfrm>
            <a:off x="7502285" y="2747943"/>
            <a:ext cx="312585" cy="354670"/>
            <a:chOff x="-10370400" y="4049550"/>
            <a:chExt cx="310350" cy="352100"/>
          </a:xfrm>
        </p:grpSpPr>
        <p:sp>
          <p:nvSpPr>
            <p:cNvPr id="6914" name="Google Shape;6914;p86"/>
            <p:cNvSpPr/>
            <p:nvPr/>
          </p:nvSpPr>
          <p:spPr>
            <a:xfrm>
              <a:off x="-10308175" y="4224400"/>
              <a:ext cx="185900" cy="115800"/>
            </a:xfrm>
            <a:custGeom>
              <a:avLst/>
              <a:gdLst/>
              <a:ahLst/>
              <a:cxnLst/>
              <a:rect l="l" t="t" r="r" b="b"/>
              <a:pathLst>
                <a:path w="7436" h="4632" extrusionOk="0">
                  <a:moveTo>
                    <a:pt x="1" y="1"/>
                  </a:moveTo>
                  <a:lnTo>
                    <a:pt x="1" y="4632"/>
                  </a:lnTo>
                  <a:lnTo>
                    <a:pt x="1639" y="4632"/>
                  </a:lnTo>
                  <a:lnTo>
                    <a:pt x="1639" y="1261"/>
                  </a:lnTo>
                  <a:cubicBezTo>
                    <a:pt x="1639" y="1040"/>
                    <a:pt x="1859" y="883"/>
                    <a:pt x="2048" y="883"/>
                  </a:cubicBezTo>
                  <a:cubicBezTo>
                    <a:pt x="2269" y="883"/>
                    <a:pt x="2489" y="1072"/>
                    <a:pt x="2489" y="1261"/>
                  </a:cubicBezTo>
                  <a:lnTo>
                    <a:pt x="2489" y="4632"/>
                  </a:lnTo>
                  <a:lnTo>
                    <a:pt x="3309" y="4632"/>
                  </a:lnTo>
                  <a:lnTo>
                    <a:pt x="3309" y="1261"/>
                  </a:lnTo>
                  <a:cubicBezTo>
                    <a:pt x="3309" y="1040"/>
                    <a:pt x="3498" y="883"/>
                    <a:pt x="3750" y="883"/>
                  </a:cubicBezTo>
                  <a:cubicBezTo>
                    <a:pt x="3970" y="883"/>
                    <a:pt x="4128" y="1072"/>
                    <a:pt x="4128" y="1261"/>
                  </a:cubicBezTo>
                  <a:lnTo>
                    <a:pt x="4128" y="4632"/>
                  </a:lnTo>
                  <a:lnTo>
                    <a:pt x="4947" y="4632"/>
                  </a:lnTo>
                  <a:lnTo>
                    <a:pt x="4947" y="1261"/>
                  </a:lnTo>
                  <a:cubicBezTo>
                    <a:pt x="4947" y="1040"/>
                    <a:pt x="5167" y="883"/>
                    <a:pt x="5388" y="883"/>
                  </a:cubicBezTo>
                  <a:cubicBezTo>
                    <a:pt x="5640" y="883"/>
                    <a:pt x="5829" y="1072"/>
                    <a:pt x="5829" y="1261"/>
                  </a:cubicBezTo>
                  <a:lnTo>
                    <a:pt x="5829" y="4632"/>
                  </a:lnTo>
                  <a:lnTo>
                    <a:pt x="7436" y="4632"/>
                  </a:lnTo>
                  <a:lnTo>
                    <a:pt x="74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86"/>
            <p:cNvSpPr/>
            <p:nvPr/>
          </p:nvSpPr>
          <p:spPr>
            <a:xfrm>
              <a:off x="-10292425" y="4121225"/>
              <a:ext cx="159125" cy="30750"/>
            </a:xfrm>
            <a:custGeom>
              <a:avLst/>
              <a:gdLst/>
              <a:ahLst/>
              <a:cxnLst/>
              <a:rect l="l" t="t" r="r" b="b"/>
              <a:pathLst>
                <a:path w="6365" h="1230" extrusionOk="0">
                  <a:moveTo>
                    <a:pt x="694" y="0"/>
                  </a:moveTo>
                  <a:cubicBezTo>
                    <a:pt x="694" y="158"/>
                    <a:pt x="662" y="316"/>
                    <a:pt x="631" y="442"/>
                  </a:cubicBezTo>
                  <a:cubicBezTo>
                    <a:pt x="505" y="757"/>
                    <a:pt x="284" y="1040"/>
                    <a:pt x="1" y="1229"/>
                  </a:cubicBezTo>
                  <a:lnTo>
                    <a:pt x="6365" y="1229"/>
                  </a:lnTo>
                  <a:cubicBezTo>
                    <a:pt x="6018" y="1040"/>
                    <a:pt x="5798" y="788"/>
                    <a:pt x="5672" y="442"/>
                  </a:cubicBezTo>
                  <a:cubicBezTo>
                    <a:pt x="5577" y="284"/>
                    <a:pt x="5577" y="126"/>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86"/>
            <p:cNvSpPr/>
            <p:nvPr/>
          </p:nvSpPr>
          <p:spPr>
            <a:xfrm>
              <a:off x="-10370400" y="4049550"/>
              <a:ext cx="310350" cy="91400"/>
            </a:xfrm>
            <a:custGeom>
              <a:avLst/>
              <a:gdLst/>
              <a:ahLst/>
              <a:cxnLst/>
              <a:rect l="l" t="t" r="r" b="b"/>
              <a:pathLst>
                <a:path w="12414" h="3656" extrusionOk="0">
                  <a:moveTo>
                    <a:pt x="2049" y="1"/>
                  </a:moveTo>
                  <a:cubicBezTo>
                    <a:pt x="977" y="1"/>
                    <a:pt x="95" y="820"/>
                    <a:pt x="1" y="1891"/>
                  </a:cubicBezTo>
                  <a:cubicBezTo>
                    <a:pt x="95" y="2867"/>
                    <a:pt x="946" y="3655"/>
                    <a:pt x="1954" y="3655"/>
                  </a:cubicBezTo>
                  <a:cubicBezTo>
                    <a:pt x="2427" y="3655"/>
                    <a:pt x="2773" y="3340"/>
                    <a:pt x="2899" y="3025"/>
                  </a:cubicBezTo>
                  <a:cubicBezTo>
                    <a:pt x="2931" y="2867"/>
                    <a:pt x="2962" y="2678"/>
                    <a:pt x="2805" y="2521"/>
                  </a:cubicBezTo>
                  <a:cubicBezTo>
                    <a:pt x="2729" y="2461"/>
                    <a:pt x="2618" y="2422"/>
                    <a:pt x="2520" y="2422"/>
                  </a:cubicBezTo>
                  <a:cubicBezTo>
                    <a:pt x="2411" y="2422"/>
                    <a:pt x="2317" y="2469"/>
                    <a:pt x="2301" y="2584"/>
                  </a:cubicBezTo>
                  <a:cubicBezTo>
                    <a:pt x="2274" y="2793"/>
                    <a:pt x="2097" y="2915"/>
                    <a:pt x="1911" y="2915"/>
                  </a:cubicBezTo>
                  <a:cubicBezTo>
                    <a:pt x="1873" y="2915"/>
                    <a:pt x="1834" y="2910"/>
                    <a:pt x="1796" y="2899"/>
                  </a:cubicBezTo>
                  <a:cubicBezTo>
                    <a:pt x="1544" y="2867"/>
                    <a:pt x="1418" y="2647"/>
                    <a:pt x="1481" y="2395"/>
                  </a:cubicBezTo>
                  <a:cubicBezTo>
                    <a:pt x="1595" y="1848"/>
                    <a:pt x="2036" y="1594"/>
                    <a:pt x="2500" y="1594"/>
                  </a:cubicBezTo>
                  <a:cubicBezTo>
                    <a:pt x="2811" y="1594"/>
                    <a:pt x="3132" y="1708"/>
                    <a:pt x="3372" y="1922"/>
                  </a:cubicBezTo>
                  <a:lnTo>
                    <a:pt x="3466" y="2048"/>
                  </a:lnTo>
                  <a:lnTo>
                    <a:pt x="8917" y="2048"/>
                  </a:lnTo>
                  <a:lnTo>
                    <a:pt x="9043" y="1922"/>
                  </a:lnTo>
                  <a:cubicBezTo>
                    <a:pt x="9262" y="1715"/>
                    <a:pt x="9561" y="1612"/>
                    <a:pt x="9856" y="1612"/>
                  </a:cubicBezTo>
                  <a:cubicBezTo>
                    <a:pt x="10325" y="1612"/>
                    <a:pt x="10785" y="1873"/>
                    <a:pt x="10901" y="2395"/>
                  </a:cubicBezTo>
                  <a:cubicBezTo>
                    <a:pt x="10964" y="2647"/>
                    <a:pt x="10838" y="2836"/>
                    <a:pt x="10618" y="2899"/>
                  </a:cubicBezTo>
                  <a:cubicBezTo>
                    <a:pt x="10575" y="2910"/>
                    <a:pt x="10533" y="2915"/>
                    <a:pt x="10494" y="2915"/>
                  </a:cubicBezTo>
                  <a:cubicBezTo>
                    <a:pt x="10304" y="2915"/>
                    <a:pt x="10161" y="2793"/>
                    <a:pt x="10082" y="2584"/>
                  </a:cubicBezTo>
                  <a:cubicBezTo>
                    <a:pt x="10066" y="2469"/>
                    <a:pt x="9963" y="2422"/>
                    <a:pt x="9851" y="2422"/>
                  </a:cubicBezTo>
                  <a:cubicBezTo>
                    <a:pt x="9749" y="2422"/>
                    <a:pt x="9638" y="2461"/>
                    <a:pt x="9578" y="2521"/>
                  </a:cubicBezTo>
                  <a:cubicBezTo>
                    <a:pt x="9421" y="2678"/>
                    <a:pt x="9452" y="2867"/>
                    <a:pt x="9515" y="3025"/>
                  </a:cubicBezTo>
                  <a:cubicBezTo>
                    <a:pt x="9610" y="3340"/>
                    <a:pt x="10019" y="3655"/>
                    <a:pt x="10460" y="3655"/>
                  </a:cubicBezTo>
                  <a:cubicBezTo>
                    <a:pt x="11311" y="3655"/>
                    <a:pt x="12067" y="3056"/>
                    <a:pt x="12288" y="2269"/>
                  </a:cubicBezTo>
                  <a:cubicBezTo>
                    <a:pt x="12288" y="2206"/>
                    <a:pt x="12351" y="2111"/>
                    <a:pt x="12351" y="2048"/>
                  </a:cubicBezTo>
                  <a:cubicBezTo>
                    <a:pt x="12414" y="883"/>
                    <a:pt x="11468" y="1"/>
                    <a:pt x="103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86"/>
            <p:cNvSpPr/>
            <p:nvPr/>
          </p:nvSpPr>
          <p:spPr>
            <a:xfrm>
              <a:off x="-10328650" y="4173200"/>
              <a:ext cx="226850" cy="30750"/>
            </a:xfrm>
            <a:custGeom>
              <a:avLst/>
              <a:gdLst/>
              <a:ahLst/>
              <a:cxnLst/>
              <a:rect l="l" t="t" r="r" b="b"/>
              <a:pathLst>
                <a:path w="9074" h="1230" extrusionOk="0">
                  <a:moveTo>
                    <a:pt x="0" y="1"/>
                  </a:moveTo>
                  <a:cubicBezTo>
                    <a:pt x="0" y="694"/>
                    <a:pt x="536" y="1229"/>
                    <a:pt x="1198" y="1229"/>
                  </a:cubicBezTo>
                  <a:lnTo>
                    <a:pt x="7814" y="1229"/>
                  </a:lnTo>
                  <a:cubicBezTo>
                    <a:pt x="8507" y="1229"/>
                    <a:pt x="9074" y="694"/>
                    <a:pt x="9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86"/>
            <p:cNvSpPr/>
            <p:nvPr/>
          </p:nvSpPr>
          <p:spPr>
            <a:xfrm>
              <a:off x="-10328650" y="4360650"/>
              <a:ext cx="226850" cy="41000"/>
            </a:xfrm>
            <a:custGeom>
              <a:avLst/>
              <a:gdLst/>
              <a:ahLst/>
              <a:cxnLst/>
              <a:rect l="l" t="t" r="r" b="b"/>
              <a:pathLst>
                <a:path w="9074" h="1640" extrusionOk="0">
                  <a:moveTo>
                    <a:pt x="410" y="1"/>
                  </a:moveTo>
                  <a:cubicBezTo>
                    <a:pt x="189" y="1"/>
                    <a:pt x="0" y="190"/>
                    <a:pt x="0" y="379"/>
                  </a:cubicBezTo>
                  <a:lnTo>
                    <a:pt x="0" y="1230"/>
                  </a:lnTo>
                  <a:cubicBezTo>
                    <a:pt x="0" y="1450"/>
                    <a:pt x="189" y="1639"/>
                    <a:pt x="410" y="1639"/>
                  </a:cubicBezTo>
                  <a:lnTo>
                    <a:pt x="8696" y="1639"/>
                  </a:lnTo>
                  <a:cubicBezTo>
                    <a:pt x="8916" y="1639"/>
                    <a:pt x="9074" y="1450"/>
                    <a:pt x="9074" y="1230"/>
                  </a:cubicBezTo>
                  <a:lnTo>
                    <a:pt x="9074" y="379"/>
                  </a:lnTo>
                  <a:cubicBezTo>
                    <a:pt x="9074" y="158"/>
                    <a:pt x="8885"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19" name="Google Shape;6919;p86"/>
          <p:cNvGrpSpPr/>
          <p:nvPr/>
        </p:nvGrpSpPr>
        <p:grpSpPr>
          <a:xfrm>
            <a:off x="6606541" y="2746884"/>
            <a:ext cx="379236" cy="354847"/>
            <a:chOff x="-8674650" y="3210975"/>
            <a:chExt cx="376525" cy="352275"/>
          </a:xfrm>
        </p:grpSpPr>
        <p:sp>
          <p:nvSpPr>
            <p:cNvPr id="6920" name="Google Shape;6920;p86"/>
            <p:cNvSpPr/>
            <p:nvPr/>
          </p:nvSpPr>
          <p:spPr>
            <a:xfrm>
              <a:off x="-8542325" y="3335375"/>
              <a:ext cx="112650" cy="104375"/>
            </a:xfrm>
            <a:custGeom>
              <a:avLst/>
              <a:gdLst/>
              <a:ahLst/>
              <a:cxnLst/>
              <a:rect l="l" t="t" r="r" b="b"/>
              <a:pathLst>
                <a:path w="4506" h="4175" extrusionOk="0">
                  <a:moveTo>
                    <a:pt x="2226" y="843"/>
                  </a:moveTo>
                  <a:cubicBezTo>
                    <a:pt x="2537" y="843"/>
                    <a:pt x="2852" y="969"/>
                    <a:pt x="3120" y="1221"/>
                  </a:cubicBezTo>
                  <a:cubicBezTo>
                    <a:pt x="3624" y="1694"/>
                    <a:pt x="3624" y="2545"/>
                    <a:pt x="3120" y="3017"/>
                  </a:cubicBezTo>
                  <a:cubicBezTo>
                    <a:pt x="2883" y="3238"/>
                    <a:pt x="2568" y="3348"/>
                    <a:pt x="2249" y="3348"/>
                  </a:cubicBezTo>
                  <a:cubicBezTo>
                    <a:pt x="1930" y="3348"/>
                    <a:pt x="1607" y="3238"/>
                    <a:pt x="1355" y="3017"/>
                  </a:cubicBezTo>
                  <a:cubicBezTo>
                    <a:pt x="883" y="2545"/>
                    <a:pt x="883" y="1694"/>
                    <a:pt x="1355" y="1221"/>
                  </a:cubicBezTo>
                  <a:cubicBezTo>
                    <a:pt x="1607" y="969"/>
                    <a:pt x="1915" y="843"/>
                    <a:pt x="2226" y="843"/>
                  </a:cubicBezTo>
                  <a:close/>
                  <a:moveTo>
                    <a:pt x="2277" y="1"/>
                  </a:moveTo>
                  <a:cubicBezTo>
                    <a:pt x="1749" y="1"/>
                    <a:pt x="1214" y="197"/>
                    <a:pt x="788" y="591"/>
                  </a:cubicBezTo>
                  <a:cubicBezTo>
                    <a:pt x="1" y="1379"/>
                    <a:pt x="1" y="2765"/>
                    <a:pt x="788" y="3584"/>
                  </a:cubicBezTo>
                  <a:cubicBezTo>
                    <a:pt x="1182" y="3978"/>
                    <a:pt x="1718" y="4175"/>
                    <a:pt x="2253" y="4175"/>
                  </a:cubicBezTo>
                  <a:cubicBezTo>
                    <a:pt x="2789" y="4175"/>
                    <a:pt x="3324" y="3978"/>
                    <a:pt x="3718" y="3584"/>
                  </a:cubicBezTo>
                  <a:cubicBezTo>
                    <a:pt x="4506" y="2797"/>
                    <a:pt x="4506" y="1442"/>
                    <a:pt x="3718" y="591"/>
                  </a:cubicBezTo>
                  <a:cubicBezTo>
                    <a:pt x="3324" y="197"/>
                    <a:pt x="2805" y="1"/>
                    <a:pt x="22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86"/>
            <p:cNvSpPr/>
            <p:nvPr/>
          </p:nvSpPr>
          <p:spPr>
            <a:xfrm>
              <a:off x="-8496650" y="3377125"/>
              <a:ext cx="22875" cy="20900"/>
            </a:xfrm>
            <a:custGeom>
              <a:avLst/>
              <a:gdLst/>
              <a:ahLst/>
              <a:cxnLst/>
              <a:rect l="l" t="t" r="r" b="b"/>
              <a:pathLst>
                <a:path w="915" h="836" extrusionOk="0">
                  <a:moveTo>
                    <a:pt x="458" y="0"/>
                  </a:moveTo>
                  <a:cubicBezTo>
                    <a:pt x="348" y="0"/>
                    <a:pt x="237" y="40"/>
                    <a:pt x="159" y="118"/>
                  </a:cubicBezTo>
                  <a:cubicBezTo>
                    <a:pt x="1" y="276"/>
                    <a:pt x="1" y="560"/>
                    <a:pt x="159" y="717"/>
                  </a:cubicBezTo>
                  <a:cubicBezTo>
                    <a:pt x="237" y="796"/>
                    <a:pt x="348" y="835"/>
                    <a:pt x="458" y="835"/>
                  </a:cubicBezTo>
                  <a:cubicBezTo>
                    <a:pt x="568" y="835"/>
                    <a:pt x="678" y="796"/>
                    <a:pt x="757" y="717"/>
                  </a:cubicBezTo>
                  <a:cubicBezTo>
                    <a:pt x="915" y="560"/>
                    <a:pt x="915" y="276"/>
                    <a:pt x="757" y="118"/>
                  </a:cubicBezTo>
                  <a:cubicBezTo>
                    <a:pt x="678" y="40"/>
                    <a:pt x="568" y="0"/>
                    <a:pt x="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86"/>
            <p:cNvSpPr/>
            <p:nvPr/>
          </p:nvSpPr>
          <p:spPr>
            <a:xfrm>
              <a:off x="-8540750" y="3332825"/>
              <a:ext cx="242625" cy="230425"/>
            </a:xfrm>
            <a:custGeom>
              <a:avLst/>
              <a:gdLst/>
              <a:ahLst/>
              <a:cxnLst/>
              <a:rect l="l" t="t" r="r" b="b"/>
              <a:pathLst>
                <a:path w="9705" h="9217" extrusionOk="0">
                  <a:moveTo>
                    <a:pt x="8917" y="0"/>
                  </a:moveTo>
                  <a:lnTo>
                    <a:pt x="4978" y="1449"/>
                  </a:lnTo>
                  <a:cubicBezTo>
                    <a:pt x="5262" y="2521"/>
                    <a:pt x="4947" y="3529"/>
                    <a:pt x="4254" y="4253"/>
                  </a:cubicBezTo>
                  <a:cubicBezTo>
                    <a:pt x="3721" y="4763"/>
                    <a:pt x="2999" y="5069"/>
                    <a:pt x="2241" y="5069"/>
                  </a:cubicBezTo>
                  <a:cubicBezTo>
                    <a:pt x="1969" y="5069"/>
                    <a:pt x="1693" y="5030"/>
                    <a:pt x="1418" y="4946"/>
                  </a:cubicBezTo>
                  <a:lnTo>
                    <a:pt x="1" y="8853"/>
                  </a:lnTo>
                  <a:cubicBezTo>
                    <a:pt x="727" y="9095"/>
                    <a:pt x="1483" y="9216"/>
                    <a:pt x="2238" y="9216"/>
                  </a:cubicBezTo>
                  <a:cubicBezTo>
                    <a:pt x="4038" y="9216"/>
                    <a:pt x="5830" y="8528"/>
                    <a:pt x="7184" y="7152"/>
                  </a:cubicBezTo>
                  <a:cubicBezTo>
                    <a:pt x="9137" y="5230"/>
                    <a:pt x="9704" y="2426"/>
                    <a:pt x="89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86"/>
            <p:cNvSpPr/>
            <p:nvPr/>
          </p:nvSpPr>
          <p:spPr>
            <a:xfrm>
              <a:off x="-8645500" y="3428125"/>
              <a:ext cx="120525" cy="118950"/>
            </a:xfrm>
            <a:custGeom>
              <a:avLst/>
              <a:gdLst/>
              <a:ahLst/>
              <a:cxnLst/>
              <a:rect l="l" t="t" r="r" b="b"/>
              <a:pathLst>
                <a:path w="4821" h="4758" extrusionOk="0">
                  <a:moveTo>
                    <a:pt x="3939" y="0"/>
                  </a:moveTo>
                  <a:lnTo>
                    <a:pt x="1" y="1418"/>
                  </a:lnTo>
                  <a:cubicBezTo>
                    <a:pt x="347" y="2143"/>
                    <a:pt x="788" y="2804"/>
                    <a:pt x="1387" y="3403"/>
                  </a:cubicBezTo>
                  <a:cubicBezTo>
                    <a:pt x="1985" y="3970"/>
                    <a:pt x="2678" y="4442"/>
                    <a:pt x="3403" y="4757"/>
                  </a:cubicBezTo>
                  <a:lnTo>
                    <a:pt x="4821" y="819"/>
                  </a:lnTo>
                  <a:cubicBezTo>
                    <a:pt x="4663" y="756"/>
                    <a:pt x="4506" y="599"/>
                    <a:pt x="4348" y="473"/>
                  </a:cubicBezTo>
                  <a:cubicBezTo>
                    <a:pt x="4191" y="315"/>
                    <a:pt x="4065" y="158"/>
                    <a:pt x="3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86"/>
            <p:cNvSpPr/>
            <p:nvPr/>
          </p:nvSpPr>
          <p:spPr>
            <a:xfrm>
              <a:off x="-8448600" y="3227275"/>
              <a:ext cx="122900" cy="122900"/>
            </a:xfrm>
            <a:custGeom>
              <a:avLst/>
              <a:gdLst/>
              <a:ahLst/>
              <a:cxnLst/>
              <a:rect l="l" t="t" r="r" b="b"/>
              <a:pathLst>
                <a:path w="4916" h="4916" extrusionOk="0">
                  <a:moveTo>
                    <a:pt x="1419" y="1"/>
                  </a:moveTo>
                  <a:lnTo>
                    <a:pt x="1" y="3939"/>
                  </a:lnTo>
                  <a:cubicBezTo>
                    <a:pt x="190" y="4065"/>
                    <a:pt x="410" y="4191"/>
                    <a:pt x="568" y="4380"/>
                  </a:cubicBezTo>
                  <a:cubicBezTo>
                    <a:pt x="725" y="4537"/>
                    <a:pt x="883" y="4726"/>
                    <a:pt x="977" y="4915"/>
                  </a:cubicBezTo>
                  <a:lnTo>
                    <a:pt x="4916" y="3466"/>
                  </a:lnTo>
                  <a:cubicBezTo>
                    <a:pt x="4569" y="2710"/>
                    <a:pt x="4096" y="2017"/>
                    <a:pt x="3498" y="1418"/>
                  </a:cubicBezTo>
                  <a:cubicBezTo>
                    <a:pt x="2931" y="820"/>
                    <a:pt x="2175" y="347"/>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86"/>
            <p:cNvSpPr/>
            <p:nvPr/>
          </p:nvSpPr>
          <p:spPr>
            <a:xfrm>
              <a:off x="-8674650" y="3210975"/>
              <a:ext cx="241825" cy="232925"/>
            </a:xfrm>
            <a:custGeom>
              <a:avLst/>
              <a:gdLst/>
              <a:ahLst/>
              <a:cxnLst/>
              <a:rect l="l" t="t" r="r" b="b"/>
              <a:pathLst>
                <a:path w="9673" h="9317" extrusionOk="0">
                  <a:moveTo>
                    <a:pt x="7515" y="0"/>
                  </a:moveTo>
                  <a:cubicBezTo>
                    <a:pt x="5700" y="0"/>
                    <a:pt x="3894" y="698"/>
                    <a:pt x="2521" y="2070"/>
                  </a:cubicBezTo>
                  <a:cubicBezTo>
                    <a:pt x="568" y="3992"/>
                    <a:pt x="1" y="6827"/>
                    <a:pt x="820" y="9316"/>
                  </a:cubicBezTo>
                  <a:lnTo>
                    <a:pt x="4758" y="7899"/>
                  </a:lnTo>
                  <a:cubicBezTo>
                    <a:pt x="4475" y="6796"/>
                    <a:pt x="4790" y="5693"/>
                    <a:pt x="5514" y="5000"/>
                  </a:cubicBezTo>
                  <a:cubicBezTo>
                    <a:pt x="6037" y="4454"/>
                    <a:pt x="6793" y="4194"/>
                    <a:pt x="7538" y="4194"/>
                  </a:cubicBezTo>
                  <a:cubicBezTo>
                    <a:pt x="7781" y="4194"/>
                    <a:pt x="8023" y="4221"/>
                    <a:pt x="8255" y="4276"/>
                  </a:cubicBezTo>
                  <a:lnTo>
                    <a:pt x="9673" y="337"/>
                  </a:lnTo>
                  <a:cubicBezTo>
                    <a:pt x="8970" y="112"/>
                    <a:pt x="8242" y="0"/>
                    <a:pt x="75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26" name="Google Shape;6926;p86"/>
          <p:cNvGrpSpPr/>
          <p:nvPr/>
        </p:nvGrpSpPr>
        <p:grpSpPr>
          <a:xfrm>
            <a:off x="5278038" y="1828361"/>
            <a:ext cx="356221" cy="354670"/>
            <a:chOff x="-13512225" y="3647075"/>
            <a:chExt cx="353675" cy="352100"/>
          </a:xfrm>
        </p:grpSpPr>
        <p:sp>
          <p:nvSpPr>
            <p:cNvPr id="6927" name="Google Shape;6927;p86"/>
            <p:cNvSpPr/>
            <p:nvPr/>
          </p:nvSpPr>
          <p:spPr>
            <a:xfrm>
              <a:off x="-13344475" y="3876275"/>
              <a:ext cx="19725" cy="19725"/>
            </a:xfrm>
            <a:custGeom>
              <a:avLst/>
              <a:gdLst/>
              <a:ahLst/>
              <a:cxnLst/>
              <a:rect l="l" t="t" r="r" b="b"/>
              <a:pathLst>
                <a:path w="789" h="789" extrusionOk="0">
                  <a:moveTo>
                    <a:pt x="411" y="0"/>
                  </a:moveTo>
                  <a:cubicBezTo>
                    <a:pt x="190" y="0"/>
                    <a:pt x="1" y="158"/>
                    <a:pt x="1" y="379"/>
                  </a:cubicBezTo>
                  <a:cubicBezTo>
                    <a:pt x="1" y="599"/>
                    <a:pt x="190" y="788"/>
                    <a:pt x="411" y="788"/>
                  </a:cubicBezTo>
                  <a:cubicBezTo>
                    <a:pt x="600" y="788"/>
                    <a:pt x="789" y="599"/>
                    <a:pt x="789" y="379"/>
                  </a:cubicBezTo>
                  <a:cubicBezTo>
                    <a:pt x="789" y="158"/>
                    <a:pt x="600" y="0"/>
                    <a:pt x="4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86"/>
            <p:cNvSpPr/>
            <p:nvPr/>
          </p:nvSpPr>
          <p:spPr>
            <a:xfrm>
              <a:off x="-13268850" y="3854225"/>
              <a:ext cx="110300" cy="62250"/>
            </a:xfrm>
            <a:custGeom>
              <a:avLst/>
              <a:gdLst/>
              <a:ahLst/>
              <a:cxnLst/>
              <a:rect l="l" t="t" r="r" b="b"/>
              <a:pathLst>
                <a:path w="4412" h="2490" extrusionOk="0">
                  <a:moveTo>
                    <a:pt x="0" y="0"/>
                  </a:moveTo>
                  <a:cubicBezTo>
                    <a:pt x="189" y="410"/>
                    <a:pt x="284" y="788"/>
                    <a:pt x="284" y="1229"/>
                  </a:cubicBezTo>
                  <a:cubicBezTo>
                    <a:pt x="284" y="1670"/>
                    <a:pt x="158" y="2111"/>
                    <a:pt x="0" y="2489"/>
                  </a:cubicBezTo>
                  <a:lnTo>
                    <a:pt x="4411" y="2489"/>
                  </a:lnTo>
                  <a:lnTo>
                    <a:pt x="44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86"/>
            <p:cNvSpPr/>
            <p:nvPr/>
          </p:nvSpPr>
          <p:spPr>
            <a:xfrm>
              <a:off x="-13512225" y="3936925"/>
              <a:ext cx="353675" cy="62250"/>
            </a:xfrm>
            <a:custGeom>
              <a:avLst/>
              <a:gdLst/>
              <a:ahLst/>
              <a:cxnLst/>
              <a:rect l="l" t="t" r="r" b="b"/>
              <a:pathLst>
                <a:path w="14147" h="2490" extrusionOk="0">
                  <a:moveTo>
                    <a:pt x="63" y="0"/>
                  </a:moveTo>
                  <a:lnTo>
                    <a:pt x="63" y="1261"/>
                  </a:lnTo>
                  <a:cubicBezTo>
                    <a:pt x="0" y="1954"/>
                    <a:pt x="568" y="2489"/>
                    <a:pt x="1261" y="2489"/>
                  </a:cubicBezTo>
                  <a:lnTo>
                    <a:pt x="12886" y="2489"/>
                  </a:lnTo>
                  <a:cubicBezTo>
                    <a:pt x="13548" y="2489"/>
                    <a:pt x="14146" y="1954"/>
                    <a:pt x="14146" y="1261"/>
                  </a:cubicBezTo>
                  <a:lnTo>
                    <a:pt x="14146" y="0"/>
                  </a:lnTo>
                  <a:lnTo>
                    <a:pt x="9137" y="0"/>
                  </a:lnTo>
                  <a:cubicBezTo>
                    <a:pt x="8633" y="536"/>
                    <a:pt x="7877" y="851"/>
                    <a:pt x="7089" y="851"/>
                  </a:cubicBezTo>
                  <a:cubicBezTo>
                    <a:pt x="6301" y="851"/>
                    <a:pt x="5608" y="536"/>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86"/>
            <p:cNvSpPr/>
            <p:nvPr/>
          </p:nvSpPr>
          <p:spPr>
            <a:xfrm>
              <a:off x="-13387000" y="3833750"/>
              <a:ext cx="104775" cy="104775"/>
            </a:xfrm>
            <a:custGeom>
              <a:avLst/>
              <a:gdLst/>
              <a:ahLst/>
              <a:cxnLst/>
              <a:rect l="l" t="t" r="r" b="b"/>
              <a:pathLst>
                <a:path w="4191" h="4191" extrusionOk="0">
                  <a:moveTo>
                    <a:pt x="2080" y="819"/>
                  </a:moveTo>
                  <a:cubicBezTo>
                    <a:pt x="2773" y="819"/>
                    <a:pt x="3340" y="1386"/>
                    <a:pt x="3340" y="2048"/>
                  </a:cubicBezTo>
                  <a:cubicBezTo>
                    <a:pt x="3340" y="2710"/>
                    <a:pt x="2773" y="3308"/>
                    <a:pt x="2080" y="3308"/>
                  </a:cubicBezTo>
                  <a:cubicBezTo>
                    <a:pt x="1418" y="3308"/>
                    <a:pt x="820" y="2773"/>
                    <a:pt x="820" y="2048"/>
                  </a:cubicBezTo>
                  <a:cubicBezTo>
                    <a:pt x="820" y="1355"/>
                    <a:pt x="1387" y="819"/>
                    <a:pt x="2080" y="819"/>
                  </a:cubicBezTo>
                  <a:close/>
                  <a:moveTo>
                    <a:pt x="2080" y="0"/>
                  </a:moveTo>
                  <a:cubicBezTo>
                    <a:pt x="946" y="0"/>
                    <a:pt x="1" y="945"/>
                    <a:pt x="1" y="2080"/>
                  </a:cubicBezTo>
                  <a:cubicBezTo>
                    <a:pt x="1" y="3214"/>
                    <a:pt x="946" y="4190"/>
                    <a:pt x="2080" y="4190"/>
                  </a:cubicBezTo>
                  <a:cubicBezTo>
                    <a:pt x="3246" y="4190"/>
                    <a:pt x="4191" y="3245"/>
                    <a:pt x="4191" y="2080"/>
                  </a:cubicBezTo>
                  <a:cubicBezTo>
                    <a:pt x="4191" y="945"/>
                    <a:pt x="3183"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86"/>
            <p:cNvSpPr/>
            <p:nvPr/>
          </p:nvSpPr>
          <p:spPr>
            <a:xfrm>
              <a:off x="-13512225" y="3855000"/>
              <a:ext cx="111875" cy="62250"/>
            </a:xfrm>
            <a:custGeom>
              <a:avLst/>
              <a:gdLst/>
              <a:ahLst/>
              <a:cxnLst/>
              <a:rect l="l" t="t" r="r" b="b"/>
              <a:pathLst>
                <a:path w="4475" h="2490" extrusionOk="0">
                  <a:moveTo>
                    <a:pt x="0" y="1"/>
                  </a:moveTo>
                  <a:lnTo>
                    <a:pt x="0" y="2490"/>
                  </a:lnTo>
                  <a:lnTo>
                    <a:pt x="4474" y="2490"/>
                  </a:lnTo>
                  <a:cubicBezTo>
                    <a:pt x="4317" y="2112"/>
                    <a:pt x="4191" y="1671"/>
                    <a:pt x="4191" y="1230"/>
                  </a:cubicBezTo>
                  <a:cubicBezTo>
                    <a:pt x="4191" y="788"/>
                    <a:pt x="4317" y="379"/>
                    <a:pt x="4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86"/>
            <p:cNvSpPr/>
            <p:nvPr/>
          </p:nvSpPr>
          <p:spPr>
            <a:xfrm>
              <a:off x="-13490175" y="3730575"/>
              <a:ext cx="62250" cy="40975"/>
            </a:xfrm>
            <a:custGeom>
              <a:avLst/>
              <a:gdLst/>
              <a:ahLst/>
              <a:cxnLst/>
              <a:rect l="l" t="t" r="r" b="b"/>
              <a:pathLst>
                <a:path w="2490" h="1639" extrusionOk="0">
                  <a:moveTo>
                    <a:pt x="1261" y="0"/>
                  </a:moveTo>
                  <a:cubicBezTo>
                    <a:pt x="536" y="0"/>
                    <a:pt x="1" y="536"/>
                    <a:pt x="1" y="1260"/>
                  </a:cubicBezTo>
                  <a:lnTo>
                    <a:pt x="1" y="1638"/>
                  </a:lnTo>
                  <a:lnTo>
                    <a:pt x="2489" y="1638"/>
                  </a:lnTo>
                  <a:lnTo>
                    <a:pt x="2489" y="1260"/>
                  </a:lnTo>
                  <a:cubicBezTo>
                    <a:pt x="2489" y="599"/>
                    <a:pt x="1922" y="0"/>
                    <a:pt x="12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86"/>
            <p:cNvSpPr/>
            <p:nvPr/>
          </p:nvSpPr>
          <p:spPr>
            <a:xfrm>
              <a:off x="-13241275" y="3730575"/>
              <a:ext cx="62225" cy="40975"/>
            </a:xfrm>
            <a:custGeom>
              <a:avLst/>
              <a:gdLst/>
              <a:ahLst/>
              <a:cxnLst/>
              <a:rect l="l" t="t" r="r" b="b"/>
              <a:pathLst>
                <a:path w="2489" h="1639" extrusionOk="0">
                  <a:moveTo>
                    <a:pt x="1260" y="0"/>
                  </a:moveTo>
                  <a:cubicBezTo>
                    <a:pt x="599" y="0"/>
                    <a:pt x="0" y="536"/>
                    <a:pt x="0" y="1260"/>
                  </a:cubicBezTo>
                  <a:lnTo>
                    <a:pt x="0" y="1638"/>
                  </a:lnTo>
                  <a:lnTo>
                    <a:pt x="2489" y="1638"/>
                  </a:lnTo>
                  <a:lnTo>
                    <a:pt x="2489" y="1260"/>
                  </a:lnTo>
                  <a:cubicBezTo>
                    <a:pt x="2489" y="599"/>
                    <a:pt x="1922" y="0"/>
                    <a:pt x="1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86"/>
            <p:cNvSpPr/>
            <p:nvPr/>
          </p:nvSpPr>
          <p:spPr>
            <a:xfrm>
              <a:off x="-13427950" y="3647075"/>
              <a:ext cx="186700" cy="63025"/>
            </a:xfrm>
            <a:custGeom>
              <a:avLst/>
              <a:gdLst/>
              <a:ahLst/>
              <a:cxnLst/>
              <a:rect l="l" t="t" r="r" b="b"/>
              <a:pathLst>
                <a:path w="7468" h="2521" extrusionOk="0">
                  <a:moveTo>
                    <a:pt x="820" y="1"/>
                  </a:moveTo>
                  <a:cubicBezTo>
                    <a:pt x="347" y="1"/>
                    <a:pt x="0" y="347"/>
                    <a:pt x="0" y="820"/>
                  </a:cubicBezTo>
                  <a:lnTo>
                    <a:pt x="0" y="1670"/>
                  </a:lnTo>
                  <a:cubicBezTo>
                    <a:pt x="0" y="2143"/>
                    <a:pt x="347" y="2521"/>
                    <a:pt x="820" y="2521"/>
                  </a:cubicBezTo>
                  <a:lnTo>
                    <a:pt x="6648" y="2521"/>
                  </a:lnTo>
                  <a:cubicBezTo>
                    <a:pt x="7089" y="2521"/>
                    <a:pt x="7467" y="2143"/>
                    <a:pt x="7467" y="1670"/>
                  </a:cubicBezTo>
                  <a:lnTo>
                    <a:pt x="7467" y="820"/>
                  </a:lnTo>
                  <a:cubicBezTo>
                    <a:pt x="7467" y="347"/>
                    <a:pt x="7121" y="1"/>
                    <a:pt x="66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86"/>
            <p:cNvSpPr/>
            <p:nvPr/>
          </p:nvSpPr>
          <p:spPr>
            <a:xfrm>
              <a:off x="-13512225" y="3773100"/>
              <a:ext cx="353675" cy="60675"/>
            </a:xfrm>
            <a:custGeom>
              <a:avLst/>
              <a:gdLst/>
              <a:ahLst/>
              <a:cxnLst/>
              <a:rect l="l" t="t" r="r" b="b"/>
              <a:pathLst>
                <a:path w="14147" h="2427" extrusionOk="0">
                  <a:moveTo>
                    <a:pt x="4726" y="0"/>
                  </a:moveTo>
                  <a:lnTo>
                    <a:pt x="4348" y="819"/>
                  </a:lnTo>
                  <a:lnTo>
                    <a:pt x="1261" y="819"/>
                  </a:lnTo>
                  <a:cubicBezTo>
                    <a:pt x="599" y="819"/>
                    <a:pt x="0" y="1355"/>
                    <a:pt x="0" y="2048"/>
                  </a:cubicBezTo>
                  <a:lnTo>
                    <a:pt x="0" y="2426"/>
                  </a:lnTo>
                  <a:lnTo>
                    <a:pt x="5041" y="2426"/>
                  </a:lnTo>
                  <a:cubicBezTo>
                    <a:pt x="5608" y="1922"/>
                    <a:pt x="6301" y="1607"/>
                    <a:pt x="7089" y="1607"/>
                  </a:cubicBezTo>
                  <a:cubicBezTo>
                    <a:pt x="7877" y="1607"/>
                    <a:pt x="8633" y="1922"/>
                    <a:pt x="9137" y="2426"/>
                  </a:cubicBezTo>
                  <a:lnTo>
                    <a:pt x="14146" y="2426"/>
                  </a:lnTo>
                  <a:lnTo>
                    <a:pt x="14146" y="2048"/>
                  </a:lnTo>
                  <a:cubicBezTo>
                    <a:pt x="14146" y="1355"/>
                    <a:pt x="13611" y="819"/>
                    <a:pt x="12886" y="819"/>
                  </a:cubicBezTo>
                  <a:lnTo>
                    <a:pt x="9830" y="819"/>
                  </a:lnTo>
                  <a:lnTo>
                    <a:pt x="94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86"/>
            <p:cNvSpPr/>
            <p:nvPr/>
          </p:nvSpPr>
          <p:spPr>
            <a:xfrm>
              <a:off x="-13411400" y="3730575"/>
              <a:ext cx="153600" cy="20500"/>
            </a:xfrm>
            <a:custGeom>
              <a:avLst/>
              <a:gdLst/>
              <a:ahLst/>
              <a:cxnLst/>
              <a:rect l="l" t="t" r="r" b="b"/>
              <a:pathLst>
                <a:path w="6144" h="820" extrusionOk="0">
                  <a:moveTo>
                    <a:pt x="0" y="0"/>
                  </a:moveTo>
                  <a:lnTo>
                    <a:pt x="599" y="819"/>
                  </a:lnTo>
                  <a:lnTo>
                    <a:pt x="5545" y="819"/>
                  </a:lnTo>
                  <a:lnTo>
                    <a:pt x="614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7" name="Google Shape;6937;p86"/>
          <p:cNvGrpSpPr/>
          <p:nvPr/>
        </p:nvGrpSpPr>
        <p:grpSpPr>
          <a:xfrm>
            <a:off x="5288351" y="2272427"/>
            <a:ext cx="356221" cy="355451"/>
            <a:chOff x="-13512225" y="4080275"/>
            <a:chExt cx="353675" cy="352875"/>
          </a:xfrm>
        </p:grpSpPr>
        <p:sp>
          <p:nvSpPr>
            <p:cNvPr id="6938" name="Google Shape;6938;p86"/>
            <p:cNvSpPr/>
            <p:nvPr/>
          </p:nvSpPr>
          <p:spPr>
            <a:xfrm>
              <a:off x="-13512225" y="4203925"/>
              <a:ext cx="353675" cy="229225"/>
            </a:xfrm>
            <a:custGeom>
              <a:avLst/>
              <a:gdLst/>
              <a:ahLst/>
              <a:cxnLst/>
              <a:rect l="l" t="t" r="r" b="b"/>
              <a:pathLst>
                <a:path w="14147" h="9169" extrusionOk="0">
                  <a:moveTo>
                    <a:pt x="5407" y="1717"/>
                  </a:moveTo>
                  <a:cubicBezTo>
                    <a:pt x="5482" y="1717"/>
                    <a:pt x="5561" y="1733"/>
                    <a:pt x="5640" y="1765"/>
                  </a:cubicBezTo>
                  <a:lnTo>
                    <a:pt x="9767" y="4254"/>
                  </a:lnTo>
                  <a:cubicBezTo>
                    <a:pt x="9893" y="4348"/>
                    <a:pt x="9987" y="4443"/>
                    <a:pt x="9987" y="4600"/>
                  </a:cubicBezTo>
                  <a:cubicBezTo>
                    <a:pt x="9987" y="4758"/>
                    <a:pt x="9893" y="4915"/>
                    <a:pt x="9767" y="5010"/>
                  </a:cubicBezTo>
                  <a:lnTo>
                    <a:pt x="5640" y="7499"/>
                  </a:lnTo>
                  <a:cubicBezTo>
                    <a:pt x="5577" y="7530"/>
                    <a:pt x="5506" y="7546"/>
                    <a:pt x="5431" y="7546"/>
                  </a:cubicBezTo>
                  <a:cubicBezTo>
                    <a:pt x="5356" y="7546"/>
                    <a:pt x="5277" y="7530"/>
                    <a:pt x="5199" y="7499"/>
                  </a:cubicBezTo>
                  <a:cubicBezTo>
                    <a:pt x="5104" y="7404"/>
                    <a:pt x="5010" y="7278"/>
                    <a:pt x="5010" y="7121"/>
                  </a:cubicBezTo>
                  <a:lnTo>
                    <a:pt x="5010" y="2143"/>
                  </a:lnTo>
                  <a:cubicBezTo>
                    <a:pt x="5010" y="1985"/>
                    <a:pt x="5104" y="1859"/>
                    <a:pt x="5199" y="1765"/>
                  </a:cubicBezTo>
                  <a:cubicBezTo>
                    <a:pt x="5262" y="1733"/>
                    <a:pt x="5333" y="1717"/>
                    <a:pt x="5407" y="1717"/>
                  </a:cubicBezTo>
                  <a:close/>
                  <a:moveTo>
                    <a:pt x="63" y="0"/>
                  </a:moveTo>
                  <a:lnTo>
                    <a:pt x="63" y="7971"/>
                  </a:lnTo>
                  <a:cubicBezTo>
                    <a:pt x="0" y="8633"/>
                    <a:pt x="568" y="9168"/>
                    <a:pt x="1261" y="9168"/>
                  </a:cubicBezTo>
                  <a:lnTo>
                    <a:pt x="12886" y="9168"/>
                  </a:lnTo>
                  <a:cubicBezTo>
                    <a:pt x="13548" y="9168"/>
                    <a:pt x="14146" y="8633"/>
                    <a:pt x="14146" y="7908"/>
                  </a:cubicBezTo>
                  <a:lnTo>
                    <a:pt x="141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86"/>
            <p:cNvSpPr/>
            <p:nvPr/>
          </p:nvSpPr>
          <p:spPr>
            <a:xfrm>
              <a:off x="-13366525" y="4275600"/>
              <a:ext cx="73275" cy="88225"/>
            </a:xfrm>
            <a:custGeom>
              <a:avLst/>
              <a:gdLst/>
              <a:ahLst/>
              <a:cxnLst/>
              <a:rect l="l" t="t" r="r" b="b"/>
              <a:pathLst>
                <a:path w="2931" h="3529" extrusionOk="0">
                  <a:moveTo>
                    <a:pt x="1" y="0"/>
                  </a:moveTo>
                  <a:lnTo>
                    <a:pt x="1" y="3529"/>
                  </a:lnTo>
                  <a:lnTo>
                    <a:pt x="2931" y="1733"/>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86"/>
            <p:cNvSpPr/>
            <p:nvPr/>
          </p:nvSpPr>
          <p:spPr>
            <a:xfrm>
              <a:off x="-13398800" y="4143275"/>
              <a:ext cx="65375" cy="40975"/>
            </a:xfrm>
            <a:custGeom>
              <a:avLst/>
              <a:gdLst/>
              <a:ahLst/>
              <a:cxnLst/>
              <a:rect l="l" t="t" r="r" b="b"/>
              <a:pathLst>
                <a:path w="2615" h="1639" extrusionOk="0">
                  <a:moveTo>
                    <a:pt x="1103" y="1"/>
                  </a:moveTo>
                  <a:lnTo>
                    <a:pt x="0" y="1639"/>
                  </a:lnTo>
                  <a:lnTo>
                    <a:pt x="1512" y="1639"/>
                  </a:lnTo>
                  <a:lnTo>
                    <a:pt x="26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86"/>
            <p:cNvSpPr/>
            <p:nvPr/>
          </p:nvSpPr>
          <p:spPr>
            <a:xfrm>
              <a:off x="-13336575" y="4143275"/>
              <a:ext cx="64600" cy="40975"/>
            </a:xfrm>
            <a:custGeom>
              <a:avLst/>
              <a:gdLst/>
              <a:ahLst/>
              <a:cxnLst/>
              <a:rect l="l" t="t" r="r" b="b"/>
              <a:pathLst>
                <a:path w="2584" h="1639" extrusionOk="0">
                  <a:moveTo>
                    <a:pt x="1103" y="1"/>
                  </a:moveTo>
                  <a:lnTo>
                    <a:pt x="0" y="1639"/>
                  </a:lnTo>
                  <a:lnTo>
                    <a:pt x="1481" y="1639"/>
                  </a:lnTo>
                  <a:lnTo>
                    <a:pt x="2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86"/>
            <p:cNvSpPr/>
            <p:nvPr/>
          </p:nvSpPr>
          <p:spPr>
            <a:xfrm>
              <a:off x="-13398800" y="4081050"/>
              <a:ext cx="65375" cy="40975"/>
            </a:xfrm>
            <a:custGeom>
              <a:avLst/>
              <a:gdLst/>
              <a:ahLst/>
              <a:cxnLst/>
              <a:rect l="l" t="t" r="r" b="b"/>
              <a:pathLst>
                <a:path w="2615" h="1639" extrusionOk="0">
                  <a:moveTo>
                    <a:pt x="0" y="1"/>
                  </a:moveTo>
                  <a:lnTo>
                    <a:pt x="1103" y="1639"/>
                  </a:lnTo>
                  <a:lnTo>
                    <a:pt x="2615" y="1639"/>
                  </a:lnTo>
                  <a:lnTo>
                    <a:pt x="15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86"/>
            <p:cNvSpPr/>
            <p:nvPr/>
          </p:nvSpPr>
          <p:spPr>
            <a:xfrm>
              <a:off x="-13274375" y="4143275"/>
              <a:ext cx="64625" cy="40975"/>
            </a:xfrm>
            <a:custGeom>
              <a:avLst/>
              <a:gdLst/>
              <a:ahLst/>
              <a:cxnLst/>
              <a:rect l="l" t="t" r="r" b="b"/>
              <a:pathLst>
                <a:path w="2585" h="1639" extrusionOk="0">
                  <a:moveTo>
                    <a:pt x="1104" y="1"/>
                  </a:moveTo>
                  <a:lnTo>
                    <a:pt x="1" y="1639"/>
                  </a:lnTo>
                  <a:lnTo>
                    <a:pt x="1482" y="1639"/>
                  </a:lnTo>
                  <a:lnTo>
                    <a:pt x="25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86"/>
            <p:cNvSpPr/>
            <p:nvPr/>
          </p:nvSpPr>
          <p:spPr>
            <a:xfrm>
              <a:off x="-13212925" y="4081050"/>
              <a:ext cx="54375" cy="40975"/>
            </a:xfrm>
            <a:custGeom>
              <a:avLst/>
              <a:gdLst/>
              <a:ahLst/>
              <a:cxnLst/>
              <a:rect l="l" t="t" r="r" b="b"/>
              <a:pathLst>
                <a:path w="2175" h="1639" extrusionOk="0">
                  <a:moveTo>
                    <a:pt x="0" y="1"/>
                  </a:moveTo>
                  <a:lnTo>
                    <a:pt x="1103" y="1639"/>
                  </a:lnTo>
                  <a:lnTo>
                    <a:pt x="2174" y="1639"/>
                  </a:lnTo>
                  <a:lnTo>
                    <a:pt x="2174" y="820"/>
                  </a:lnTo>
                  <a:cubicBezTo>
                    <a:pt x="2174" y="347"/>
                    <a:pt x="1796" y="1"/>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86"/>
            <p:cNvSpPr/>
            <p:nvPr/>
          </p:nvSpPr>
          <p:spPr>
            <a:xfrm>
              <a:off x="-13212925" y="4143275"/>
              <a:ext cx="54375" cy="40975"/>
            </a:xfrm>
            <a:custGeom>
              <a:avLst/>
              <a:gdLst/>
              <a:ahLst/>
              <a:cxnLst/>
              <a:rect l="l" t="t" r="r" b="b"/>
              <a:pathLst>
                <a:path w="2175" h="1639" extrusionOk="0">
                  <a:moveTo>
                    <a:pt x="1103" y="1"/>
                  </a:moveTo>
                  <a:lnTo>
                    <a:pt x="0" y="1639"/>
                  </a:lnTo>
                  <a:lnTo>
                    <a:pt x="2174" y="1639"/>
                  </a:lnTo>
                  <a:lnTo>
                    <a:pt x="21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86"/>
            <p:cNvSpPr/>
            <p:nvPr/>
          </p:nvSpPr>
          <p:spPr>
            <a:xfrm>
              <a:off x="-13274375" y="4081050"/>
              <a:ext cx="64625" cy="40975"/>
            </a:xfrm>
            <a:custGeom>
              <a:avLst/>
              <a:gdLst/>
              <a:ahLst/>
              <a:cxnLst/>
              <a:rect l="l" t="t" r="r" b="b"/>
              <a:pathLst>
                <a:path w="2585" h="1639" extrusionOk="0">
                  <a:moveTo>
                    <a:pt x="1" y="1"/>
                  </a:moveTo>
                  <a:lnTo>
                    <a:pt x="1104" y="1639"/>
                  </a:lnTo>
                  <a:lnTo>
                    <a:pt x="2584" y="163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86"/>
            <p:cNvSpPr/>
            <p:nvPr/>
          </p:nvSpPr>
          <p:spPr>
            <a:xfrm>
              <a:off x="-13336575" y="4081050"/>
              <a:ext cx="64600" cy="40975"/>
            </a:xfrm>
            <a:custGeom>
              <a:avLst/>
              <a:gdLst/>
              <a:ahLst/>
              <a:cxnLst/>
              <a:rect l="l" t="t" r="r" b="b"/>
              <a:pathLst>
                <a:path w="2584" h="1639" extrusionOk="0">
                  <a:moveTo>
                    <a:pt x="0" y="1"/>
                  </a:moveTo>
                  <a:lnTo>
                    <a:pt x="1103" y="1639"/>
                  </a:lnTo>
                  <a:lnTo>
                    <a:pt x="2583" y="1639"/>
                  </a:ln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86"/>
            <p:cNvSpPr/>
            <p:nvPr/>
          </p:nvSpPr>
          <p:spPr>
            <a:xfrm>
              <a:off x="-13512225" y="4080275"/>
              <a:ext cx="123675" cy="103200"/>
            </a:xfrm>
            <a:custGeom>
              <a:avLst/>
              <a:gdLst/>
              <a:ahLst/>
              <a:cxnLst/>
              <a:rect l="l" t="t" r="r" b="b"/>
              <a:pathLst>
                <a:path w="4947" h="4128" extrusionOk="0">
                  <a:moveTo>
                    <a:pt x="2489" y="1260"/>
                  </a:moveTo>
                  <a:cubicBezTo>
                    <a:pt x="2962" y="1260"/>
                    <a:pt x="3371" y="1607"/>
                    <a:pt x="3371" y="2080"/>
                  </a:cubicBezTo>
                  <a:cubicBezTo>
                    <a:pt x="3371" y="2552"/>
                    <a:pt x="2962" y="2899"/>
                    <a:pt x="2489" y="2899"/>
                  </a:cubicBezTo>
                  <a:cubicBezTo>
                    <a:pt x="2017" y="2899"/>
                    <a:pt x="1670" y="2552"/>
                    <a:pt x="1670" y="2080"/>
                  </a:cubicBezTo>
                  <a:cubicBezTo>
                    <a:pt x="1670" y="1607"/>
                    <a:pt x="2017" y="1260"/>
                    <a:pt x="2489" y="1260"/>
                  </a:cubicBezTo>
                  <a:close/>
                  <a:moveTo>
                    <a:pt x="1261" y="0"/>
                  </a:moveTo>
                  <a:cubicBezTo>
                    <a:pt x="599" y="0"/>
                    <a:pt x="0" y="536"/>
                    <a:pt x="0" y="1260"/>
                  </a:cubicBezTo>
                  <a:lnTo>
                    <a:pt x="0" y="4127"/>
                  </a:lnTo>
                  <a:lnTo>
                    <a:pt x="3560" y="4127"/>
                  </a:lnTo>
                  <a:lnTo>
                    <a:pt x="4947" y="2080"/>
                  </a:lnTo>
                  <a:lnTo>
                    <a:pt x="356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49" name="Google Shape;6949;p86"/>
          <p:cNvGrpSpPr/>
          <p:nvPr/>
        </p:nvGrpSpPr>
        <p:grpSpPr>
          <a:xfrm>
            <a:off x="7061431" y="1419788"/>
            <a:ext cx="356196" cy="290379"/>
            <a:chOff x="-11728250" y="3245400"/>
            <a:chExt cx="353650" cy="288275"/>
          </a:xfrm>
        </p:grpSpPr>
        <p:sp>
          <p:nvSpPr>
            <p:cNvPr id="6950" name="Google Shape;6950;p86"/>
            <p:cNvSpPr/>
            <p:nvPr/>
          </p:nvSpPr>
          <p:spPr>
            <a:xfrm>
              <a:off x="-11603025" y="3389725"/>
              <a:ext cx="104775" cy="143950"/>
            </a:xfrm>
            <a:custGeom>
              <a:avLst/>
              <a:gdLst/>
              <a:ahLst/>
              <a:cxnLst/>
              <a:rect l="l" t="t" r="r" b="b"/>
              <a:pathLst>
                <a:path w="4191" h="5758" extrusionOk="0">
                  <a:moveTo>
                    <a:pt x="2096" y="0"/>
                  </a:moveTo>
                  <a:cubicBezTo>
                    <a:pt x="1560" y="0"/>
                    <a:pt x="1024" y="197"/>
                    <a:pt x="631" y="591"/>
                  </a:cubicBezTo>
                  <a:cubicBezTo>
                    <a:pt x="252" y="1001"/>
                    <a:pt x="63" y="1505"/>
                    <a:pt x="63" y="2040"/>
                  </a:cubicBezTo>
                  <a:cubicBezTo>
                    <a:pt x="63" y="2261"/>
                    <a:pt x="95" y="2418"/>
                    <a:pt x="126" y="2576"/>
                  </a:cubicBezTo>
                  <a:lnTo>
                    <a:pt x="1387" y="3048"/>
                  </a:lnTo>
                  <a:lnTo>
                    <a:pt x="158" y="4372"/>
                  </a:lnTo>
                  <a:cubicBezTo>
                    <a:pt x="0" y="4561"/>
                    <a:pt x="0" y="4813"/>
                    <a:pt x="158" y="4970"/>
                  </a:cubicBezTo>
                  <a:cubicBezTo>
                    <a:pt x="662" y="5474"/>
                    <a:pt x="1387" y="5758"/>
                    <a:pt x="2111" y="5758"/>
                  </a:cubicBezTo>
                  <a:cubicBezTo>
                    <a:pt x="2836" y="5758"/>
                    <a:pt x="3497" y="5474"/>
                    <a:pt x="4033" y="4970"/>
                  </a:cubicBezTo>
                  <a:cubicBezTo>
                    <a:pt x="4191" y="4813"/>
                    <a:pt x="4191" y="4561"/>
                    <a:pt x="4033" y="4372"/>
                  </a:cubicBezTo>
                  <a:lnTo>
                    <a:pt x="2804" y="3048"/>
                  </a:lnTo>
                  <a:lnTo>
                    <a:pt x="4065" y="2576"/>
                  </a:lnTo>
                  <a:cubicBezTo>
                    <a:pt x="4096" y="2418"/>
                    <a:pt x="4159" y="2198"/>
                    <a:pt x="4159" y="2040"/>
                  </a:cubicBezTo>
                  <a:cubicBezTo>
                    <a:pt x="4159" y="1505"/>
                    <a:pt x="3939" y="1001"/>
                    <a:pt x="3560" y="591"/>
                  </a:cubicBezTo>
                  <a:cubicBezTo>
                    <a:pt x="3167" y="197"/>
                    <a:pt x="2631" y="0"/>
                    <a:pt x="2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86"/>
            <p:cNvSpPr/>
            <p:nvPr/>
          </p:nvSpPr>
          <p:spPr>
            <a:xfrm>
              <a:off x="-11647125" y="3246175"/>
              <a:ext cx="86650" cy="133925"/>
            </a:xfrm>
            <a:custGeom>
              <a:avLst/>
              <a:gdLst/>
              <a:ahLst/>
              <a:cxnLst/>
              <a:rect l="l" t="t" r="r" b="b"/>
              <a:pathLst>
                <a:path w="3466" h="5357" extrusionOk="0">
                  <a:moveTo>
                    <a:pt x="3466" y="1"/>
                  </a:moveTo>
                  <a:cubicBezTo>
                    <a:pt x="2205" y="64"/>
                    <a:pt x="1008" y="473"/>
                    <a:pt x="0" y="1135"/>
                  </a:cubicBezTo>
                  <a:lnTo>
                    <a:pt x="2426" y="5356"/>
                  </a:lnTo>
                  <a:cubicBezTo>
                    <a:pt x="2741" y="5167"/>
                    <a:pt x="3056" y="5041"/>
                    <a:pt x="3466" y="5010"/>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86"/>
            <p:cNvSpPr/>
            <p:nvPr/>
          </p:nvSpPr>
          <p:spPr>
            <a:xfrm>
              <a:off x="-11540025" y="3245400"/>
              <a:ext cx="86675" cy="133900"/>
            </a:xfrm>
            <a:custGeom>
              <a:avLst/>
              <a:gdLst/>
              <a:ahLst/>
              <a:cxnLst/>
              <a:rect l="l" t="t" r="r" b="b"/>
              <a:pathLst>
                <a:path w="3467" h="5356" extrusionOk="0">
                  <a:moveTo>
                    <a:pt x="1" y="0"/>
                  </a:moveTo>
                  <a:lnTo>
                    <a:pt x="1" y="4978"/>
                  </a:lnTo>
                  <a:cubicBezTo>
                    <a:pt x="379" y="5041"/>
                    <a:pt x="725" y="5135"/>
                    <a:pt x="1040" y="5356"/>
                  </a:cubicBezTo>
                  <a:lnTo>
                    <a:pt x="3466" y="1134"/>
                  </a:lnTo>
                  <a:cubicBezTo>
                    <a:pt x="2458" y="473"/>
                    <a:pt x="1261" y="63"/>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86"/>
            <p:cNvSpPr/>
            <p:nvPr/>
          </p:nvSpPr>
          <p:spPr>
            <a:xfrm>
              <a:off x="-11498275" y="3285550"/>
              <a:ext cx="123675" cy="160700"/>
            </a:xfrm>
            <a:custGeom>
              <a:avLst/>
              <a:gdLst/>
              <a:ahLst/>
              <a:cxnLst/>
              <a:rect l="l" t="t" r="r" b="b"/>
              <a:pathLst>
                <a:path w="4947" h="6428" extrusionOk="0">
                  <a:moveTo>
                    <a:pt x="2426" y="1"/>
                  </a:moveTo>
                  <a:lnTo>
                    <a:pt x="1" y="4254"/>
                  </a:lnTo>
                  <a:cubicBezTo>
                    <a:pt x="505" y="4790"/>
                    <a:pt x="788" y="5483"/>
                    <a:pt x="788" y="6207"/>
                  </a:cubicBezTo>
                  <a:lnTo>
                    <a:pt x="788" y="6428"/>
                  </a:lnTo>
                  <a:lnTo>
                    <a:pt x="4663" y="4947"/>
                  </a:lnTo>
                  <a:cubicBezTo>
                    <a:pt x="4884" y="4884"/>
                    <a:pt x="4947" y="4727"/>
                    <a:pt x="4947" y="4538"/>
                  </a:cubicBezTo>
                  <a:cubicBezTo>
                    <a:pt x="4726" y="2710"/>
                    <a:pt x="3781" y="1135"/>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86"/>
            <p:cNvSpPr/>
            <p:nvPr/>
          </p:nvSpPr>
          <p:spPr>
            <a:xfrm>
              <a:off x="-11728250" y="3286350"/>
              <a:ext cx="125250" cy="160700"/>
            </a:xfrm>
            <a:custGeom>
              <a:avLst/>
              <a:gdLst/>
              <a:ahLst/>
              <a:cxnLst/>
              <a:rect l="l" t="t" r="r" b="b"/>
              <a:pathLst>
                <a:path w="5010" h="6428" extrusionOk="0">
                  <a:moveTo>
                    <a:pt x="2584" y="0"/>
                  </a:moveTo>
                  <a:cubicBezTo>
                    <a:pt x="1229" y="1103"/>
                    <a:pt x="284" y="2678"/>
                    <a:pt x="63" y="4537"/>
                  </a:cubicBezTo>
                  <a:cubicBezTo>
                    <a:pt x="0" y="4726"/>
                    <a:pt x="126" y="4884"/>
                    <a:pt x="315" y="4978"/>
                  </a:cubicBezTo>
                  <a:lnTo>
                    <a:pt x="4222" y="6427"/>
                  </a:lnTo>
                  <a:lnTo>
                    <a:pt x="4222" y="6238"/>
                  </a:lnTo>
                  <a:cubicBezTo>
                    <a:pt x="4222" y="5482"/>
                    <a:pt x="4505" y="4758"/>
                    <a:pt x="5009" y="4254"/>
                  </a:cubicBezTo>
                  <a:lnTo>
                    <a:pt x="25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5" name="Google Shape;6955;p86"/>
          <p:cNvGrpSpPr/>
          <p:nvPr/>
        </p:nvGrpSpPr>
        <p:grpSpPr>
          <a:xfrm>
            <a:off x="7093939" y="2272427"/>
            <a:ext cx="311804" cy="355451"/>
            <a:chOff x="-11703850" y="4081850"/>
            <a:chExt cx="309575" cy="352875"/>
          </a:xfrm>
        </p:grpSpPr>
        <p:sp>
          <p:nvSpPr>
            <p:cNvPr id="6956" name="Google Shape;6956;p86"/>
            <p:cNvSpPr/>
            <p:nvPr/>
          </p:nvSpPr>
          <p:spPr>
            <a:xfrm>
              <a:off x="-11703850" y="4081850"/>
              <a:ext cx="309575" cy="125250"/>
            </a:xfrm>
            <a:custGeom>
              <a:avLst/>
              <a:gdLst/>
              <a:ahLst/>
              <a:cxnLst/>
              <a:rect l="l" t="t" r="r" b="b"/>
              <a:pathLst>
                <a:path w="12383" h="5010" extrusionOk="0">
                  <a:moveTo>
                    <a:pt x="6932" y="2552"/>
                  </a:moveTo>
                  <a:cubicBezTo>
                    <a:pt x="7593" y="2552"/>
                    <a:pt x="8192" y="3119"/>
                    <a:pt x="8192" y="3781"/>
                  </a:cubicBezTo>
                  <a:cubicBezTo>
                    <a:pt x="8224" y="3970"/>
                    <a:pt x="8035" y="4190"/>
                    <a:pt x="7783" y="4190"/>
                  </a:cubicBezTo>
                  <a:cubicBezTo>
                    <a:pt x="7530" y="4190"/>
                    <a:pt x="7341" y="3970"/>
                    <a:pt x="7341" y="3781"/>
                  </a:cubicBezTo>
                  <a:cubicBezTo>
                    <a:pt x="7341" y="3560"/>
                    <a:pt x="7152" y="3403"/>
                    <a:pt x="6963" y="3403"/>
                  </a:cubicBezTo>
                  <a:cubicBezTo>
                    <a:pt x="6743" y="3403"/>
                    <a:pt x="6522" y="3592"/>
                    <a:pt x="6522" y="3781"/>
                  </a:cubicBezTo>
                  <a:cubicBezTo>
                    <a:pt x="6522" y="4033"/>
                    <a:pt x="6333" y="4190"/>
                    <a:pt x="6144" y="4190"/>
                  </a:cubicBezTo>
                  <a:cubicBezTo>
                    <a:pt x="5892" y="4190"/>
                    <a:pt x="5703" y="3970"/>
                    <a:pt x="5703" y="3781"/>
                  </a:cubicBezTo>
                  <a:cubicBezTo>
                    <a:pt x="5703" y="3560"/>
                    <a:pt x="5514" y="3403"/>
                    <a:pt x="5262" y="3403"/>
                  </a:cubicBezTo>
                  <a:cubicBezTo>
                    <a:pt x="5042" y="3403"/>
                    <a:pt x="4884" y="3592"/>
                    <a:pt x="4884" y="3781"/>
                  </a:cubicBezTo>
                  <a:cubicBezTo>
                    <a:pt x="4884" y="4033"/>
                    <a:pt x="4664" y="4190"/>
                    <a:pt x="4443" y="4190"/>
                  </a:cubicBezTo>
                  <a:cubicBezTo>
                    <a:pt x="4191" y="4190"/>
                    <a:pt x="4033" y="3970"/>
                    <a:pt x="4033" y="3781"/>
                  </a:cubicBezTo>
                  <a:cubicBezTo>
                    <a:pt x="4033" y="3119"/>
                    <a:pt x="4601" y="2552"/>
                    <a:pt x="5262" y="2552"/>
                  </a:cubicBezTo>
                  <a:cubicBezTo>
                    <a:pt x="5577" y="2552"/>
                    <a:pt x="5861" y="2678"/>
                    <a:pt x="6081" y="2867"/>
                  </a:cubicBezTo>
                  <a:cubicBezTo>
                    <a:pt x="6333" y="2678"/>
                    <a:pt x="6617" y="2552"/>
                    <a:pt x="6932" y="2552"/>
                  </a:cubicBezTo>
                  <a:close/>
                  <a:moveTo>
                    <a:pt x="5357" y="0"/>
                  </a:moveTo>
                  <a:cubicBezTo>
                    <a:pt x="4348" y="0"/>
                    <a:pt x="3498" y="725"/>
                    <a:pt x="3340" y="1670"/>
                  </a:cubicBezTo>
                  <a:cubicBezTo>
                    <a:pt x="3304" y="1668"/>
                    <a:pt x="3267" y="1666"/>
                    <a:pt x="3231" y="1666"/>
                  </a:cubicBezTo>
                  <a:cubicBezTo>
                    <a:pt x="2310" y="1666"/>
                    <a:pt x="1639" y="2430"/>
                    <a:pt x="1639" y="3340"/>
                  </a:cubicBezTo>
                  <a:cubicBezTo>
                    <a:pt x="725" y="3340"/>
                    <a:pt x="1" y="4096"/>
                    <a:pt x="1" y="5009"/>
                  </a:cubicBezTo>
                  <a:lnTo>
                    <a:pt x="12382" y="5009"/>
                  </a:lnTo>
                  <a:cubicBezTo>
                    <a:pt x="12351" y="4096"/>
                    <a:pt x="11595" y="3340"/>
                    <a:pt x="10681" y="3340"/>
                  </a:cubicBezTo>
                  <a:cubicBezTo>
                    <a:pt x="10681" y="2395"/>
                    <a:pt x="9956" y="1670"/>
                    <a:pt x="9011" y="1670"/>
                  </a:cubicBezTo>
                  <a:cubicBezTo>
                    <a:pt x="8822" y="725"/>
                    <a:pt x="7972" y="0"/>
                    <a:pt x="6995" y="0"/>
                  </a:cubicBezTo>
                  <a:cubicBezTo>
                    <a:pt x="6711" y="0"/>
                    <a:pt x="6459" y="95"/>
                    <a:pt x="6176" y="189"/>
                  </a:cubicBezTo>
                  <a:cubicBezTo>
                    <a:pt x="5892" y="95"/>
                    <a:pt x="5609" y="0"/>
                    <a:pt x="53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86"/>
            <p:cNvSpPr/>
            <p:nvPr/>
          </p:nvSpPr>
          <p:spPr>
            <a:xfrm>
              <a:off x="-11622725" y="4288975"/>
              <a:ext cx="144175" cy="63050"/>
            </a:xfrm>
            <a:custGeom>
              <a:avLst/>
              <a:gdLst/>
              <a:ahLst/>
              <a:cxnLst/>
              <a:rect l="l" t="t" r="r" b="b"/>
              <a:pathLst>
                <a:path w="5767" h="2522" extrusionOk="0">
                  <a:moveTo>
                    <a:pt x="2868" y="1"/>
                  </a:moveTo>
                  <a:cubicBezTo>
                    <a:pt x="1293" y="1"/>
                    <a:pt x="1" y="537"/>
                    <a:pt x="1" y="1261"/>
                  </a:cubicBezTo>
                  <a:cubicBezTo>
                    <a:pt x="1" y="1954"/>
                    <a:pt x="1293" y="2521"/>
                    <a:pt x="2868" y="2521"/>
                  </a:cubicBezTo>
                  <a:cubicBezTo>
                    <a:pt x="4475" y="2521"/>
                    <a:pt x="5766" y="1954"/>
                    <a:pt x="5766" y="1261"/>
                  </a:cubicBezTo>
                  <a:cubicBezTo>
                    <a:pt x="5766" y="537"/>
                    <a:pt x="4475" y="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86"/>
            <p:cNvSpPr/>
            <p:nvPr/>
          </p:nvSpPr>
          <p:spPr>
            <a:xfrm>
              <a:off x="-11596725" y="4364600"/>
              <a:ext cx="36250" cy="70125"/>
            </a:xfrm>
            <a:custGeom>
              <a:avLst/>
              <a:gdLst/>
              <a:ahLst/>
              <a:cxnLst/>
              <a:rect l="l" t="t" r="r" b="b"/>
              <a:pathLst>
                <a:path w="1450" h="2805" extrusionOk="0">
                  <a:moveTo>
                    <a:pt x="0" y="0"/>
                  </a:moveTo>
                  <a:lnTo>
                    <a:pt x="253" y="2804"/>
                  </a:lnTo>
                  <a:lnTo>
                    <a:pt x="1450" y="2804"/>
                  </a:lnTo>
                  <a:lnTo>
                    <a:pt x="1450" y="284"/>
                  </a:lnTo>
                  <a:cubicBezTo>
                    <a:pt x="883" y="221"/>
                    <a:pt x="410" y="158"/>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86"/>
            <p:cNvSpPr/>
            <p:nvPr/>
          </p:nvSpPr>
          <p:spPr>
            <a:xfrm>
              <a:off x="-11540025" y="4364600"/>
              <a:ext cx="37050" cy="70125"/>
            </a:xfrm>
            <a:custGeom>
              <a:avLst/>
              <a:gdLst/>
              <a:ahLst/>
              <a:cxnLst/>
              <a:rect l="l" t="t" r="r" b="b"/>
              <a:pathLst>
                <a:path w="1482" h="2805" extrusionOk="0">
                  <a:moveTo>
                    <a:pt x="1482" y="0"/>
                  </a:moveTo>
                  <a:lnTo>
                    <a:pt x="1482" y="0"/>
                  </a:lnTo>
                  <a:cubicBezTo>
                    <a:pt x="1040" y="126"/>
                    <a:pt x="505" y="221"/>
                    <a:pt x="1" y="221"/>
                  </a:cubicBezTo>
                  <a:lnTo>
                    <a:pt x="1" y="2741"/>
                  </a:lnTo>
                  <a:lnTo>
                    <a:pt x="1198" y="2741"/>
                  </a:lnTo>
                  <a:lnTo>
                    <a:pt x="1198" y="2804"/>
                  </a:lnTo>
                  <a:lnTo>
                    <a:pt x="14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86"/>
            <p:cNvSpPr/>
            <p:nvPr/>
          </p:nvSpPr>
          <p:spPr>
            <a:xfrm>
              <a:off x="-11610900" y="4227550"/>
              <a:ext cx="50425" cy="51225"/>
            </a:xfrm>
            <a:custGeom>
              <a:avLst/>
              <a:gdLst/>
              <a:ahLst/>
              <a:cxnLst/>
              <a:rect l="l" t="t" r="r" b="b"/>
              <a:pathLst>
                <a:path w="2017" h="2049" extrusionOk="0">
                  <a:moveTo>
                    <a:pt x="0" y="1"/>
                  </a:moveTo>
                  <a:lnTo>
                    <a:pt x="189" y="2048"/>
                  </a:lnTo>
                  <a:cubicBezTo>
                    <a:pt x="725" y="1859"/>
                    <a:pt x="1355" y="1702"/>
                    <a:pt x="2017" y="1670"/>
                  </a:cubicBezTo>
                  <a:lnTo>
                    <a:pt x="20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86"/>
            <p:cNvSpPr/>
            <p:nvPr/>
          </p:nvSpPr>
          <p:spPr>
            <a:xfrm>
              <a:off x="-11540025" y="4228350"/>
              <a:ext cx="50450" cy="51200"/>
            </a:xfrm>
            <a:custGeom>
              <a:avLst/>
              <a:gdLst/>
              <a:ahLst/>
              <a:cxnLst/>
              <a:rect l="l" t="t" r="r" b="b"/>
              <a:pathLst>
                <a:path w="2018" h="2048" extrusionOk="0">
                  <a:moveTo>
                    <a:pt x="1" y="0"/>
                  </a:moveTo>
                  <a:lnTo>
                    <a:pt x="1" y="1670"/>
                  </a:lnTo>
                  <a:cubicBezTo>
                    <a:pt x="694" y="1701"/>
                    <a:pt x="1293" y="1827"/>
                    <a:pt x="1828" y="2048"/>
                  </a:cubicBezTo>
                  <a:lnTo>
                    <a:pt x="20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86"/>
            <p:cNvSpPr/>
            <p:nvPr/>
          </p:nvSpPr>
          <p:spPr>
            <a:xfrm>
              <a:off x="-11489600" y="4227550"/>
              <a:ext cx="92175" cy="207175"/>
            </a:xfrm>
            <a:custGeom>
              <a:avLst/>
              <a:gdLst/>
              <a:ahLst/>
              <a:cxnLst/>
              <a:rect l="l" t="t" r="r" b="b"/>
              <a:pathLst>
                <a:path w="3687" h="8287" extrusionOk="0">
                  <a:moveTo>
                    <a:pt x="819" y="1"/>
                  </a:moveTo>
                  <a:lnTo>
                    <a:pt x="599" y="2489"/>
                  </a:lnTo>
                  <a:cubicBezTo>
                    <a:pt x="1040" y="2836"/>
                    <a:pt x="1292" y="3246"/>
                    <a:pt x="1292" y="3718"/>
                  </a:cubicBezTo>
                  <a:cubicBezTo>
                    <a:pt x="1292" y="4254"/>
                    <a:pt x="945" y="4758"/>
                    <a:pt x="315" y="5136"/>
                  </a:cubicBezTo>
                  <a:lnTo>
                    <a:pt x="0" y="8286"/>
                  </a:lnTo>
                  <a:lnTo>
                    <a:pt x="1040" y="8286"/>
                  </a:lnTo>
                  <a:cubicBezTo>
                    <a:pt x="1607" y="8286"/>
                    <a:pt x="2111" y="7877"/>
                    <a:pt x="2237" y="7278"/>
                  </a:cubicBezTo>
                  <a:lnTo>
                    <a:pt x="36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86"/>
            <p:cNvSpPr/>
            <p:nvPr/>
          </p:nvSpPr>
          <p:spPr>
            <a:xfrm>
              <a:off x="-11703850" y="4227550"/>
              <a:ext cx="92175" cy="207175"/>
            </a:xfrm>
            <a:custGeom>
              <a:avLst/>
              <a:gdLst/>
              <a:ahLst/>
              <a:cxnLst/>
              <a:rect l="l" t="t" r="r" b="b"/>
              <a:pathLst>
                <a:path w="3687" h="8287" extrusionOk="0">
                  <a:moveTo>
                    <a:pt x="1" y="1"/>
                  </a:moveTo>
                  <a:lnTo>
                    <a:pt x="1450" y="7278"/>
                  </a:lnTo>
                  <a:cubicBezTo>
                    <a:pt x="1576" y="7877"/>
                    <a:pt x="2080" y="8286"/>
                    <a:pt x="2679" y="8286"/>
                  </a:cubicBezTo>
                  <a:lnTo>
                    <a:pt x="3687" y="8286"/>
                  </a:lnTo>
                  <a:lnTo>
                    <a:pt x="3372" y="5136"/>
                  </a:lnTo>
                  <a:cubicBezTo>
                    <a:pt x="2773" y="4758"/>
                    <a:pt x="2395" y="4254"/>
                    <a:pt x="2395" y="3718"/>
                  </a:cubicBezTo>
                  <a:cubicBezTo>
                    <a:pt x="2427" y="3246"/>
                    <a:pt x="2647" y="2836"/>
                    <a:pt x="3088" y="2489"/>
                  </a:cubicBezTo>
                  <a:lnTo>
                    <a:pt x="28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4" name="Google Shape;6964;p86"/>
          <p:cNvGrpSpPr/>
          <p:nvPr/>
        </p:nvGrpSpPr>
        <p:grpSpPr>
          <a:xfrm>
            <a:off x="5282595" y="2746580"/>
            <a:ext cx="357002" cy="355451"/>
            <a:chOff x="-9958475" y="3180025"/>
            <a:chExt cx="354450" cy="352875"/>
          </a:xfrm>
        </p:grpSpPr>
        <p:sp>
          <p:nvSpPr>
            <p:cNvPr id="6965" name="Google Shape;6965;p86"/>
            <p:cNvSpPr/>
            <p:nvPr/>
          </p:nvSpPr>
          <p:spPr>
            <a:xfrm>
              <a:off x="-9958475" y="3491125"/>
              <a:ext cx="354450" cy="41775"/>
            </a:xfrm>
            <a:custGeom>
              <a:avLst/>
              <a:gdLst/>
              <a:ahLst/>
              <a:cxnLst/>
              <a:rect l="l" t="t" r="r" b="b"/>
              <a:pathLst>
                <a:path w="14178" h="1671" extrusionOk="0">
                  <a:moveTo>
                    <a:pt x="1702" y="1"/>
                  </a:moveTo>
                  <a:cubicBezTo>
                    <a:pt x="1387" y="1"/>
                    <a:pt x="1135" y="158"/>
                    <a:pt x="977" y="442"/>
                  </a:cubicBezTo>
                  <a:lnTo>
                    <a:pt x="442" y="442"/>
                  </a:lnTo>
                  <a:cubicBezTo>
                    <a:pt x="190" y="442"/>
                    <a:pt x="1" y="631"/>
                    <a:pt x="1" y="820"/>
                  </a:cubicBezTo>
                  <a:cubicBezTo>
                    <a:pt x="1" y="1072"/>
                    <a:pt x="190" y="1261"/>
                    <a:pt x="442" y="1261"/>
                  </a:cubicBezTo>
                  <a:lnTo>
                    <a:pt x="977" y="1261"/>
                  </a:lnTo>
                  <a:cubicBezTo>
                    <a:pt x="1135" y="1513"/>
                    <a:pt x="1387" y="1670"/>
                    <a:pt x="1702" y="1670"/>
                  </a:cubicBezTo>
                  <a:lnTo>
                    <a:pt x="12477" y="1670"/>
                  </a:lnTo>
                  <a:cubicBezTo>
                    <a:pt x="12792" y="1670"/>
                    <a:pt x="13044" y="1513"/>
                    <a:pt x="13170" y="1261"/>
                  </a:cubicBezTo>
                  <a:lnTo>
                    <a:pt x="13737" y="1261"/>
                  </a:lnTo>
                  <a:cubicBezTo>
                    <a:pt x="13957" y="1261"/>
                    <a:pt x="14178" y="1072"/>
                    <a:pt x="14178" y="820"/>
                  </a:cubicBezTo>
                  <a:cubicBezTo>
                    <a:pt x="14178" y="631"/>
                    <a:pt x="13957" y="442"/>
                    <a:pt x="13737" y="442"/>
                  </a:cubicBezTo>
                  <a:lnTo>
                    <a:pt x="13170" y="442"/>
                  </a:lnTo>
                  <a:cubicBezTo>
                    <a:pt x="13044" y="190"/>
                    <a:pt x="12792" y="1"/>
                    <a:pt x="124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86"/>
            <p:cNvSpPr/>
            <p:nvPr/>
          </p:nvSpPr>
          <p:spPr>
            <a:xfrm>
              <a:off x="-9958475" y="3180025"/>
              <a:ext cx="354450" cy="42550"/>
            </a:xfrm>
            <a:custGeom>
              <a:avLst/>
              <a:gdLst/>
              <a:ahLst/>
              <a:cxnLst/>
              <a:rect l="l" t="t" r="r" b="b"/>
              <a:pathLst>
                <a:path w="14178" h="1702" extrusionOk="0">
                  <a:moveTo>
                    <a:pt x="1702" y="0"/>
                  </a:moveTo>
                  <a:cubicBezTo>
                    <a:pt x="1387" y="0"/>
                    <a:pt x="1135" y="158"/>
                    <a:pt x="977" y="441"/>
                  </a:cubicBezTo>
                  <a:lnTo>
                    <a:pt x="442" y="441"/>
                  </a:lnTo>
                  <a:cubicBezTo>
                    <a:pt x="190" y="441"/>
                    <a:pt x="1" y="630"/>
                    <a:pt x="1" y="819"/>
                  </a:cubicBezTo>
                  <a:cubicBezTo>
                    <a:pt x="1" y="1040"/>
                    <a:pt x="190" y="1260"/>
                    <a:pt x="442" y="1260"/>
                  </a:cubicBezTo>
                  <a:lnTo>
                    <a:pt x="977" y="1260"/>
                  </a:lnTo>
                  <a:cubicBezTo>
                    <a:pt x="1135" y="1512"/>
                    <a:pt x="1387" y="1701"/>
                    <a:pt x="1702" y="1701"/>
                  </a:cubicBezTo>
                  <a:lnTo>
                    <a:pt x="12477" y="1701"/>
                  </a:lnTo>
                  <a:cubicBezTo>
                    <a:pt x="12792" y="1701"/>
                    <a:pt x="13044" y="1544"/>
                    <a:pt x="13170" y="1260"/>
                  </a:cubicBezTo>
                  <a:lnTo>
                    <a:pt x="13737" y="1260"/>
                  </a:lnTo>
                  <a:cubicBezTo>
                    <a:pt x="13957" y="1260"/>
                    <a:pt x="14178" y="1071"/>
                    <a:pt x="14178" y="819"/>
                  </a:cubicBezTo>
                  <a:cubicBezTo>
                    <a:pt x="14178" y="599"/>
                    <a:pt x="13957" y="441"/>
                    <a:pt x="13737" y="441"/>
                  </a:cubicBezTo>
                  <a:lnTo>
                    <a:pt x="13170" y="441"/>
                  </a:lnTo>
                  <a:cubicBezTo>
                    <a:pt x="13044" y="189"/>
                    <a:pt x="12792" y="0"/>
                    <a:pt x="124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86"/>
            <p:cNvSpPr/>
            <p:nvPr/>
          </p:nvSpPr>
          <p:spPr>
            <a:xfrm>
              <a:off x="-9916725" y="3243025"/>
              <a:ext cx="270175" cy="228425"/>
            </a:xfrm>
            <a:custGeom>
              <a:avLst/>
              <a:gdLst/>
              <a:ahLst/>
              <a:cxnLst/>
              <a:rect l="l" t="t" r="r" b="b"/>
              <a:pathLst>
                <a:path w="10807" h="9137" extrusionOk="0">
                  <a:moveTo>
                    <a:pt x="7940" y="820"/>
                  </a:moveTo>
                  <a:cubicBezTo>
                    <a:pt x="8160" y="820"/>
                    <a:pt x="8349" y="1040"/>
                    <a:pt x="8349" y="1261"/>
                  </a:cubicBezTo>
                  <a:cubicBezTo>
                    <a:pt x="8349" y="1513"/>
                    <a:pt x="8160" y="1670"/>
                    <a:pt x="7940" y="1670"/>
                  </a:cubicBezTo>
                  <a:lnTo>
                    <a:pt x="2962" y="1670"/>
                  </a:lnTo>
                  <a:cubicBezTo>
                    <a:pt x="2741" y="1670"/>
                    <a:pt x="2521" y="1450"/>
                    <a:pt x="2521" y="1261"/>
                  </a:cubicBezTo>
                  <a:cubicBezTo>
                    <a:pt x="2521" y="1040"/>
                    <a:pt x="2741" y="820"/>
                    <a:pt x="2962" y="820"/>
                  </a:cubicBezTo>
                  <a:close/>
                  <a:moveTo>
                    <a:pt x="6270" y="2489"/>
                  </a:moveTo>
                  <a:cubicBezTo>
                    <a:pt x="6459" y="2489"/>
                    <a:pt x="6680" y="2679"/>
                    <a:pt x="6680" y="2931"/>
                  </a:cubicBezTo>
                  <a:cubicBezTo>
                    <a:pt x="6680" y="3151"/>
                    <a:pt x="6459" y="3340"/>
                    <a:pt x="6270" y="3340"/>
                  </a:cubicBezTo>
                  <a:lnTo>
                    <a:pt x="3781" y="3340"/>
                  </a:lnTo>
                  <a:cubicBezTo>
                    <a:pt x="3561" y="3340"/>
                    <a:pt x="3403" y="3151"/>
                    <a:pt x="3403" y="2931"/>
                  </a:cubicBezTo>
                  <a:cubicBezTo>
                    <a:pt x="3403" y="2679"/>
                    <a:pt x="3592" y="2489"/>
                    <a:pt x="3781" y="2489"/>
                  </a:cubicBezTo>
                  <a:close/>
                  <a:moveTo>
                    <a:pt x="7940" y="4128"/>
                  </a:moveTo>
                  <a:cubicBezTo>
                    <a:pt x="8160" y="4128"/>
                    <a:pt x="8349" y="4348"/>
                    <a:pt x="8349" y="4569"/>
                  </a:cubicBezTo>
                  <a:cubicBezTo>
                    <a:pt x="8349" y="4789"/>
                    <a:pt x="8160" y="5010"/>
                    <a:pt x="7940" y="5010"/>
                  </a:cubicBezTo>
                  <a:lnTo>
                    <a:pt x="2962" y="5010"/>
                  </a:lnTo>
                  <a:cubicBezTo>
                    <a:pt x="2741" y="5010"/>
                    <a:pt x="2521" y="4789"/>
                    <a:pt x="2521" y="4569"/>
                  </a:cubicBezTo>
                  <a:cubicBezTo>
                    <a:pt x="2521" y="4348"/>
                    <a:pt x="2741" y="4128"/>
                    <a:pt x="2962" y="4128"/>
                  </a:cubicBezTo>
                  <a:close/>
                  <a:moveTo>
                    <a:pt x="6312" y="5826"/>
                  </a:moveTo>
                  <a:cubicBezTo>
                    <a:pt x="6490" y="5826"/>
                    <a:pt x="6680" y="6005"/>
                    <a:pt x="6680" y="6239"/>
                  </a:cubicBezTo>
                  <a:cubicBezTo>
                    <a:pt x="6680" y="6459"/>
                    <a:pt x="6459" y="6617"/>
                    <a:pt x="6270" y="6617"/>
                  </a:cubicBezTo>
                  <a:lnTo>
                    <a:pt x="3781" y="6617"/>
                  </a:lnTo>
                  <a:cubicBezTo>
                    <a:pt x="3561" y="6617"/>
                    <a:pt x="3403" y="6428"/>
                    <a:pt x="3403" y="6239"/>
                  </a:cubicBezTo>
                  <a:cubicBezTo>
                    <a:pt x="3403" y="5987"/>
                    <a:pt x="3592" y="5829"/>
                    <a:pt x="3781" y="5829"/>
                  </a:cubicBezTo>
                  <a:lnTo>
                    <a:pt x="6270" y="5829"/>
                  </a:lnTo>
                  <a:cubicBezTo>
                    <a:pt x="6284" y="5827"/>
                    <a:pt x="6298" y="5826"/>
                    <a:pt x="6312" y="5826"/>
                  </a:cubicBezTo>
                  <a:close/>
                  <a:moveTo>
                    <a:pt x="7940" y="7436"/>
                  </a:moveTo>
                  <a:cubicBezTo>
                    <a:pt x="8160" y="7436"/>
                    <a:pt x="8349" y="7656"/>
                    <a:pt x="8349" y="7877"/>
                  </a:cubicBezTo>
                  <a:cubicBezTo>
                    <a:pt x="8349" y="8129"/>
                    <a:pt x="8160" y="8286"/>
                    <a:pt x="7940" y="8286"/>
                  </a:cubicBezTo>
                  <a:lnTo>
                    <a:pt x="2962" y="8286"/>
                  </a:lnTo>
                  <a:cubicBezTo>
                    <a:pt x="2741" y="8286"/>
                    <a:pt x="2521" y="8066"/>
                    <a:pt x="2521" y="7877"/>
                  </a:cubicBezTo>
                  <a:cubicBezTo>
                    <a:pt x="2521" y="7656"/>
                    <a:pt x="2741" y="7436"/>
                    <a:pt x="2962" y="7436"/>
                  </a:cubicBezTo>
                  <a:close/>
                  <a:moveTo>
                    <a:pt x="1" y="1"/>
                  </a:moveTo>
                  <a:lnTo>
                    <a:pt x="1" y="5388"/>
                  </a:lnTo>
                  <a:cubicBezTo>
                    <a:pt x="1" y="5545"/>
                    <a:pt x="95" y="5703"/>
                    <a:pt x="253" y="5766"/>
                  </a:cubicBezTo>
                  <a:lnTo>
                    <a:pt x="1166" y="6239"/>
                  </a:lnTo>
                  <a:lnTo>
                    <a:pt x="253" y="6711"/>
                  </a:lnTo>
                  <a:cubicBezTo>
                    <a:pt x="127" y="6743"/>
                    <a:pt x="1" y="6900"/>
                    <a:pt x="1" y="7058"/>
                  </a:cubicBezTo>
                  <a:lnTo>
                    <a:pt x="1" y="9137"/>
                  </a:lnTo>
                  <a:lnTo>
                    <a:pt x="10807" y="9137"/>
                  </a:lnTo>
                  <a:lnTo>
                    <a:pt x="10807" y="3750"/>
                  </a:lnTo>
                  <a:cubicBezTo>
                    <a:pt x="10807" y="3592"/>
                    <a:pt x="10712" y="3435"/>
                    <a:pt x="10555" y="3403"/>
                  </a:cubicBezTo>
                  <a:lnTo>
                    <a:pt x="9673" y="2931"/>
                  </a:lnTo>
                  <a:lnTo>
                    <a:pt x="10555" y="2458"/>
                  </a:lnTo>
                  <a:cubicBezTo>
                    <a:pt x="10712" y="2363"/>
                    <a:pt x="10807" y="2237"/>
                    <a:pt x="10807" y="2080"/>
                  </a:cubicBezTo>
                  <a:lnTo>
                    <a:pt x="10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8" name="Google Shape;6968;p86"/>
          <p:cNvGrpSpPr/>
          <p:nvPr/>
        </p:nvGrpSpPr>
        <p:grpSpPr>
          <a:xfrm>
            <a:off x="5291722" y="3222561"/>
            <a:ext cx="337966" cy="355325"/>
            <a:chOff x="-9949025" y="3615575"/>
            <a:chExt cx="335550" cy="352750"/>
          </a:xfrm>
        </p:grpSpPr>
        <p:sp>
          <p:nvSpPr>
            <p:cNvPr id="6969" name="Google Shape;6969;p86"/>
            <p:cNvSpPr/>
            <p:nvPr/>
          </p:nvSpPr>
          <p:spPr>
            <a:xfrm>
              <a:off x="-9800950" y="3615575"/>
              <a:ext cx="61475" cy="61450"/>
            </a:xfrm>
            <a:custGeom>
              <a:avLst/>
              <a:gdLst/>
              <a:ahLst/>
              <a:cxnLst/>
              <a:rect l="l" t="t" r="r" b="b"/>
              <a:pathLst>
                <a:path w="2459" h="2458" extrusionOk="0">
                  <a:moveTo>
                    <a:pt x="1261" y="0"/>
                  </a:moveTo>
                  <a:cubicBezTo>
                    <a:pt x="568" y="0"/>
                    <a:pt x="1" y="567"/>
                    <a:pt x="1" y="1261"/>
                  </a:cubicBezTo>
                  <a:cubicBezTo>
                    <a:pt x="1" y="1922"/>
                    <a:pt x="536" y="2458"/>
                    <a:pt x="1261" y="2458"/>
                  </a:cubicBezTo>
                  <a:cubicBezTo>
                    <a:pt x="1891" y="2458"/>
                    <a:pt x="2458" y="1922"/>
                    <a:pt x="2458" y="1261"/>
                  </a:cubicBezTo>
                  <a:cubicBezTo>
                    <a:pt x="2458" y="567"/>
                    <a:pt x="1923" y="0"/>
                    <a:pt x="12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86"/>
            <p:cNvSpPr/>
            <p:nvPr/>
          </p:nvSpPr>
          <p:spPr>
            <a:xfrm>
              <a:off x="-9949025" y="3688650"/>
              <a:ext cx="335550" cy="279675"/>
            </a:xfrm>
            <a:custGeom>
              <a:avLst/>
              <a:gdLst/>
              <a:ahLst/>
              <a:cxnLst/>
              <a:rect l="l" t="t" r="r" b="b"/>
              <a:pathLst>
                <a:path w="13422" h="11187" extrusionOk="0">
                  <a:moveTo>
                    <a:pt x="5523" y="1"/>
                  </a:moveTo>
                  <a:cubicBezTo>
                    <a:pt x="5383" y="1"/>
                    <a:pt x="5245" y="34"/>
                    <a:pt x="5136" y="102"/>
                  </a:cubicBezTo>
                  <a:lnTo>
                    <a:pt x="599" y="2969"/>
                  </a:lnTo>
                  <a:cubicBezTo>
                    <a:pt x="158" y="3158"/>
                    <a:pt x="1" y="3630"/>
                    <a:pt x="190" y="4071"/>
                  </a:cubicBezTo>
                  <a:cubicBezTo>
                    <a:pt x="360" y="4370"/>
                    <a:pt x="617" y="4538"/>
                    <a:pt x="892" y="4538"/>
                  </a:cubicBezTo>
                  <a:cubicBezTo>
                    <a:pt x="1024" y="4538"/>
                    <a:pt x="1160" y="4500"/>
                    <a:pt x="1293" y="4418"/>
                  </a:cubicBezTo>
                  <a:lnTo>
                    <a:pt x="4727" y="2055"/>
                  </a:lnTo>
                  <a:cubicBezTo>
                    <a:pt x="5073" y="3441"/>
                    <a:pt x="5231" y="3851"/>
                    <a:pt x="5987" y="4985"/>
                  </a:cubicBezTo>
                  <a:lnTo>
                    <a:pt x="4033" y="6812"/>
                  </a:lnTo>
                  <a:cubicBezTo>
                    <a:pt x="3750" y="7096"/>
                    <a:pt x="3655" y="7505"/>
                    <a:pt x="3876" y="7852"/>
                  </a:cubicBezTo>
                  <a:lnTo>
                    <a:pt x="5703" y="10750"/>
                  </a:lnTo>
                  <a:cubicBezTo>
                    <a:pt x="5873" y="11026"/>
                    <a:pt x="6141" y="11187"/>
                    <a:pt x="6433" y="11187"/>
                  </a:cubicBezTo>
                  <a:cubicBezTo>
                    <a:pt x="6576" y="11187"/>
                    <a:pt x="6724" y="11148"/>
                    <a:pt x="6869" y="11066"/>
                  </a:cubicBezTo>
                  <a:cubicBezTo>
                    <a:pt x="7247" y="10845"/>
                    <a:pt x="7373" y="10372"/>
                    <a:pt x="7121" y="9931"/>
                  </a:cubicBezTo>
                  <a:lnTo>
                    <a:pt x="5640" y="7568"/>
                  </a:lnTo>
                  <a:lnTo>
                    <a:pt x="7594" y="5678"/>
                  </a:lnTo>
                  <a:lnTo>
                    <a:pt x="12886" y="2780"/>
                  </a:lnTo>
                  <a:cubicBezTo>
                    <a:pt x="13264" y="2591"/>
                    <a:pt x="13422" y="2055"/>
                    <a:pt x="13233" y="1677"/>
                  </a:cubicBezTo>
                  <a:cubicBezTo>
                    <a:pt x="13102" y="1394"/>
                    <a:pt x="12822" y="1217"/>
                    <a:pt x="12526" y="1217"/>
                  </a:cubicBezTo>
                  <a:cubicBezTo>
                    <a:pt x="12393" y="1217"/>
                    <a:pt x="12257" y="1252"/>
                    <a:pt x="12130" y="1331"/>
                  </a:cubicBezTo>
                  <a:lnTo>
                    <a:pt x="7342" y="4008"/>
                  </a:lnTo>
                  <a:cubicBezTo>
                    <a:pt x="6774" y="3158"/>
                    <a:pt x="6302" y="2307"/>
                    <a:pt x="6302" y="889"/>
                  </a:cubicBezTo>
                  <a:cubicBezTo>
                    <a:pt x="6270" y="574"/>
                    <a:pt x="6239" y="322"/>
                    <a:pt x="6018" y="165"/>
                  </a:cubicBezTo>
                  <a:cubicBezTo>
                    <a:pt x="5893" y="58"/>
                    <a:pt x="5707" y="1"/>
                    <a:pt x="55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86"/>
            <p:cNvSpPr/>
            <p:nvPr/>
          </p:nvSpPr>
          <p:spPr>
            <a:xfrm>
              <a:off x="-9947450" y="3657100"/>
              <a:ext cx="106350" cy="50650"/>
            </a:xfrm>
            <a:custGeom>
              <a:avLst/>
              <a:gdLst/>
              <a:ahLst/>
              <a:cxnLst/>
              <a:rect l="l" t="t" r="r" b="b"/>
              <a:pathLst>
                <a:path w="4254" h="2026" extrusionOk="0">
                  <a:moveTo>
                    <a:pt x="910" y="0"/>
                  </a:moveTo>
                  <a:cubicBezTo>
                    <a:pt x="499" y="0"/>
                    <a:pt x="178" y="268"/>
                    <a:pt x="64" y="639"/>
                  </a:cubicBezTo>
                  <a:cubicBezTo>
                    <a:pt x="1" y="1112"/>
                    <a:pt x="253" y="1553"/>
                    <a:pt x="694" y="1616"/>
                  </a:cubicBezTo>
                  <a:lnTo>
                    <a:pt x="2427" y="2025"/>
                  </a:lnTo>
                  <a:lnTo>
                    <a:pt x="4254" y="891"/>
                  </a:lnTo>
                  <a:lnTo>
                    <a:pt x="1041" y="9"/>
                  </a:lnTo>
                  <a:cubicBezTo>
                    <a:pt x="996" y="3"/>
                    <a:pt x="953" y="0"/>
                    <a:pt x="9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2" name="Google Shape;6972;p86"/>
          <p:cNvGrpSpPr/>
          <p:nvPr/>
        </p:nvGrpSpPr>
        <p:grpSpPr>
          <a:xfrm>
            <a:off x="7926568" y="2746067"/>
            <a:ext cx="360175" cy="358423"/>
            <a:chOff x="-9961625" y="4048175"/>
            <a:chExt cx="357600" cy="355825"/>
          </a:xfrm>
        </p:grpSpPr>
        <p:sp>
          <p:nvSpPr>
            <p:cNvPr id="6973" name="Google Shape;6973;p86"/>
            <p:cNvSpPr/>
            <p:nvPr/>
          </p:nvSpPr>
          <p:spPr>
            <a:xfrm>
              <a:off x="-9958475" y="4048175"/>
              <a:ext cx="64625" cy="62650"/>
            </a:xfrm>
            <a:custGeom>
              <a:avLst/>
              <a:gdLst/>
              <a:ahLst/>
              <a:cxnLst/>
              <a:rect l="l" t="t" r="r" b="b"/>
              <a:pathLst>
                <a:path w="2585" h="2506" extrusionOk="0">
                  <a:moveTo>
                    <a:pt x="442" y="0"/>
                  </a:moveTo>
                  <a:cubicBezTo>
                    <a:pt x="339" y="0"/>
                    <a:pt x="237" y="40"/>
                    <a:pt x="158" y="119"/>
                  </a:cubicBezTo>
                  <a:cubicBezTo>
                    <a:pt x="1" y="339"/>
                    <a:pt x="1" y="560"/>
                    <a:pt x="158" y="717"/>
                  </a:cubicBezTo>
                  <a:lnTo>
                    <a:pt x="1828" y="2387"/>
                  </a:lnTo>
                  <a:cubicBezTo>
                    <a:pt x="1923" y="2466"/>
                    <a:pt x="2033" y="2505"/>
                    <a:pt x="2139" y="2505"/>
                  </a:cubicBezTo>
                  <a:cubicBezTo>
                    <a:pt x="2246" y="2505"/>
                    <a:pt x="2348" y="2466"/>
                    <a:pt x="2427" y="2387"/>
                  </a:cubicBezTo>
                  <a:cubicBezTo>
                    <a:pt x="2584" y="2229"/>
                    <a:pt x="2584" y="1946"/>
                    <a:pt x="2427" y="1788"/>
                  </a:cubicBezTo>
                  <a:lnTo>
                    <a:pt x="725" y="119"/>
                  </a:lnTo>
                  <a:cubicBezTo>
                    <a:pt x="647" y="40"/>
                    <a:pt x="544" y="0"/>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86"/>
            <p:cNvSpPr/>
            <p:nvPr/>
          </p:nvSpPr>
          <p:spPr>
            <a:xfrm>
              <a:off x="-9873400" y="4048775"/>
              <a:ext cx="21275" cy="63025"/>
            </a:xfrm>
            <a:custGeom>
              <a:avLst/>
              <a:gdLst/>
              <a:ahLst/>
              <a:cxnLst/>
              <a:rect l="l" t="t" r="r" b="b"/>
              <a:pathLst>
                <a:path w="851" h="2521" extrusionOk="0">
                  <a:moveTo>
                    <a:pt x="410" y="0"/>
                  </a:moveTo>
                  <a:cubicBezTo>
                    <a:pt x="189" y="0"/>
                    <a:pt x="0" y="189"/>
                    <a:pt x="0" y="410"/>
                  </a:cubicBezTo>
                  <a:lnTo>
                    <a:pt x="0" y="2079"/>
                  </a:lnTo>
                  <a:cubicBezTo>
                    <a:pt x="0" y="2300"/>
                    <a:pt x="221" y="2520"/>
                    <a:pt x="410" y="2520"/>
                  </a:cubicBezTo>
                  <a:cubicBezTo>
                    <a:pt x="630" y="2520"/>
                    <a:pt x="851" y="2300"/>
                    <a:pt x="851" y="2079"/>
                  </a:cubicBezTo>
                  <a:lnTo>
                    <a:pt x="851" y="410"/>
                  </a:lnTo>
                  <a:cubicBezTo>
                    <a:pt x="851" y="189"/>
                    <a:pt x="630"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86"/>
            <p:cNvSpPr/>
            <p:nvPr/>
          </p:nvSpPr>
          <p:spPr>
            <a:xfrm>
              <a:off x="-9957675" y="4133050"/>
              <a:ext cx="63025" cy="19700"/>
            </a:xfrm>
            <a:custGeom>
              <a:avLst/>
              <a:gdLst/>
              <a:ahLst/>
              <a:cxnLst/>
              <a:rect l="l" t="t" r="r" b="b"/>
              <a:pathLst>
                <a:path w="2521" h="788" extrusionOk="0">
                  <a:moveTo>
                    <a:pt x="441" y="0"/>
                  </a:moveTo>
                  <a:cubicBezTo>
                    <a:pt x="189" y="0"/>
                    <a:pt x="0" y="189"/>
                    <a:pt x="0" y="410"/>
                  </a:cubicBezTo>
                  <a:cubicBezTo>
                    <a:pt x="0" y="599"/>
                    <a:pt x="189" y="788"/>
                    <a:pt x="441" y="788"/>
                  </a:cubicBezTo>
                  <a:lnTo>
                    <a:pt x="2111" y="788"/>
                  </a:lnTo>
                  <a:cubicBezTo>
                    <a:pt x="2363" y="788"/>
                    <a:pt x="2521" y="599"/>
                    <a:pt x="2521" y="410"/>
                  </a:cubicBezTo>
                  <a:cubicBezTo>
                    <a:pt x="2521" y="158"/>
                    <a:pt x="2332"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86"/>
            <p:cNvSpPr/>
            <p:nvPr/>
          </p:nvSpPr>
          <p:spPr>
            <a:xfrm>
              <a:off x="-9961625" y="4132250"/>
              <a:ext cx="253650" cy="271750"/>
            </a:xfrm>
            <a:custGeom>
              <a:avLst/>
              <a:gdLst/>
              <a:ahLst/>
              <a:cxnLst/>
              <a:rect l="l" t="t" r="r" b="b"/>
              <a:pathLst>
                <a:path w="10146" h="10870" extrusionOk="0">
                  <a:moveTo>
                    <a:pt x="5357" y="1"/>
                  </a:moveTo>
                  <a:cubicBezTo>
                    <a:pt x="5010" y="1"/>
                    <a:pt x="4727" y="253"/>
                    <a:pt x="4727" y="631"/>
                  </a:cubicBezTo>
                  <a:lnTo>
                    <a:pt x="4727" y="5388"/>
                  </a:lnTo>
                  <a:cubicBezTo>
                    <a:pt x="4727" y="5640"/>
                    <a:pt x="4537" y="5797"/>
                    <a:pt x="4317" y="5797"/>
                  </a:cubicBezTo>
                  <a:cubicBezTo>
                    <a:pt x="4128" y="5797"/>
                    <a:pt x="3907" y="5577"/>
                    <a:pt x="3907" y="5388"/>
                  </a:cubicBezTo>
                  <a:lnTo>
                    <a:pt x="3907" y="1450"/>
                  </a:lnTo>
                  <a:cubicBezTo>
                    <a:pt x="3907" y="1103"/>
                    <a:pt x="3624" y="820"/>
                    <a:pt x="3277" y="820"/>
                  </a:cubicBezTo>
                  <a:cubicBezTo>
                    <a:pt x="2931" y="820"/>
                    <a:pt x="2647" y="1103"/>
                    <a:pt x="2647" y="1450"/>
                  </a:cubicBezTo>
                  <a:lnTo>
                    <a:pt x="2647" y="7940"/>
                  </a:lnTo>
                  <a:lnTo>
                    <a:pt x="1576" y="6900"/>
                  </a:lnTo>
                  <a:cubicBezTo>
                    <a:pt x="1416" y="6740"/>
                    <a:pt x="1176" y="6640"/>
                    <a:pt x="935" y="6640"/>
                  </a:cubicBezTo>
                  <a:cubicBezTo>
                    <a:pt x="748" y="6640"/>
                    <a:pt x="561" y="6700"/>
                    <a:pt x="410" y="6837"/>
                  </a:cubicBezTo>
                  <a:cubicBezTo>
                    <a:pt x="95" y="7121"/>
                    <a:pt x="1" y="7625"/>
                    <a:pt x="284" y="7971"/>
                  </a:cubicBezTo>
                  <a:lnTo>
                    <a:pt x="1734" y="10208"/>
                  </a:lnTo>
                  <a:cubicBezTo>
                    <a:pt x="2049" y="10618"/>
                    <a:pt x="2521" y="10870"/>
                    <a:pt x="3088" y="10870"/>
                  </a:cubicBezTo>
                  <a:lnTo>
                    <a:pt x="8035" y="10870"/>
                  </a:lnTo>
                  <a:cubicBezTo>
                    <a:pt x="9169" y="10870"/>
                    <a:pt x="10114" y="9925"/>
                    <a:pt x="10114" y="8759"/>
                  </a:cubicBezTo>
                  <a:lnTo>
                    <a:pt x="10114" y="4002"/>
                  </a:lnTo>
                  <a:cubicBezTo>
                    <a:pt x="10145" y="3592"/>
                    <a:pt x="9893" y="3309"/>
                    <a:pt x="9515" y="3309"/>
                  </a:cubicBezTo>
                  <a:cubicBezTo>
                    <a:pt x="9169" y="3309"/>
                    <a:pt x="8885" y="3592"/>
                    <a:pt x="8885" y="3939"/>
                  </a:cubicBezTo>
                  <a:lnTo>
                    <a:pt x="8885" y="5388"/>
                  </a:lnTo>
                  <a:cubicBezTo>
                    <a:pt x="8885" y="5640"/>
                    <a:pt x="8696" y="5797"/>
                    <a:pt x="8507" y="5797"/>
                  </a:cubicBezTo>
                  <a:cubicBezTo>
                    <a:pt x="8255" y="5797"/>
                    <a:pt x="8066" y="5577"/>
                    <a:pt x="8066" y="5388"/>
                  </a:cubicBezTo>
                  <a:lnTo>
                    <a:pt x="8066" y="1450"/>
                  </a:lnTo>
                  <a:cubicBezTo>
                    <a:pt x="8066" y="1103"/>
                    <a:pt x="7782" y="820"/>
                    <a:pt x="7436" y="820"/>
                  </a:cubicBezTo>
                  <a:cubicBezTo>
                    <a:pt x="7089" y="820"/>
                    <a:pt x="6806" y="1103"/>
                    <a:pt x="6806" y="1450"/>
                  </a:cubicBezTo>
                  <a:lnTo>
                    <a:pt x="6806" y="5388"/>
                  </a:lnTo>
                  <a:cubicBezTo>
                    <a:pt x="6806" y="5640"/>
                    <a:pt x="6617" y="5797"/>
                    <a:pt x="6428" y="5797"/>
                  </a:cubicBezTo>
                  <a:cubicBezTo>
                    <a:pt x="6176" y="5797"/>
                    <a:pt x="5987" y="5577"/>
                    <a:pt x="5987" y="5388"/>
                  </a:cubicBezTo>
                  <a:lnTo>
                    <a:pt x="5987" y="631"/>
                  </a:lnTo>
                  <a:cubicBezTo>
                    <a:pt x="5987" y="284"/>
                    <a:pt x="5703" y="1"/>
                    <a:pt x="53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86"/>
            <p:cNvSpPr/>
            <p:nvPr/>
          </p:nvSpPr>
          <p:spPr>
            <a:xfrm>
              <a:off x="-9791500" y="4069250"/>
              <a:ext cx="31550" cy="66175"/>
            </a:xfrm>
            <a:custGeom>
              <a:avLst/>
              <a:gdLst/>
              <a:ahLst/>
              <a:cxnLst/>
              <a:rect l="l" t="t" r="r" b="b"/>
              <a:pathLst>
                <a:path w="1262" h="2647" extrusionOk="0">
                  <a:moveTo>
                    <a:pt x="631" y="0"/>
                  </a:moveTo>
                  <a:cubicBezTo>
                    <a:pt x="284" y="0"/>
                    <a:pt x="1" y="252"/>
                    <a:pt x="1" y="630"/>
                  </a:cubicBezTo>
                  <a:lnTo>
                    <a:pt x="1" y="2647"/>
                  </a:lnTo>
                  <a:cubicBezTo>
                    <a:pt x="190" y="2552"/>
                    <a:pt x="410" y="2489"/>
                    <a:pt x="631" y="2489"/>
                  </a:cubicBezTo>
                  <a:cubicBezTo>
                    <a:pt x="883" y="2521"/>
                    <a:pt x="1072" y="2552"/>
                    <a:pt x="1261" y="2647"/>
                  </a:cubicBezTo>
                  <a:lnTo>
                    <a:pt x="1261" y="630"/>
                  </a:lnTo>
                  <a:cubicBezTo>
                    <a:pt x="1261" y="284"/>
                    <a:pt x="977" y="0"/>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86"/>
            <p:cNvSpPr/>
            <p:nvPr/>
          </p:nvSpPr>
          <p:spPr>
            <a:xfrm>
              <a:off x="-9740300" y="4049550"/>
              <a:ext cx="136275" cy="268600"/>
            </a:xfrm>
            <a:custGeom>
              <a:avLst/>
              <a:gdLst/>
              <a:ahLst/>
              <a:cxnLst/>
              <a:rect l="l" t="t" r="r" b="b"/>
              <a:pathLst>
                <a:path w="5451" h="10744" extrusionOk="0">
                  <a:moveTo>
                    <a:pt x="631" y="1"/>
                  </a:moveTo>
                  <a:cubicBezTo>
                    <a:pt x="284" y="1"/>
                    <a:pt x="1" y="253"/>
                    <a:pt x="1" y="631"/>
                  </a:cubicBezTo>
                  <a:lnTo>
                    <a:pt x="1" y="5955"/>
                  </a:lnTo>
                  <a:cubicBezTo>
                    <a:pt x="190" y="5860"/>
                    <a:pt x="410" y="5797"/>
                    <a:pt x="631" y="5797"/>
                  </a:cubicBezTo>
                  <a:cubicBezTo>
                    <a:pt x="1418" y="5797"/>
                    <a:pt x="2080" y="6428"/>
                    <a:pt x="2080" y="7247"/>
                  </a:cubicBezTo>
                  <a:lnTo>
                    <a:pt x="2080" y="10744"/>
                  </a:lnTo>
                  <a:lnTo>
                    <a:pt x="3309" y="10744"/>
                  </a:lnTo>
                  <a:cubicBezTo>
                    <a:pt x="4443" y="10744"/>
                    <a:pt x="5388" y="9799"/>
                    <a:pt x="5388" y="8664"/>
                  </a:cubicBezTo>
                  <a:lnTo>
                    <a:pt x="5388" y="3876"/>
                  </a:lnTo>
                  <a:cubicBezTo>
                    <a:pt x="5451" y="3592"/>
                    <a:pt x="5167" y="3309"/>
                    <a:pt x="4821" y="3309"/>
                  </a:cubicBezTo>
                  <a:cubicBezTo>
                    <a:pt x="4443" y="3309"/>
                    <a:pt x="4191" y="3592"/>
                    <a:pt x="4191" y="3939"/>
                  </a:cubicBezTo>
                  <a:lnTo>
                    <a:pt x="4191" y="5388"/>
                  </a:lnTo>
                  <a:cubicBezTo>
                    <a:pt x="4191" y="5640"/>
                    <a:pt x="3970" y="5797"/>
                    <a:pt x="3781" y="5797"/>
                  </a:cubicBezTo>
                  <a:cubicBezTo>
                    <a:pt x="3561" y="5797"/>
                    <a:pt x="3340" y="5577"/>
                    <a:pt x="3340" y="5388"/>
                  </a:cubicBezTo>
                  <a:lnTo>
                    <a:pt x="3340" y="1450"/>
                  </a:lnTo>
                  <a:cubicBezTo>
                    <a:pt x="3340" y="1103"/>
                    <a:pt x="3088" y="820"/>
                    <a:pt x="2710" y="820"/>
                  </a:cubicBezTo>
                  <a:cubicBezTo>
                    <a:pt x="2364" y="820"/>
                    <a:pt x="2080" y="1103"/>
                    <a:pt x="2080" y="1450"/>
                  </a:cubicBezTo>
                  <a:lnTo>
                    <a:pt x="2080" y="5388"/>
                  </a:lnTo>
                  <a:cubicBezTo>
                    <a:pt x="2080" y="5640"/>
                    <a:pt x="1891" y="5797"/>
                    <a:pt x="1702" y="5797"/>
                  </a:cubicBezTo>
                  <a:cubicBezTo>
                    <a:pt x="1450" y="5797"/>
                    <a:pt x="1261" y="5577"/>
                    <a:pt x="1261" y="5388"/>
                  </a:cubicBezTo>
                  <a:lnTo>
                    <a:pt x="1261" y="631"/>
                  </a:lnTo>
                  <a:cubicBezTo>
                    <a:pt x="1261" y="284"/>
                    <a:pt x="977" y="1"/>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9" name="Google Shape;6979;p86"/>
          <p:cNvGrpSpPr/>
          <p:nvPr/>
        </p:nvGrpSpPr>
        <p:grpSpPr>
          <a:xfrm>
            <a:off x="6613289" y="3221579"/>
            <a:ext cx="364959" cy="357289"/>
            <a:chOff x="-8680950" y="3624225"/>
            <a:chExt cx="362350" cy="354700"/>
          </a:xfrm>
        </p:grpSpPr>
        <p:sp>
          <p:nvSpPr>
            <p:cNvPr id="6980" name="Google Shape;6980;p86"/>
            <p:cNvSpPr/>
            <p:nvPr/>
          </p:nvSpPr>
          <p:spPr>
            <a:xfrm>
              <a:off x="-8512400" y="3686450"/>
              <a:ext cx="130775" cy="129800"/>
            </a:xfrm>
            <a:custGeom>
              <a:avLst/>
              <a:gdLst/>
              <a:ahLst/>
              <a:cxnLst/>
              <a:rect l="l" t="t" r="r" b="b"/>
              <a:pathLst>
                <a:path w="5231" h="5192" extrusionOk="0">
                  <a:moveTo>
                    <a:pt x="4065" y="1"/>
                  </a:moveTo>
                  <a:lnTo>
                    <a:pt x="158" y="3876"/>
                  </a:lnTo>
                  <a:cubicBezTo>
                    <a:pt x="1" y="4096"/>
                    <a:pt x="1" y="4317"/>
                    <a:pt x="158" y="4474"/>
                  </a:cubicBezTo>
                  <a:lnTo>
                    <a:pt x="757" y="5073"/>
                  </a:lnTo>
                  <a:cubicBezTo>
                    <a:pt x="836" y="5152"/>
                    <a:pt x="938" y="5191"/>
                    <a:pt x="1041" y="5191"/>
                  </a:cubicBezTo>
                  <a:cubicBezTo>
                    <a:pt x="1143" y="5191"/>
                    <a:pt x="1245" y="5152"/>
                    <a:pt x="1324" y="5073"/>
                  </a:cubicBezTo>
                  <a:lnTo>
                    <a:pt x="5231" y="1166"/>
                  </a:lnTo>
                  <a:lnTo>
                    <a:pt x="40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86"/>
            <p:cNvSpPr/>
            <p:nvPr/>
          </p:nvSpPr>
          <p:spPr>
            <a:xfrm>
              <a:off x="-8395825" y="3624225"/>
              <a:ext cx="77225" cy="77225"/>
            </a:xfrm>
            <a:custGeom>
              <a:avLst/>
              <a:gdLst/>
              <a:ahLst/>
              <a:cxnLst/>
              <a:rect l="l" t="t" r="r" b="b"/>
              <a:pathLst>
                <a:path w="3089" h="3089" extrusionOk="0">
                  <a:moveTo>
                    <a:pt x="1607" y="1"/>
                  </a:moveTo>
                  <a:cubicBezTo>
                    <a:pt x="1481" y="1"/>
                    <a:pt x="1355" y="64"/>
                    <a:pt x="1292" y="158"/>
                  </a:cubicBezTo>
                  <a:lnTo>
                    <a:pt x="1" y="1891"/>
                  </a:lnTo>
                  <a:lnTo>
                    <a:pt x="1198" y="3088"/>
                  </a:lnTo>
                  <a:lnTo>
                    <a:pt x="2931" y="1797"/>
                  </a:lnTo>
                  <a:cubicBezTo>
                    <a:pt x="3057" y="1734"/>
                    <a:pt x="3088" y="1608"/>
                    <a:pt x="3088" y="1482"/>
                  </a:cubicBezTo>
                  <a:lnTo>
                    <a:pt x="3088" y="442"/>
                  </a:lnTo>
                  <a:cubicBezTo>
                    <a:pt x="3057" y="190"/>
                    <a:pt x="2868" y="1"/>
                    <a:pt x="2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86"/>
            <p:cNvSpPr/>
            <p:nvPr/>
          </p:nvSpPr>
          <p:spPr>
            <a:xfrm>
              <a:off x="-8676125" y="3883875"/>
              <a:ext cx="98375" cy="92925"/>
            </a:xfrm>
            <a:custGeom>
              <a:avLst/>
              <a:gdLst/>
              <a:ahLst/>
              <a:cxnLst/>
              <a:rect l="l" t="t" r="r" b="b"/>
              <a:pathLst>
                <a:path w="3935" h="3717" extrusionOk="0">
                  <a:moveTo>
                    <a:pt x="2478" y="0"/>
                  </a:moveTo>
                  <a:cubicBezTo>
                    <a:pt x="2338" y="0"/>
                    <a:pt x="2197" y="75"/>
                    <a:pt x="2108" y="201"/>
                  </a:cubicBezTo>
                  <a:lnTo>
                    <a:pt x="154" y="3130"/>
                  </a:lnTo>
                  <a:cubicBezTo>
                    <a:pt x="0" y="3413"/>
                    <a:pt x="244" y="3717"/>
                    <a:pt x="527" y="3717"/>
                  </a:cubicBezTo>
                  <a:cubicBezTo>
                    <a:pt x="591" y="3717"/>
                    <a:pt x="657" y="3701"/>
                    <a:pt x="721" y="3666"/>
                  </a:cubicBezTo>
                  <a:lnTo>
                    <a:pt x="3620" y="1744"/>
                  </a:lnTo>
                  <a:cubicBezTo>
                    <a:pt x="3903" y="1618"/>
                    <a:pt x="3935" y="1303"/>
                    <a:pt x="3746" y="1114"/>
                  </a:cubicBezTo>
                  <a:lnTo>
                    <a:pt x="2769" y="138"/>
                  </a:lnTo>
                  <a:cubicBezTo>
                    <a:pt x="2688" y="43"/>
                    <a:pt x="2583" y="0"/>
                    <a:pt x="24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86"/>
            <p:cNvSpPr/>
            <p:nvPr/>
          </p:nvSpPr>
          <p:spPr>
            <a:xfrm>
              <a:off x="-8680950" y="3708850"/>
              <a:ext cx="282800" cy="270075"/>
            </a:xfrm>
            <a:custGeom>
              <a:avLst/>
              <a:gdLst/>
              <a:ahLst/>
              <a:cxnLst/>
              <a:rect l="l" t="t" r="r" b="b"/>
              <a:pathLst>
                <a:path w="11312" h="10803" extrusionOk="0">
                  <a:moveTo>
                    <a:pt x="4337" y="4327"/>
                  </a:moveTo>
                  <a:cubicBezTo>
                    <a:pt x="4656" y="4327"/>
                    <a:pt x="4979" y="4445"/>
                    <a:pt x="5231" y="4681"/>
                  </a:cubicBezTo>
                  <a:cubicBezTo>
                    <a:pt x="5388" y="4839"/>
                    <a:pt x="5388" y="5122"/>
                    <a:pt x="5231" y="5280"/>
                  </a:cubicBezTo>
                  <a:cubicBezTo>
                    <a:pt x="5152" y="5359"/>
                    <a:pt x="5050" y="5398"/>
                    <a:pt x="4947" y="5398"/>
                  </a:cubicBezTo>
                  <a:cubicBezTo>
                    <a:pt x="4845" y="5398"/>
                    <a:pt x="4742" y="5359"/>
                    <a:pt x="4664" y="5280"/>
                  </a:cubicBezTo>
                  <a:cubicBezTo>
                    <a:pt x="4585" y="5201"/>
                    <a:pt x="4475" y="5162"/>
                    <a:pt x="4364" y="5162"/>
                  </a:cubicBezTo>
                  <a:cubicBezTo>
                    <a:pt x="4254" y="5162"/>
                    <a:pt x="4144" y="5201"/>
                    <a:pt x="4065" y="5280"/>
                  </a:cubicBezTo>
                  <a:cubicBezTo>
                    <a:pt x="3829" y="5516"/>
                    <a:pt x="3514" y="5634"/>
                    <a:pt x="3195" y="5634"/>
                  </a:cubicBezTo>
                  <a:cubicBezTo>
                    <a:pt x="2876" y="5634"/>
                    <a:pt x="2553" y="5516"/>
                    <a:pt x="2301" y="5280"/>
                  </a:cubicBezTo>
                  <a:cubicBezTo>
                    <a:pt x="2143" y="5122"/>
                    <a:pt x="2143" y="4839"/>
                    <a:pt x="2301" y="4681"/>
                  </a:cubicBezTo>
                  <a:cubicBezTo>
                    <a:pt x="2379" y="4602"/>
                    <a:pt x="2482" y="4563"/>
                    <a:pt x="2584" y="4563"/>
                  </a:cubicBezTo>
                  <a:cubicBezTo>
                    <a:pt x="2687" y="4563"/>
                    <a:pt x="2789" y="4602"/>
                    <a:pt x="2868" y="4681"/>
                  </a:cubicBezTo>
                  <a:cubicBezTo>
                    <a:pt x="2947" y="4760"/>
                    <a:pt x="3057" y="4799"/>
                    <a:pt x="3167" y="4799"/>
                  </a:cubicBezTo>
                  <a:cubicBezTo>
                    <a:pt x="3277" y="4799"/>
                    <a:pt x="3388" y="4760"/>
                    <a:pt x="3466" y="4681"/>
                  </a:cubicBezTo>
                  <a:cubicBezTo>
                    <a:pt x="3703" y="4445"/>
                    <a:pt x="4018" y="4327"/>
                    <a:pt x="4337" y="4327"/>
                  </a:cubicBezTo>
                  <a:close/>
                  <a:moveTo>
                    <a:pt x="6097" y="5697"/>
                  </a:moveTo>
                  <a:cubicBezTo>
                    <a:pt x="6207" y="5697"/>
                    <a:pt x="6318" y="5737"/>
                    <a:pt x="6396" y="5815"/>
                  </a:cubicBezTo>
                  <a:cubicBezTo>
                    <a:pt x="6869" y="6288"/>
                    <a:pt x="6869" y="7076"/>
                    <a:pt x="6396" y="7611"/>
                  </a:cubicBezTo>
                  <a:cubicBezTo>
                    <a:pt x="6239" y="7769"/>
                    <a:pt x="6239" y="8021"/>
                    <a:pt x="6396" y="8178"/>
                  </a:cubicBezTo>
                  <a:cubicBezTo>
                    <a:pt x="6554" y="8336"/>
                    <a:pt x="6554" y="8619"/>
                    <a:pt x="6396" y="8777"/>
                  </a:cubicBezTo>
                  <a:cubicBezTo>
                    <a:pt x="6318" y="8856"/>
                    <a:pt x="6207" y="8895"/>
                    <a:pt x="6097" y="8895"/>
                  </a:cubicBezTo>
                  <a:cubicBezTo>
                    <a:pt x="5987" y="8895"/>
                    <a:pt x="5877" y="8856"/>
                    <a:pt x="5798" y="8777"/>
                  </a:cubicBezTo>
                  <a:cubicBezTo>
                    <a:pt x="5325" y="8304"/>
                    <a:pt x="5325" y="7517"/>
                    <a:pt x="5798" y="7013"/>
                  </a:cubicBezTo>
                  <a:cubicBezTo>
                    <a:pt x="5955" y="6855"/>
                    <a:pt x="5955" y="6571"/>
                    <a:pt x="5798" y="6414"/>
                  </a:cubicBezTo>
                  <a:cubicBezTo>
                    <a:pt x="5640" y="6256"/>
                    <a:pt x="5640" y="5973"/>
                    <a:pt x="5798" y="5815"/>
                  </a:cubicBezTo>
                  <a:cubicBezTo>
                    <a:pt x="5877" y="5737"/>
                    <a:pt x="5987" y="5697"/>
                    <a:pt x="6097" y="5697"/>
                  </a:cubicBezTo>
                  <a:close/>
                  <a:moveTo>
                    <a:pt x="6968" y="1"/>
                  </a:moveTo>
                  <a:cubicBezTo>
                    <a:pt x="6230" y="1"/>
                    <a:pt x="5491" y="269"/>
                    <a:pt x="4916" y="806"/>
                  </a:cubicBezTo>
                  <a:lnTo>
                    <a:pt x="4286" y="1468"/>
                  </a:lnTo>
                  <a:cubicBezTo>
                    <a:pt x="4191" y="1562"/>
                    <a:pt x="4128" y="1783"/>
                    <a:pt x="4222" y="1909"/>
                  </a:cubicBezTo>
                  <a:cubicBezTo>
                    <a:pt x="4380" y="2255"/>
                    <a:pt x="4286" y="2633"/>
                    <a:pt x="4065" y="2854"/>
                  </a:cubicBezTo>
                  <a:cubicBezTo>
                    <a:pt x="3892" y="3027"/>
                    <a:pt x="3643" y="3124"/>
                    <a:pt x="3401" y="3124"/>
                  </a:cubicBezTo>
                  <a:cubicBezTo>
                    <a:pt x="3203" y="3124"/>
                    <a:pt x="3010" y="3059"/>
                    <a:pt x="2868" y="2917"/>
                  </a:cubicBezTo>
                  <a:lnTo>
                    <a:pt x="2616" y="2633"/>
                  </a:lnTo>
                  <a:cubicBezTo>
                    <a:pt x="2537" y="2555"/>
                    <a:pt x="2427" y="2515"/>
                    <a:pt x="2316" y="2515"/>
                  </a:cubicBezTo>
                  <a:cubicBezTo>
                    <a:pt x="2206" y="2515"/>
                    <a:pt x="2096" y="2555"/>
                    <a:pt x="2017" y="2633"/>
                  </a:cubicBezTo>
                  <a:lnTo>
                    <a:pt x="1419" y="3232"/>
                  </a:lnTo>
                  <a:cubicBezTo>
                    <a:pt x="158" y="4492"/>
                    <a:pt x="1" y="6445"/>
                    <a:pt x="946" y="7895"/>
                  </a:cubicBezTo>
                  <a:lnTo>
                    <a:pt x="1608" y="6792"/>
                  </a:lnTo>
                  <a:cubicBezTo>
                    <a:pt x="1765" y="6477"/>
                    <a:pt x="2143" y="6256"/>
                    <a:pt x="2521" y="6225"/>
                  </a:cubicBezTo>
                  <a:cubicBezTo>
                    <a:pt x="2590" y="6214"/>
                    <a:pt x="2659" y="6209"/>
                    <a:pt x="2726" y="6209"/>
                  </a:cubicBezTo>
                  <a:cubicBezTo>
                    <a:pt x="3056" y="6209"/>
                    <a:pt x="3357" y="6336"/>
                    <a:pt x="3592" y="6571"/>
                  </a:cubicBezTo>
                  <a:lnTo>
                    <a:pt x="4569" y="7548"/>
                  </a:lnTo>
                  <a:cubicBezTo>
                    <a:pt x="4853" y="7832"/>
                    <a:pt x="4979" y="8210"/>
                    <a:pt x="4916" y="8619"/>
                  </a:cubicBezTo>
                  <a:cubicBezTo>
                    <a:pt x="4884" y="8997"/>
                    <a:pt x="4601" y="9312"/>
                    <a:pt x="4286" y="9533"/>
                  </a:cubicBezTo>
                  <a:lnTo>
                    <a:pt x="3246" y="10195"/>
                  </a:lnTo>
                  <a:cubicBezTo>
                    <a:pt x="3867" y="10600"/>
                    <a:pt x="4575" y="10802"/>
                    <a:pt x="5283" y="10802"/>
                  </a:cubicBezTo>
                  <a:cubicBezTo>
                    <a:pt x="6227" y="10802"/>
                    <a:pt x="7170" y="10442"/>
                    <a:pt x="7909" y="9722"/>
                  </a:cubicBezTo>
                  <a:lnTo>
                    <a:pt x="8507" y="9123"/>
                  </a:lnTo>
                  <a:cubicBezTo>
                    <a:pt x="8665" y="8966"/>
                    <a:pt x="8665" y="8682"/>
                    <a:pt x="8507" y="8525"/>
                  </a:cubicBezTo>
                  <a:lnTo>
                    <a:pt x="8224" y="8273"/>
                  </a:lnTo>
                  <a:cubicBezTo>
                    <a:pt x="7909" y="7958"/>
                    <a:pt x="7972" y="7391"/>
                    <a:pt x="8287" y="7076"/>
                  </a:cubicBezTo>
                  <a:cubicBezTo>
                    <a:pt x="8432" y="6930"/>
                    <a:pt x="8659" y="6840"/>
                    <a:pt x="8887" y="6840"/>
                  </a:cubicBezTo>
                  <a:cubicBezTo>
                    <a:pt x="9005" y="6840"/>
                    <a:pt x="9124" y="6864"/>
                    <a:pt x="9232" y="6918"/>
                  </a:cubicBezTo>
                  <a:cubicBezTo>
                    <a:pt x="9294" y="6955"/>
                    <a:pt x="9361" y="6973"/>
                    <a:pt x="9427" y="6973"/>
                  </a:cubicBezTo>
                  <a:cubicBezTo>
                    <a:pt x="9529" y="6973"/>
                    <a:pt x="9628" y="6931"/>
                    <a:pt x="9704" y="6855"/>
                  </a:cubicBezTo>
                  <a:lnTo>
                    <a:pt x="10334" y="6225"/>
                  </a:lnTo>
                  <a:cubicBezTo>
                    <a:pt x="11154" y="5185"/>
                    <a:pt x="11311" y="3831"/>
                    <a:pt x="10713" y="2696"/>
                  </a:cubicBezTo>
                  <a:lnTo>
                    <a:pt x="10713" y="2696"/>
                  </a:lnTo>
                  <a:lnTo>
                    <a:pt x="8665" y="4744"/>
                  </a:lnTo>
                  <a:cubicBezTo>
                    <a:pt x="8428" y="4980"/>
                    <a:pt x="8113" y="5099"/>
                    <a:pt x="7794" y="5099"/>
                  </a:cubicBezTo>
                  <a:cubicBezTo>
                    <a:pt x="7475" y="5099"/>
                    <a:pt x="7152" y="4980"/>
                    <a:pt x="6900" y="4744"/>
                  </a:cubicBezTo>
                  <a:lnTo>
                    <a:pt x="6302" y="4177"/>
                  </a:lnTo>
                  <a:cubicBezTo>
                    <a:pt x="5829" y="3705"/>
                    <a:pt x="5829" y="2917"/>
                    <a:pt x="6302" y="2381"/>
                  </a:cubicBezTo>
                  <a:lnTo>
                    <a:pt x="8350" y="334"/>
                  </a:lnTo>
                  <a:cubicBezTo>
                    <a:pt x="7918" y="112"/>
                    <a:pt x="7443" y="1"/>
                    <a:pt x="69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86"/>
            <p:cNvSpPr/>
            <p:nvPr/>
          </p:nvSpPr>
          <p:spPr>
            <a:xfrm>
              <a:off x="-8440725" y="3857375"/>
              <a:ext cx="117400" cy="86450"/>
            </a:xfrm>
            <a:custGeom>
              <a:avLst/>
              <a:gdLst/>
              <a:ahLst/>
              <a:cxnLst/>
              <a:rect l="l" t="t" r="r" b="b"/>
              <a:pathLst>
                <a:path w="4696" h="3458" extrusionOk="0">
                  <a:moveTo>
                    <a:pt x="1765" y="0"/>
                  </a:moveTo>
                  <a:cubicBezTo>
                    <a:pt x="1608" y="284"/>
                    <a:pt x="1419" y="567"/>
                    <a:pt x="1198" y="788"/>
                  </a:cubicBezTo>
                  <a:lnTo>
                    <a:pt x="568" y="1418"/>
                  </a:lnTo>
                  <a:cubicBezTo>
                    <a:pt x="410" y="1576"/>
                    <a:pt x="190" y="1702"/>
                    <a:pt x="1" y="1733"/>
                  </a:cubicBezTo>
                  <a:lnTo>
                    <a:pt x="442" y="2174"/>
                  </a:lnTo>
                  <a:cubicBezTo>
                    <a:pt x="830" y="2563"/>
                    <a:pt x="1382" y="2767"/>
                    <a:pt x="1930" y="2767"/>
                  </a:cubicBezTo>
                  <a:cubicBezTo>
                    <a:pt x="2316" y="2767"/>
                    <a:pt x="2700" y="2666"/>
                    <a:pt x="3025" y="2458"/>
                  </a:cubicBezTo>
                  <a:lnTo>
                    <a:pt x="3939" y="3340"/>
                  </a:lnTo>
                  <a:cubicBezTo>
                    <a:pt x="4018" y="3419"/>
                    <a:pt x="4128" y="3458"/>
                    <a:pt x="4238" y="3458"/>
                  </a:cubicBezTo>
                  <a:cubicBezTo>
                    <a:pt x="4349" y="3458"/>
                    <a:pt x="4459" y="3419"/>
                    <a:pt x="4538" y="3340"/>
                  </a:cubicBezTo>
                  <a:cubicBezTo>
                    <a:pt x="4695" y="3182"/>
                    <a:pt x="4695" y="2930"/>
                    <a:pt x="4538" y="2773"/>
                  </a:cubicBez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86"/>
            <p:cNvSpPr/>
            <p:nvPr/>
          </p:nvSpPr>
          <p:spPr>
            <a:xfrm>
              <a:off x="-8638400" y="3630725"/>
              <a:ext cx="86650" cy="115625"/>
            </a:xfrm>
            <a:custGeom>
              <a:avLst/>
              <a:gdLst/>
              <a:ahLst/>
              <a:cxnLst/>
              <a:rect l="l" t="t" r="r" b="b"/>
              <a:pathLst>
                <a:path w="3466" h="4625" extrusionOk="0">
                  <a:moveTo>
                    <a:pt x="457" y="1"/>
                  </a:moveTo>
                  <a:cubicBezTo>
                    <a:pt x="347" y="1"/>
                    <a:pt x="236" y="40"/>
                    <a:pt x="158" y="119"/>
                  </a:cubicBezTo>
                  <a:cubicBezTo>
                    <a:pt x="0" y="277"/>
                    <a:pt x="0" y="560"/>
                    <a:pt x="158" y="718"/>
                  </a:cubicBezTo>
                  <a:lnTo>
                    <a:pt x="1071" y="1631"/>
                  </a:lnTo>
                  <a:cubicBezTo>
                    <a:pt x="819" y="1978"/>
                    <a:pt x="693" y="2387"/>
                    <a:pt x="693" y="2765"/>
                  </a:cubicBezTo>
                  <a:cubicBezTo>
                    <a:pt x="693" y="3269"/>
                    <a:pt x="914" y="3805"/>
                    <a:pt x="1292" y="4183"/>
                  </a:cubicBezTo>
                  <a:lnTo>
                    <a:pt x="1733" y="4624"/>
                  </a:lnTo>
                  <a:cubicBezTo>
                    <a:pt x="1764" y="4435"/>
                    <a:pt x="1890" y="4215"/>
                    <a:pt x="2048" y="4057"/>
                  </a:cubicBezTo>
                  <a:lnTo>
                    <a:pt x="2678" y="3427"/>
                  </a:lnTo>
                  <a:cubicBezTo>
                    <a:pt x="2899" y="3206"/>
                    <a:pt x="3182" y="3017"/>
                    <a:pt x="3466" y="2860"/>
                  </a:cubicBezTo>
                  <a:lnTo>
                    <a:pt x="756" y="119"/>
                  </a:lnTo>
                  <a:cubicBezTo>
                    <a:pt x="677" y="40"/>
                    <a:pt x="567" y="1"/>
                    <a:pt x="4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86" name="Google Shape;6986;p86"/>
          <p:cNvGrpSpPr/>
          <p:nvPr/>
        </p:nvGrpSpPr>
        <p:grpSpPr>
          <a:xfrm>
            <a:off x="5749533" y="1387239"/>
            <a:ext cx="313365" cy="355476"/>
            <a:chOff x="-13056975" y="3212300"/>
            <a:chExt cx="311125" cy="352900"/>
          </a:xfrm>
        </p:grpSpPr>
        <p:sp>
          <p:nvSpPr>
            <p:cNvPr id="6987" name="Google Shape;6987;p86"/>
            <p:cNvSpPr/>
            <p:nvPr/>
          </p:nvSpPr>
          <p:spPr>
            <a:xfrm>
              <a:off x="-12972700" y="3273750"/>
              <a:ext cx="144950" cy="229225"/>
            </a:xfrm>
            <a:custGeom>
              <a:avLst/>
              <a:gdLst/>
              <a:ahLst/>
              <a:cxnLst/>
              <a:rect l="l" t="t" r="r" b="b"/>
              <a:pathLst>
                <a:path w="5798" h="9169" extrusionOk="0">
                  <a:moveTo>
                    <a:pt x="0" y="0"/>
                  </a:moveTo>
                  <a:lnTo>
                    <a:pt x="0" y="819"/>
                  </a:lnTo>
                  <a:lnTo>
                    <a:pt x="851" y="819"/>
                  </a:lnTo>
                  <a:lnTo>
                    <a:pt x="851" y="8538"/>
                  </a:lnTo>
                  <a:lnTo>
                    <a:pt x="788" y="8538"/>
                  </a:lnTo>
                  <a:cubicBezTo>
                    <a:pt x="1071" y="8696"/>
                    <a:pt x="1355" y="8853"/>
                    <a:pt x="1639" y="8948"/>
                  </a:cubicBezTo>
                  <a:lnTo>
                    <a:pt x="1639" y="851"/>
                  </a:lnTo>
                  <a:lnTo>
                    <a:pt x="2458" y="851"/>
                  </a:lnTo>
                  <a:lnTo>
                    <a:pt x="2458" y="9137"/>
                  </a:lnTo>
                  <a:cubicBezTo>
                    <a:pt x="2615" y="9137"/>
                    <a:pt x="2741" y="9168"/>
                    <a:pt x="2899" y="9168"/>
                  </a:cubicBezTo>
                  <a:cubicBezTo>
                    <a:pt x="3056" y="9168"/>
                    <a:pt x="3151" y="9137"/>
                    <a:pt x="3308" y="9137"/>
                  </a:cubicBezTo>
                  <a:lnTo>
                    <a:pt x="3308" y="851"/>
                  </a:lnTo>
                  <a:lnTo>
                    <a:pt x="4159" y="851"/>
                  </a:lnTo>
                  <a:lnTo>
                    <a:pt x="4159" y="8948"/>
                  </a:lnTo>
                  <a:cubicBezTo>
                    <a:pt x="4411" y="8822"/>
                    <a:pt x="4695" y="8696"/>
                    <a:pt x="4978" y="8538"/>
                  </a:cubicBezTo>
                  <a:lnTo>
                    <a:pt x="4978" y="819"/>
                  </a:lnTo>
                  <a:lnTo>
                    <a:pt x="5797" y="819"/>
                  </a:ln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86"/>
            <p:cNvSpPr/>
            <p:nvPr/>
          </p:nvSpPr>
          <p:spPr>
            <a:xfrm>
              <a:off x="-12808875" y="3212300"/>
              <a:ext cx="63025" cy="278075"/>
            </a:xfrm>
            <a:custGeom>
              <a:avLst/>
              <a:gdLst/>
              <a:ahLst/>
              <a:cxnLst/>
              <a:rect l="l" t="t" r="r" b="b"/>
              <a:pathLst>
                <a:path w="2521" h="11123" extrusionOk="0">
                  <a:moveTo>
                    <a:pt x="1261" y="1"/>
                  </a:moveTo>
                  <a:cubicBezTo>
                    <a:pt x="599" y="1"/>
                    <a:pt x="0" y="568"/>
                    <a:pt x="0" y="1230"/>
                  </a:cubicBezTo>
                  <a:lnTo>
                    <a:pt x="0" y="5514"/>
                  </a:lnTo>
                  <a:cubicBezTo>
                    <a:pt x="0" y="5672"/>
                    <a:pt x="32" y="5829"/>
                    <a:pt x="158" y="5987"/>
                  </a:cubicBezTo>
                  <a:cubicBezTo>
                    <a:pt x="536" y="6617"/>
                    <a:pt x="788" y="7310"/>
                    <a:pt x="851" y="8003"/>
                  </a:cubicBezTo>
                  <a:cubicBezTo>
                    <a:pt x="945" y="8759"/>
                    <a:pt x="756" y="9452"/>
                    <a:pt x="347" y="10114"/>
                  </a:cubicBezTo>
                  <a:lnTo>
                    <a:pt x="1607" y="11122"/>
                  </a:lnTo>
                  <a:cubicBezTo>
                    <a:pt x="2174" y="10208"/>
                    <a:pt x="2521" y="9137"/>
                    <a:pt x="2521" y="8003"/>
                  </a:cubicBezTo>
                  <a:cubicBezTo>
                    <a:pt x="2489" y="7026"/>
                    <a:pt x="2174" y="6113"/>
                    <a:pt x="1702" y="5294"/>
                  </a:cubicBezTo>
                  <a:lnTo>
                    <a:pt x="1702" y="4979"/>
                  </a:lnTo>
                  <a:lnTo>
                    <a:pt x="1702" y="2395"/>
                  </a:lnTo>
                  <a:lnTo>
                    <a:pt x="1891" y="2301"/>
                  </a:lnTo>
                  <a:cubicBezTo>
                    <a:pt x="2269" y="2049"/>
                    <a:pt x="2521" y="1671"/>
                    <a:pt x="2521" y="1230"/>
                  </a:cubicBezTo>
                  <a:cubicBezTo>
                    <a:pt x="2521" y="568"/>
                    <a:pt x="1954"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86"/>
            <p:cNvSpPr/>
            <p:nvPr/>
          </p:nvSpPr>
          <p:spPr>
            <a:xfrm>
              <a:off x="-13056975" y="3212300"/>
              <a:ext cx="63025" cy="278075"/>
            </a:xfrm>
            <a:custGeom>
              <a:avLst/>
              <a:gdLst/>
              <a:ahLst/>
              <a:cxnLst/>
              <a:rect l="l" t="t" r="r" b="b"/>
              <a:pathLst>
                <a:path w="2521" h="11123" extrusionOk="0">
                  <a:moveTo>
                    <a:pt x="1260" y="1"/>
                  </a:moveTo>
                  <a:cubicBezTo>
                    <a:pt x="567" y="1"/>
                    <a:pt x="0" y="568"/>
                    <a:pt x="0" y="1230"/>
                  </a:cubicBezTo>
                  <a:cubicBezTo>
                    <a:pt x="32" y="1671"/>
                    <a:pt x="284" y="2112"/>
                    <a:pt x="662" y="2301"/>
                  </a:cubicBezTo>
                  <a:lnTo>
                    <a:pt x="851" y="2427"/>
                  </a:lnTo>
                  <a:lnTo>
                    <a:pt x="851" y="4979"/>
                  </a:lnTo>
                  <a:lnTo>
                    <a:pt x="851" y="5294"/>
                  </a:lnTo>
                  <a:cubicBezTo>
                    <a:pt x="378" y="6113"/>
                    <a:pt x="63" y="7026"/>
                    <a:pt x="32" y="8003"/>
                  </a:cubicBezTo>
                  <a:cubicBezTo>
                    <a:pt x="32" y="9137"/>
                    <a:pt x="378" y="10208"/>
                    <a:pt x="945" y="11122"/>
                  </a:cubicBezTo>
                  <a:lnTo>
                    <a:pt x="2206" y="10145"/>
                  </a:lnTo>
                  <a:cubicBezTo>
                    <a:pt x="1859" y="9515"/>
                    <a:pt x="1639" y="8791"/>
                    <a:pt x="1702" y="8035"/>
                  </a:cubicBezTo>
                  <a:lnTo>
                    <a:pt x="1702" y="8003"/>
                  </a:lnTo>
                  <a:cubicBezTo>
                    <a:pt x="1733" y="7279"/>
                    <a:pt x="1954" y="6585"/>
                    <a:pt x="2363" y="5987"/>
                  </a:cubicBezTo>
                  <a:cubicBezTo>
                    <a:pt x="2458" y="5829"/>
                    <a:pt x="2521" y="5672"/>
                    <a:pt x="2521" y="5514"/>
                  </a:cubicBezTo>
                  <a:lnTo>
                    <a:pt x="2521" y="1230"/>
                  </a:lnTo>
                  <a:cubicBezTo>
                    <a:pt x="2521" y="568"/>
                    <a:pt x="1954"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86"/>
            <p:cNvSpPr/>
            <p:nvPr/>
          </p:nvSpPr>
          <p:spPr>
            <a:xfrm>
              <a:off x="-13020750" y="3483250"/>
              <a:ext cx="240250" cy="81950"/>
            </a:xfrm>
            <a:custGeom>
              <a:avLst/>
              <a:gdLst/>
              <a:ahLst/>
              <a:cxnLst/>
              <a:rect l="l" t="t" r="r" b="b"/>
              <a:pathLst>
                <a:path w="9610" h="3278" extrusionOk="0">
                  <a:moveTo>
                    <a:pt x="1261" y="1"/>
                  </a:moveTo>
                  <a:lnTo>
                    <a:pt x="0" y="977"/>
                  </a:lnTo>
                  <a:cubicBezTo>
                    <a:pt x="1103" y="2395"/>
                    <a:pt x="2867" y="3277"/>
                    <a:pt x="4821" y="3277"/>
                  </a:cubicBezTo>
                  <a:cubicBezTo>
                    <a:pt x="6743" y="3277"/>
                    <a:pt x="8475" y="2363"/>
                    <a:pt x="9610" y="977"/>
                  </a:cubicBezTo>
                  <a:lnTo>
                    <a:pt x="8349" y="1"/>
                  </a:lnTo>
                  <a:cubicBezTo>
                    <a:pt x="7530" y="946"/>
                    <a:pt x="6270" y="1639"/>
                    <a:pt x="4821" y="1639"/>
                  </a:cubicBezTo>
                  <a:cubicBezTo>
                    <a:pt x="3466" y="1639"/>
                    <a:pt x="2143" y="1009"/>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91" name="Google Shape;6991;p86"/>
          <p:cNvGrpSpPr/>
          <p:nvPr/>
        </p:nvGrpSpPr>
        <p:grpSpPr>
          <a:xfrm>
            <a:off x="5726921" y="1828034"/>
            <a:ext cx="358588" cy="355325"/>
            <a:chOff x="-13077450" y="3647075"/>
            <a:chExt cx="356025" cy="352750"/>
          </a:xfrm>
        </p:grpSpPr>
        <p:sp>
          <p:nvSpPr>
            <p:cNvPr id="6992" name="Google Shape;6992;p86"/>
            <p:cNvSpPr/>
            <p:nvPr/>
          </p:nvSpPr>
          <p:spPr>
            <a:xfrm>
              <a:off x="-13014450" y="3708500"/>
              <a:ext cx="104000" cy="145750"/>
            </a:xfrm>
            <a:custGeom>
              <a:avLst/>
              <a:gdLst/>
              <a:ahLst/>
              <a:cxnLst/>
              <a:rect l="l" t="t" r="r" b="b"/>
              <a:pathLst>
                <a:path w="4160" h="5830" extrusionOk="0">
                  <a:moveTo>
                    <a:pt x="2899" y="820"/>
                  </a:moveTo>
                  <a:cubicBezTo>
                    <a:pt x="3151" y="820"/>
                    <a:pt x="3309" y="1041"/>
                    <a:pt x="3309" y="1261"/>
                  </a:cubicBezTo>
                  <a:cubicBezTo>
                    <a:pt x="3309" y="1513"/>
                    <a:pt x="3088" y="1671"/>
                    <a:pt x="2899" y="1671"/>
                  </a:cubicBezTo>
                  <a:lnTo>
                    <a:pt x="1198" y="1671"/>
                  </a:lnTo>
                  <a:cubicBezTo>
                    <a:pt x="977" y="1671"/>
                    <a:pt x="788" y="1482"/>
                    <a:pt x="788" y="1261"/>
                  </a:cubicBezTo>
                  <a:cubicBezTo>
                    <a:pt x="788" y="1041"/>
                    <a:pt x="977" y="820"/>
                    <a:pt x="1198" y="820"/>
                  </a:cubicBezTo>
                  <a:close/>
                  <a:moveTo>
                    <a:pt x="2899" y="2490"/>
                  </a:moveTo>
                  <a:cubicBezTo>
                    <a:pt x="3151" y="2490"/>
                    <a:pt x="3309" y="2679"/>
                    <a:pt x="3309" y="2868"/>
                  </a:cubicBezTo>
                  <a:cubicBezTo>
                    <a:pt x="3309" y="3151"/>
                    <a:pt x="3088" y="3309"/>
                    <a:pt x="2899" y="3309"/>
                  </a:cubicBezTo>
                  <a:lnTo>
                    <a:pt x="1198" y="3309"/>
                  </a:lnTo>
                  <a:cubicBezTo>
                    <a:pt x="977" y="3309"/>
                    <a:pt x="788" y="3120"/>
                    <a:pt x="788" y="2868"/>
                  </a:cubicBezTo>
                  <a:cubicBezTo>
                    <a:pt x="788" y="2647"/>
                    <a:pt x="977" y="2490"/>
                    <a:pt x="1198" y="2490"/>
                  </a:cubicBezTo>
                  <a:close/>
                  <a:moveTo>
                    <a:pt x="2899" y="4191"/>
                  </a:moveTo>
                  <a:cubicBezTo>
                    <a:pt x="3151" y="4191"/>
                    <a:pt x="3309" y="4380"/>
                    <a:pt x="3309" y="4632"/>
                  </a:cubicBezTo>
                  <a:cubicBezTo>
                    <a:pt x="3309" y="4821"/>
                    <a:pt x="3088" y="5010"/>
                    <a:pt x="2899" y="5010"/>
                  </a:cubicBezTo>
                  <a:lnTo>
                    <a:pt x="1198" y="5010"/>
                  </a:lnTo>
                  <a:cubicBezTo>
                    <a:pt x="977" y="5010"/>
                    <a:pt x="788" y="4821"/>
                    <a:pt x="788" y="4632"/>
                  </a:cubicBezTo>
                  <a:cubicBezTo>
                    <a:pt x="788" y="4380"/>
                    <a:pt x="977" y="4191"/>
                    <a:pt x="1198" y="4191"/>
                  </a:cubicBezTo>
                  <a:close/>
                  <a:moveTo>
                    <a:pt x="1" y="1"/>
                  </a:moveTo>
                  <a:lnTo>
                    <a:pt x="1" y="5829"/>
                  </a:lnTo>
                  <a:lnTo>
                    <a:pt x="4159" y="5829"/>
                  </a:lnTo>
                  <a:lnTo>
                    <a:pt x="4159" y="1261"/>
                  </a:lnTo>
                  <a:cubicBezTo>
                    <a:pt x="4128" y="600"/>
                    <a:pt x="3561"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86"/>
            <p:cNvSpPr/>
            <p:nvPr/>
          </p:nvSpPr>
          <p:spPr>
            <a:xfrm>
              <a:off x="-12890800" y="3708500"/>
              <a:ext cx="104775" cy="145750"/>
            </a:xfrm>
            <a:custGeom>
              <a:avLst/>
              <a:gdLst/>
              <a:ahLst/>
              <a:cxnLst/>
              <a:rect l="l" t="t" r="r" b="b"/>
              <a:pathLst>
                <a:path w="4191" h="5830" extrusionOk="0">
                  <a:moveTo>
                    <a:pt x="2931" y="820"/>
                  </a:moveTo>
                  <a:cubicBezTo>
                    <a:pt x="3151" y="852"/>
                    <a:pt x="3340" y="1041"/>
                    <a:pt x="3340" y="1261"/>
                  </a:cubicBezTo>
                  <a:cubicBezTo>
                    <a:pt x="3340" y="1513"/>
                    <a:pt x="3151" y="1671"/>
                    <a:pt x="2931" y="1671"/>
                  </a:cubicBezTo>
                  <a:lnTo>
                    <a:pt x="1230" y="1671"/>
                  </a:lnTo>
                  <a:cubicBezTo>
                    <a:pt x="1009" y="1671"/>
                    <a:pt x="820" y="1482"/>
                    <a:pt x="820" y="1261"/>
                  </a:cubicBezTo>
                  <a:cubicBezTo>
                    <a:pt x="820" y="1041"/>
                    <a:pt x="1040" y="820"/>
                    <a:pt x="1230" y="820"/>
                  </a:cubicBezTo>
                  <a:close/>
                  <a:moveTo>
                    <a:pt x="2931" y="2490"/>
                  </a:moveTo>
                  <a:cubicBezTo>
                    <a:pt x="3151" y="2490"/>
                    <a:pt x="3340" y="2679"/>
                    <a:pt x="3340" y="2868"/>
                  </a:cubicBezTo>
                  <a:cubicBezTo>
                    <a:pt x="3340" y="3151"/>
                    <a:pt x="3151" y="3309"/>
                    <a:pt x="2931" y="3309"/>
                  </a:cubicBezTo>
                  <a:lnTo>
                    <a:pt x="1230" y="3309"/>
                  </a:lnTo>
                  <a:cubicBezTo>
                    <a:pt x="1009" y="3309"/>
                    <a:pt x="820" y="3120"/>
                    <a:pt x="820" y="2868"/>
                  </a:cubicBezTo>
                  <a:cubicBezTo>
                    <a:pt x="820" y="2647"/>
                    <a:pt x="1040" y="2490"/>
                    <a:pt x="1230" y="2490"/>
                  </a:cubicBezTo>
                  <a:close/>
                  <a:moveTo>
                    <a:pt x="2931" y="4191"/>
                  </a:moveTo>
                  <a:cubicBezTo>
                    <a:pt x="3151" y="4191"/>
                    <a:pt x="3340" y="4380"/>
                    <a:pt x="3340" y="4632"/>
                  </a:cubicBezTo>
                  <a:cubicBezTo>
                    <a:pt x="3340" y="4821"/>
                    <a:pt x="3151" y="5010"/>
                    <a:pt x="2931" y="5010"/>
                  </a:cubicBezTo>
                  <a:lnTo>
                    <a:pt x="1230" y="5010"/>
                  </a:lnTo>
                  <a:cubicBezTo>
                    <a:pt x="1009" y="5010"/>
                    <a:pt x="820" y="4821"/>
                    <a:pt x="820" y="4632"/>
                  </a:cubicBezTo>
                  <a:cubicBezTo>
                    <a:pt x="820" y="4380"/>
                    <a:pt x="1040" y="4191"/>
                    <a:pt x="1230" y="4191"/>
                  </a:cubicBezTo>
                  <a:close/>
                  <a:moveTo>
                    <a:pt x="1261" y="1"/>
                  </a:moveTo>
                  <a:cubicBezTo>
                    <a:pt x="568" y="1"/>
                    <a:pt x="1" y="600"/>
                    <a:pt x="1" y="1261"/>
                  </a:cubicBezTo>
                  <a:lnTo>
                    <a:pt x="1" y="5829"/>
                  </a:lnTo>
                  <a:lnTo>
                    <a:pt x="4191" y="5829"/>
                  </a:lnTo>
                  <a:lnTo>
                    <a:pt x="41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86"/>
            <p:cNvSpPr/>
            <p:nvPr/>
          </p:nvSpPr>
          <p:spPr>
            <a:xfrm>
              <a:off x="-13077450" y="3647075"/>
              <a:ext cx="356025" cy="352750"/>
            </a:xfrm>
            <a:custGeom>
              <a:avLst/>
              <a:gdLst/>
              <a:ahLst/>
              <a:cxnLst/>
              <a:rect l="l" t="t" r="r" b="b"/>
              <a:pathLst>
                <a:path w="14241" h="14110" extrusionOk="0">
                  <a:moveTo>
                    <a:pt x="12130" y="1670"/>
                  </a:moveTo>
                  <a:cubicBezTo>
                    <a:pt x="12350" y="1670"/>
                    <a:pt x="12508" y="1891"/>
                    <a:pt x="12508" y="2080"/>
                  </a:cubicBezTo>
                  <a:lnTo>
                    <a:pt x="12508" y="8727"/>
                  </a:lnTo>
                  <a:lnTo>
                    <a:pt x="12476" y="8727"/>
                  </a:lnTo>
                  <a:cubicBezTo>
                    <a:pt x="12476" y="8979"/>
                    <a:pt x="12287" y="9168"/>
                    <a:pt x="12067" y="9168"/>
                  </a:cubicBezTo>
                  <a:lnTo>
                    <a:pt x="2111" y="9168"/>
                  </a:lnTo>
                  <a:cubicBezTo>
                    <a:pt x="1890" y="9168"/>
                    <a:pt x="1733" y="8979"/>
                    <a:pt x="1733" y="8727"/>
                  </a:cubicBezTo>
                  <a:lnTo>
                    <a:pt x="1733" y="2080"/>
                  </a:lnTo>
                  <a:cubicBezTo>
                    <a:pt x="1733" y="1828"/>
                    <a:pt x="1922" y="1670"/>
                    <a:pt x="2111" y="1670"/>
                  </a:cubicBezTo>
                  <a:lnTo>
                    <a:pt x="5450" y="1670"/>
                  </a:lnTo>
                  <a:cubicBezTo>
                    <a:pt x="6144" y="1670"/>
                    <a:pt x="6711" y="1985"/>
                    <a:pt x="7120" y="2521"/>
                  </a:cubicBezTo>
                  <a:cubicBezTo>
                    <a:pt x="7498" y="1985"/>
                    <a:pt x="8097" y="1670"/>
                    <a:pt x="8790" y="1670"/>
                  </a:cubicBezTo>
                  <a:close/>
                  <a:moveTo>
                    <a:pt x="1260" y="1"/>
                  </a:moveTo>
                  <a:cubicBezTo>
                    <a:pt x="567" y="1"/>
                    <a:pt x="0" y="536"/>
                    <a:pt x="0" y="1229"/>
                  </a:cubicBezTo>
                  <a:lnTo>
                    <a:pt x="0" y="9547"/>
                  </a:lnTo>
                  <a:cubicBezTo>
                    <a:pt x="0" y="10240"/>
                    <a:pt x="536" y="10775"/>
                    <a:pt x="1260" y="10775"/>
                  </a:cubicBezTo>
                  <a:lnTo>
                    <a:pt x="6238" y="10775"/>
                  </a:lnTo>
                  <a:lnTo>
                    <a:pt x="4285" y="13422"/>
                  </a:lnTo>
                  <a:cubicBezTo>
                    <a:pt x="4159" y="13611"/>
                    <a:pt x="4159" y="13863"/>
                    <a:pt x="4348" y="14020"/>
                  </a:cubicBezTo>
                  <a:cubicBezTo>
                    <a:pt x="4439" y="14059"/>
                    <a:pt x="4531" y="14082"/>
                    <a:pt x="4617" y="14082"/>
                  </a:cubicBezTo>
                  <a:cubicBezTo>
                    <a:pt x="4740" y="14082"/>
                    <a:pt x="4854" y="14036"/>
                    <a:pt x="4946" y="13926"/>
                  </a:cubicBezTo>
                  <a:lnTo>
                    <a:pt x="6679" y="11594"/>
                  </a:lnTo>
                  <a:lnTo>
                    <a:pt x="6679" y="12855"/>
                  </a:lnTo>
                  <a:cubicBezTo>
                    <a:pt x="6679" y="13107"/>
                    <a:pt x="6900" y="13296"/>
                    <a:pt x="7120" y="13296"/>
                  </a:cubicBezTo>
                  <a:cubicBezTo>
                    <a:pt x="7341" y="13296"/>
                    <a:pt x="7561" y="13107"/>
                    <a:pt x="7561" y="12855"/>
                  </a:cubicBezTo>
                  <a:lnTo>
                    <a:pt x="7561" y="11594"/>
                  </a:lnTo>
                  <a:lnTo>
                    <a:pt x="9294" y="13926"/>
                  </a:lnTo>
                  <a:cubicBezTo>
                    <a:pt x="9352" y="14041"/>
                    <a:pt x="9480" y="14109"/>
                    <a:pt x="9614" y="14109"/>
                  </a:cubicBezTo>
                  <a:cubicBezTo>
                    <a:pt x="9700" y="14109"/>
                    <a:pt x="9788" y="14082"/>
                    <a:pt x="9861" y="14020"/>
                  </a:cubicBezTo>
                  <a:cubicBezTo>
                    <a:pt x="10082" y="13894"/>
                    <a:pt x="10113" y="13611"/>
                    <a:pt x="9956" y="13422"/>
                  </a:cubicBezTo>
                  <a:lnTo>
                    <a:pt x="8002" y="10775"/>
                  </a:lnTo>
                  <a:lnTo>
                    <a:pt x="12980" y="10775"/>
                  </a:lnTo>
                  <a:cubicBezTo>
                    <a:pt x="13673" y="10775"/>
                    <a:pt x="14240" y="10240"/>
                    <a:pt x="14240" y="9547"/>
                  </a:cubicBezTo>
                  <a:lnTo>
                    <a:pt x="14240" y="1229"/>
                  </a:lnTo>
                  <a:cubicBezTo>
                    <a:pt x="14114" y="536"/>
                    <a:pt x="13579" y="1"/>
                    <a:pt x="128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95" name="Google Shape;6995;p86"/>
          <p:cNvGrpSpPr/>
          <p:nvPr/>
        </p:nvGrpSpPr>
        <p:grpSpPr>
          <a:xfrm>
            <a:off x="5738027" y="2271633"/>
            <a:ext cx="357002" cy="357037"/>
            <a:chOff x="-13079025" y="4079475"/>
            <a:chExt cx="354450" cy="354450"/>
          </a:xfrm>
        </p:grpSpPr>
        <p:sp>
          <p:nvSpPr>
            <p:cNvPr id="6996" name="Google Shape;6996;p86"/>
            <p:cNvSpPr/>
            <p:nvPr/>
          </p:nvSpPr>
          <p:spPr>
            <a:xfrm>
              <a:off x="-13004200" y="4079475"/>
              <a:ext cx="207150" cy="63050"/>
            </a:xfrm>
            <a:custGeom>
              <a:avLst/>
              <a:gdLst/>
              <a:ahLst/>
              <a:cxnLst/>
              <a:rect l="l" t="t" r="r" b="b"/>
              <a:pathLst>
                <a:path w="8286" h="2522" extrusionOk="0">
                  <a:moveTo>
                    <a:pt x="4159" y="1"/>
                  </a:moveTo>
                  <a:cubicBezTo>
                    <a:pt x="1859" y="1"/>
                    <a:pt x="0" y="568"/>
                    <a:pt x="0" y="1261"/>
                  </a:cubicBezTo>
                  <a:cubicBezTo>
                    <a:pt x="0" y="1986"/>
                    <a:pt x="1859" y="2521"/>
                    <a:pt x="4159" y="2521"/>
                  </a:cubicBezTo>
                  <a:cubicBezTo>
                    <a:pt x="6427" y="2521"/>
                    <a:pt x="8286" y="1986"/>
                    <a:pt x="8286" y="1261"/>
                  </a:cubicBezTo>
                  <a:cubicBezTo>
                    <a:pt x="8286" y="568"/>
                    <a:pt x="6427" y="1"/>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86"/>
            <p:cNvSpPr/>
            <p:nvPr/>
          </p:nvSpPr>
          <p:spPr>
            <a:xfrm>
              <a:off x="-13079025" y="4303175"/>
              <a:ext cx="354450" cy="130750"/>
            </a:xfrm>
            <a:custGeom>
              <a:avLst/>
              <a:gdLst/>
              <a:ahLst/>
              <a:cxnLst/>
              <a:rect l="l" t="t" r="r" b="b"/>
              <a:pathLst>
                <a:path w="14178" h="5230" extrusionOk="0">
                  <a:moveTo>
                    <a:pt x="2773" y="0"/>
                  </a:moveTo>
                  <a:cubicBezTo>
                    <a:pt x="1040" y="536"/>
                    <a:pt x="0" y="1355"/>
                    <a:pt x="0" y="2331"/>
                  </a:cubicBezTo>
                  <a:cubicBezTo>
                    <a:pt x="0" y="4222"/>
                    <a:pt x="3686" y="5230"/>
                    <a:pt x="7057" y="5230"/>
                  </a:cubicBezTo>
                  <a:cubicBezTo>
                    <a:pt x="10460" y="5230"/>
                    <a:pt x="14114" y="4222"/>
                    <a:pt x="14114" y="2331"/>
                  </a:cubicBezTo>
                  <a:cubicBezTo>
                    <a:pt x="14177" y="1355"/>
                    <a:pt x="13169" y="567"/>
                    <a:pt x="11436" y="0"/>
                  </a:cubicBezTo>
                  <a:lnTo>
                    <a:pt x="11247" y="1985"/>
                  </a:lnTo>
                  <a:cubicBezTo>
                    <a:pt x="11216" y="2993"/>
                    <a:pt x="9830" y="3560"/>
                    <a:pt x="7089" y="3560"/>
                  </a:cubicBezTo>
                  <a:cubicBezTo>
                    <a:pt x="5577" y="3560"/>
                    <a:pt x="2962" y="3371"/>
                    <a:pt x="2962" y="1890"/>
                  </a:cubicBez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86"/>
            <p:cNvSpPr/>
            <p:nvPr/>
          </p:nvSpPr>
          <p:spPr>
            <a:xfrm>
              <a:off x="-12986875" y="4313400"/>
              <a:ext cx="173300" cy="58300"/>
            </a:xfrm>
            <a:custGeom>
              <a:avLst/>
              <a:gdLst/>
              <a:ahLst/>
              <a:cxnLst/>
              <a:rect l="l" t="t" r="r" b="b"/>
              <a:pathLst>
                <a:path w="6932" h="2332" extrusionOk="0">
                  <a:moveTo>
                    <a:pt x="0" y="1"/>
                  </a:moveTo>
                  <a:lnTo>
                    <a:pt x="158" y="1481"/>
                  </a:lnTo>
                  <a:cubicBezTo>
                    <a:pt x="158" y="1954"/>
                    <a:pt x="1638" y="2332"/>
                    <a:pt x="3466" y="2332"/>
                  </a:cubicBezTo>
                  <a:cubicBezTo>
                    <a:pt x="4159" y="2332"/>
                    <a:pt x="6774" y="2206"/>
                    <a:pt x="6774" y="1481"/>
                  </a:cubicBezTo>
                  <a:lnTo>
                    <a:pt x="6931" y="1"/>
                  </a:lnTo>
                  <a:lnTo>
                    <a:pt x="6931" y="1"/>
                  </a:lnTo>
                  <a:cubicBezTo>
                    <a:pt x="5860" y="442"/>
                    <a:pt x="4694" y="662"/>
                    <a:pt x="3466" y="662"/>
                  </a:cubicBezTo>
                  <a:cubicBezTo>
                    <a:pt x="2237" y="662"/>
                    <a:pt x="1040" y="442"/>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86"/>
            <p:cNvSpPr/>
            <p:nvPr/>
          </p:nvSpPr>
          <p:spPr>
            <a:xfrm>
              <a:off x="-13004200" y="4143275"/>
              <a:ext cx="206375" cy="166225"/>
            </a:xfrm>
            <a:custGeom>
              <a:avLst/>
              <a:gdLst/>
              <a:ahLst/>
              <a:cxnLst/>
              <a:rect l="l" t="t" r="r" b="b"/>
              <a:pathLst>
                <a:path w="8255" h="6649" extrusionOk="0">
                  <a:moveTo>
                    <a:pt x="8254" y="1"/>
                  </a:moveTo>
                  <a:lnTo>
                    <a:pt x="8254" y="1"/>
                  </a:lnTo>
                  <a:cubicBezTo>
                    <a:pt x="6994" y="725"/>
                    <a:pt x="4694" y="820"/>
                    <a:pt x="4096" y="820"/>
                  </a:cubicBezTo>
                  <a:cubicBezTo>
                    <a:pt x="3529" y="820"/>
                    <a:pt x="1260" y="788"/>
                    <a:pt x="0" y="32"/>
                  </a:cubicBezTo>
                  <a:lnTo>
                    <a:pt x="0" y="32"/>
                  </a:lnTo>
                  <a:lnTo>
                    <a:pt x="567" y="5892"/>
                  </a:lnTo>
                  <a:cubicBezTo>
                    <a:pt x="1638" y="6365"/>
                    <a:pt x="2836" y="6648"/>
                    <a:pt x="4096" y="6648"/>
                  </a:cubicBezTo>
                  <a:cubicBezTo>
                    <a:pt x="5356" y="6648"/>
                    <a:pt x="6585" y="6365"/>
                    <a:pt x="7656" y="5892"/>
                  </a:cubicBezTo>
                  <a:lnTo>
                    <a:pt x="82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0" name="Google Shape;7000;p86"/>
          <p:cNvGrpSpPr/>
          <p:nvPr/>
        </p:nvGrpSpPr>
        <p:grpSpPr>
          <a:xfrm>
            <a:off x="7511094" y="1387642"/>
            <a:ext cx="356221" cy="354670"/>
            <a:chOff x="-11292700" y="3213875"/>
            <a:chExt cx="353675" cy="352100"/>
          </a:xfrm>
        </p:grpSpPr>
        <p:sp>
          <p:nvSpPr>
            <p:cNvPr id="7001" name="Google Shape;7001;p86"/>
            <p:cNvSpPr/>
            <p:nvPr/>
          </p:nvSpPr>
          <p:spPr>
            <a:xfrm>
              <a:off x="-11178500" y="3213875"/>
              <a:ext cx="124475" cy="124475"/>
            </a:xfrm>
            <a:custGeom>
              <a:avLst/>
              <a:gdLst/>
              <a:ahLst/>
              <a:cxnLst/>
              <a:rect l="l" t="t" r="r" b="b"/>
              <a:pathLst>
                <a:path w="4979" h="4979" extrusionOk="0">
                  <a:moveTo>
                    <a:pt x="2489" y="1671"/>
                  </a:moveTo>
                  <a:cubicBezTo>
                    <a:pt x="2962" y="1671"/>
                    <a:pt x="3309" y="2049"/>
                    <a:pt x="3309" y="2521"/>
                  </a:cubicBezTo>
                  <a:cubicBezTo>
                    <a:pt x="3309" y="2994"/>
                    <a:pt x="2962" y="3340"/>
                    <a:pt x="2489" y="3340"/>
                  </a:cubicBezTo>
                  <a:cubicBezTo>
                    <a:pt x="2017" y="3340"/>
                    <a:pt x="1670" y="2994"/>
                    <a:pt x="1670" y="2521"/>
                  </a:cubicBezTo>
                  <a:cubicBezTo>
                    <a:pt x="1639" y="2049"/>
                    <a:pt x="2017" y="1671"/>
                    <a:pt x="2489" y="1671"/>
                  </a:cubicBezTo>
                  <a:close/>
                  <a:moveTo>
                    <a:pt x="2489" y="1"/>
                  </a:moveTo>
                  <a:cubicBezTo>
                    <a:pt x="2048" y="1"/>
                    <a:pt x="1891" y="221"/>
                    <a:pt x="1702" y="537"/>
                  </a:cubicBezTo>
                  <a:cubicBezTo>
                    <a:pt x="1555" y="523"/>
                    <a:pt x="1414" y="498"/>
                    <a:pt x="1278" y="498"/>
                  </a:cubicBezTo>
                  <a:cubicBezTo>
                    <a:pt x="1094" y="498"/>
                    <a:pt x="920" y="544"/>
                    <a:pt x="757" y="726"/>
                  </a:cubicBezTo>
                  <a:cubicBezTo>
                    <a:pt x="442" y="1041"/>
                    <a:pt x="505" y="1324"/>
                    <a:pt x="568" y="1734"/>
                  </a:cubicBezTo>
                  <a:cubicBezTo>
                    <a:pt x="221" y="1923"/>
                    <a:pt x="1" y="2080"/>
                    <a:pt x="1" y="2521"/>
                  </a:cubicBezTo>
                  <a:cubicBezTo>
                    <a:pt x="1" y="2931"/>
                    <a:pt x="221" y="3088"/>
                    <a:pt x="568" y="3309"/>
                  </a:cubicBezTo>
                  <a:cubicBezTo>
                    <a:pt x="473" y="3687"/>
                    <a:pt x="442" y="3939"/>
                    <a:pt x="757" y="4254"/>
                  </a:cubicBezTo>
                  <a:cubicBezTo>
                    <a:pt x="938" y="4436"/>
                    <a:pt x="1109" y="4481"/>
                    <a:pt x="1288" y="4481"/>
                  </a:cubicBezTo>
                  <a:cubicBezTo>
                    <a:pt x="1419" y="4481"/>
                    <a:pt x="1555" y="4456"/>
                    <a:pt x="1702" y="4443"/>
                  </a:cubicBezTo>
                  <a:cubicBezTo>
                    <a:pt x="1922" y="4758"/>
                    <a:pt x="2080" y="4979"/>
                    <a:pt x="2489" y="4979"/>
                  </a:cubicBezTo>
                  <a:cubicBezTo>
                    <a:pt x="2931" y="4979"/>
                    <a:pt x="3088" y="4758"/>
                    <a:pt x="3277" y="4443"/>
                  </a:cubicBezTo>
                  <a:cubicBezTo>
                    <a:pt x="3431" y="4469"/>
                    <a:pt x="3565" y="4495"/>
                    <a:pt x="3690" y="4495"/>
                  </a:cubicBezTo>
                  <a:cubicBezTo>
                    <a:pt x="3871" y="4495"/>
                    <a:pt x="4036" y="4441"/>
                    <a:pt x="4222" y="4254"/>
                  </a:cubicBezTo>
                  <a:cubicBezTo>
                    <a:pt x="4537" y="3939"/>
                    <a:pt x="4443" y="3655"/>
                    <a:pt x="4411" y="3309"/>
                  </a:cubicBezTo>
                  <a:cubicBezTo>
                    <a:pt x="4726" y="3057"/>
                    <a:pt x="4978" y="2899"/>
                    <a:pt x="4978" y="2521"/>
                  </a:cubicBezTo>
                  <a:cubicBezTo>
                    <a:pt x="4978" y="2080"/>
                    <a:pt x="4726" y="1923"/>
                    <a:pt x="4411" y="1734"/>
                  </a:cubicBezTo>
                  <a:cubicBezTo>
                    <a:pt x="4506" y="1324"/>
                    <a:pt x="4537" y="1041"/>
                    <a:pt x="4222" y="726"/>
                  </a:cubicBezTo>
                  <a:cubicBezTo>
                    <a:pt x="4041" y="544"/>
                    <a:pt x="3870" y="498"/>
                    <a:pt x="3691" y="498"/>
                  </a:cubicBezTo>
                  <a:cubicBezTo>
                    <a:pt x="3560" y="498"/>
                    <a:pt x="3424" y="523"/>
                    <a:pt x="3277" y="537"/>
                  </a:cubicBezTo>
                  <a:cubicBezTo>
                    <a:pt x="3025" y="221"/>
                    <a:pt x="2868"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86"/>
            <p:cNvSpPr/>
            <p:nvPr/>
          </p:nvSpPr>
          <p:spPr>
            <a:xfrm>
              <a:off x="-11292700" y="3255625"/>
              <a:ext cx="117375" cy="124475"/>
            </a:xfrm>
            <a:custGeom>
              <a:avLst/>
              <a:gdLst/>
              <a:ahLst/>
              <a:cxnLst/>
              <a:rect l="l" t="t" r="r" b="b"/>
              <a:pathLst>
                <a:path w="4695" h="4979" extrusionOk="0">
                  <a:moveTo>
                    <a:pt x="2521" y="1670"/>
                  </a:moveTo>
                  <a:cubicBezTo>
                    <a:pt x="2993" y="1670"/>
                    <a:pt x="3340" y="2017"/>
                    <a:pt x="3340" y="2490"/>
                  </a:cubicBezTo>
                  <a:cubicBezTo>
                    <a:pt x="3340" y="2962"/>
                    <a:pt x="2993" y="3309"/>
                    <a:pt x="2521" y="3309"/>
                  </a:cubicBezTo>
                  <a:cubicBezTo>
                    <a:pt x="2048" y="3309"/>
                    <a:pt x="1702" y="2962"/>
                    <a:pt x="1702" y="2490"/>
                  </a:cubicBezTo>
                  <a:cubicBezTo>
                    <a:pt x="1702" y="2017"/>
                    <a:pt x="2048" y="1670"/>
                    <a:pt x="2521" y="1670"/>
                  </a:cubicBezTo>
                  <a:close/>
                  <a:moveTo>
                    <a:pt x="2552" y="1"/>
                  </a:moveTo>
                  <a:cubicBezTo>
                    <a:pt x="2111" y="1"/>
                    <a:pt x="1954" y="253"/>
                    <a:pt x="1765" y="568"/>
                  </a:cubicBezTo>
                  <a:cubicBezTo>
                    <a:pt x="1618" y="554"/>
                    <a:pt x="1476" y="530"/>
                    <a:pt x="1339" y="530"/>
                  </a:cubicBezTo>
                  <a:cubicBezTo>
                    <a:pt x="1151" y="530"/>
                    <a:pt x="969" y="575"/>
                    <a:pt x="788" y="757"/>
                  </a:cubicBezTo>
                  <a:cubicBezTo>
                    <a:pt x="473" y="1072"/>
                    <a:pt x="536" y="1355"/>
                    <a:pt x="599" y="1702"/>
                  </a:cubicBezTo>
                  <a:cubicBezTo>
                    <a:pt x="252" y="1891"/>
                    <a:pt x="0" y="2048"/>
                    <a:pt x="0" y="2490"/>
                  </a:cubicBezTo>
                  <a:cubicBezTo>
                    <a:pt x="0" y="2931"/>
                    <a:pt x="221" y="3088"/>
                    <a:pt x="536" y="3277"/>
                  </a:cubicBezTo>
                  <a:cubicBezTo>
                    <a:pt x="473" y="3687"/>
                    <a:pt x="441" y="3907"/>
                    <a:pt x="756" y="4222"/>
                  </a:cubicBezTo>
                  <a:cubicBezTo>
                    <a:pt x="943" y="4409"/>
                    <a:pt x="1107" y="4463"/>
                    <a:pt x="1295" y="4463"/>
                  </a:cubicBezTo>
                  <a:cubicBezTo>
                    <a:pt x="1425" y="4463"/>
                    <a:pt x="1566" y="4437"/>
                    <a:pt x="1733" y="4411"/>
                  </a:cubicBezTo>
                  <a:cubicBezTo>
                    <a:pt x="1954" y="4726"/>
                    <a:pt x="2111" y="4978"/>
                    <a:pt x="2521" y="4978"/>
                  </a:cubicBezTo>
                  <a:cubicBezTo>
                    <a:pt x="2962" y="4978"/>
                    <a:pt x="3119" y="4726"/>
                    <a:pt x="3308" y="4411"/>
                  </a:cubicBezTo>
                  <a:cubicBezTo>
                    <a:pt x="3458" y="4449"/>
                    <a:pt x="3588" y="4476"/>
                    <a:pt x="3710" y="4476"/>
                  </a:cubicBezTo>
                  <a:cubicBezTo>
                    <a:pt x="3896" y="4476"/>
                    <a:pt x="4063" y="4412"/>
                    <a:pt x="4254" y="4222"/>
                  </a:cubicBezTo>
                  <a:cubicBezTo>
                    <a:pt x="4569" y="3907"/>
                    <a:pt x="4474" y="3624"/>
                    <a:pt x="4443" y="3277"/>
                  </a:cubicBezTo>
                  <a:cubicBezTo>
                    <a:pt x="4583" y="3183"/>
                    <a:pt x="4592" y="3175"/>
                    <a:pt x="4592" y="3175"/>
                  </a:cubicBezTo>
                  <a:lnTo>
                    <a:pt x="4592" y="3175"/>
                  </a:lnTo>
                  <a:cubicBezTo>
                    <a:pt x="4592" y="3175"/>
                    <a:pt x="4592" y="3175"/>
                    <a:pt x="4592" y="3175"/>
                  </a:cubicBezTo>
                  <a:cubicBezTo>
                    <a:pt x="4594" y="3175"/>
                    <a:pt x="4606" y="3170"/>
                    <a:pt x="4695" y="3120"/>
                  </a:cubicBezTo>
                  <a:cubicBezTo>
                    <a:pt x="4411" y="2805"/>
                    <a:pt x="4254" y="2427"/>
                    <a:pt x="4254" y="2017"/>
                  </a:cubicBezTo>
                  <a:cubicBezTo>
                    <a:pt x="3939" y="1702"/>
                    <a:pt x="3781" y="1324"/>
                    <a:pt x="3781" y="851"/>
                  </a:cubicBezTo>
                  <a:cubicBezTo>
                    <a:pt x="3781" y="725"/>
                    <a:pt x="3781" y="631"/>
                    <a:pt x="3812" y="536"/>
                  </a:cubicBezTo>
                  <a:cubicBezTo>
                    <a:pt x="3754" y="517"/>
                    <a:pt x="3710" y="509"/>
                    <a:pt x="3671" y="509"/>
                  </a:cubicBezTo>
                  <a:cubicBezTo>
                    <a:pt x="3583" y="509"/>
                    <a:pt x="3514" y="546"/>
                    <a:pt x="3340" y="568"/>
                  </a:cubicBezTo>
                  <a:cubicBezTo>
                    <a:pt x="3119" y="253"/>
                    <a:pt x="2962" y="1"/>
                    <a:pt x="25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86"/>
            <p:cNvSpPr/>
            <p:nvPr/>
          </p:nvSpPr>
          <p:spPr>
            <a:xfrm>
              <a:off x="-11056425" y="3254850"/>
              <a:ext cx="117400" cy="125250"/>
            </a:xfrm>
            <a:custGeom>
              <a:avLst/>
              <a:gdLst/>
              <a:ahLst/>
              <a:cxnLst/>
              <a:rect l="l" t="t" r="r" b="b"/>
              <a:pathLst>
                <a:path w="4696" h="5010" extrusionOk="0">
                  <a:moveTo>
                    <a:pt x="2175" y="1701"/>
                  </a:moveTo>
                  <a:cubicBezTo>
                    <a:pt x="2647" y="1701"/>
                    <a:pt x="2994" y="2048"/>
                    <a:pt x="2994" y="2521"/>
                  </a:cubicBezTo>
                  <a:cubicBezTo>
                    <a:pt x="2994" y="2962"/>
                    <a:pt x="2616" y="3340"/>
                    <a:pt x="2175" y="3340"/>
                  </a:cubicBezTo>
                  <a:cubicBezTo>
                    <a:pt x="1702" y="3340"/>
                    <a:pt x="1324" y="2993"/>
                    <a:pt x="1324" y="2521"/>
                  </a:cubicBezTo>
                  <a:cubicBezTo>
                    <a:pt x="1324" y="2048"/>
                    <a:pt x="1702" y="1701"/>
                    <a:pt x="2175" y="1701"/>
                  </a:cubicBezTo>
                  <a:close/>
                  <a:moveTo>
                    <a:pt x="2112" y="0"/>
                  </a:moveTo>
                  <a:cubicBezTo>
                    <a:pt x="1702" y="0"/>
                    <a:pt x="1545" y="221"/>
                    <a:pt x="1324" y="567"/>
                  </a:cubicBezTo>
                  <a:cubicBezTo>
                    <a:pt x="1022" y="511"/>
                    <a:pt x="957" y="499"/>
                    <a:pt x="927" y="499"/>
                  </a:cubicBezTo>
                  <a:cubicBezTo>
                    <a:pt x="907" y="499"/>
                    <a:pt x="902" y="504"/>
                    <a:pt x="852" y="504"/>
                  </a:cubicBezTo>
                  <a:cubicBezTo>
                    <a:pt x="915" y="630"/>
                    <a:pt x="915" y="725"/>
                    <a:pt x="915" y="819"/>
                  </a:cubicBezTo>
                  <a:cubicBezTo>
                    <a:pt x="915" y="1260"/>
                    <a:pt x="757" y="1701"/>
                    <a:pt x="442" y="2016"/>
                  </a:cubicBezTo>
                  <a:cubicBezTo>
                    <a:pt x="442" y="2458"/>
                    <a:pt x="284" y="2836"/>
                    <a:pt x="1" y="3119"/>
                  </a:cubicBezTo>
                  <a:lnTo>
                    <a:pt x="32" y="3151"/>
                  </a:lnTo>
                  <a:lnTo>
                    <a:pt x="221" y="3308"/>
                  </a:lnTo>
                  <a:cubicBezTo>
                    <a:pt x="158" y="3718"/>
                    <a:pt x="127" y="3938"/>
                    <a:pt x="442" y="4253"/>
                  </a:cubicBezTo>
                  <a:cubicBezTo>
                    <a:pt x="628" y="4440"/>
                    <a:pt x="793" y="4494"/>
                    <a:pt x="974" y="4494"/>
                  </a:cubicBezTo>
                  <a:cubicBezTo>
                    <a:pt x="1099" y="4494"/>
                    <a:pt x="1233" y="4468"/>
                    <a:pt x="1387" y="4442"/>
                  </a:cubicBezTo>
                  <a:cubicBezTo>
                    <a:pt x="1608" y="4757"/>
                    <a:pt x="1765" y="5009"/>
                    <a:pt x="2175" y="5009"/>
                  </a:cubicBezTo>
                  <a:cubicBezTo>
                    <a:pt x="2584" y="5009"/>
                    <a:pt x="2742" y="4757"/>
                    <a:pt x="2962" y="4442"/>
                  </a:cubicBezTo>
                  <a:cubicBezTo>
                    <a:pt x="3112" y="4480"/>
                    <a:pt x="3247" y="4507"/>
                    <a:pt x="3375" y="4507"/>
                  </a:cubicBezTo>
                  <a:cubicBezTo>
                    <a:pt x="3570" y="4507"/>
                    <a:pt x="3749" y="4443"/>
                    <a:pt x="3939" y="4253"/>
                  </a:cubicBezTo>
                  <a:cubicBezTo>
                    <a:pt x="4254" y="3938"/>
                    <a:pt x="4160" y="3655"/>
                    <a:pt x="4128" y="3308"/>
                  </a:cubicBezTo>
                  <a:cubicBezTo>
                    <a:pt x="4443" y="3088"/>
                    <a:pt x="4695" y="2930"/>
                    <a:pt x="4695" y="2521"/>
                  </a:cubicBezTo>
                  <a:cubicBezTo>
                    <a:pt x="4632" y="2079"/>
                    <a:pt x="4412" y="1922"/>
                    <a:pt x="4097" y="1701"/>
                  </a:cubicBezTo>
                  <a:cubicBezTo>
                    <a:pt x="4191" y="1292"/>
                    <a:pt x="4223" y="1071"/>
                    <a:pt x="3907" y="756"/>
                  </a:cubicBezTo>
                  <a:cubicBezTo>
                    <a:pt x="3721" y="570"/>
                    <a:pt x="3546" y="516"/>
                    <a:pt x="3349" y="516"/>
                  </a:cubicBezTo>
                  <a:cubicBezTo>
                    <a:pt x="3213" y="516"/>
                    <a:pt x="3067" y="542"/>
                    <a:pt x="2899" y="567"/>
                  </a:cubicBezTo>
                  <a:cubicBezTo>
                    <a:pt x="2679" y="221"/>
                    <a:pt x="2521" y="0"/>
                    <a:pt x="2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86"/>
            <p:cNvSpPr/>
            <p:nvPr/>
          </p:nvSpPr>
          <p:spPr>
            <a:xfrm>
              <a:off x="-11209225" y="3503725"/>
              <a:ext cx="188275" cy="62250"/>
            </a:xfrm>
            <a:custGeom>
              <a:avLst/>
              <a:gdLst/>
              <a:ahLst/>
              <a:cxnLst/>
              <a:rect l="l" t="t" r="r" b="b"/>
              <a:pathLst>
                <a:path w="7531" h="2490" extrusionOk="0">
                  <a:moveTo>
                    <a:pt x="1356" y="1"/>
                  </a:moveTo>
                  <a:lnTo>
                    <a:pt x="127" y="1859"/>
                  </a:lnTo>
                  <a:cubicBezTo>
                    <a:pt x="1" y="2017"/>
                    <a:pt x="32" y="2206"/>
                    <a:pt x="158" y="2364"/>
                  </a:cubicBezTo>
                  <a:cubicBezTo>
                    <a:pt x="179" y="2448"/>
                    <a:pt x="284" y="2490"/>
                    <a:pt x="408" y="2490"/>
                  </a:cubicBezTo>
                  <a:cubicBezTo>
                    <a:pt x="470" y="2490"/>
                    <a:pt x="536" y="2479"/>
                    <a:pt x="600" y="2458"/>
                  </a:cubicBezTo>
                  <a:lnTo>
                    <a:pt x="1419" y="2017"/>
                  </a:lnTo>
                  <a:cubicBezTo>
                    <a:pt x="1623" y="1922"/>
                    <a:pt x="1844" y="1875"/>
                    <a:pt x="2064" y="1875"/>
                  </a:cubicBezTo>
                  <a:cubicBezTo>
                    <a:pt x="2285" y="1875"/>
                    <a:pt x="2506" y="1922"/>
                    <a:pt x="2710" y="2017"/>
                  </a:cubicBezTo>
                  <a:cubicBezTo>
                    <a:pt x="3025" y="2175"/>
                    <a:pt x="3372" y="2253"/>
                    <a:pt x="3718" y="2253"/>
                  </a:cubicBezTo>
                  <a:cubicBezTo>
                    <a:pt x="4065" y="2253"/>
                    <a:pt x="4412" y="2175"/>
                    <a:pt x="4727" y="2017"/>
                  </a:cubicBezTo>
                  <a:cubicBezTo>
                    <a:pt x="4931" y="1922"/>
                    <a:pt x="5152" y="1875"/>
                    <a:pt x="5373" y="1875"/>
                  </a:cubicBezTo>
                  <a:cubicBezTo>
                    <a:pt x="5593" y="1875"/>
                    <a:pt x="5814" y="1922"/>
                    <a:pt x="6018" y="2017"/>
                  </a:cubicBezTo>
                  <a:lnTo>
                    <a:pt x="6869" y="2458"/>
                  </a:lnTo>
                  <a:cubicBezTo>
                    <a:pt x="6921" y="2479"/>
                    <a:pt x="6978" y="2490"/>
                    <a:pt x="7035" y="2490"/>
                  </a:cubicBezTo>
                  <a:cubicBezTo>
                    <a:pt x="7149" y="2490"/>
                    <a:pt x="7268" y="2448"/>
                    <a:pt x="7373" y="2364"/>
                  </a:cubicBezTo>
                  <a:cubicBezTo>
                    <a:pt x="7499" y="2206"/>
                    <a:pt x="7531" y="2017"/>
                    <a:pt x="7405" y="1859"/>
                  </a:cubicBezTo>
                  <a:lnTo>
                    <a:pt x="617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86"/>
            <p:cNvSpPr/>
            <p:nvPr/>
          </p:nvSpPr>
          <p:spPr>
            <a:xfrm>
              <a:off x="-11167475" y="3462775"/>
              <a:ext cx="103200" cy="20500"/>
            </a:xfrm>
            <a:custGeom>
              <a:avLst/>
              <a:gdLst/>
              <a:ahLst/>
              <a:cxnLst/>
              <a:rect l="l" t="t" r="r" b="b"/>
              <a:pathLst>
                <a:path w="4128" h="820" extrusionOk="0">
                  <a:moveTo>
                    <a:pt x="1" y="0"/>
                  </a:moveTo>
                  <a:lnTo>
                    <a:pt x="1" y="820"/>
                  </a:lnTo>
                  <a:lnTo>
                    <a:pt x="4128" y="820"/>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86"/>
            <p:cNvSpPr/>
            <p:nvPr/>
          </p:nvSpPr>
          <p:spPr>
            <a:xfrm>
              <a:off x="-11213150" y="3344625"/>
              <a:ext cx="141000" cy="97700"/>
            </a:xfrm>
            <a:custGeom>
              <a:avLst/>
              <a:gdLst/>
              <a:ahLst/>
              <a:cxnLst/>
              <a:rect l="l" t="t" r="r" b="b"/>
              <a:pathLst>
                <a:path w="5640" h="3908" extrusionOk="0">
                  <a:moveTo>
                    <a:pt x="2206" y="1"/>
                  </a:moveTo>
                  <a:lnTo>
                    <a:pt x="2080" y="64"/>
                  </a:lnTo>
                  <a:cubicBezTo>
                    <a:pt x="2080" y="442"/>
                    <a:pt x="2017" y="851"/>
                    <a:pt x="1607" y="1261"/>
                  </a:cubicBezTo>
                  <a:cubicBezTo>
                    <a:pt x="1292" y="1576"/>
                    <a:pt x="946" y="1733"/>
                    <a:pt x="504" y="1733"/>
                  </a:cubicBezTo>
                  <a:lnTo>
                    <a:pt x="441" y="1733"/>
                  </a:lnTo>
                  <a:cubicBezTo>
                    <a:pt x="315" y="1860"/>
                    <a:pt x="158" y="1954"/>
                    <a:pt x="0" y="2080"/>
                  </a:cubicBezTo>
                  <a:lnTo>
                    <a:pt x="1355" y="3907"/>
                  </a:lnTo>
                  <a:lnTo>
                    <a:pt x="4411" y="3907"/>
                  </a:lnTo>
                  <a:lnTo>
                    <a:pt x="5608" y="536"/>
                  </a:lnTo>
                  <a:cubicBezTo>
                    <a:pt x="5640" y="379"/>
                    <a:pt x="5608" y="221"/>
                    <a:pt x="5608" y="127"/>
                  </a:cubicBezTo>
                  <a:lnTo>
                    <a:pt x="5482" y="32"/>
                  </a:lnTo>
                  <a:cubicBezTo>
                    <a:pt x="5356" y="64"/>
                    <a:pt x="5199" y="64"/>
                    <a:pt x="5073" y="64"/>
                  </a:cubicBezTo>
                  <a:lnTo>
                    <a:pt x="5010" y="64"/>
                  </a:lnTo>
                  <a:cubicBezTo>
                    <a:pt x="4758" y="347"/>
                    <a:pt x="4411" y="599"/>
                    <a:pt x="3875" y="599"/>
                  </a:cubicBezTo>
                  <a:cubicBezTo>
                    <a:pt x="3308" y="599"/>
                    <a:pt x="2962" y="347"/>
                    <a:pt x="2678" y="64"/>
                  </a:cubicBezTo>
                  <a:lnTo>
                    <a:pt x="2647" y="64"/>
                  </a:lnTo>
                  <a:cubicBezTo>
                    <a:pt x="2489" y="64"/>
                    <a:pt x="2363" y="32"/>
                    <a:pt x="22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86"/>
            <p:cNvSpPr/>
            <p:nvPr/>
          </p:nvSpPr>
          <p:spPr>
            <a:xfrm>
              <a:off x="-11080825" y="3379275"/>
              <a:ext cx="59100" cy="61475"/>
            </a:xfrm>
            <a:custGeom>
              <a:avLst/>
              <a:gdLst/>
              <a:ahLst/>
              <a:cxnLst/>
              <a:rect l="l" t="t" r="r" b="b"/>
              <a:pathLst>
                <a:path w="2364" h="2459" extrusionOk="0">
                  <a:moveTo>
                    <a:pt x="882" y="1"/>
                  </a:moveTo>
                  <a:lnTo>
                    <a:pt x="0" y="2458"/>
                  </a:lnTo>
                  <a:lnTo>
                    <a:pt x="1008" y="2458"/>
                  </a:lnTo>
                  <a:lnTo>
                    <a:pt x="2363" y="663"/>
                  </a:lnTo>
                  <a:cubicBezTo>
                    <a:pt x="2237" y="568"/>
                    <a:pt x="2080" y="474"/>
                    <a:pt x="1954" y="347"/>
                  </a:cubicBezTo>
                  <a:lnTo>
                    <a:pt x="1891" y="347"/>
                  </a:lnTo>
                  <a:cubicBezTo>
                    <a:pt x="1512" y="347"/>
                    <a:pt x="1197" y="221"/>
                    <a:pt x="8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8" name="Google Shape;7008;p86"/>
          <p:cNvGrpSpPr/>
          <p:nvPr/>
        </p:nvGrpSpPr>
        <p:grpSpPr>
          <a:xfrm>
            <a:off x="7505152" y="1827581"/>
            <a:ext cx="368106" cy="356232"/>
            <a:chOff x="-11299000" y="3647875"/>
            <a:chExt cx="365475" cy="353650"/>
          </a:xfrm>
        </p:grpSpPr>
        <p:sp>
          <p:nvSpPr>
            <p:cNvPr id="7009" name="Google Shape;7009;p86"/>
            <p:cNvSpPr/>
            <p:nvPr/>
          </p:nvSpPr>
          <p:spPr>
            <a:xfrm>
              <a:off x="-11299000" y="3734700"/>
              <a:ext cx="142575" cy="134325"/>
            </a:xfrm>
            <a:custGeom>
              <a:avLst/>
              <a:gdLst/>
              <a:ahLst/>
              <a:cxnLst/>
              <a:rect l="l" t="t" r="r" b="b"/>
              <a:pathLst>
                <a:path w="5703" h="5373" extrusionOk="0">
                  <a:moveTo>
                    <a:pt x="2300" y="0"/>
                  </a:moveTo>
                  <a:cubicBezTo>
                    <a:pt x="1772" y="0"/>
                    <a:pt x="1245" y="197"/>
                    <a:pt x="851" y="591"/>
                  </a:cubicBezTo>
                  <a:cubicBezTo>
                    <a:pt x="0" y="1379"/>
                    <a:pt x="0" y="2702"/>
                    <a:pt x="851" y="3490"/>
                  </a:cubicBezTo>
                  <a:lnTo>
                    <a:pt x="2615" y="5254"/>
                  </a:lnTo>
                  <a:cubicBezTo>
                    <a:pt x="2694" y="5333"/>
                    <a:pt x="2804" y="5372"/>
                    <a:pt x="2915" y="5372"/>
                  </a:cubicBezTo>
                  <a:cubicBezTo>
                    <a:pt x="3025" y="5372"/>
                    <a:pt x="3135" y="5333"/>
                    <a:pt x="3214" y="5254"/>
                  </a:cubicBezTo>
                  <a:lnTo>
                    <a:pt x="5514" y="2954"/>
                  </a:lnTo>
                  <a:cubicBezTo>
                    <a:pt x="5703" y="2797"/>
                    <a:pt x="5703" y="2513"/>
                    <a:pt x="5514" y="2355"/>
                  </a:cubicBezTo>
                  <a:lnTo>
                    <a:pt x="3749" y="591"/>
                  </a:lnTo>
                  <a:cubicBezTo>
                    <a:pt x="3356" y="197"/>
                    <a:pt x="2828"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86"/>
            <p:cNvSpPr/>
            <p:nvPr/>
          </p:nvSpPr>
          <p:spPr>
            <a:xfrm>
              <a:off x="-11076100" y="3734700"/>
              <a:ext cx="142575" cy="134325"/>
            </a:xfrm>
            <a:custGeom>
              <a:avLst/>
              <a:gdLst/>
              <a:ahLst/>
              <a:cxnLst/>
              <a:rect l="l" t="t" r="r" b="b"/>
              <a:pathLst>
                <a:path w="5703" h="5373" extrusionOk="0">
                  <a:moveTo>
                    <a:pt x="3379" y="0"/>
                  </a:moveTo>
                  <a:cubicBezTo>
                    <a:pt x="2836" y="0"/>
                    <a:pt x="2300" y="197"/>
                    <a:pt x="1922" y="591"/>
                  </a:cubicBezTo>
                  <a:lnTo>
                    <a:pt x="158" y="2355"/>
                  </a:lnTo>
                  <a:cubicBezTo>
                    <a:pt x="0" y="2513"/>
                    <a:pt x="0" y="2797"/>
                    <a:pt x="158" y="2954"/>
                  </a:cubicBezTo>
                  <a:lnTo>
                    <a:pt x="2521" y="5254"/>
                  </a:lnTo>
                  <a:cubicBezTo>
                    <a:pt x="2599" y="5333"/>
                    <a:pt x="2710" y="5372"/>
                    <a:pt x="2820" y="5372"/>
                  </a:cubicBezTo>
                  <a:cubicBezTo>
                    <a:pt x="2930" y="5372"/>
                    <a:pt x="3040" y="5333"/>
                    <a:pt x="3119" y="5254"/>
                  </a:cubicBezTo>
                  <a:lnTo>
                    <a:pt x="4884" y="3490"/>
                  </a:lnTo>
                  <a:cubicBezTo>
                    <a:pt x="5703" y="2702"/>
                    <a:pt x="5703" y="1379"/>
                    <a:pt x="4884" y="591"/>
                  </a:cubicBezTo>
                  <a:cubicBezTo>
                    <a:pt x="4474" y="197"/>
                    <a:pt x="3923" y="0"/>
                    <a:pt x="3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86"/>
            <p:cNvSpPr/>
            <p:nvPr/>
          </p:nvSpPr>
          <p:spPr>
            <a:xfrm>
              <a:off x="-11254900" y="3917225"/>
              <a:ext cx="124475" cy="84300"/>
            </a:xfrm>
            <a:custGeom>
              <a:avLst/>
              <a:gdLst/>
              <a:ahLst/>
              <a:cxnLst/>
              <a:rect l="l" t="t" r="r" b="b"/>
              <a:pathLst>
                <a:path w="4979" h="3372" extrusionOk="0">
                  <a:moveTo>
                    <a:pt x="3466" y="1"/>
                  </a:moveTo>
                  <a:lnTo>
                    <a:pt x="316" y="2616"/>
                  </a:lnTo>
                  <a:cubicBezTo>
                    <a:pt x="1" y="2836"/>
                    <a:pt x="190" y="3372"/>
                    <a:pt x="568" y="3372"/>
                  </a:cubicBezTo>
                  <a:lnTo>
                    <a:pt x="3372" y="3372"/>
                  </a:lnTo>
                  <a:cubicBezTo>
                    <a:pt x="3466" y="3309"/>
                    <a:pt x="3561" y="3277"/>
                    <a:pt x="3655" y="3214"/>
                  </a:cubicBezTo>
                  <a:lnTo>
                    <a:pt x="4978" y="1702"/>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86"/>
            <p:cNvSpPr/>
            <p:nvPr/>
          </p:nvSpPr>
          <p:spPr>
            <a:xfrm>
              <a:off x="-11099725" y="3838475"/>
              <a:ext cx="55150" cy="50425"/>
            </a:xfrm>
            <a:custGeom>
              <a:avLst/>
              <a:gdLst/>
              <a:ahLst/>
              <a:cxnLst/>
              <a:rect l="l" t="t" r="r" b="b"/>
              <a:pathLst>
                <a:path w="2206" h="2017" extrusionOk="0">
                  <a:moveTo>
                    <a:pt x="1197" y="0"/>
                  </a:moveTo>
                  <a:lnTo>
                    <a:pt x="0" y="914"/>
                  </a:lnTo>
                  <a:lnTo>
                    <a:pt x="1323" y="2017"/>
                  </a:lnTo>
                  <a:lnTo>
                    <a:pt x="2205" y="1040"/>
                  </a:lnTo>
                  <a:lnTo>
                    <a:pt x="11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86"/>
            <p:cNvSpPr/>
            <p:nvPr/>
          </p:nvSpPr>
          <p:spPr>
            <a:xfrm>
              <a:off x="-11187950" y="3836900"/>
              <a:ext cx="210325" cy="162275"/>
            </a:xfrm>
            <a:custGeom>
              <a:avLst/>
              <a:gdLst/>
              <a:ahLst/>
              <a:cxnLst/>
              <a:rect l="l" t="t" r="r" b="b"/>
              <a:pathLst>
                <a:path w="8413" h="6491" extrusionOk="0">
                  <a:moveTo>
                    <a:pt x="1040" y="0"/>
                  </a:moveTo>
                  <a:lnTo>
                    <a:pt x="1" y="1103"/>
                  </a:lnTo>
                  <a:lnTo>
                    <a:pt x="4758" y="6364"/>
                  </a:lnTo>
                  <a:cubicBezTo>
                    <a:pt x="4821" y="6459"/>
                    <a:pt x="4947" y="6490"/>
                    <a:pt x="5073" y="6490"/>
                  </a:cubicBezTo>
                  <a:lnTo>
                    <a:pt x="7845" y="6490"/>
                  </a:lnTo>
                  <a:cubicBezTo>
                    <a:pt x="8255" y="6490"/>
                    <a:pt x="8412" y="6018"/>
                    <a:pt x="8129" y="5734"/>
                  </a:cubicBezTo>
                  <a:lnTo>
                    <a:pt x="104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86"/>
            <p:cNvSpPr/>
            <p:nvPr/>
          </p:nvSpPr>
          <p:spPr>
            <a:xfrm>
              <a:off x="-11292700" y="3647875"/>
              <a:ext cx="353675" cy="87450"/>
            </a:xfrm>
            <a:custGeom>
              <a:avLst/>
              <a:gdLst/>
              <a:ahLst/>
              <a:cxnLst/>
              <a:rect l="l" t="t" r="r" b="b"/>
              <a:pathLst>
                <a:path w="14147" h="3498" extrusionOk="0">
                  <a:moveTo>
                    <a:pt x="441" y="0"/>
                  </a:moveTo>
                  <a:cubicBezTo>
                    <a:pt x="189" y="0"/>
                    <a:pt x="0" y="189"/>
                    <a:pt x="0" y="378"/>
                  </a:cubicBezTo>
                  <a:cubicBezTo>
                    <a:pt x="0" y="630"/>
                    <a:pt x="189" y="819"/>
                    <a:pt x="441" y="819"/>
                  </a:cubicBezTo>
                  <a:lnTo>
                    <a:pt x="1639" y="819"/>
                  </a:lnTo>
                  <a:lnTo>
                    <a:pt x="1639" y="1670"/>
                  </a:lnTo>
                  <a:lnTo>
                    <a:pt x="1261" y="1670"/>
                  </a:lnTo>
                  <a:cubicBezTo>
                    <a:pt x="599" y="1670"/>
                    <a:pt x="0" y="2237"/>
                    <a:pt x="0" y="2899"/>
                  </a:cubicBezTo>
                  <a:lnTo>
                    <a:pt x="0" y="3497"/>
                  </a:lnTo>
                  <a:lnTo>
                    <a:pt x="32" y="3466"/>
                  </a:lnTo>
                  <a:cubicBezTo>
                    <a:pt x="536" y="2930"/>
                    <a:pt x="1292" y="2615"/>
                    <a:pt x="2080" y="2615"/>
                  </a:cubicBezTo>
                  <a:cubicBezTo>
                    <a:pt x="2867" y="2615"/>
                    <a:pt x="3623" y="2930"/>
                    <a:pt x="4128" y="3466"/>
                  </a:cubicBezTo>
                  <a:lnTo>
                    <a:pt x="4159" y="3497"/>
                  </a:lnTo>
                  <a:lnTo>
                    <a:pt x="4159" y="2899"/>
                  </a:lnTo>
                  <a:cubicBezTo>
                    <a:pt x="4159" y="2237"/>
                    <a:pt x="3623" y="1670"/>
                    <a:pt x="2899" y="1670"/>
                  </a:cubicBezTo>
                  <a:lnTo>
                    <a:pt x="2521" y="1670"/>
                  </a:lnTo>
                  <a:lnTo>
                    <a:pt x="2521" y="819"/>
                  </a:lnTo>
                  <a:lnTo>
                    <a:pt x="11657" y="819"/>
                  </a:lnTo>
                  <a:lnTo>
                    <a:pt x="11657" y="1670"/>
                  </a:lnTo>
                  <a:lnTo>
                    <a:pt x="11216" y="1670"/>
                  </a:lnTo>
                  <a:cubicBezTo>
                    <a:pt x="10555" y="1670"/>
                    <a:pt x="9956" y="2237"/>
                    <a:pt x="9956" y="2899"/>
                  </a:cubicBezTo>
                  <a:lnTo>
                    <a:pt x="9956" y="3497"/>
                  </a:lnTo>
                  <a:lnTo>
                    <a:pt x="9987" y="3466"/>
                  </a:lnTo>
                  <a:cubicBezTo>
                    <a:pt x="10523" y="2930"/>
                    <a:pt x="11248" y="2615"/>
                    <a:pt x="12035" y="2615"/>
                  </a:cubicBezTo>
                  <a:cubicBezTo>
                    <a:pt x="12823" y="2615"/>
                    <a:pt x="13579" y="2930"/>
                    <a:pt x="14083" y="3466"/>
                  </a:cubicBezTo>
                  <a:lnTo>
                    <a:pt x="14146" y="3497"/>
                  </a:lnTo>
                  <a:lnTo>
                    <a:pt x="14146" y="2899"/>
                  </a:lnTo>
                  <a:cubicBezTo>
                    <a:pt x="14146" y="2237"/>
                    <a:pt x="13579" y="1670"/>
                    <a:pt x="12917" y="1670"/>
                  </a:cubicBezTo>
                  <a:lnTo>
                    <a:pt x="12476" y="1670"/>
                  </a:lnTo>
                  <a:lnTo>
                    <a:pt x="12476" y="819"/>
                  </a:lnTo>
                  <a:lnTo>
                    <a:pt x="13705" y="819"/>
                  </a:lnTo>
                  <a:cubicBezTo>
                    <a:pt x="13926" y="819"/>
                    <a:pt x="14083" y="630"/>
                    <a:pt x="14083" y="378"/>
                  </a:cubicBezTo>
                  <a:cubicBezTo>
                    <a:pt x="14083" y="158"/>
                    <a:pt x="13894" y="0"/>
                    <a:pt x="137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15" name="Google Shape;7015;p86"/>
          <p:cNvGrpSpPr/>
          <p:nvPr/>
        </p:nvGrpSpPr>
        <p:grpSpPr>
          <a:xfrm>
            <a:off x="7520614" y="2283532"/>
            <a:ext cx="357808" cy="333240"/>
            <a:chOff x="-11295075" y="4092875"/>
            <a:chExt cx="355250" cy="330825"/>
          </a:xfrm>
        </p:grpSpPr>
        <p:sp>
          <p:nvSpPr>
            <p:cNvPr id="7016" name="Google Shape;7016;p86"/>
            <p:cNvSpPr/>
            <p:nvPr/>
          </p:nvSpPr>
          <p:spPr>
            <a:xfrm>
              <a:off x="-11084775" y="4196825"/>
              <a:ext cx="61475" cy="61475"/>
            </a:xfrm>
            <a:custGeom>
              <a:avLst/>
              <a:gdLst/>
              <a:ahLst/>
              <a:cxnLst/>
              <a:rect l="l" t="t" r="r" b="b"/>
              <a:pathLst>
                <a:path w="2459" h="2459" extrusionOk="0">
                  <a:moveTo>
                    <a:pt x="64" y="1"/>
                  </a:moveTo>
                  <a:cubicBezTo>
                    <a:pt x="32" y="410"/>
                    <a:pt x="1" y="852"/>
                    <a:pt x="1" y="1230"/>
                  </a:cubicBezTo>
                  <a:cubicBezTo>
                    <a:pt x="1" y="1639"/>
                    <a:pt x="32" y="2049"/>
                    <a:pt x="64" y="2458"/>
                  </a:cubicBezTo>
                  <a:lnTo>
                    <a:pt x="1198" y="2458"/>
                  </a:lnTo>
                  <a:cubicBezTo>
                    <a:pt x="1891" y="2458"/>
                    <a:pt x="2458" y="1891"/>
                    <a:pt x="2458" y="1230"/>
                  </a:cubicBezTo>
                  <a:cubicBezTo>
                    <a:pt x="2458" y="568"/>
                    <a:pt x="1922" y="1"/>
                    <a:pt x="11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86"/>
            <p:cNvSpPr/>
            <p:nvPr/>
          </p:nvSpPr>
          <p:spPr>
            <a:xfrm>
              <a:off x="-11080050" y="4092875"/>
              <a:ext cx="140225" cy="269375"/>
            </a:xfrm>
            <a:custGeom>
              <a:avLst/>
              <a:gdLst/>
              <a:ahLst/>
              <a:cxnLst/>
              <a:rect l="l" t="t" r="r" b="b"/>
              <a:pathLst>
                <a:path w="5609" h="10775" extrusionOk="0">
                  <a:moveTo>
                    <a:pt x="2679" y="0"/>
                  </a:moveTo>
                  <a:cubicBezTo>
                    <a:pt x="1450" y="0"/>
                    <a:pt x="442" y="1387"/>
                    <a:pt x="1" y="3308"/>
                  </a:cubicBezTo>
                  <a:lnTo>
                    <a:pt x="1009" y="3308"/>
                  </a:lnTo>
                  <a:cubicBezTo>
                    <a:pt x="2175" y="3308"/>
                    <a:pt x="3120" y="4253"/>
                    <a:pt x="3120" y="5388"/>
                  </a:cubicBezTo>
                  <a:cubicBezTo>
                    <a:pt x="3120" y="6522"/>
                    <a:pt x="2175" y="7467"/>
                    <a:pt x="1009" y="7467"/>
                  </a:cubicBezTo>
                  <a:lnTo>
                    <a:pt x="1" y="7467"/>
                  </a:lnTo>
                  <a:cubicBezTo>
                    <a:pt x="442" y="9420"/>
                    <a:pt x="1450" y="10775"/>
                    <a:pt x="2679" y="10775"/>
                  </a:cubicBezTo>
                  <a:cubicBezTo>
                    <a:pt x="4285" y="10775"/>
                    <a:pt x="5609" y="8381"/>
                    <a:pt x="5609" y="5419"/>
                  </a:cubicBezTo>
                  <a:cubicBezTo>
                    <a:pt x="5609" y="2458"/>
                    <a:pt x="4285" y="0"/>
                    <a:pt x="26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86"/>
            <p:cNvSpPr/>
            <p:nvPr/>
          </p:nvSpPr>
          <p:spPr>
            <a:xfrm>
              <a:off x="-11230475" y="4320500"/>
              <a:ext cx="103975" cy="103200"/>
            </a:xfrm>
            <a:custGeom>
              <a:avLst/>
              <a:gdLst/>
              <a:ahLst/>
              <a:cxnLst/>
              <a:rect l="l" t="t" r="r" b="b"/>
              <a:pathLst>
                <a:path w="4159" h="4128" extrusionOk="0">
                  <a:moveTo>
                    <a:pt x="0" y="0"/>
                  </a:moveTo>
                  <a:lnTo>
                    <a:pt x="0" y="2867"/>
                  </a:lnTo>
                  <a:cubicBezTo>
                    <a:pt x="0" y="3529"/>
                    <a:pt x="536" y="4127"/>
                    <a:pt x="1260" y="4127"/>
                  </a:cubicBezTo>
                  <a:cubicBezTo>
                    <a:pt x="1922" y="4127"/>
                    <a:pt x="2521" y="3560"/>
                    <a:pt x="2521" y="2867"/>
                  </a:cubicBezTo>
                  <a:lnTo>
                    <a:pt x="2521" y="1638"/>
                  </a:lnTo>
                  <a:lnTo>
                    <a:pt x="2962" y="1638"/>
                  </a:lnTo>
                  <a:cubicBezTo>
                    <a:pt x="3623" y="1638"/>
                    <a:pt x="4127" y="1134"/>
                    <a:pt x="4159" y="473"/>
                  </a:cubicBezTo>
                  <a:cubicBezTo>
                    <a:pt x="3875" y="347"/>
                    <a:pt x="3623" y="221"/>
                    <a:pt x="3340" y="158"/>
                  </a:cubicBezTo>
                  <a:lnTo>
                    <a:pt x="3340" y="378"/>
                  </a:lnTo>
                  <a:cubicBezTo>
                    <a:pt x="3340" y="630"/>
                    <a:pt x="3151" y="788"/>
                    <a:pt x="2962" y="788"/>
                  </a:cubicBezTo>
                  <a:lnTo>
                    <a:pt x="2521" y="788"/>
                  </a:lnTo>
                  <a:lnTo>
                    <a:pt x="2521" y="0"/>
                  </a:lnTo>
                  <a:cubicBezTo>
                    <a:pt x="2468" y="11"/>
                    <a:pt x="2416" y="14"/>
                    <a:pt x="2364" y="14"/>
                  </a:cubicBezTo>
                  <a:cubicBezTo>
                    <a:pt x="2262" y="14"/>
                    <a:pt x="2164"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86"/>
            <p:cNvSpPr/>
            <p:nvPr/>
          </p:nvSpPr>
          <p:spPr>
            <a:xfrm>
              <a:off x="-11210000" y="4113350"/>
              <a:ext cx="137850" cy="226075"/>
            </a:xfrm>
            <a:custGeom>
              <a:avLst/>
              <a:gdLst/>
              <a:ahLst/>
              <a:cxnLst/>
              <a:rect l="l" t="t" r="r" b="b"/>
              <a:pathLst>
                <a:path w="5514" h="9043" extrusionOk="0">
                  <a:moveTo>
                    <a:pt x="5514" y="0"/>
                  </a:moveTo>
                  <a:lnTo>
                    <a:pt x="4096" y="883"/>
                  </a:lnTo>
                  <a:cubicBezTo>
                    <a:pt x="3308" y="1355"/>
                    <a:pt x="2363" y="1607"/>
                    <a:pt x="1418" y="1607"/>
                  </a:cubicBezTo>
                  <a:cubicBezTo>
                    <a:pt x="536" y="2300"/>
                    <a:pt x="0" y="3340"/>
                    <a:pt x="0" y="4537"/>
                  </a:cubicBezTo>
                  <a:cubicBezTo>
                    <a:pt x="0" y="5703"/>
                    <a:pt x="567" y="6774"/>
                    <a:pt x="1418" y="7436"/>
                  </a:cubicBezTo>
                  <a:cubicBezTo>
                    <a:pt x="2363" y="7499"/>
                    <a:pt x="3308" y="7719"/>
                    <a:pt x="4096" y="8192"/>
                  </a:cubicBezTo>
                  <a:lnTo>
                    <a:pt x="5514" y="9042"/>
                  </a:lnTo>
                  <a:cubicBezTo>
                    <a:pt x="4695" y="8097"/>
                    <a:pt x="4159" y="6427"/>
                    <a:pt x="4159" y="4537"/>
                  </a:cubicBezTo>
                  <a:cubicBezTo>
                    <a:pt x="4159" y="2647"/>
                    <a:pt x="4726" y="946"/>
                    <a:pt x="55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86"/>
            <p:cNvSpPr/>
            <p:nvPr/>
          </p:nvSpPr>
          <p:spPr>
            <a:xfrm>
              <a:off x="-11295075" y="4153525"/>
              <a:ext cx="89825" cy="145725"/>
            </a:xfrm>
            <a:custGeom>
              <a:avLst/>
              <a:gdLst/>
              <a:ahLst/>
              <a:cxnLst/>
              <a:rect l="l" t="t" r="r" b="b"/>
              <a:pathLst>
                <a:path w="3593" h="5829" extrusionOk="0">
                  <a:moveTo>
                    <a:pt x="3088" y="0"/>
                  </a:moveTo>
                  <a:cubicBezTo>
                    <a:pt x="1482" y="0"/>
                    <a:pt x="127" y="1229"/>
                    <a:pt x="64" y="2773"/>
                  </a:cubicBezTo>
                  <a:cubicBezTo>
                    <a:pt x="1" y="4505"/>
                    <a:pt x="1356" y="5829"/>
                    <a:pt x="2962" y="5829"/>
                  </a:cubicBezTo>
                  <a:lnTo>
                    <a:pt x="3592" y="5829"/>
                  </a:lnTo>
                  <a:cubicBezTo>
                    <a:pt x="2931" y="5041"/>
                    <a:pt x="2521" y="4064"/>
                    <a:pt x="2521" y="2930"/>
                  </a:cubicBezTo>
                  <a:cubicBezTo>
                    <a:pt x="2521" y="1796"/>
                    <a:pt x="2931" y="788"/>
                    <a:pt x="35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1" name="Google Shape;7021;p86"/>
          <p:cNvGrpSpPr/>
          <p:nvPr/>
        </p:nvGrpSpPr>
        <p:grpSpPr>
          <a:xfrm>
            <a:off x="5746214" y="2746580"/>
            <a:ext cx="312585" cy="355451"/>
            <a:chOff x="-9500075" y="3180800"/>
            <a:chExt cx="310350" cy="352875"/>
          </a:xfrm>
        </p:grpSpPr>
        <p:sp>
          <p:nvSpPr>
            <p:cNvPr id="7022" name="Google Shape;7022;p86"/>
            <p:cNvSpPr/>
            <p:nvPr/>
          </p:nvSpPr>
          <p:spPr>
            <a:xfrm>
              <a:off x="-9429175" y="3332825"/>
              <a:ext cx="82725" cy="55150"/>
            </a:xfrm>
            <a:custGeom>
              <a:avLst/>
              <a:gdLst/>
              <a:ahLst/>
              <a:cxnLst/>
              <a:rect l="l" t="t" r="r" b="b"/>
              <a:pathLst>
                <a:path w="3309" h="2206" extrusionOk="0">
                  <a:moveTo>
                    <a:pt x="1670" y="0"/>
                  </a:moveTo>
                  <a:lnTo>
                    <a:pt x="0" y="2205"/>
                  </a:lnTo>
                  <a:lnTo>
                    <a:pt x="3308" y="2205"/>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86"/>
            <p:cNvSpPr/>
            <p:nvPr/>
          </p:nvSpPr>
          <p:spPr>
            <a:xfrm>
              <a:off x="-9335450" y="3274525"/>
              <a:ext cx="19700" cy="19725"/>
            </a:xfrm>
            <a:custGeom>
              <a:avLst/>
              <a:gdLst/>
              <a:ahLst/>
              <a:cxnLst/>
              <a:rect l="l" t="t" r="r" b="b"/>
              <a:pathLst>
                <a:path w="788" h="789" extrusionOk="0">
                  <a:moveTo>
                    <a:pt x="378" y="1"/>
                  </a:moveTo>
                  <a:cubicBezTo>
                    <a:pt x="189" y="1"/>
                    <a:pt x="0" y="190"/>
                    <a:pt x="0" y="379"/>
                  </a:cubicBezTo>
                  <a:cubicBezTo>
                    <a:pt x="0" y="599"/>
                    <a:pt x="189" y="788"/>
                    <a:pt x="378" y="788"/>
                  </a:cubicBezTo>
                  <a:cubicBezTo>
                    <a:pt x="599" y="788"/>
                    <a:pt x="788" y="599"/>
                    <a:pt x="788" y="379"/>
                  </a:cubicBezTo>
                  <a:cubicBezTo>
                    <a:pt x="788" y="190"/>
                    <a:pt x="599"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86"/>
            <p:cNvSpPr/>
            <p:nvPr/>
          </p:nvSpPr>
          <p:spPr>
            <a:xfrm>
              <a:off x="-9330725" y="3351725"/>
              <a:ext cx="62250" cy="36250"/>
            </a:xfrm>
            <a:custGeom>
              <a:avLst/>
              <a:gdLst/>
              <a:ahLst/>
              <a:cxnLst/>
              <a:rect l="l" t="t" r="r" b="b"/>
              <a:pathLst>
                <a:path w="2490" h="1450" extrusionOk="0">
                  <a:moveTo>
                    <a:pt x="1040" y="0"/>
                  </a:moveTo>
                  <a:lnTo>
                    <a:pt x="0" y="977"/>
                  </a:lnTo>
                  <a:lnTo>
                    <a:pt x="410" y="1449"/>
                  </a:lnTo>
                  <a:lnTo>
                    <a:pt x="2489" y="1449"/>
                  </a:lnTo>
                  <a:lnTo>
                    <a:pt x="104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86"/>
            <p:cNvSpPr/>
            <p:nvPr/>
          </p:nvSpPr>
          <p:spPr>
            <a:xfrm>
              <a:off x="-9440200" y="3220975"/>
              <a:ext cx="186675" cy="152025"/>
            </a:xfrm>
            <a:custGeom>
              <a:avLst/>
              <a:gdLst/>
              <a:ahLst/>
              <a:cxnLst/>
              <a:rect l="l" t="t" r="r" b="b"/>
              <a:pathLst>
                <a:path w="7467" h="6081" extrusionOk="0">
                  <a:moveTo>
                    <a:pt x="4568" y="1324"/>
                  </a:moveTo>
                  <a:cubicBezTo>
                    <a:pt x="5261" y="1324"/>
                    <a:pt x="5828" y="1859"/>
                    <a:pt x="5828" y="2552"/>
                  </a:cubicBezTo>
                  <a:cubicBezTo>
                    <a:pt x="5828" y="3214"/>
                    <a:pt x="5293" y="3813"/>
                    <a:pt x="4568" y="3813"/>
                  </a:cubicBezTo>
                  <a:cubicBezTo>
                    <a:pt x="3875" y="3813"/>
                    <a:pt x="3308" y="3245"/>
                    <a:pt x="3308" y="2552"/>
                  </a:cubicBezTo>
                  <a:cubicBezTo>
                    <a:pt x="3308" y="1828"/>
                    <a:pt x="3875" y="1324"/>
                    <a:pt x="4568" y="1324"/>
                  </a:cubicBezTo>
                  <a:close/>
                  <a:moveTo>
                    <a:pt x="0" y="0"/>
                  </a:moveTo>
                  <a:lnTo>
                    <a:pt x="0" y="5860"/>
                  </a:lnTo>
                  <a:lnTo>
                    <a:pt x="1733" y="3529"/>
                  </a:lnTo>
                  <a:cubicBezTo>
                    <a:pt x="1812" y="3434"/>
                    <a:pt x="1945" y="3387"/>
                    <a:pt x="2079" y="3387"/>
                  </a:cubicBezTo>
                  <a:cubicBezTo>
                    <a:pt x="2213" y="3387"/>
                    <a:pt x="2347" y="3434"/>
                    <a:pt x="2426" y="3529"/>
                  </a:cubicBezTo>
                  <a:lnTo>
                    <a:pt x="3907" y="5482"/>
                  </a:lnTo>
                  <a:lnTo>
                    <a:pt x="5104" y="4317"/>
                  </a:lnTo>
                  <a:cubicBezTo>
                    <a:pt x="5183" y="4238"/>
                    <a:pt x="5285" y="4198"/>
                    <a:pt x="5387" y="4198"/>
                  </a:cubicBezTo>
                  <a:cubicBezTo>
                    <a:pt x="5490" y="4198"/>
                    <a:pt x="5592" y="4238"/>
                    <a:pt x="5671" y="4317"/>
                  </a:cubicBezTo>
                  <a:lnTo>
                    <a:pt x="7467" y="6081"/>
                  </a:lnTo>
                  <a:lnTo>
                    <a:pt x="746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86"/>
            <p:cNvSpPr/>
            <p:nvPr/>
          </p:nvSpPr>
          <p:spPr>
            <a:xfrm>
              <a:off x="-9500075" y="3222550"/>
              <a:ext cx="310350" cy="228425"/>
            </a:xfrm>
            <a:custGeom>
              <a:avLst/>
              <a:gdLst/>
              <a:ahLst/>
              <a:cxnLst/>
              <a:rect l="l" t="t" r="r" b="b"/>
              <a:pathLst>
                <a:path w="12414" h="9137" extrusionOk="0">
                  <a:moveTo>
                    <a:pt x="1229" y="0"/>
                  </a:moveTo>
                  <a:cubicBezTo>
                    <a:pt x="568" y="0"/>
                    <a:pt x="1" y="599"/>
                    <a:pt x="1" y="1261"/>
                  </a:cubicBezTo>
                  <a:lnTo>
                    <a:pt x="1" y="7877"/>
                  </a:lnTo>
                  <a:cubicBezTo>
                    <a:pt x="1" y="8538"/>
                    <a:pt x="568" y="9137"/>
                    <a:pt x="1229" y="9137"/>
                  </a:cubicBezTo>
                  <a:lnTo>
                    <a:pt x="11153" y="9137"/>
                  </a:lnTo>
                  <a:cubicBezTo>
                    <a:pt x="11815" y="9137"/>
                    <a:pt x="12414" y="8538"/>
                    <a:pt x="12414" y="7877"/>
                  </a:cubicBezTo>
                  <a:lnTo>
                    <a:pt x="12414" y="1261"/>
                  </a:lnTo>
                  <a:cubicBezTo>
                    <a:pt x="12319" y="536"/>
                    <a:pt x="11784" y="0"/>
                    <a:pt x="11122" y="0"/>
                  </a:cubicBezTo>
                  <a:lnTo>
                    <a:pt x="10712" y="0"/>
                  </a:lnTo>
                  <a:lnTo>
                    <a:pt x="10712" y="7058"/>
                  </a:lnTo>
                  <a:cubicBezTo>
                    <a:pt x="10712" y="7278"/>
                    <a:pt x="10523" y="7436"/>
                    <a:pt x="10334" y="7436"/>
                  </a:cubicBezTo>
                  <a:lnTo>
                    <a:pt x="2048" y="7436"/>
                  </a:lnTo>
                  <a:cubicBezTo>
                    <a:pt x="1828" y="7436"/>
                    <a:pt x="1607" y="7247"/>
                    <a:pt x="1607" y="7058"/>
                  </a:cubicBezTo>
                  <a:lnTo>
                    <a:pt x="16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86"/>
            <p:cNvSpPr/>
            <p:nvPr/>
          </p:nvSpPr>
          <p:spPr>
            <a:xfrm>
              <a:off x="-9398475" y="3180800"/>
              <a:ext cx="103200" cy="21300"/>
            </a:xfrm>
            <a:custGeom>
              <a:avLst/>
              <a:gdLst/>
              <a:ahLst/>
              <a:cxnLst/>
              <a:rect l="l" t="t" r="r" b="b"/>
              <a:pathLst>
                <a:path w="4128" h="852" extrusionOk="0">
                  <a:moveTo>
                    <a:pt x="820" y="1"/>
                  </a:moveTo>
                  <a:cubicBezTo>
                    <a:pt x="347" y="1"/>
                    <a:pt x="1" y="379"/>
                    <a:pt x="1" y="851"/>
                  </a:cubicBezTo>
                  <a:lnTo>
                    <a:pt x="4128" y="851"/>
                  </a:lnTo>
                  <a:cubicBezTo>
                    <a:pt x="4128" y="379"/>
                    <a:pt x="3781" y="1"/>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86"/>
            <p:cNvSpPr/>
            <p:nvPr/>
          </p:nvSpPr>
          <p:spPr>
            <a:xfrm>
              <a:off x="-9460700" y="3471450"/>
              <a:ext cx="41775" cy="62225"/>
            </a:xfrm>
            <a:custGeom>
              <a:avLst/>
              <a:gdLst/>
              <a:ahLst/>
              <a:cxnLst/>
              <a:rect l="l" t="t" r="r" b="b"/>
              <a:pathLst>
                <a:path w="1671" h="2489" extrusionOk="0">
                  <a:moveTo>
                    <a:pt x="1" y="0"/>
                  </a:moveTo>
                  <a:lnTo>
                    <a:pt x="1" y="1670"/>
                  </a:lnTo>
                  <a:cubicBezTo>
                    <a:pt x="1" y="2142"/>
                    <a:pt x="347" y="2489"/>
                    <a:pt x="820" y="2489"/>
                  </a:cubicBezTo>
                  <a:cubicBezTo>
                    <a:pt x="1293" y="2489"/>
                    <a:pt x="1671" y="2142"/>
                    <a:pt x="1671" y="1670"/>
                  </a:cubicBezTo>
                  <a:lnTo>
                    <a:pt x="167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86"/>
            <p:cNvSpPr/>
            <p:nvPr/>
          </p:nvSpPr>
          <p:spPr>
            <a:xfrm>
              <a:off x="-9274800" y="3471450"/>
              <a:ext cx="41750" cy="62225"/>
            </a:xfrm>
            <a:custGeom>
              <a:avLst/>
              <a:gdLst/>
              <a:ahLst/>
              <a:cxnLst/>
              <a:rect l="l" t="t" r="r" b="b"/>
              <a:pathLst>
                <a:path w="1670" h="2489" extrusionOk="0">
                  <a:moveTo>
                    <a:pt x="0" y="0"/>
                  </a:moveTo>
                  <a:lnTo>
                    <a:pt x="0" y="1670"/>
                  </a:lnTo>
                  <a:cubicBezTo>
                    <a:pt x="0" y="2142"/>
                    <a:pt x="378" y="2489"/>
                    <a:pt x="851" y="2489"/>
                  </a:cubicBezTo>
                  <a:cubicBezTo>
                    <a:pt x="1323" y="2489"/>
                    <a:pt x="1670" y="2142"/>
                    <a:pt x="1670" y="1670"/>
                  </a:cubicBez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86"/>
            <p:cNvSpPr/>
            <p:nvPr/>
          </p:nvSpPr>
          <p:spPr>
            <a:xfrm>
              <a:off x="-9398475" y="3471450"/>
              <a:ext cx="103200" cy="20500"/>
            </a:xfrm>
            <a:custGeom>
              <a:avLst/>
              <a:gdLst/>
              <a:ahLst/>
              <a:cxnLst/>
              <a:rect l="l" t="t" r="r" b="b"/>
              <a:pathLst>
                <a:path w="4128" h="820" extrusionOk="0">
                  <a:moveTo>
                    <a:pt x="1" y="0"/>
                  </a:moveTo>
                  <a:lnTo>
                    <a:pt x="1" y="819"/>
                  </a:lnTo>
                  <a:lnTo>
                    <a:pt x="4128" y="819"/>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1" name="Google Shape;7031;p86"/>
          <p:cNvGrpSpPr/>
          <p:nvPr/>
        </p:nvGrpSpPr>
        <p:grpSpPr>
          <a:xfrm>
            <a:off x="5724005" y="3222095"/>
            <a:ext cx="356221" cy="356257"/>
            <a:chOff x="-9523700" y="3614000"/>
            <a:chExt cx="353675" cy="353675"/>
          </a:xfrm>
        </p:grpSpPr>
        <p:sp>
          <p:nvSpPr>
            <p:cNvPr id="7032" name="Google Shape;7032;p86"/>
            <p:cNvSpPr/>
            <p:nvPr/>
          </p:nvSpPr>
          <p:spPr>
            <a:xfrm>
              <a:off x="-95237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828" y="1198"/>
                    <a:pt x="2489" y="1198"/>
                  </a:cubicBezTo>
                  <a:close/>
                  <a:moveTo>
                    <a:pt x="2489" y="1"/>
                  </a:moveTo>
                  <a:cubicBezTo>
                    <a:pt x="1103" y="1"/>
                    <a:pt x="1" y="1103"/>
                    <a:pt x="1" y="2458"/>
                  </a:cubicBezTo>
                  <a:cubicBezTo>
                    <a:pt x="1" y="3844"/>
                    <a:pt x="1135" y="4947"/>
                    <a:pt x="2489" y="4947"/>
                  </a:cubicBezTo>
                  <a:cubicBezTo>
                    <a:pt x="3876" y="4947"/>
                    <a:pt x="4978" y="3844"/>
                    <a:pt x="4978" y="2458"/>
                  </a:cubicBezTo>
                  <a:cubicBezTo>
                    <a:pt x="4978" y="1103"/>
                    <a:pt x="3876"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86"/>
            <p:cNvSpPr/>
            <p:nvPr/>
          </p:nvSpPr>
          <p:spPr>
            <a:xfrm>
              <a:off x="-9515825" y="3656525"/>
              <a:ext cx="116600" cy="195350"/>
            </a:xfrm>
            <a:custGeom>
              <a:avLst/>
              <a:gdLst/>
              <a:ahLst/>
              <a:cxnLst/>
              <a:rect l="l" t="t" r="r" b="b"/>
              <a:pathLst>
                <a:path w="4664" h="7814" extrusionOk="0">
                  <a:moveTo>
                    <a:pt x="2994" y="1"/>
                  </a:moveTo>
                  <a:cubicBezTo>
                    <a:pt x="2206" y="1"/>
                    <a:pt x="1513" y="536"/>
                    <a:pt x="1387" y="1324"/>
                  </a:cubicBezTo>
                  <a:lnTo>
                    <a:pt x="1" y="7499"/>
                  </a:lnTo>
                  <a:cubicBezTo>
                    <a:pt x="599" y="6963"/>
                    <a:pt x="1355" y="6648"/>
                    <a:pt x="2174" y="6648"/>
                  </a:cubicBezTo>
                  <a:cubicBezTo>
                    <a:pt x="3151" y="6648"/>
                    <a:pt x="4065" y="7089"/>
                    <a:pt x="4663" y="7814"/>
                  </a:cubicBezTo>
                  <a:lnTo>
                    <a:pt x="4663" y="1639"/>
                  </a:lnTo>
                  <a:cubicBezTo>
                    <a:pt x="4663" y="757"/>
                    <a:pt x="3907" y="1"/>
                    <a:pt x="29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86"/>
            <p:cNvSpPr/>
            <p:nvPr/>
          </p:nvSpPr>
          <p:spPr>
            <a:xfrm>
              <a:off x="-9481175" y="3614000"/>
              <a:ext cx="80375" cy="37050"/>
            </a:xfrm>
            <a:custGeom>
              <a:avLst/>
              <a:gdLst/>
              <a:ahLst/>
              <a:cxnLst/>
              <a:rect l="l" t="t" r="r" b="b"/>
              <a:pathLst>
                <a:path w="3215" h="1482" extrusionOk="0">
                  <a:moveTo>
                    <a:pt x="1608" y="0"/>
                  </a:moveTo>
                  <a:cubicBezTo>
                    <a:pt x="788" y="63"/>
                    <a:pt x="127" y="693"/>
                    <a:pt x="1" y="1481"/>
                  </a:cubicBezTo>
                  <a:cubicBezTo>
                    <a:pt x="442" y="1072"/>
                    <a:pt x="1009" y="851"/>
                    <a:pt x="1608" y="851"/>
                  </a:cubicBezTo>
                  <a:cubicBezTo>
                    <a:pt x="2238" y="851"/>
                    <a:pt x="2805" y="1072"/>
                    <a:pt x="3214" y="1481"/>
                  </a:cubicBezTo>
                  <a:cubicBezTo>
                    <a:pt x="3120" y="630"/>
                    <a:pt x="2427" y="0"/>
                    <a:pt x="16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86"/>
            <p:cNvSpPr/>
            <p:nvPr/>
          </p:nvSpPr>
          <p:spPr>
            <a:xfrm>
              <a:off x="-92945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796" y="1198"/>
                    <a:pt x="2489" y="1198"/>
                  </a:cubicBezTo>
                  <a:close/>
                  <a:moveTo>
                    <a:pt x="2489" y="1"/>
                  </a:moveTo>
                  <a:cubicBezTo>
                    <a:pt x="1103" y="1"/>
                    <a:pt x="0" y="1103"/>
                    <a:pt x="0" y="2458"/>
                  </a:cubicBezTo>
                  <a:cubicBezTo>
                    <a:pt x="0" y="3844"/>
                    <a:pt x="1103" y="4947"/>
                    <a:pt x="2489" y="4947"/>
                  </a:cubicBezTo>
                  <a:cubicBezTo>
                    <a:pt x="3876" y="4947"/>
                    <a:pt x="4978" y="3844"/>
                    <a:pt x="4978" y="2458"/>
                  </a:cubicBezTo>
                  <a:cubicBezTo>
                    <a:pt x="4978" y="1103"/>
                    <a:pt x="3876"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86"/>
            <p:cNvSpPr/>
            <p:nvPr/>
          </p:nvSpPr>
          <p:spPr>
            <a:xfrm>
              <a:off x="-9294500" y="3656525"/>
              <a:ext cx="116600" cy="195350"/>
            </a:xfrm>
            <a:custGeom>
              <a:avLst/>
              <a:gdLst/>
              <a:ahLst/>
              <a:cxnLst/>
              <a:rect l="l" t="t" r="r" b="b"/>
              <a:pathLst>
                <a:path w="4664" h="7814" extrusionOk="0">
                  <a:moveTo>
                    <a:pt x="1670" y="1"/>
                  </a:moveTo>
                  <a:cubicBezTo>
                    <a:pt x="757" y="1"/>
                    <a:pt x="0" y="757"/>
                    <a:pt x="0" y="1639"/>
                  </a:cubicBezTo>
                  <a:lnTo>
                    <a:pt x="0" y="7814"/>
                  </a:lnTo>
                  <a:cubicBezTo>
                    <a:pt x="599" y="7089"/>
                    <a:pt x="1513" y="6648"/>
                    <a:pt x="2489" y="6648"/>
                  </a:cubicBezTo>
                  <a:cubicBezTo>
                    <a:pt x="3308" y="6648"/>
                    <a:pt x="4065" y="6963"/>
                    <a:pt x="4663" y="7499"/>
                  </a:cubicBezTo>
                  <a:lnTo>
                    <a:pt x="3277" y="1324"/>
                  </a:lnTo>
                  <a:cubicBezTo>
                    <a:pt x="3119" y="536"/>
                    <a:pt x="2458"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86"/>
            <p:cNvSpPr/>
            <p:nvPr/>
          </p:nvSpPr>
          <p:spPr>
            <a:xfrm>
              <a:off x="-9294500" y="3615575"/>
              <a:ext cx="81150" cy="36250"/>
            </a:xfrm>
            <a:custGeom>
              <a:avLst/>
              <a:gdLst/>
              <a:ahLst/>
              <a:cxnLst/>
              <a:rect l="l" t="t" r="r" b="b"/>
              <a:pathLst>
                <a:path w="3246" h="1450" extrusionOk="0">
                  <a:moveTo>
                    <a:pt x="1639" y="0"/>
                  </a:moveTo>
                  <a:cubicBezTo>
                    <a:pt x="788" y="0"/>
                    <a:pt x="126" y="630"/>
                    <a:pt x="0" y="1450"/>
                  </a:cubicBezTo>
                  <a:cubicBezTo>
                    <a:pt x="442" y="1040"/>
                    <a:pt x="1040" y="820"/>
                    <a:pt x="1639" y="820"/>
                  </a:cubicBezTo>
                  <a:cubicBezTo>
                    <a:pt x="2269" y="820"/>
                    <a:pt x="2804" y="1040"/>
                    <a:pt x="3245" y="1450"/>
                  </a:cubicBezTo>
                  <a:cubicBezTo>
                    <a:pt x="3119" y="599"/>
                    <a:pt x="2458" y="0"/>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86"/>
            <p:cNvSpPr/>
            <p:nvPr/>
          </p:nvSpPr>
          <p:spPr>
            <a:xfrm>
              <a:off x="-9378775" y="3822725"/>
              <a:ext cx="63025" cy="41750"/>
            </a:xfrm>
            <a:custGeom>
              <a:avLst/>
              <a:gdLst/>
              <a:ahLst/>
              <a:cxnLst/>
              <a:rect l="l" t="t" r="r" b="b"/>
              <a:pathLst>
                <a:path w="2521" h="1670" extrusionOk="0">
                  <a:moveTo>
                    <a:pt x="0" y="0"/>
                  </a:moveTo>
                  <a:lnTo>
                    <a:pt x="0" y="1670"/>
                  </a:lnTo>
                  <a:lnTo>
                    <a:pt x="2521" y="1670"/>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9" name="Google Shape;7039;p86"/>
            <p:cNvSpPr/>
            <p:nvPr/>
          </p:nvSpPr>
          <p:spPr>
            <a:xfrm>
              <a:off x="-9336250" y="3739225"/>
              <a:ext cx="21300" cy="63050"/>
            </a:xfrm>
            <a:custGeom>
              <a:avLst/>
              <a:gdLst/>
              <a:ahLst/>
              <a:cxnLst/>
              <a:rect l="l" t="t" r="r" b="b"/>
              <a:pathLst>
                <a:path w="852" h="2522" extrusionOk="0">
                  <a:moveTo>
                    <a:pt x="1" y="1"/>
                  </a:moveTo>
                  <a:lnTo>
                    <a:pt x="1" y="2521"/>
                  </a:lnTo>
                  <a:lnTo>
                    <a:pt x="851" y="2521"/>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86"/>
            <p:cNvSpPr/>
            <p:nvPr/>
          </p:nvSpPr>
          <p:spPr>
            <a:xfrm>
              <a:off x="-9378775" y="3739225"/>
              <a:ext cx="20500" cy="63050"/>
            </a:xfrm>
            <a:custGeom>
              <a:avLst/>
              <a:gdLst/>
              <a:ahLst/>
              <a:cxnLst/>
              <a:rect l="l" t="t" r="r" b="b"/>
              <a:pathLst>
                <a:path w="820" h="2522" extrusionOk="0">
                  <a:moveTo>
                    <a:pt x="0" y="1"/>
                  </a:moveTo>
                  <a:lnTo>
                    <a:pt x="0" y="2521"/>
                  </a:lnTo>
                  <a:lnTo>
                    <a:pt x="820" y="2521"/>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41" name="Google Shape;7041;p86"/>
          <p:cNvGrpSpPr/>
          <p:nvPr/>
        </p:nvGrpSpPr>
        <p:grpSpPr>
          <a:xfrm>
            <a:off x="7508956" y="3244737"/>
            <a:ext cx="356221" cy="354670"/>
            <a:chOff x="-9523700" y="4049550"/>
            <a:chExt cx="353675" cy="352100"/>
          </a:xfrm>
        </p:grpSpPr>
        <p:sp>
          <p:nvSpPr>
            <p:cNvPr id="7042" name="Google Shape;7042;p86"/>
            <p:cNvSpPr/>
            <p:nvPr/>
          </p:nvSpPr>
          <p:spPr>
            <a:xfrm>
              <a:off x="-9523700" y="4049550"/>
              <a:ext cx="82725" cy="82725"/>
            </a:xfrm>
            <a:custGeom>
              <a:avLst/>
              <a:gdLst/>
              <a:ahLst/>
              <a:cxnLst/>
              <a:rect l="l" t="t" r="r" b="b"/>
              <a:pathLst>
                <a:path w="3309" h="3309" extrusionOk="0">
                  <a:moveTo>
                    <a:pt x="1670" y="1"/>
                  </a:moveTo>
                  <a:cubicBezTo>
                    <a:pt x="757" y="1"/>
                    <a:pt x="1" y="725"/>
                    <a:pt x="1" y="1639"/>
                  </a:cubicBezTo>
                  <a:cubicBezTo>
                    <a:pt x="1" y="2552"/>
                    <a:pt x="757" y="3309"/>
                    <a:pt x="1670" y="3309"/>
                  </a:cubicBezTo>
                  <a:cubicBezTo>
                    <a:pt x="2584" y="3309"/>
                    <a:pt x="3309" y="2552"/>
                    <a:pt x="3309" y="1639"/>
                  </a:cubicBezTo>
                  <a:cubicBezTo>
                    <a:pt x="3309" y="725"/>
                    <a:pt x="2584"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86"/>
            <p:cNvSpPr/>
            <p:nvPr/>
          </p:nvSpPr>
          <p:spPr>
            <a:xfrm>
              <a:off x="-9523700" y="4148800"/>
              <a:ext cx="82725" cy="252850"/>
            </a:xfrm>
            <a:custGeom>
              <a:avLst/>
              <a:gdLst/>
              <a:ahLst/>
              <a:cxnLst/>
              <a:rect l="l" t="t" r="r" b="b"/>
              <a:pathLst>
                <a:path w="3309" h="10114" extrusionOk="0">
                  <a:moveTo>
                    <a:pt x="820" y="0"/>
                  </a:moveTo>
                  <a:lnTo>
                    <a:pt x="820" y="7876"/>
                  </a:lnTo>
                  <a:cubicBezTo>
                    <a:pt x="316" y="8160"/>
                    <a:pt x="1" y="8695"/>
                    <a:pt x="1" y="9294"/>
                  </a:cubicBezTo>
                  <a:lnTo>
                    <a:pt x="1" y="9672"/>
                  </a:lnTo>
                  <a:cubicBezTo>
                    <a:pt x="1" y="9924"/>
                    <a:pt x="190" y="10113"/>
                    <a:pt x="442" y="10113"/>
                  </a:cubicBezTo>
                  <a:lnTo>
                    <a:pt x="2930" y="10113"/>
                  </a:lnTo>
                  <a:cubicBezTo>
                    <a:pt x="3151" y="10113"/>
                    <a:pt x="3309" y="9924"/>
                    <a:pt x="3309" y="9672"/>
                  </a:cubicBezTo>
                  <a:lnTo>
                    <a:pt x="3309" y="9294"/>
                  </a:lnTo>
                  <a:cubicBezTo>
                    <a:pt x="3309" y="8664"/>
                    <a:pt x="2993" y="8160"/>
                    <a:pt x="2489" y="7876"/>
                  </a:cubicBezTo>
                  <a:lnTo>
                    <a:pt x="2489" y="0"/>
                  </a:lnTo>
                  <a:cubicBezTo>
                    <a:pt x="2206" y="63"/>
                    <a:pt x="1922" y="158"/>
                    <a:pt x="1670" y="158"/>
                  </a:cubicBezTo>
                  <a:cubicBezTo>
                    <a:pt x="1387" y="158"/>
                    <a:pt x="1103" y="6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86"/>
            <p:cNvSpPr/>
            <p:nvPr/>
          </p:nvSpPr>
          <p:spPr>
            <a:xfrm>
              <a:off x="-9252750" y="4049550"/>
              <a:ext cx="82725" cy="82725"/>
            </a:xfrm>
            <a:custGeom>
              <a:avLst/>
              <a:gdLst/>
              <a:ahLst/>
              <a:cxnLst/>
              <a:rect l="l" t="t" r="r" b="b"/>
              <a:pathLst>
                <a:path w="3309" h="3309" extrusionOk="0">
                  <a:moveTo>
                    <a:pt x="1670" y="1"/>
                  </a:moveTo>
                  <a:cubicBezTo>
                    <a:pt x="756" y="1"/>
                    <a:pt x="0" y="725"/>
                    <a:pt x="0" y="1639"/>
                  </a:cubicBezTo>
                  <a:cubicBezTo>
                    <a:pt x="0" y="2552"/>
                    <a:pt x="756" y="3309"/>
                    <a:pt x="1670" y="3309"/>
                  </a:cubicBezTo>
                  <a:cubicBezTo>
                    <a:pt x="2552" y="3309"/>
                    <a:pt x="3308" y="2552"/>
                    <a:pt x="3308" y="1639"/>
                  </a:cubicBezTo>
                  <a:cubicBezTo>
                    <a:pt x="3308" y="725"/>
                    <a:pt x="2552"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86"/>
            <p:cNvSpPr/>
            <p:nvPr/>
          </p:nvSpPr>
          <p:spPr>
            <a:xfrm>
              <a:off x="-9252750" y="4148800"/>
              <a:ext cx="82725" cy="252850"/>
            </a:xfrm>
            <a:custGeom>
              <a:avLst/>
              <a:gdLst/>
              <a:ahLst/>
              <a:cxnLst/>
              <a:rect l="l" t="t" r="r" b="b"/>
              <a:pathLst>
                <a:path w="3309" h="10114" extrusionOk="0">
                  <a:moveTo>
                    <a:pt x="819" y="0"/>
                  </a:moveTo>
                  <a:lnTo>
                    <a:pt x="819" y="7876"/>
                  </a:lnTo>
                  <a:cubicBezTo>
                    <a:pt x="315" y="8160"/>
                    <a:pt x="0" y="8695"/>
                    <a:pt x="0" y="9294"/>
                  </a:cubicBezTo>
                  <a:lnTo>
                    <a:pt x="0" y="9704"/>
                  </a:lnTo>
                  <a:cubicBezTo>
                    <a:pt x="0" y="9924"/>
                    <a:pt x="189" y="10113"/>
                    <a:pt x="441" y="10113"/>
                  </a:cubicBezTo>
                  <a:lnTo>
                    <a:pt x="2899" y="10113"/>
                  </a:lnTo>
                  <a:cubicBezTo>
                    <a:pt x="3151" y="10113"/>
                    <a:pt x="3308" y="9924"/>
                    <a:pt x="3308" y="9704"/>
                  </a:cubicBezTo>
                  <a:lnTo>
                    <a:pt x="3308" y="9294"/>
                  </a:lnTo>
                  <a:cubicBezTo>
                    <a:pt x="3308" y="8664"/>
                    <a:pt x="2962" y="8160"/>
                    <a:pt x="2489" y="7876"/>
                  </a:cubicBezTo>
                  <a:lnTo>
                    <a:pt x="2489" y="0"/>
                  </a:lnTo>
                  <a:cubicBezTo>
                    <a:pt x="2206" y="95"/>
                    <a:pt x="1922" y="158"/>
                    <a:pt x="1638" y="158"/>
                  </a:cubicBezTo>
                  <a:cubicBezTo>
                    <a:pt x="1386" y="158"/>
                    <a:pt x="1103" y="95"/>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86"/>
            <p:cNvSpPr/>
            <p:nvPr/>
          </p:nvSpPr>
          <p:spPr>
            <a:xfrm>
              <a:off x="-9440200" y="4214950"/>
              <a:ext cx="187475" cy="167000"/>
            </a:xfrm>
            <a:custGeom>
              <a:avLst/>
              <a:gdLst/>
              <a:ahLst/>
              <a:cxnLst/>
              <a:rect l="l" t="t" r="r" b="b"/>
              <a:pathLst>
                <a:path w="7499" h="6680" extrusionOk="0">
                  <a:moveTo>
                    <a:pt x="1229" y="1"/>
                  </a:moveTo>
                  <a:cubicBezTo>
                    <a:pt x="1071" y="1"/>
                    <a:pt x="914" y="64"/>
                    <a:pt x="882" y="221"/>
                  </a:cubicBezTo>
                  <a:lnTo>
                    <a:pt x="0" y="1954"/>
                  </a:lnTo>
                  <a:lnTo>
                    <a:pt x="0" y="4852"/>
                  </a:lnTo>
                  <a:cubicBezTo>
                    <a:pt x="536" y="5325"/>
                    <a:pt x="851" y="5955"/>
                    <a:pt x="851" y="6680"/>
                  </a:cubicBezTo>
                  <a:lnTo>
                    <a:pt x="6679" y="6680"/>
                  </a:lnTo>
                  <a:cubicBezTo>
                    <a:pt x="6679" y="5955"/>
                    <a:pt x="6994" y="5325"/>
                    <a:pt x="7498" y="4852"/>
                  </a:cubicBezTo>
                  <a:lnTo>
                    <a:pt x="7498" y="1954"/>
                  </a:lnTo>
                  <a:lnTo>
                    <a:pt x="6616" y="221"/>
                  </a:lnTo>
                  <a:cubicBezTo>
                    <a:pt x="6553" y="64"/>
                    <a:pt x="6427" y="1"/>
                    <a:pt x="6270" y="1"/>
                  </a:cubicBezTo>
                  <a:lnTo>
                    <a:pt x="4726" y="1"/>
                  </a:lnTo>
                  <a:lnTo>
                    <a:pt x="6616" y="4443"/>
                  </a:lnTo>
                  <a:cubicBezTo>
                    <a:pt x="6679" y="4569"/>
                    <a:pt x="6679" y="4726"/>
                    <a:pt x="6585" y="4852"/>
                  </a:cubicBezTo>
                  <a:cubicBezTo>
                    <a:pt x="6522" y="4947"/>
                    <a:pt x="6396" y="5041"/>
                    <a:pt x="6238" y="5041"/>
                  </a:cubicBezTo>
                  <a:lnTo>
                    <a:pt x="1260" y="5041"/>
                  </a:lnTo>
                  <a:cubicBezTo>
                    <a:pt x="1103" y="5041"/>
                    <a:pt x="1008" y="4947"/>
                    <a:pt x="914" y="4852"/>
                  </a:cubicBezTo>
                  <a:cubicBezTo>
                    <a:pt x="851" y="4726"/>
                    <a:pt x="851" y="4569"/>
                    <a:pt x="882" y="4443"/>
                  </a:cubicBezTo>
                  <a:lnTo>
                    <a:pt x="27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86"/>
            <p:cNvSpPr/>
            <p:nvPr/>
          </p:nvSpPr>
          <p:spPr>
            <a:xfrm>
              <a:off x="-9393750" y="4214950"/>
              <a:ext cx="93750" cy="104000"/>
            </a:xfrm>
            <a:custGeom>
              <a:avLst/>
              <a:gdLst/>
              <a:ahLst/>
              <a:cxnLst/>
              <a:rect l="l" t="t" r="r" b="b"/>
              <a:pathLst>
                <a:path w="3750" h="4160" extrusionOk="0">
                  <a:moveTo>
                    <a:pt x="1828" y="1"/>
                  </a:moveTo>
                  <a:lnTo>
                    <a:pt x="1" y="4159"/>
                  </a:lnTo>
                  <a:lnTo>
                    <a:pt x="3750" y="4159"/>
                  </a:lnTo>
                  <a:lnTo>
                    <a:pt x="19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86"/>
            <p:cNvSpPr/>
            <p:nvPr/>
          </p:nvSpPr>
          <p:spPr>
            <a:xfrm>
              <a:off x="-9440200" y="4140125"/>
              <a:ext cx="187475" cy="32325"/>
            </a:xfrm>
            <a:custGeom>
              <a:avLst/>
              <a:gdLst/>
              <a:ahLst/>
              <a:cxnLst/>
              <a:rect l="l" t="t" r="r" b="b"/>
              <a:pathLst>
                <a:path w="7499" h="1293" extrusionOk="0">
                  <a:moveTo>
                    <a:pt x="0" y="1"/>
                  </a:moveTo>
                  <a:lnTo>
                    <a:pt x="0" y="851"/>
                  </a:lnTo>
                  <a:cubicBezTo>
                    <a:pt x="1229" y="1135"/>
                    <a:pt x="2489" y="1292"/>
                    <a:pt x="3749" y="1292"/>
                  </a:cubicBezTo>
                  <a:cubicBezTo>
                    <a:pt x="5009" y="1292"/>
                    <a:pt x="6270" y="1135"/>
                    <a:pt x="7498" y="851"/>
                  </a:cubicBezTo>
                  <a:lnTo>
                    <a:pt x="7498" y="1"/>
                  </a:lnTo>
                  <a:cubicBezTo>
                    <a:pt x="6270" y="300"/>
                    <a:pt x="5001" y="450"/>
                    <a:pt x="3737" y="450"/>
                  </a:cubicBezTo>
                  <a:cubicBezTo>
                    <a:pt x="2473" y="450"/>
                    <a:pt x="1213" y="300"/>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49" name="Google Shape;7049;p86"/>
          <p:cNvGrpSpPr/>
          <p:nvPr/>
        </p:nvGrpSpPr>
        <p:grpSpPr>
          <a:xfrm>
            <a:off x="7065071" y="3244710"/>
            <a:ext cx="357002" cy="311029"/>
            <a:chOff x="-8209150" y="3659675"/>
            <a:chExt cx="354450" cy="308775"/>
          </a:xfrm>
        </p:grpSpPr>
        <p:sp>
          <p:nvSpPr>
            <p:cNvPr id="7050" name="Google Shape;7050;p86"/>
            <p:cNvSpPr/>
            <p:nvPr/>
          </p:nvSpPr>
          <p:spPr>
            <a:xfrm>
              <a:off x="-8209150" y="3907775"/>
              <a:ext cx="353675" cy="60675"/>
            </a:xfrm>
            <a:custGeom>
              <a:avLst/>
              <a:gdLst/>
              <a:ahLst/>
              <a:cxnLst/>
              <a:rect l="l" t="t" r="r" b="b"/>
              <a:pathLst>
                <a:path w="14147" h="2427" extrusionOk="0">
                  <a:moveTo>
                    <a:pt x="1261" y="1"/>
                  </a:moveTo>
                  <a:cubicBezTo>
                    <a:pt x="599" y="1"/>
                    <a:pt x="0" y="536"/>
                    <a:pt x="0" y="1229"/>
                  </a:cubicBezTo>
                  <a:lnTo>
                    <a:pt x="0" y="2048"/>
                  </a:lnTo>
                  <a:cubicBezTo>
                    <a:pt x="0" y="2269"/>
                    <a:pt x="189" y="2427"/>
                    <a:pt x="378" y="2427"/>
                  </a:cubicBezTo>
                  <a:lnTo>
                    <a:pt x="13673" y="2427"/>
                  </a:lnTo>
                  <a:cubicBezTo>
                    <a:pt x="13894" y="2427"/>
                    <a:pt x="14052" y="2238"/>
                    <a:pt x="14052" y="2048"/>
                  </a:cubicBezTo>
                  <a:lnTo>
                    <a:pt x="14052" y="1229"/>
                  </a:lnTo>
                  <a:cubicBezTo>
                    <a:pt x="14146" y="599"/>
                    <a:pt x="13579" y="1"/>
                    <a:pt x="128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86"/>
            <p:cNvSpPr/>
            <p:nvPr/>
          </p:nvSpPr>
          <p:spPr>
            <a:xfrm>
              <a:off x="-8188675" y="3825075"/>
              <a:ext cx="311125" cy="63050"/>
            </a:xfrm>
            <a:custGeom>
              <a:avLst/>
              <a:gdLst/>
              <a:ahLst/>
              <a:cxnLst/>
              <a:rect l="l" t="t" r="r" b="b"/>
              <a:pathLst>
                <a:path w="12445" h="2522" extrusionOk="0">
                  <a:moveTo>
                    <a:pt x="442" y="1"/>
                  </a:moveTo>
                  <a:cubicBezTo>
                    <a:pt x="189" y="1"/>
                    <a:pt x="0" y="190"/>
                    <a:pt x="0" y="410"/>
                  </a:cubicBezTo>
                  <a:lnTo>
                    <a:pt x="0" y="2521"/>
                  </a:lnTo>
                  <a:lnTo>
                    <a:pt x="3308" y="2521"/>
                  </a:lnTo>
                  <a:lnTo>
                    <a:pt x="3308" y="2080"/>
                  </a:lnTo>
                  <a:cubicBezTo>
                    <a:pt x="3308" y="1828"/>
                    <a:pt x="3497" y="1670"/>
                    <a:pt x="3718" y="1670"/>
                  </a:cubicBezTo>
                  <a:cubicBezTo>
                    <a:pt x="3939" y="1670"/>
                    <a:pt x="4128" y="1891"/>
                    <a:pt x="4128" y="2080"/>
                  </a:cubicBezTo>
                  <a:lnTo>
                    <a:pt x="4128" y="2521"/>
                  </a:lnTo>
                  <a:lnTo>
                    <a:pt x="5797" y="2521"/>
                  </a:lnTo>
                  <a:lnTo>
                    <a:pt x="5797" y="2080"/>
                  </a:lnTo>
                  <a:cubicBezTo>
                    <a:pt x="5797" y="1828"/>
                    <a:pt x="5986" y="1670"/>
                    <a:pt x="6238" y="1670"/>
                  </a:cubicBezTo>
                  <a:cubicBezTo>
                    <a:pt x="6459" y="1670"/>
                    <a:pt x="6616" y="1891"/>
                    <a:pt x="6616" y="2080"/>
                  </a:cubicBezTo>
                  <a:lnTo>
                    <a:pt x="6616" y="2521"/>
                  </a:lnTo>
                  <a:lnTo>
                    <a:pt x="8318" y="2521"/>
                  </a:lnTo>
                  <a:lnTo>
                    <a:pt x="8318" y="2080"/>
                  </a:lnTo>
                  <a:cubicBezTo>
                    <a:pt x="8318" y="1828"/>
                    <a:pt x="8507" y="1670"/>
                    <a:pt x="8696" y="1670"/>
                  </a:cubicBezTo>
                  <a:cubicBezTo>
                    <a:pt x="8948" y="1670"/>
                    <a:pt x="9105" y="1891"/>
                    <a:pt x="9105" y="2080"/>
                  </a:cubicBezTo>
                  <a:lnTo>
                    <a:pt x="9105" y="2521"/>
                  </a:lnTo>
                  <a:lnTo>
                    <a:pt x="12445" y="2521"/>
                  </a:lnTo>
                  <a:lnTo>
                    <a:pt x="12445" y="410"/>
                  </a:lnTo>
                  <a:cubicBezTo>
                    <a:pt x="12445" y="190"/>
                    <a:pt x="12256" y="1"/>
                    <a:pt x="120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86"/>
            <p:cNvSpPr/>
            <p:nvPr/>
          </p:nvSpPr>
          <p:spPr>
            <a:xfrm>
              <a:off x="-7913800" y="3743175"/>
              <a:ext cx="59100" cy="62250"/>
            </a:xfrm>
            <a:custGeom>
              <a:avLst/>
              <a:gdLst/>
              <a:ahLst/>
              <a:cxnLst/>
              <a:rect l="l" t="t" r="r" b="b"/>
              <a:pathLst>
                <a:path w="2364" h="2490" extrusionOk="0">
                  <a:moveTo>
                    <a:pt x="1922" y="0"/>
                  </a:moveTo>
                  <a:cubicBezTo>
                    <a:pt x="1261" y="0"/>
                    <a:pt x="599" y="189"/>
                    <a:pt x="1" y="567"/>
                  </a:cubicBezTo>
                  <a:cubicBezTo>
                    <a:pt x="284" y="1134"/>
                    <a:pt x="473" y="1827"/>
                    <a:pt x="536" y="2489"/>
                  </a:cubicBezTo>
                  <a:lnTo>
                    <a:pt x="1796" y="2489"/>
                  </a:lnTo>
                  <a:lnTo>
                    <a:pt x="2332" y="504"/>
                  </a:lnTo>
                  <a:cubicBezTo>
                    <a:pt x="2364" y="410"/>
                    <a:pt x="2332" y="284"/>
                    <a:pt x="2238" y="158"/>
                  </a:cubicBezTo>
                  <a:cubicBezTo>
                    <a:pt x="2175" y="32"/>
                    <a:pt x="2048" y="0"/>
                    <a:pt x="19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86"/>
            <p:cNvSpPr/>
            <p:nvPr/>
          </p:nvSpPr>
          <p:spPr>
            <a:xfrm>
              <a:off x="-8105975" y="3659675"/>
              <a:ext cx="185125" cy="145750"/>
            </a:xfrm>
            <a:custGeom>
              <a:avLst/>
              <a:gdLst/>
              <a:ahLst/>
              <a:cxnLst/>
              <a:rect l="l" t="t" r="r" b="b"/>
              <a:pathLst>
                <a:path w="7405" h="5830" extrusionOk="0">
                  <a:moveTo>
                    <a:pt x="442" y="1"/>
                  </a:moveTo>
                  <a:cubicBezTo>
                    <a:pt x="316" y="1"/>
                    <a:pt x="158" y="64"/>
                    <a:pt x="95" y="190"/>
                  </a:cubicBezTo>
                  <a:cubicBezTo>
                    <a:pt x="0" y="316"/>
                    <a:pt x="0" y="442"/>
                    <a:pt x="32" y="599"/>
                  </a:cubicBezTo>
                  <a:lnTo>
                    <a:pt x="2017" y="5829"/>
                  </a:lnTo>
                  <a:lnTo>
                    <a:pt x="7404" y="5829"/>
                  </a:lnTo>
                  <a:cubicBezTo>
                    <a:pt x="6806" y="2521"/>
                    <a:pt x="3907"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86"/>
            <p:cNvSpPr/>
            <p:nvPr/>
          </p:nvSpPr>
          <p:spPr>
            <a:xfrm>
              <a:off x="-8168975" y="3700625"/>
              <a:ext cx="91375" cy="104000"/>
            </a:xfrm>
            <a:custGeom>
              <a:avLst/>
              <a:gdLst/>
              <a:ahLst/>
              <a:cxnLst/>
              <a:rect l="l" t="t" r="r" b="b"/>
              <a:pathLst>
                <a:path w="3655" h="4160" extrusionOk="0">
                  <a:moveTo>
                    <a:pt x="473" y="1"/>
                  </a:moveTo>
                  <a:cubicBezTo>
                    <a:pt x="347" y="1"/>
                    <a:pt x="189" y="95"/>
                    <a:pt x="126" y="158"/>
                  </a:cubicBezTo>
                  <a:cubicBezTo>
                    <a:pt x="32" y="284"/>
                    <a:pt x="0" y="410"/>
                    <a:pt x="95" y="505"/>
                  </a:cubicBezTo>
                  <a:lnTo>
                    <a:pt x="1260" y="4097"/>
                  </a:lnTo>
                  <a:lnTo>
                    <a:pt x="3631" y="4097"/>
                  </a:lnTo>
                  <a:lnTo>
                    <a:pt x="2205" y="284"/>
                  </a:lnTo>
                  <a:cubicBezTo>
                    <a:pt x="1670" y="95"/>
                    <a:pt x="1071" y="1"/>
                    <a:pt x="473" y="1"/>
                  </a:cubicBezTo>
                  <a:close/>
                  <a:moveTo>
                    <a:pt x="3631" y="4097"/>
                  </a:moveTo>
                  <a:lnTo>
                    <a:pt x="3655" y="4160"/>
                  </a:lnTo>
                  <a:lnTo>
                    <a:pt x="3655" y="4097"/>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86"/>
            <p:cNvSpPr/>
            <p:nvPr/>
          </p:nvSpPr>
          <p:spPr>
            <a:xfrm>
              <a:off x="-8209150" y="3742375"/>
              <a:ext cx="50425" cy="61475"/>
            </a:xfrm>
            <a:custGeom>
              <a:avLst/>
              <a:gdLst/>
              <a:ahLst/>
              <a:cxnLst/>
              <a:rect l="l" t="t" r="r" b="b"/>
              <a:pathLst>
                <a:path w="2017" h="2459" extrusionOk="0">
                  <a:moveTo>
                    <a:pt x="441" y="1"/>
                  </a:moveTo>
                  <a:cubicBezTo>
                    <a:pt x="315" y="1"/>
                    <a:pt x="189" y="32"/>
                    <a:pt x="126" y="158"/>
                  </a:cubicBezTo>
                  <a:cubicBezTo>
                    <a:pt x="32" y="253"/>
                    <a:pt x="0" y="379"/>
                    <a:pt x="32" y="505"/>
                  </a:cubicBezTo>
                  <a:lnTo>
                    <a:pt x="504" y="2458"/>
                  </a:lnTo>
                  <a:lnTo>
                    <a:pt x="2017" y="2458"/>
                  </a:lnTo>
                  <a:lnTo>
                    <a:pt x="1229" y="64"/>
                  </a:lnTo>
                  <a:cubicBezTo>
                    <a:pt x="977" y="32"/>
                    <a:pt x="693" y="1"/>
                    <a:pt x="4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56" name="Google Shape;7056;p86"/>
          <p:cNvGrpSpPr/>
          <p:nvPr/>
        </p:nvGrpSpPr>
        <p:grpSpPr>
          <a:xfrm>
            <a:off x="6178632" y="2273623"/>
            <a:ext cx="356221" cy="353059"/>
            <a:chOff x="-12643475" y="4081850"/>
            <a:chExt cx="353675" cy="350500"/>
          </a:xfrm>
        </p:grpSpPr>
        <p:sp>
          <p:nvSpPr>
            <p:cNvPr id="7057" name="Google Shape;7057;p86"/>
            <p:cNvSpPr/>
            <p:nvPr/>
          </p:nvSpPr>
          <p:spPr>
            <a:xfrm>
              <a:off x="-12552125" y="4262400"/>
              <a:ext cx="22875" cy="20125"/>
            </a:xfrm>
            <a:custGeom>
              <a:avLst/>
              <a:gdLst/>
              <a:ahLst/>
              <a:cxnLst/>
              <a:rect l="l" t="t" r="r" b="b"/>
              <a:pathLst>
                <a:path w="915" h="805" extrusionOk="0">
                  <a:moveTo>
                    <a:pt x="458" y="1"/>
                  </a:moveTo>
                  <a:cubicBezTo>
                    <a:pt x="348" y="1"/>
                    <a:pt x="237" y="40"/>
                    <a:pt x="158" y="119"/>
                  </a:cubicBezTo>
                  <a:cubicBezTo>
                    <a:pt x="1" y="276"/>
                    <a:pt x="1" y="528"/>
                    <a:pt x="158" y="686"/>
                  </a:cubicBezTo>
                  <a:cubicBezTo>
                    <a:pt x="237" y="765"/>
                    <a:pt x="348" y="804"/>
                    <a:pt x="458" y="804"/>
                  </a:cubicBezTo>
                  <a:cubicBezTo>
                    <a:pt x="568" y="804"/>
                    <a:pt x="678" y="765"/>
                    <a:pt x="757" y="686"/>
                  </a:cubicBezTo>
                  <a:cubicBezTo>
                    <a:pt x="915" y="528"/>
                    <a:pt x="915" y="276"/>
                    <a:pt x="757" y="119"/>
                  </a:cubicBezTo>
                  <a:cubicBezTo>
                    <a:pt x="678" y="40"/>
                    <a:pt x="568" y="1"/>
                    <a:pt x="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86"/>
            <p:cNvSpPr/>
            <p:nvPr/>
          </p:nvSpPr>
          <p:spPr>
            <a:xfrm>
              <a:off x="-12480450" y="4241725"/>
              <a:ext cx="69350" cy="47275"/>
            </a:xfrm>
            <a:custGeom>
              <a:avLst/>
              <a:gdLst/>
              <a:ahLst/>
              <a:cxnLst/>
              <a:rect l="l" t="t" r="r" b="b"/>
              <a:pathLst>
                <a:path w="2774" h="1891" extrusionOk="0">
                  <a:moveTo>
                    <a:pt x="568" y="1"/>
                  </a:moveTo>
                  <a:lnTo>
                    <a:pt x="1" y="568"/>
                  </a:lnTo>
                  <a:lnTo>
                    <a:pt x="2206" y="1891"/>
                  </a:lnTo>
                  <a:lnTo>
                    <a:pt x="2773" y="1324"/>
                  </a:lnTo>
                  <a:lnTo>
                    <a:pt x="5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86"/>
            <p:cNvSpPr/>
            <p:nvPr/>
          </p:nvSpPr>
          <p:spPr>
            <a:xfrm>
              <a:off x="-12643475" y="4081850"/>
              <a:ext cx="353675" cy="350500"/>
            </a:xfrm>
            <a:custGeom>
              <a:avLst/>
              <a:gdLst/>
              <a:ahLst/>
              <a:cxnLst/>
              <a:rect l="l" t="t" r="r" b="b"/>
              <a:pathLst>
                <a:path w="14147" h="14020" extrusionOk="0">
                  <a:moveTo>
                    <a:pt x="8207" y="3127"/>
                  </a:moveTo>
                  <a:cubicBezTo>
                    <a:pt x="8318" y="3127"/>
                    <a:pt x="8428" y="3166"/>
                    <a:pt x="8507" y="3245"/>
                  </a:cubicBezTo>
                  <a:lnTo>
                    <a:pt x="9105" y="3812"/>
                  </a:lnTo>
                  <a:cubicBezTo>
                    <a:pt x="9263" y="3970"/>
                    <a:pt x="9263" y="4253"/>
                    <a:pt x="9105" y="4411"/>
                  </a:cubicBezTo>
                  <a:cubicBezTo>
                    <a:pt x="9027" y="4490"/>
                    <a:pt x="8916" y="4529"/>
                    <a:pt x="8806" y="4529"/>
                  </a:cubicBezTo>
                  <a:cubicBezTo>
                    <a:pt x="8696" y="4529"/>
                    <a:pt x="8585" y="4490"/>
                    <a:pt x="8507" y="4411"/>
                  </a:cubicBezTo>
                  <a:lnTo>
                    <a:pt x="7908" y="3812"/>
                  </a:lnTo>
                  <a:cubicBezTo>
                    <a:pt x="7751" y="3655"/>
                    <a:pt x="7751" y="3403"/>
                    <a:pt x="7908" y="3245"/>
                  </a:cubicBezTo>
                  <a:cubicBezTo>
                    <a:pt x="7987" y="3166"/>
                    <a:pt x="8097" y="3127"/>
                    <a:pt x="8207" y="3127"/>
                  </a:cubicBezTo>
                  <a:close/>
                  <a:moveTo>
                    <a:pt x="9940" y="4860"/>
                  </a:moveTo>
                  <a:cubicBezTo>
                    <a:pt x="10050" y="4860"/>
                    <a:pt x="10161" y="4899"/>
                    <a:pt x="10239" y="4978"/>
                  </a:cubicBezTo>
                  <a:lnTo>
                    <a:pt x="10838" y="5545"/>
                  </a:lnTo>
                  <a:cubicBezTo>
                    <a:pt x="10996" y="5766"/>
                    <a:pt x="10996" y="5986"/>
                    <a:pt x="10838" y="6144"/>
                  </a:cubicBezTo>
                  <a:cubicBezTo>
                    <a:pt x="10759" y="6222"/>
                    <a:pt x="10649" y="6262"/>
                    <a:pt x="10539" y="6262"/>
                  </a:cubicBezTo>
                  <a:cubicBezTo>
                    <a:pt x="10429" y="6262"/>
                    <a:pt x="10318" y="6222"/>
                    <a:pt x="10239" y="6144"/>
                  </a:cubicBezTo>
                  <a:lnTo>
                    <a:pt x="9641" y="5545"/>
                  </a:lnTo>
                  <a:cubicBezTo>
                    <a:pt x="9483" y="5388"/>
                    <a:pt x="9483" y="5136"/>
                    <a:pt x="9641" y="4978"/>
                  </a:cubicBezTo>
                  <a:cubicBezTo>
                    <a:pt x="9720" y="4899"/>
                    <a:pt x="9830" y="4860"/>
                    <a:pt x="9940" y="4860"/>
                  </a:cubicBezTo>
                  <a:close/>
                  <a:moveTo>
                    <a:pt x="7058" y="5467"/>
                  </a:moveTo>
                  <a:cubicBezTo>
                    <a:pt x="7125" y="5467"/>
                    <a:pt x="7192" y="5481"/>
                    <a:pt x="7247" y="5514"/>
                  </a:cubicBezTo>
                  <a:lnTo>
                    <a:pt x="10145" y="7278"/>
                  </a:lnTo>
                  <a:cubicBezTo>
                    <a:pt x="10397" y="7404"/>
                    <a:pt x="10429" y="7719"/>
                    <a:pt x="10271" y="7908"/>
                  </a:cubicBezTo>
                  <a:lnTo>
                    <a:pt x="7373" y="10838"/>
                  </a:lnTo>
                  <a:cubicBezTo>
                    <a:pt x="7136" y="11074"/>
                    <a:pt x="6821" y="11192"/>
                    <a:pt x="6498" y="11192"/>
                  </a:cubicBezTo>
                  <a:cubicBezTo>
                    <a:pt x="6175" y="11192"/>
                    <a:pt x="5845" y="11074"/>
                    <a:pt x="5577" y="10838"/>
                  </a:cubicBezTo>
                  <a:cubicBezTo>
                    <a:pt x="5104" y="10365"/>
                    <a:pt x="5104" y="9578"/>
                    <a:pt x="5577" y="9074"/>
                  </a:cubicBezTo>
                  <a:cubicBezTo>
                    <a:pt x="5813" y="8837"/>
                    <a:pt x="6144" y="8719"/>
                    <a:pt x="6475" y="8719"/>
                  </a:cubicBezTo>
                  <a:cubicBezTo>
                    <a:pt x="6805" y="8719"/>
                    <a:pt x="7136" y="8837"/>
                    <a:pt x="7373" y="9074"/>
                  </a:cubicBezTo>
                  <a:cubicBezTo>
                    <a:pt x="7467" y="9168"/>
                    <a:pt x="7562" y="9294"/>
                    <a:pt x="7593" y="9420"/>
                  </a:cubicBezTo>
                  <a:lnTo>
                    <a:pt x="8160" y="8853"/>
                  </a:lnTo>
                  <a:lnTo>
                    <a:pt x="5955" y="7561"/>
                  </a:lnTo>
                  <a:lnTo>
                    <a:pt x="5010" y="8507"/>
                  </a:lnTo>
                  <a:cubicBezTo>
                    <a:pt x="4773" y="8743"/>
                    <a:pt x="4458" y="8861"/>
                    <a:pt x="4135" y="8861"/>
                  </a:cubicBezTo>
                  <a:cubicBezTo>
                    <a:pt x="3812" y="8861"/>
                    <a:pt x="3482" y="8743"/>
                    <a:pt x="3214" y="8507"/>
                  </a:cubicBezTo>
                  <a:cubicBezTo>
                    <a:pt x="2741" y="8034"/>
                    <a:pt x="2741" y="7246"/>
                    <a:pt x="3214" y="6742"/>
                  </a:cubicBezTo>
                  <a:cubicBezTo>
                    <a:pt x="3450" y="6506"/>
                    <a:pt x="3781" y="6388"/>
                    <a:pt x="4112" y="6388"/>
                  </a:cubicBezTo>
                  <a:cubicBezTo>
                    <a:pt x="4443" y="6388"/>
                    <a:pt x="4773" y="6506"/>
                    <a:pt x="5010" y="6742"/>
                  </a:cubicBezTo>
                  <a:cubicBezTo>
                    <a:pt x="5104" y="6837"/>
                    <a:pt x="5199" y="6963"/>
                    <a:pt x="5230" y="7089"/>
                  </a:cubicBezTo>
                  <a:lnTo>
                    <a:pt x="6742" y="5577"/>
                  </a:lnTo>
                  <a:cubicBezTo>
                    <a:pt x="6804" y="5515"/>
                    <a:pt x="6932" y="5467"/>
                    <a:pt x="7058" y="5467"/>
                  </a:cubicBezTo>
                  <a:close/>
                  <a:moveTo>
                    <a:pt x="9042" y="0"/>
                  </a:moveTo>
                  <a:cubicBezTo>
                    <a:pt x="8948" y="0"/>
                    <a:pt x="8853" y="32"/>
                    <a:pt x="8790" y="126"/>
                  </a:cubicBezTo>
                  <a:cubicBezTo>
                    <a:pt x="8711" y="205"/>
                    <a:pt x="8601" y="244"/>
                    <a:pt x="8491" y="244"/>
                  </a:cubicBezTo>
                  <a:cubicBezTo>
                    <a:pt x="8381" y="244"/>
                    <a:pt x="8270" y="205"/>
                    <a:pt x="8192" y="126"/>
                  </a:cubicBezTo>
                  <a:cubicBezTo>
                    <a:pt x="8113" y="47"/>
                    <a:pt x="8003" y="8"/>
                    <a:pt x="7892" y="8"/>
                  </a:cubicBezTo>
                  <a:cubicBezTo>
                    <a:pt x="7782" y="8"/>
                    <a:pt x="7672" y="47"/>
                    <a:pt x="7593" y="126"/>
                  </a:cubicBezTo>
                  <a:lnTo>
                    <a:pt x="6490" y="1229"/>
                  </a:lnTo>
                  <a:lnTo>
                    <a:pt x="7373" y="2080"/>
                  </a:lnTo>
                  <a:cubicBezTo>
                    <a:pt x="7530" y="2237"/>
                    <a:pt x="7530" y="2521"/>
                    <a:pt x="7373" y="2678"/>
                  </a:cubicBezTo>
                  <a:cubicBezTo>
                    <a:pt x="7294" y="2757"/>
                    <a:pt x="7184" y="2796"/>
                    <a:pt x="7073" y="2796"/>
                  </a:cubicBezTo>
                  <a:cubicBezTo>
                    <a:pt x="6963" y="2796"/>
                    <a:pt x="6853" y="2757"/>
                    <a:pt x="6774" y="2678"/>
                  </a:cubicBezTo>
                  <a:lnTo>
                    <a:pt x="5892" y="1828"/>
                  </a:lnTo>
                  <a:lnTo>
                    <a:pt x="158" y="7561"/>
                  </a:lnTo>
                  <a:cubicBezTo>
                    <a:pt x="0" y="7719"/>
                    <a:pt x="0" y="8002"/>
                    <a:pt x="158" y="8160"/>
                  </a:cubicBezTo>
                  <a:cubicBezTo>
                    <a:pt x="221" y="8223"/>
                    <a:pt x="284" y="8349"/>
                    <a:pt x="284" y="8444"/>
                  </a:cubicBezTo>
                  <a:cubicBezTo>
                    <a:pt x="284" y="8538"/>
                    <a:pt x="221" y="8633"/>
                    <a:pt x="158" y="8696"/>
                  </a:cubicBezTo>
                  <a:cubicBezTo>
                    <a:pt x="63" y="8790"/>
                    <a:pt x="32" y="8916"/>
                    <a:pt x="32" y="8979"/>
                  </a:cubicBezTo>
                  <a:cubicBezTo>
                    <a:pt x="32" y="9105"/>
                    <a:pt x="63" y="9168"/>
                    <a:pt x="158" y="9263"/>
                  </a:cubicBezTo>
                  <a:lnTo>
                    <a:pt x="756" y="9861"/>
                  </a:lnTo>
                  <a:cubicBezTo>
                    <a:pt x="820" y="9924"/>
                    <a:pt x="946" y="9956"/>
                    <a:pt x="1009" y="9956"/>
                  </a:cubicBezTo>
                  <a:cubicBezTo>
                    <a:pt x="1135" y="9956"/>
                    <a:pt x="1229" y="9924"/>
                    <a:pt x="1292" y="9861"/>
                  </a:cubicBezTo>
                  <a:cubicBezTo>
                    <a:pt x="1371" y="9782"/>
                    <a:pt x="1481" y="9743"/>
                    <a:pt x="1591" y="9743"/>
                  </a:cubicBezTo>
                  <a:cubicBezTo>
                    <a:pt x="1702" y="9743"/>
                    <a:pt x="1812" y="9782"/>
                    <a:pt x="1891" y="9861"/>
                  </a:cubicBezTo>
                  <a:cubicBezTo>
                    <a:pt x="1985" y="9924"/>
                    <a:pt x="2017" y="10050"/>
                    <a:pt x="2017" y="10113"/>
                  </a:cubicBezTo>
                  <a:cubicBezTo>
                    <a:pt x="2017" y="10239"/>
                    <a:pt x="1985" y="10334"/>
                    <a:pt x="1891" y="10397"/>
                  </a:cubicBezTo>
                  <a:cubicBezTo>
                    <a:pt x="1733" y="10554"/>
                    <a:pt x="1733" y="10838"/>
                    <a:pt x="1891" y="10995"/>
                  </a:cubicBezTo>
                  <a:lnTo>
                    <a:pt x="3088" y="12161"/>
                  </a:lnTo>
                  <a:cubicBezTo>
                    <a:pt x="3167" y="12240"/>
                    <a:pt x="3269" y="12279"/>
                    <a:pt x="3371" y="12279"/>
                  </a:cubicBezTo>
                  <a:cubicBezTo>
                    <a:pt x="3474" y="12279"/>
                    <a:pt x="3576" y="12240"/>
                    <a:pt x="3655" y="12161"/>
                  </a:cubicBezTo>
                  <a:cubicBezTo>
                    <a:pt x="3734" y="12082"/>
                    <a:pt x="3844" y="12043"/>
                    <a:pt x="3954" y="12043"/>
                  </a:cubicBezTo>
                  <a:cubicBezTo>
                    <a:pt x="4065" y="12043"/>
                    <a:pt x="4175" y="12082"/>
                    <a:pt x="4254" y="12161"/>
                  </a:cubicBezTo>
                  <a:cubicBezTo>
                    <a:pt x="4411" y="12319"/>
                    <a:pt x="4411" y="12602"/>
                    <a:pt x="4254" y="12760"/>
                  </a:cubicBezTo>
                  <a:cubicBezTo>
                    <a:pt x="4159" y="12854"/>
                    <a:pt x="4128" y="12949"/>
                    <a:pt x="4128" y="13043"/>
                  </a:cubicBezTo>
                  <a:cubicBezTo>
                    <a:pt x="4128" y="13169"/>
                    <a:pt x="4159" y="13232"/>
                    <a:pt x="4254" y="13327"/>
                  </a:cubicBezTo>
                  <a:lnTo>
                    <a:pt x="4852" y="13894"/>
                  </a:lnTo>
                  <a:cubicBezTo>
                    <a:pt x="4915" y="13988"/>
                    <a:pt x="5041" y="14020"/>
                    <a:pt x="5136" y="14020"/>
                  </a:cubicBezTo>
                  <a:cubicBezTo>
                    <a:pt x="5230" y="14020"/>
                    <a:pt x="5325" y="13988"/>
                    <a:pt x="5388" y="13894"/>
                  </a:cubicBezTo>
                  <a:cubicBezTo>
                    <a:pt x="5466" y="13815"/>
                    <a:pt x="5577" y="13776"/>
                    <a:pt x="5687" y="13776"/>
                  </a:cubicBezTo>
                  <a:cubicBezTo>
                    <a:pt x="5797" y="13776"/>
                    <a:pt x="5908" y="13815"/>
                    <a:pt x="5986" y="13894"/>
                  </a:cubicBezTo>
                  <a:cubicBezTo>
                    <a:pt x="6081" y="13988"/>
                    <a:pt x="6175" y="14020"/>
                    <a:pt x="6270" y="14020"/>
                  </a:cubicBezTo>
                  <a:cubicBezTo>
                    <a:pt x="6396" y="14020"/>
                    <a:pt x="6459" y="13988"/>
                    <a:pt x="6553" y="13894"/>
                  </a:cubicBezTo>
                  <a:lnTo>
                    <a:pt x="12287" y="8160"/>
                  </a:lnTo>
                  <a:lnTo>
                    <a:pt x="11437" y="7278"/>
                  </a:lnTo>
                  <a:cubicBezTo>
                    <a:pt x="11248" y="7120"/>
                    <a:pt x="11248" y="6837"/>
                    <a:pt x="11437" y="6711"/>
                  </a:cubicBezTo>
                  <a:cubicBezTo>
                    <a:pt x="11515" y="6632"/>
                    <a:pt x="11618" y="6593"/>
                    <a:pt x="11720" y="6593"/>
                  </a:cubicBezTo>
                  <a:cubicBezTo>
                    <a:pt x="11823" y="6593"/>
                    <a:pt x="11925" y="6632"/>
                    <a:pt x="12004" y="6711"/>
                  </a:cubicBezTo>
                  <a:lnTo>
                    <a:pt x="12886" y="7561"/>
                  </a:lnTo>
                  <a:lnTo>
                    <a:pt x="13989" y="6459"/>
                  </a:lnTo>
                  <a:cubicBezTo>
                    <a:pt x="14146" y="6301"/>
                    <a:pt x="14146" y="6018"/>
                    <a:pt x="13989" y="5860"/>
                  </a:cubicBezTo>
                  <a:cubicBezTo>
                    <a:pt x="13894" y="5797"/>
                    <a:pt x="13863" y="5671"/>
                    <a:pt x="13863" y="5608"/>
                  </a:cubicBezTo>
                  <a:cubicBezTo>
                    <a:pt x="13863" y="5482"/>
                    <a:pt x="13894" y="5388"/>
                    <a:pt x="13989" y="5325"/>
                  </a:cubicBezTo>
                  <a:cubicBezTo>
                    <a:pt x="14115" y="5293"/>
                    <a:pt x="14146" y="5167"/>
                    <a:pt x="14146" y="5041"/>
                  </a:cubicBezTo>
                  <a:cubicBezTo>
                    <a:pt x="14146" y="4915"/>
                    <a:pt x="14115" y="4852"/>
                    <a:pt x="14020" y="4757"/>
                  </a:cubicBezTo>
                  <a:lnTo>
                    <a:pt x="13421" y="4190"/>
                  </a:lnTo>
                  <a:cubicBezTo>
                    <a:pt x="13358" y="4096"/>
                    <a:pt x="13232" y="4064"/>
                    <a:pt x="13138" y="4064"/>
                  </a:cubicBezTo>
                  <a:cubicBezTo>
                    <a:pt x="13075" y="4064"/>
                    <a:pt x="12949" y="4096"/>
                    <a:pt x="12886" y="4190"/>
                  </a:cubicBezTo>
                  <a:cubicBezTo>
                    <a:pt x="12807" y="4269"/>
                    <a:pt x="12697" y="4309"/>
                    <a:pt x="12587" y="4309"/>
                  </a:cubicBezTo>
                  <a:cubicBezTo>
                    <a:pt x="12476" y="4309"/>
                    <a:pt x="12366" y="4269"/>
                    <a:pt x="12287" y="4190"/>
                  </a:cubicBezTo>
                  <a:cubicBezTo>
                    <a:pt x="12193" y="4096"/>
                    <a:pt x="12161" y="3970"/>
                    <a:pt x="12161" y="3907"/>
                  </a:cubicBezTo>
                  <a:cubicBezTo>
                    <a:pt x="12161" y="3781"/>
                    <a:pt x="12193" y="3718"/>
                    <a:pt x="12287" y="3623"/>
                  </a:cubicBezTo>
                  <a:cubicBezTo>
                    <a:pt x="12445" y="3466"/>
                    <a:pt x="12445" y="3182"/>
                    <a:pt x="12287" y="3025"/>
                  </a:cubicBezTo>
                  <a:lnTo>
                    <a:pt x="11090" y="1859"/>
                  </a:lnTo>
                  <a:cubicBezTo>
                    <a:pt x="11011" y="1780"/>
                    <a:pt x="10909" y="1741"/>
                    <a:pt x="10807" y="1741"/>
                  </a:cubicBezTo>
                  <a:cubicBezTo>
                    <a:pt x="10704" y="1741"/>
                    <a:pt x="10602" y="1780"/>
                    <a:pt x="10523" y="1859"/>
                  </a:cubicBezTo>
                  <a:cubicBezTo>
                    <a:pt x="10444" y="1938"/>
                    <a:pt x="10334" y="1977"/>
                    <a:pt x="10224" y="1977"/>
                  </a:cubicBezTo>
                  <a:cubicBezTo>
                    <a:pt x="10113" y="1977"/>
                    <a:pt x="10003" y="1938"/>
                    <a:pt x="9924" y="1859"/>
                  </a:cubicBezTo>
                  <a:cubicBezTo>
                    <a:pt x="9767" y="1701"/>
                    <a:pt x="9767" y="1418"/>
                    <a:pt x="9924" y="1260"/>
                  </a:cubicBezTo>
                  <a:cubicBezTo>
                    <a:pt x="9987" y="1197"/>
                    <a:pt x="10050" y="1071"/>
                    <a:pt x="10050" y="977"/>
                  </a:cubicBezTo>
                  <a:cubicBezTo>
                    <a:pt x="10050" y="882"/>
                    <a:pt x="9987" y="788"/>
                    <a:pt x="9924" y="725"/>
                  </a:cubicBezTo>
                  <a:lnTo>
                    <a:pt x="9326" y="126"/>
                  </a:lnTo>
                  <a:cubicBezTo>
                    <a:pt x="9263" y="32"/>
                    <a:pt x="9137" y="0"/>
                    <a:pt x="9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86"/>
            <p:cNvSpPr/>
            <p:nvPr/>
          </p:nvSpPr>
          <p:spPr>
            <a:xfrm>
              <a:off x="-12493050" y="4319900"/>
              <a:ext cx="22875" cy="20900"/>
            </a:xfrm>
            <a:custGeom>
              <a:avLst/>
              <a:gdLst/>
              <a:ahLst/>
              <a:cxnLst/>
              <a:rect l="l" t="t" r="r" b="b"/>
              <a:pathLst>
                <a:path w="915" h="836" extrusionOk="0">
                  <a:moveTo>
                    <a:pt x="446" y="1"/>
                  </a:moveTo>
                  <a:cubicBezTo>
                    <a:pt x="339" y="1"/>
                    <a:pt x="237" y="40"/>
                    <a:pt x="158" y="119"/>
                  </a:cubicBezTo>
                  <a:cubicBezTo>
                    <a:pt x="1" y="276"/>
                    <a:pt x="1" y="560"/>
                    <a:pt x="158" y="717"/>
                  </a:cubicBezTo>
                  <a:cubicBezTo>
                    <a:pt x="237" y="796"/>
                    <a:pt x="347" y="835"/>
                    <a:pt x="458" y="835"/>
                  </a:cubicBezTo>
                  <a:cubicBezTo>
                    <a:pt x="568" y="835"/>
                    <a:pt x="678" y="796"/>
                    <a:pt x="757" y="717"/>
                  </a:cubicBezTo>
                  <a:cubicBezTo>
                    <a:pt x="914" y="560"/>
                    <a:pt x="914" y="276"/>
                    <a:pt x="757" y="119"/>
                  </a:cubicBezTo>
                  <a:cubicBezTo>
                    <a:pt x="662" y="40"/>
                    <a:pt x="552" y="1"/>
                    <a:pt x="4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61" name="Google Shape;7061;p86"/>
          <p:cNvSpPr/>
          <p:nvPr/>
        </p:nvSpPr>
        <p:spPr>
          <a:xfrm>
            <a:off x="7991737" y="1828263"/>
            <a:ext cx="273732" cy="354519"/>
          </a:xfrm>
          <a:custGeom>
            <a:avLst/>
            <a:gdLst/>
            <a:ahLst/>
            <a:cxnLst/>
            <a:rect l="l" t="t" r="r" b="b"/>
            <a:pathLst>
              <a:path w="10871" h="14078" extrusionOk="0">
                <a:moveTo>
                  <a:pt x="8255" y="5009"/>
                </a:moveTo>
                <a:lnTo>
                  <a:pt x="8255" y="6648"/>
                </a:lnTo>
                <a:lnTo>
                  <a:pt x="2490" y="6648"/>
                </a:lnTo>
                <a:lnTo>
                  <a:pt x="2490" y="5009"/>
                </a:lnTo>
                <a:close/>
                <a:moveTo>
                  <a:pt x="9106" y="5230"/>
                </a:moveTo>
                <a:lnTo>
                  <a:pt x="9925" y="5639"/>
                </a:lnTo>
                <a:lnTo>
                  <a:pt x="9925" y="6679"/>
                </a:lnTo>
                <a:cubicBezTo>
                  <a:pt x="9799" y="6648"/>
                  <a:pt x="9641" y="6616"/>
                  <a:pt x="9484" y="6616"/>
                </a:cubicBezTo>
                <a:lnTo>
                  <a:pt x="9043" y="6616"/>
                </a:lnTo>
                <a:lnTo>
                  <a:pt x="9043" y="5230"/>
                </a:lnTo>
                <a:close/>
                <a:moveTo>
                  <a:pt x="1608" y="5261"/>
                </a:moveTo>
                <a:lnTo>
                  <a:pt x="1608" y="6648"/>
                </a:lnTo>
                <a:lnTo>
                  <a:pt x="1230" y="6648"/>
                </a:lnTo>
                <a:cubicBezTo>
                  <a:pt x="1072" y="6648"/>
                  <a:pt x="946" y="6679"/>
                  <a:pt x="789" y="6711"/>
                </a:cubicBezTo>
                <a:lnTo>
                  <a:pt x="789" y="5671"/>
                </a:lnTo>
                <a:lnTo>
                  <a:pt x="1608" y="5261"/>
                </a:lnTo>
                <a:close/>
                <a:moveTo>
                  <a:pt x="7405" y="9136"/>
                </a:moveTo>
                <a:lnTo>
                  <a:pt x="5357" y="10649"/>
                </a:lnTo>
                <a:lnTo>
                  <a:pt x="3277" y="9136"/>
                </a:lnTo>
                <a:close/>
                <a:moveTo>
                  <a:pt x="2049" y="0"/>
                </a:moveTo>
                <a:cubicBezTo>
                  <a:pt x="1828" y="0"/>
                  <a:pt x="1671" y="189"/>
                  <a:pt x="1671" y="378"/>
                </a:cubicBezTo>
                <a:lnTo>
                  <a:pt x="1671" y="4285"/>
                </a:lnTo>
                <a:lnTo>
                  <a:pt x="253" y="5009"/>
                </a:lnTo>
                <a:cubicBezTo>
                  <a:pt x="127" y="5041"/>
                  <a:pt x="1" y="5198"/>
                  <a:pt x="1" y="5356"/>
                </a:cubicBezTo>
                <a:lnTo>
                  <a:pt x="1" y="7845"/>
                </a:lnTo>
                <a:cubicBezTo>
                  <a:pt x="1" y="8506"/>
                  <a:pt x="568" y="9042"/>
                  <a:pt x="1261" y="9042"/>
                </a:cubicBezTo>
                <a:lnTo>
                  <a:pt x="1986" y="9042"/>
                </a:lnTo>
                <a:lnTo>
                  <a:pt x="4727" y="11153"/>
                </a:lnTo>
                <a:lnTo>
                  <a:pt x="1860" y="13295"/>
                </a:lnTo>
                <a:cubicBezTo>
                  <a:pt x="1671" y="13421"/>
                  <a:pt x="1608" y="13705"/>
                  <a:pt x="1765" y="13894"/>
                </a:cubicBezTo>
                <a:cubicBezTo>
                  <a:pt x="1842" y="14009"/>
                  <a:pt x="1978" y="14077"/>
                  <a:pt x="2115" y="14077"/>
                </a:cubicBezTo>
                <a:cubicBezTo>
                  <a:pt x="2202" y="14077"/>
                  <a:pt x="2290" y="14050"/>
                  <a:pt x="2364" y="13988"/>
                </a:cubicBezTo>
                <a:lnTo>
                  <a:pt x="5451" y="11657"/>
                </a:lnTo>
                <a:lnTo>
                  <a:pt x="8507" y="13988"/>
                </a:lnTo>
                <a:cubicBezTo>
                  <a:pt x="8586" y="14027"/>
                  <a:pt x="8675" y="14050"/>
                  <a:pt x="8763" y="14050"/>
                </a:cubicBezTo>
                <a:cubicBezTo>
                  <a:pt x="8889" y="14050"/>
                  <a:pt x="9014" y="14004"/>
                  <a:pt x="9106" y="13894"/>
                </a:cubicBezTo>
                <a:cubicBezTo>
                  <a:pt x="9232" y="13705"/>
                  <a:pt x="9232" y="13453"/>
                  <a:pt x="9011" y="13295"/>
                </a:cubicBezTo>
                <a:lnTo>
                  <a:pt x="6144" y="11153"/>
                </a:lnTo>
                <a:lnTo>
                  <a:pt x="8917" y="9042"/>
                </a:lnTo>
                <a:lnTo>
                  <a:pt x="9610" y="9042"/>
                </a:lnTo>
                <a:cubicBezTo>
                  <a:pt x="10271" y="9042"/>
                  <a:pt x="10870" y="8506"/>
                  <a:pt x="10870" y="7845"/>
                </a:cubicBezTo>
                <a:lnTo>
                  <a:pt x="10870" y="5387"/>
                </a:lnTo>
                <a:cubicBezTo>
                  <a:pt x="10870" y="5230"/>
                  <a:pt x="10744" y="5072"/>
                  <a:pt x="10650" y="5041"/>
                </a:cubicBezTo>
                <a:lnTo>
                  <a:pt x="9232" y="4316"/>
                </a:lnTo>
                <a:lnTo>
                  <a:pt x="9232" y="441"/>
                </a:lnTo>
                <a:cubicBezTo>
                  <a:pt x="9232" y="189"/>
                  <a:pt x="9011" y="32"/>
                  <a:pt x="8822" y="32"/>
                </a:cubicBezTo>
                <a:cubicBezTo>
                  <a:pt x="8602" y="32"/>
                  <a:pt x="8381" y="221"/>
                  <a:pt x="8381" y="441"/>
                </a:cubicBezTo>
                <a:lnTo>
                  <a:pt x="8381" y="851"/>
                </a:lnTo>
                <a:lnTo>
                  <a:pt x="2616" y="851"/>
                </a:lnTo>
                <a:lnTo>
                  <a:pt x="2616" y="378"/>
                </a:lnTo>
                <a:lnTo>
                  <a:pt x="2490" y="378"/>
                </a:lnTo>
                <a:cubicBezTo>
                  <a:pt x="2490" y="158"/>
                  <a:pt x="2269" y="0"/>
                  <a:pt x="20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62" name="Google Shape;7062;p86"/>
          <p:cNvGrpSpPr/>
          <p:nvPr/>
        </p:nvGrpSpPr>
        <p:grpSpPr>
          <a:xfrm>
            <a:off x="7961232" y="2283532"/>
            <a:ext cx="356221" cy="333240"/>
            <a:chOff x="-10858725" y="4092875"/>
            <a:chExt cx="353675" cy="330825"/>
          </a:xfrm>
        </p:grpSpPr>
        <p:sp>
          <p:nvSpPr>
            <p:cNvPr id="7063" name="Google Shape;7063;p86"/>
            <p:cNvSpPr/>
            <p:nvPr/>
          </p:nvSpPr>
          <p:spPr>
            <a:xfrm>
              <a:off x="-10795700" y="42370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86"/>
            <p:cNvSpPr/>
            <p:nvPr/>
          </p:nvSpPr>
          <p:spPr>
            <a:xfrm>
              <a:off x="-10713000" y="41543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86"/>
            <p:cNvSpPr/>
            <p:nvPr/>
          </p:nvSpPr>
          <p:spPr>
            <a:xfrm>
              <a:off x="-10713000" y="4320500"/>
              <a:ext cx="41750" cy="40975"/>
            </a:xfrm>
            <a:custGeom>
              <a:avLst/>
              <a:gdLst/>
              <a:ahLst/>
              <a:cxnLst/>
              <a:rect l="l" t="t" r="r" b="b"/>
              <a:pathLst>
                <a:path w="1670" h="1639" extrusionOk="0">
                  <a:moveTo>
                    <a:pt x="851" y="0"/>
                  </a:moveTo>
                  <a:cubicBezTo>
                    <a:pt x="378" y="0"/>
                    <a:pt x="0" y="347"/>
                    <a:pt x="0" y="819"/>
                  </a:cubicBezTo>
                  <a:cubicBezTo>
                    <a:pt x="0" y="1260"/>
                    <a:pt x="378" y="1638"/>
                    <a:pt x="851" y="1638"/>
                  </a:cubicBezTo>
                  <a:cubicBezTo>
                    <a:pt x="1292" y="1638"/>
                    <a:pt x="1670" y="1260"/>
                    <a:pt x="1670" y="819"/>
                  </a:cubicBezTo>
                  <a:cubicBezTo>
                    <a:pt x="1670" y="347"/>
                    <a:pt x="1292"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86"/>
            <p:cNvSpPr/>
            <p:nvPr/>
          </p:nvSpPr>
          <p:spPr>
            <a:xfrm>
              <a:off x="-10858725" y="4092875"/>
              <a:ext cx="331625" cy="330825"/>
            </a:xfrm>
            <a:custGeom>
              <a:avLst/>
              <a:gdLst/>
              <a:ahLst/>
              <a:cxnLst/>
              <a:rect l="l" t="t" r="r" b="b"/>
              <a:pathLst>
                <a:path w="13265" h="13233" extrusionOk="0">
                  <a:moveTo>
                    <a:pt x="6648" y="1639"/>
                  </a:moveTo>
                  <a:cubicBezTo>
                    <a:pt x="7562" y="1639"/>
                    <a:pt x="8318" y="2395"/>
                    <a:pt x="8318" y="3308"/>
                  </a:cubicBezTo>
                  <a:cubicBezTo>
                    <a:pt x="8318" y="4222"/>
                    <a:pt x="7562" y="4947"/>
                    <a:pt x="6648" y="4947"/>
                  </a:cubicBezTo>
                  <a:cubicBezTo>
                    <a:pt x="5766" y="4947"/>
                    <a:pt x="5010" y="4222"/>
                    <a:pt x="5010" y="3308"/>
                  </a:cubicBezTo>
                  <a:cubicBezTo>
                    <a:pt x="5010" y="2395"/>
                    <a:pt x="5735" y="1639"/>
                    <a:pt x="6648" y="1639"/>
                  </a:cubicBezTo>
                  <a:close/>
                  <a:moveTo>
                    <a:pt x="6648" y="5797"/>
                  </a:moveTo>
                  <a:cubicBezTo>
                    <a:pt x="7121" y="5797"/>
                    <a:pt x="7499" y="6144"/>
                    <a:pt x="7499" y="6616"/>
                  </a:cubicBezTo>
                  <a:cubicBezTo>
                    <a:pt x="7499" y="7089"/>
                    <a:pt x="7121" y="7435"/>
                    <a:pt x="6648" y="7435"/>
                  </a:cubicBezTo>
                  <a:cubicBezTo>
                    <a:pt x="6207" y="7435"/>
                    <a:pt x="5829" y="7089"/>
                    <a:pt x="5829" y="6616"/>
                  </a:cubicBezTo>
                  <a:cubicBezTo>
                    <a:pt x="5829" y="6144"/>
                    <a:pt x="6207" y="5797"/>
                    <a:pt x="6648" y="5797"/>
                  </a:cubicBezTo>
                  <a:close/>
                  <a:moveTo>
                    <a:pt x="3372" y="4947"/>
                  </a:moveTo>
                  <a:cubicBezTo>
                    <a:pt x="4254" y="4947"/>
                    <a:pt x="5010" y="5703"/>
                    <a:pt x="5010" y="6616"/>
                  </a:cubicBezTo>
                  <a:cubicBezTo>
                    <a:pt x="5010" y="7530"/>
                    <a:pt x="4254" y="8255"/>
                    <a:pt x="3372" y="8255"/>
                  </a:cubicBezTo>
                  <a:cubicBezTo>
                    <a:pt x="2458" y="8255"/>
                    <a:pt x="1702" y="7530"/>
                    <a:pt x="1702" y="6616"/>
                  </a:cubicBezTo>
                  <a:cubicBezTo>
                    <a:pt x="1702" y="5703"/>
                    <a:pt x="2395" y="4947"/>
                    <a:pt x="3372" y="4947"/>
                  </a:cubicBezTo>
                  <a:close/>
                  <a:moveTo>
                    <a:pt x="9956" y="4947"/>
                  </a:moveTo>
                  <a:cubicBezTo>
                    <a:pt x="10870" y="4947"/>
                    <a:pt x="11626" y="5703"/>
                    <a:pt x="11626" y="6616"/>
                  </a:cubicBezTo>
                  <a:cubicBezTo>
                    <a:pt x="11626" y="7530"/>
                    <a:pt x="10870" y="8255"/>
                    <a:pt x="9956" y="8255"/>
                  </a:cubicBezTo>
                  <a:cubicBezTo>
                    <a:pt x="9074" y="8255"/>
                    <a:pt x="8318" y="7530"/>
                    <a:pt x="8318" y="6616"/>
                  </a:cubicBezTo>
                  <a:cubicBezTo>
                    <a:pt x="8318" y="5703"/>
                    <a:pt x="9011" y="4947"/>
                    <a:pt x="9956" y="4947"/>
                  </a:cubicBezTo>
                  <a:close/>
                  <a:moveTo>
                    <a:pt x="6648" y="8255"/>
                  </a:moveTo>
                  <a:cubicBezTo>
                    <a:pt x="7562" y="8255"/>
                    <a:pt x="8318" y="9011"/>
                    <a:pt x="8318" y="9924"/>
                  </a:cubicBezTo>
                  <a:cubicBezTo>
                    <a:pt x="8318" y="10838"/>
                    <a:pt x="7562" y="11563"/>
                    <a:pt x="6648" y="11563"/>
                  </a:cubicBezTo>
                  <a:cubicBezTo>
                    <a:pt x="5766" y="11563"/>
                    <a:pt x="5010" y="10838"/>
                    <a:pt x="5010" y="9924"/>
                  </a:cubicBezTo>
                  <a:cubicBezTo>
                    <a:pt x="5010" y="9011"/>
                    <a:pt x="5766" y="8255"/>
                    <a:pt x="6648" y="8255"/>
                  </a:cubicBezTo>
                  <a:close/>
                  <a:moveTo>
                    <a:pt x="6648" y="0"/>
                  </a:moveTo>
                  <a:cubicBezTo>
                    <a:pt x="2994" y="0"/>
                    <a:pt x="1" y="2962"/>
                    <a:pt x="1" y="6616"/>
                  </a:cubicBezTo>
                  <a:cubicBezTo>
                    <a:pt x="1" y="10271"/>
                    <a:pt x="2994" y="13232"/>
                    <a:pt x="6648" y="13232"/>
                  </a:cubicBezTo>
                  <a:cubicBezTo>
                    <a:pt x="10334" y="13232"/>
                    <a:pt x="13264" y="10271"/>
                    <a:pt x="13264" y="6616"/>
                  </a:cubicBezTo>
                  <a:cubicBezTo>
                    <a:pt x="13264" y="2962"/>
                    <a:pt x="10334" y="0"/>
                    <a:pt x="66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86"/>
            <p:cNvSpPr/>
            <p:nvPr/>
          </p:nvSpPr>
          <p:spPr>
            <a:xfrm>
              <a:off x="-10630300" y="4237000"/>
              <a:ext cx="41750" cy="41775"/>
            </a:xfrm>
            <a:custGeom>
              <a:avLst/>
              <a:gdLst/>
              <a:ahLst/>
              <a:cxnLst/>
              <a:rect l="l" t="t" r="r" b="b"/>
              <a:pathLst>
                <a:path w="1670" h="1671" extrusionOk="0">
                  <a:moveTo>
                    <a:pt x="819" y="1"/>
                  </a:moveTo>
                  <a:cubicBezTo>
                    <a:pt x="378" y="1"/>
                    <a:pt x="0" y="379"/>
                    <a:pt x="0" y="851"/>
                  </a:cubicBezTo>
                  <a:cubicBezTo>
                    <a:pt x="0" y="1292"/>
                    <a:pt x="378" y="1670"/>
                    <a:pt x="819" y="1670"/>
                  </a:cubicBezTo>
                  <a:cubicBezTo>
                    <a:pt x="1292" y="1670"/>
                    <a:pt x="1670" y="1292"/>
                    <a:pt x="1670" y="851"/>
                  </a:cubicBezTo>
                  <a:cubicBezTo>
                    <a:pt x="1670" y="379"/>
                    <a:pt x="1292" y="1"/>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86"/>
            <p:cNvSpPr/>
            <p:nvPr/>
          </p:nvSpPr>
          <p:spPr>
            <a:xfrm>
              <a:off x="-10607475" y="4340975"/>
              <a:ext cx="102425" cy="82725"/>
            </a:xfrm>
            <a:custGeom>
              <a:avLst/>
              <a:gdLst/>
              <a:ahLst/>
              <a:cxnLst/>
              <a:rect l="l" t="t" r="r" b="b"/>
              <a:pathLst>
                <a:path w="4097" h="3309" extrusionOk="0">
                  <a:moveTo>
                    <a:pt x="3309" y="0"/>
                  </a:moveTo>
                  <a:cubicBezTo>
                    <a:pt x="2584" y="1418"/>
                    <a:pt x="1418" y="2584"/>
                    <a:pt x="1" y="3308"/>
                  </a:cubicBezTo>
                  <a:lnTo>
                    <a:pt x="3655" y="3308"/>
                  </a:lnTo>
                  <a:cubicBezTo>
                    <a:pt x="3907" y="3308"/>
                    <a:pt x="4096" y="3119"/>
                    <a:pt x="4096" y="2867"/>
                  </a:cubicBezTo>
                  <a:lnTo>
                    <a:pt x="4096" y="378"/>
                  </a:lnTo>
                  <a:cubicBezTo>
                    <a:pt x="4065" y="189"/>
                    <a:pt x="3907" y="0"/>
                    <a:pt x="36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69" name="Google Shape;7069;p86"/>
          <p:cNvGrpSpPr/>
          <p:nvPr/>
        </p:nvGrpSpPr>
        <p:grpSpPr>
          <a:xfrm>
            <a:off x="6219755" y="3222498"/>
            <a:ext cx="252278" cy="355451"/>
            <a:chOff x="-9039300" y="3614000"/>
            <a:chExt cx="250475" cy="352875"/>
          </a:xfrm>
        </p:grpSpPr>
        <p:sp>
          <p:nvSpPr>
            <p:cNvPr id="7070" name="Google Shape;7070;p86"/>
            <p:cNvSpPr/>
            <p:nvPr/>
          </p:nvSpPr>
          <p:spPr>
            <a:xfrm>
              <a:off x="-8944000" y="3614000"/>
              <a:ext cx="63025" cy="63025"/>
            </a:xfrm>
            <a:custGeom>
              <a:avLst/>
              <a:gdLst/>
              <a:ahLst/>
              <a:cxnLst/>
              <a:rect l="l" t="t" r="r" b="b"/>
              <a:pathLst>
                <a:path w="2521" h="2521" extrusionOk="0">
                  <a:moveTo>
                    <a:pt x="1260" y="0"/>
                  </a:moveTo>
                  <a:cubicBezTo>
                    <a:pt x="567" y="0"/>
                    <a:pt x="0" y="567"/>
                    <a:pt x="0" y="1261"/>
                  </a:cubicBezTo>
                  <a:cubicBezTo>
                    <a:pt x="0" y="1954"/>
                    <a:pt x="567" y="2521"/>
                    <a:pt x="1260" y="2521"/>
                  </a:cubicBezTo>
                  <a:cubicBezTo>
                    <a:pt x="1985" y="2521"/>
                    <a:pt x="2521" y="1954"/>
                    <a:pt x="2521" y="1261"/>
                  </a:cubicBezTo>
                  <a:cubicBezTo>
                    <a:pt x="2521" y="567"/>
                    <a:pt x="1985" y="0"/>
                    <a:pt x="1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86"/>
            <p:cNvSpPr/>
            <p:nvPr/>
          </p:nvSpPr>
          <p:spPr>
            <a:xfrm>
              <a:off x="-9039300" y="3696700"/>
              <a:ext cx="250475" cy="270175"/>
            </a:xfrm>
            <a:custGeom>
              <a:avLst/>
              <a:gdLst/>
              <a:ahLst/>
              <a:cxnLst/>
              <a:rect l="l" t="t" r="r" b="b"/>
              <a:pathLst>
                <a:path w="10019" h="10807" extrusionOk="0">
                  <a:moveTo>
                    <a:pt x="914" y="0"/>
                  </a:moveTo>
                  <a:cubicBezTo>
                    <a:pt x="473" y="32"/>
                    <a:pt x="126" y="410"/>
                    <a:pt x="126" y="883"/>
                  </a:cubicBezTo>
                  <a:cubicBezTo>
                    <a:pt x="126" y="1355"/>
                    <a:pt x="473" y="1702"/>
                    <a:pt x="945" y="1702"/>
                  </a:cubicBezTo>
                  <a:lnTo>
                    <a:pt x="4253" y="1702"/>
                  </a:lnTo>
                  <a:lnTo>
                    <a:pt x="4253" y="4033"/>
                  </a:lnTo>
                  <a:lnTo>
                    <a:pt x="441" y="6868"/>
                  </a:lnTo>
                  <a:cubicBezTo>
                    <a:pt x="95" y="7120"/>
                    <a:pt x="0" y="7656"/>
                    <a:pt x="284" y="8003"/>
                  </a:cubicBezTo>
                  <a:cubicBezTo>
                    <a:pt x="453" y="8210"/>
                    <a:pt x="713" y="8327"/>
                    <a:pt x="962" y="8327"/>
                  </a:cubicBezTo>
                  <a:cubicBezTo>
                    <a:pt x="1129" y="8327"/>
                    <a:pt x="1291" y="8274"/>
                    <a:pt x="1418" y="8160"/>
                  </a:cubicBezTo>
                  <a:lnTo>
                    <a:pt x="4222" y="6018"/>
                  </a:lnTo>
                  <a:lnTo>
                    <a:pt x="4222" y="9956"/>
                  </a:lnTo>
                  <a:cubicBezTo>
                    <a:pt x="4222" y="10428"/>
                    <a:pt x="4568" y="10807"/>
                    <a:pt x="5041" y="10807"/>
                  </a:cubicBezTo>
                  <a:cubicBezTo>
                    <a:pt x="5513" y="10807"/>
                    <a:pt x="5860" y="10460"/>
                    <a:pt x="5860" y="9956"/>
                  </a:cubicBezTo>
                  <a:lnTo>
                    <a:pt x="5860" y="1670"/>
                  </a:lnTo>
                  <a:lnTo>
                    <a:pt x="9168" y="1670"/>
                  </a:lnTo>
                  <a:cubicBezTo>
                    <a:pt x="9641" y="1670"/>
                    <a:pt x="10019" y="1292"/>
                    <a:pt x="10019" y="820"/>
                  </a:cubicBezTo>
                  <a:cubicBezTo>
                    <a:pt x="10019" y="347"/>
                    <a:pt x="9641" y="0"/>
                    <a:pt x="91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2" name="Google Shape;7072;p86"/>
          <p:cNvGrpSpPr/>
          <p:nvPr/>
        </p:nvGrpSpPr>
        <p:grpSpPr>
          <a:xfrm>
            <a:off x="7951721" y="3244737"/>
            <a:ext cx="354635" cy="354670"/>
            <a:chOff x="-9088150" y="4049550"/>
            <a:chExt cx="352100" cy="352100"/>
          </a:xfrm>
        </p:grpSpPr>
        <p:sp>
          <p:nvSpPr>
            <p:cNvPr id="7073" name="Google Shape;7073;p86"/>
            <p:cNvSpPr/>
            <p:nvPr/>
          </p:nvSpPr>
          <p:spPr>
            <a:xfrm>
              <a:off x="-9047975" y="4049550"/>
              <a:ext cx="290650" cy="165425"/>
            </a:xfrm>
            <a:custGeom>
              <a:avLst/>
              <a:gdLst/>
              <a:ahLst/>
              <a:cxnLst/>
              <a:rect l="l" t="t" r="r" b="b"/>
              <a:pathLst>
                <a:path w="11626" h="6617" extrusionOk="0">
                  <a:moveTo>
                    <a:pt x="473" y="1"/>
                  </a:moveTo>
                  <a:cubicBezTo>
                    <a:pt x="316" y="1"/>
                    <a:pt x="158" y="64"/>
                    <a:pt x="64" y="221"/>
                  </a:cubicBezTo>
                  <a:cubicBezTo>
                    <a:pt x="1" y="379"/>
                    <a:pt x="32" y="536"/>
                    <a:pt x="158" y="662"/>
                  </a:cubicBezTo>
                  <a:lnTo>
                    <a:pt x="3340" y="4317"/>
                  </a:lnTo>
                  <a:lnTo>
                    <a:pt x="3340" y="2048"/>
                  </a:lnTo>
                  <a:cubicBezTo>
                    <a:pt x="3340" y="1796"/>
                    <a:pt x="3529" y="1639"/>
                    <a:pt x="3781" y="1639"/>
                  </a:cubicBezTo>
                  <a:cubicBezTo>
                    <a:pt x="4002" y="1639"/>
                    <a:pt x="4159" y="1859"/>
                    <a:pt x="4159" y="2048"/>
                  </a:cubicBezTo>
                  <a:lnTo>
                    <a:pt x="4159" y="5262"/>
                  </a:lnTo>
                  <a:lnTo>
                    <a:pt x="5325" y="6617"/>
                  </a:lnTo>
                  <a:lnTo>
                    <a:pt x="10744" y="6617"/>
                  </a:lnTo>
                  <a:cubicBezTo>
                    <a:pt x="11311" y="6112"/>
                    <a:pt x="11626" y="5356"/>
                    <a:pt x="11626" y="4537"/>
                  </a:cubicBezTo>
                  <a:cubicBezTo>
                    <a:pt x="11626" y="2899"/>
                    <a:pt x="10303" y="1607"/>
                    <a:pt x="8727" y="1607"/>
                  </a:cubicBezTo>
                  <a:lnTo>
                    <a:pt x="7751" y="1607"/>
                  </a:lnTo>
                  <a:cubicBezTo>
                    <a:pt x="7436" y="1607"/>
                    <a:pt x="7121" y="1481"/>
                    <a:pt x="6900" y="1261"/>
                  </a:cubicBezTo>
                  <a:lnTo>
                    <a:pt x="6207" y="599"/>
                  </a:lnTo>
                  <a:cubicBezTo>
                    <a:pt x="5829" y="190"/>
                    <a:pt x="5325"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86"/>
            <p:cNvSpPr/>
            <p:nvPr/>
          </p:nvSpPr>
          <p:spPr>
            <a:xfrm>
              <a:off x="-8964475" y="4157450"/>
              <a:ext cx="20500" cy="57525"/>
            </a:xfrm>
            <a:custGeom>
              <a:avLst/>
              <a:gdLst/>
              <a:ahLst/>
              <a:cxnLst/>
              <a:rect l="l" t="t" r="r" b="b"/>
              <a:pathLst>
                <a:path w="820" h="2301" extrusionOk="0">
                  <a:moveTo>
                    <a:pt x="0" y="1"/>
                  </a:moveTo>
                  <a:lnTo>
                    <a:pt x="0" y="2301"/>
                  </a:lnTo>
                  <a:lnTo>
                    <a:pt x="819" y="2301"/>
                  </a:lnTo>
                  <a:lnTo>
                    <a:pt x="819" y="946"/>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86"/>
            <p:cNvSpPr/>
            <p:nvPr/>
          </p:nvSpPr>
          <p:spPr>
            <a:xfrm>
              <a:off x="-9088150" y="4235425"/>
              <a:ext cx="352100" cy="82725"/>
            </a:xfrm>
            <a:custGeom>
              <a:avLst/>
              <a:gdLst/>
              <a:ahLst/>
              <a:cxnLst/>
              <a:rect l="l" t="t" r="r" b="b"/>
              <a:pathLst>
                <a:path w="14084" h="3309" extrusionOk="0">
                  <a:moveTo>
                    <a:pt x="2868" y="1"/>
                  </a:moveTo>
                  <a:cubicBezTo>
                    <a:pt x="2206" y="1"/>
                    <a:pt x="1639" y="568"/>
                    <a:pt x="1639" y="1229"/>
                  </a:cubicBezTo>
                  <a:lnTo>
                    <a:pt x="1639" y="1670"/>
                  </a:lnTo>
                  <a:lnTo>
                    <a:pt x="820" y="1670"/>
                  </a:lnTo>
                  <a:cubicBezTo>
                    <a:pt x="347" y="1670"/>
                    <a:pt x="1" y="2017"/>
                    <a:pt x="1" y="2490"/>
                  </a:cubicBezTo>
                  <a:lnTo>
                    <a:pt x="1" y="2868"/>
                  </a:lnTo>
                  <a:cubicBezTo>
                    <a:pt x="1" y="3120"/>
                    <a:pt x="190" y="3309"/>
                    <a:pt x="379" y="3309"/>
                  </a:cubicBezTo>
                  <a:lnTo>
                    <a:pt x="13264" y="3309"/>
                  </a:lnTo>
                  <a:cubicBezTo>
                    <a:pt x="13737" y="3309"/>
                    <a:pt x="14083" y="2962"/>
                    <a:pt x="14083" y="2490"/>
                  </a:cubicBezTo>
                  <a:lnTo>
                    <a:pt x="14083" y="410"/>
                  </a:lnTo>
                  <a:cubicBezTo>
                    <a:pt x="14083" y="158"/>
                    <a:pt x="13894" y="1"/>
                    <a:pt x="136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86"/>
            <p:cNvSpPr/>
            <p:nvPr/>
          </p:nvSpPr>
          <p:spPr>
            <a:xfrm>
              <a:off x="-9064525" y="4338600"/>
              <a:ext cx="53600" cy="63050"/>
            </a:xfrm>
            <a:custGeom>
              <a:avLst/>
              <a:gdLst/>
              <a:ahLst/>
              <a:cxnLst/>
              <a:rect l="l" t="t" r="r" b="b"/>
              <a:pathLst>
                <a:path w="2144" h="2522" extrusionOk="0">
                  <a:moveTo>
                    <a:pt x="1" y="1"/>
                  </a:moveTo>
                  <a:lnTo>
                    <a:pt x="253" y="2175"/>
                  </a:lnTo>
                  <a:cubicBezTo>
                    <a:pt x="316" y="2364"/>
                    <a:pt x="473" y="2521"/>
                    <a:pt x="663" y="2521"/>
                  </a:cubicBezTo>
                  <a:lnTo>
                    <a:pt x="1482" y="2521"/>
                  </a:lnTo>
                  <a:cubicBezTo>
                    <a:pt x="1671" y="2521"/>
                    <a:pt x="1891" y="2364"/>
                    <a:pt x="1891" y="2175"/>
                  </a:cubicBezTo>
                  <a:lnTo>
                    <a:pt x="214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86"/>
            <p:cNvSpPr/>
            <p:nvPr/>
          </p:nvSpPr>
          <p:spPr>
            <a:xfrm>
              <a:off x="-8898325" y="4338600"/>
              <a:ext cx="54375" cy="63050"/>
            </a:xfrm>
            <a:custGeom>
              <a:avLst/>
              <a:gdLst/>
              <a:ahLst/>
              <a:cxnLst/>
              <a:rect l="l" t="t" r="r" b="b"/>
              <a:pathLst>
                <a:path w="2175" h="2522" extrusionOk="0">
                  <a:moveTo>
                    <a:pt x="0" y="1"/>
                  </a:moveTo>
                  <a:lnTo>
                    <a:pt x="284" y="2175"/>
                  </a:lnTo>
                  <a:cubicBezTo>
                    <a:pt x="284" y="2364"/>
                    <a:pt x="473" y="2521"/>
                    <a:pt x="662" y="2521"/>
                  </a:cubicBezTo>
                  <a:lnTo>
                    <a:pt x="1481" y="2521"/>
                  </a:lnTo>
                  <a:cubicBezTo>
                    <a:pt x="1702" y="2521"/>
                    <a:pt x="1891" y="2364"/>
                    <a:pt x="1891" y="2175"/>
                  </a:cubicBezTo>
                  <a:lnTo>
                    <a:pt x="21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86"/>
            <p:cNvSpPr/>
            <p:nvPr/>
          </p:nvSpPr>
          <p:spPr>
            <a:xfrm>
              <a:off x="-8814850" y="4338600"/>
              <a:ext cx="54375" cy="63050"/>
            </a:xfrm>
            <a:custGeom>
              <a:avLst/>
              <a:gdLst/>
              <a:ahLst/>
              <a:cxnLst/>
              <a:rect l="l" t="t" r="r" b="b"/>
              <a:pathLst>
                <a:path w="2175" h="2522" extrusionOk="0">
                  <a:moveTo>
                    <a:pt x="1" y="1"/>
                  </a:moveTo>
                  <a:lnTo>
                    <a:pt x="285" y="2175"/>
                  </a:lnTo>
                  <a:cubicBezTo>
                    <a:pt x="285" y="2364"/>
                    <a:pt x="442" y="2521"/>
                    <a:pt x="663" y="2521"/>
                  </a:cubicBezTo>
                  <a:lnTo>
                    <a:pt x="1513" y="2521"/>
                  </a:lnTo>
                  <a:cubicBezTo>
                    <a:pt x="1702" y="2521"/>
                    <a:pt x="1891" y="2364"/>
                    <a:pt x="1891" y="2175"/>
                  </a:cubicBezTo>
                  <a:lnTo>
                    <a:pt x="217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9" name="Google Shape;7079;p86"/>
          <p:cNvGrpSpPr/>
          <p:nvPr/>
        </p:nvGrpSpPr>
        <p:grpSpPr>
          <a:xfrm>
            <a:off x="7086085" y="2746970"/>
            <a:ext cx="315757" cy="354670"/>
            <a:chOff x="-8191825" y="3174500"/>
            <a:chExt cx="313500" cy="352100"/>
          </a:xfrm>
        </p:grpSpPr>
        <p:sp>
          <p:nvSpPr>
            <p:cNvPr id="7080" name="Google Shape;7080;p86"/>
            <p:cNvSpPr/>
            <p:nvPr/>
          </p:nvSpPr>
          <p:spPr>
            <a:xfrm>
              <a:off x="-8191825" y="3486400"/>
              <a:ext cx="310350" cy="40200"/>
            </a:xfrm>
            <a:custGeom>
              <a:avLst/>
              <a:gdLst/>
              <a:ahLst/>
              <a:cxnLst/>
              <a:rect l="l" t="t" r="r" b="b"/>
              <a:pathLst>
                <a:path w="12414" h="1608" extrusionOk="0">
                  <a:moveTo>
                    <a:pt x="0" y="1"/>
                  </a:moveTo>
                  <a:lnTo>
                    <a:pt x="0" y="1229"/>
                  </a:lnTo>
                  <a:lnTo>
                    <a:pt x="63" y="1229"/>
                  </a:lnTo>
                  <a:cubicBezTo>
                    <a:pt x="63" y="1450"/>
                    <a:pt x="252" y="1607"/>
                    <a:pt x="441" y="1607"/>
                  </a:cubicBezTo>
                  <a:lnTo>
                    <a:pt x="12035" y="1607"/>
                  </a:lnTo>
                  <a:cubicBezTo>
                    <a:pt x="12256" y="1607"/>
                    <a:pt x="12413" y="1418"/>
                    <a:pt x="12413" y="1229"/>
                  </a:cubicBezTo>
                  <a:lnTo>
                    <a:pt x="124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86"/>
            <p:cNvSpPr/>
            <p:nvPr/>
          </p:nvSpPr>
          <p:spPr>
            <a:xfrm>
              <a:off x="-8188675" y="3318650"/>
              <a:ext cx="310350" cy="146500"/>
            </a:xfrm>
            <a:custGeom>
              <a:avLst/>
              <a:gdLst/>
              <a:ahLst/>
              <a:cxnLst/>
              <a:rect l="l" t="t" r="r" b="b"/>
              <a:pathLst>
                <a:path w="12414" h="5860" extrusionOk="0">
                  <a:moveTo>
                    <a:pt x="5199" y="0"/>
                  </a:moveTo>
                  <a:lnTo>
                    <a:pt x="4096" y="2237"/>
                  </a:lnTo>
                  <a:cubicBezTo>
                    <a:pt x="4024" y="2404"/>
                    <a:pt x="3863" y="2481"/>
                    <a:pt x="3706" y="2481"/>
                  </a:cubicBezTo>
                  <a:cubicBezTo>
                    <a:pt x="3656" y="2481"/>
                    <a:pt x="3606" y="2473"/>
                    <a:pt x="3560" y="2457"/>
                  </a:cubicBezTo>
                  <a:cubicBezTo>
                    <a:pt x="3371" y="2331"/>
                    <a:pt x="3277" y="2111"/>
                    <a:pt x="3371" y="1890"/>
                  </a:cubicBezTo>
                  <a:lnTo>
                    <a:pt x="4222" y="126"/>
                  </a:lnTo>
                  <a:lnTo>
                    <a:pt x="4222" y="126"/>
                  </a:lnTo>
                  <a:cubicBezTo>
                    <a:pt x="1828" y="630"/>
                    <a:pt x="0" y="2836"/>
                    <a:pt x="0" y="5450"/>
                  </a:cubicBezTo>
                  <a:lnTo>
                    <a:pt x="0" y="5860"/>
                  </a:lnTo>
                  <a:lnTo>
                    <a:pt x="12413" y="5860"/>
                  </a:lnTo>
                  <a:lnTo>
                    <a:pt x="12413" y="5450"/>
                  </a:lnTo>
                  <a:cubicBezTo>
                    <a:pt x="12319" y="2836"/>
                    <a:pt x="10523" y="630"/>
                    <a:pt x="8129" y="126"/>
                  </a:cubicBezTo>
                  <a:lnTo>
                    <a:pt x="8129" y="126"/>
                  </a:lnTo>
                  <a:lnTo>
                    <a:pt x="8979" y="1890"/>
                  </a:lnTo>
                  <a:cubicBezTo>
                    <a:pt x="9105" y="2111"/>
                    <a:pt x="8979" y="2331"/>
                    <a:pt x="8790" y="2457"/>
                  </a:cubicBezTo>
                  <a:cubicBezTo>
                    <a:pt x="8741" y="2482"/>
                    <a:pt x="8685" y="2494"/>
                    <a:pt x="8628" y="2494"/>
                  </a:cubicBezTo>
                  <a:cubicBezTo>
                    <a:pt x="8468" y="2494"/>
                    <a:pt x="8301" y="2400"/>
                    <a:pt x="8255" y="2237"/>
                  </a:cubicBezTo>
                  <a:lnTo>
                    <a:pt x="7152" y="0"/>
                  </a:lnTo>
                  <a:lnTo>
                    <a:pt x="6585" y="0"/>
                  </a:lnTo>
                  <a:lnTo>
                    <a:pt x="6585" y="2899"/>
                  </a:lnTo>
                  <a:cubicBezTo>
                    <a:pt x="6585" y="3119"/>
                    <a:pt x="6396" y="3308"/>
                    <a:pt x="6207" y="3308"/>
                  </a:cubicBezTo>
                  <a:cubicBezTo>
                    <a:pt x="5955" y="3308"/>
                    <a:pt x="5797" y="3119"/>
                    <a:pt x="5797" y="2899"/>
                  </a:cubicBez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86"/>
            <p:cNvSpPr/>
            <p:nvPr/>
          </p:nvSpPr>
          <p:spPr>
            <a:xfrm>
              <a:off x="-8169775" y="3174500"/>
              <a:ext cx="267825" cy="129975"/>
            </a:xfrm>
            <a:custGeom>
              <a:avLst/>
              <a:gdLst/>
              <a:ahLst/>
              <a:cxnLst/>
              <a:rect l="l" t="t" r="r" b="b"/>
              <a:pathLst>
                <a:path w="10713" h="5199" extrusionOk="0">
                  <a:moveTo>
                    <a:pt x="1639" y="1"/>
                  </a:moveTo>
                  <a:cubicBezTo>
                    <a:pt x="757" y="1"/>
                    <a:pt x="1" y="725"/>
                    <a:pt x="1" y="1639"/>
                  </a:cubicBezTo>
                  <a:lnTo>
                    <a:pt x="1" y="2080"/>
                  </a:lnTo>
                  <a:cubicBezTo>
                    <a:pt x="1" y="2301"/>
                    <a:pt x="190" y="2521"/>
                    <a:pt x="379" y="2521"/>
                  </a:cubicBezTo>
                  <a:lnTo>
                    <a:pt x="2521" y="2521"/>
                  </a:lnTo>
                  <a:lnTo>
                    <a:pt x="3057" y="5199"/>
                  </a:lnTo>
                  <a:cubicBezTo>
                    <a:pt x="3529" y="5073"/>
                    <a:pt x="4002" y="4978"/>
                    <a:pt x="4537" y="4978"/>
                  </a:cubicBezTo>
                  <a:lnTo>
                    <a:pt x="6176" y="4978"/>
                  </a:lnTo>
                  <a:cubicBezTo>
                    <a:pt x="6680" y="4978"/>
                    <a:pt x="7152" y="5073"/>
                    <a:pt x="7625" y="5199"/>
                  </a:cubicBezTo>
                  <a:lnTo>
                    <a:pt x="8192" y="2521"/>
                  </a:lnTo>
                  <a:lnTo>
                    <a:pt x="10303" y="2521"/>
                  </a:lnTo>
                  <a:cubicBezTo>
                    <a:pt x="10555" y="2521"/>
                    <a:pt x="10712" y="2301"/>
                    <a:pt x="10712" y="2080"/>
                  </a:cubicBezTo>
                  <a:lnTo>
                    <a:pt x="10712" y="1639"/>
                  </a:lnTo>
                  <a:cubicBezTo>
                    <a:pt x="10712" y="725"/>
                    <a:pt x="9956" y="1"/>
                    <a:pt x="9042" y="1"/>
                  </a:cubicBezTo>
                  <a:cubicBezTo>
                    <a:pt x="8160" y="1"/>
                    <a:pt x="7404" y="725"/>
                    <a:pt x="7404" y="1639"/>
                  </a:cubicBezTo>
                  <a:lnTo>
                    <a:pt x="7310" y="1639"/>
                  </a:lnTo>
                  <a:cubicBezTo>
                    <a:pt x="6617" y="1639"/>
                    <a:pt x="5892" y="1891"/>
                    <a:pt x="5325" y="2364"/>
                  </a:cubicBezTo>
                  <a:cubicBezTo>
                    <a:pt x="4852" y="1891"/>
                    <a:pt x="4128" y="1639"/>
                    <a:pt x="3372" y="1639"/>
                  </a:cubicBezTo>
                  <a:lnTo>
                    <a:pt x="3309" y="1639"/>
                  </a:lnTo>
                  <a:cubicBezTo>
                    <a:pt x="3309" y="725"/>
                    <a:pt x="2552" y="1"/>
                    <a:pt x="1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3" name="Google Shape;7083;p86"/>
          <p:cNvGrpSpPr/>
          <p:nvPr/>
        </p:nvGrpSpPr>
        <p:grpSpPr>
          <a:xfrm>
            <a:off x="4835443" y="1387491"/>
            <a:ext cx="356221" cy="354973"/>
            <a:chOff x="-13947000" y="3212800"/>
            <a:chExt cx="353675" cy="352400"/>
          </a:xfrm>
        </p:grpSpPr>
        <p:sp>
          <p:nvSpPr>
            <p:cNvPr id="7084" name="Google Shape;7084;p86"/>
            <p:cNvSpPr/>
            <p:nvPr/>
          </p:nvSpPr>
          <p:spPr>
            <a:xfrm>
              <a:off x="-13947000" y="3212800"/>
              <a:ext cx="229225" cy="268125"/>
            </a:xfrm>
            <a:custGeom>
              <a:avLst/>
              <a:gdLst/>
              <a:ahLst/>
              <a:cxnLst/>
              <a:rect l="l" t="t" r="r" b="b"/>
              <a:pathLst>
                <a:path w="9169" h="10725" extrusionOk="0">
                  <a:moveTo>
                    <a:pt x="2959" y="2501"/>
                  </a:moveTo>
                  <a:cubicBezTo>
                    <a:pt x="3099" y="2501"/>
                    <a:pt x="3225" y="2585"/>
                    <a:pt x="3309" y="2753"/>
                  </a:cubicBezTo>
                  <a:cubicBezTo>
                    <a:pt x="3435" y="2942"/>
                    <a:pt x="3309" y="3194"/>
                    <a:pt x="3120" y="3289"/>
                  </a:cubicBezTo>
                  <a:lnTo>
                    <a:pt x="1450" y="4140"/>
                  </a:lnTo>
                  <a:cubicBezTo>
                    <a:pt x="1404" y="4155"/>
                    <a:pt x="1354" y="4163"/>
                    <a:pt x="1304" y="4163"/>
                  </a:cubicBezTo>
                  <a:cubicBezTo>
                    <a:pt x="1148" y="4163"/>
                    <a:pt x="986" y="4086"/>
                    <a:pt x="914" y="3919"/>
                  </a:cubicBezTo>
                  <a:cubicBezTo>
                    <a:pt x="788" y="3730"/>
                    <a:pt x="914" y="3509"/>
                    <a:pt x="1103" y="3383"/>
                  </a:cubicBezTo>
                  <a:lnTo>
                    <a:pt x="2742" y="2564"/>
                  </a:lnTo>
                  <a:cubicBezTo>
                    <a:pt x="2815" y="2522"/>
                    <a:pt x="2889" y="2501"/>
                    <a:pt x="2959" y="2501"/>
                  </a:cubicBezTo>
                  <a:close/>
                  <a:moveTo>
                    <a:pt x="416" y="0"/>
                  </a:moveTo>
                  <a:cubicBezTo>
                    <a:pt x="338" y="0"/>
                    <a:pt x="259" y="23"/>
                    <a:pt x="190" y="75"/>
                  </a:cubicBezTo>
                  <a:cubicBezTo>
                    <a:pt x="64" y="138"/>
                    <a:pt x="1" y="264"/>
                    <a:pt x="1" y="422"/>
                  </a:cubicBezTo>
                  <a:lnTo>
                    <a:pt x="1" y="5337"/>
                  </a:lnTo>
                  <a:cubicBezTo>
                    <a:pt x="32" y="7952"/>
                    <a:pt x="1922" y="10220"/>
                    <a:pt x="4537" y="10724"/>
                  </a:cubicBezTo>
                  <a:lnTo>
                    <a:pt x="4569" y="10724"/>
                  </a:lnTo>
                  <a:cubicBezTo>
                    <a:pt x="4317" y="10062"/>
                    <a:pt x="4159" y="9369"/>
                    <a:pt x="4159" y="8613"/>
                  </a:cubicBezTo>
                  <a:lnTo>
                    <a:pt x="4159" y="7511"/>
                  </a:lnTo>
                  <a:cubicBezTo>
                    <a:pt x="3813" y="7574"/>
                    <a:pt x="3498" y="7763"/>
                    <a:pt x="3214" y="8015"/>
                  </a:cubicBezTo>
                  <a:cubicBezTo>
                    <a:pt x="3135" y="8093"/>
                    <a:pt x="3033" y="8133"/>
                    <a:pt x="2931" y="8133"/>
                  </a:cubicBezTo>
                  <a:cubicBezTo>
                    <a:pt x="2828" y="8133"/>
                    <a:pt x="2726" y="8093"/>
                    <a:pt x="2647" y="8015"/>
                  </a:cubicBezTo>
                  <a:cubicBezTo>
                    <a:pt x="2490" y="7857"/>
                    <a:pt x="2490" y="7574"/>
                    <a:pt x="2647" y="7448"/>
                  </a:cubicBezTo>
                  <a:cubicBezTo>
                    <a:pt x="3057" y="7006"/>
                    <a:pt x="3592" y="6754"/>
                    <a:pt x="4159" y="6691"/>
                  </a:cubicBezTo>
                  <a:lnTo>
                    <a:pt x="4159" y="3761"/>
                  </a:lnTo>
                  <a:cubicBezTo>
                    <a:pt x="4159" y="3068"/>
                    <a:pt x="4726" y="2564"/>
                    <a:pt x="5420" y="2564"/>
                  </a:cubicBezTo>
                  <a:cubicBezTo>
                    <a:pt x="5577" y="2564"/>
                    <a:pt x="5735" y="2596"/>
                    <a:pt x="5892" y="2627"/>
                  </a:cubicBezTo>
                  <a:cubicBezTo>
                    <a:pt x="6932" y="3068"/>
                    <a:pt x="8066" y="3257"/>
                    <a:pt x="9169" y="3289"/>
                  </a:cubicBezTo>
                  <a:lnTo>
                    <a:pt x="9169" y="422"/>
                  </a:lnTo>
                  <a:cubicBezTo>
                    <a:pt x="9169" y="296"/>
                    <a:pt x="9106" y="138"/>
                    <a:pt x="8980" y="75"/>
                  </a:cubicBezTo>
                  <a:cubicBezTo>
                    <a:pt x="8910" y="23"/>
                    <a:pt x="8831" y="0"/>
                    <a:pt x="8753" y="0"/>
                  </a:cubicBezTo>
                  <a:cubicBezTo>
                    <a:pt x="8690" y="0"/>
                    <a:pt x="8627" y="16"/>
                    <a:pt x="8570" y="44"/>
                  </a:cubicBezTo>
                  <a:cubicBezTo>
                    <a:pt x="7294" y="548"/>
                    <a:pt x="5939" y="800"/>
                    <a:pt x="4585" y="800"/>
                  </a:cubicBezTo>
                  <a:cubicBezTo>
                    <a:pt x="3230" y="800"/>
                    <a:pt x="1875" y="548"/>
                    <a:pt x="599" y="44"/>
                  </a:cubicBezTo>
                  <a:cubicBezTo>
                    <a:pt x="543" y="16"/>
                    <a:pt x="480" y="0"/>
                    <a:pt x="4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86"/>
            <p:cNvSpPr/>
            <p:nvPr/>
          </p:nvSpPr>
          <p:spPr>
            <a:xfrm>
              <a:off x="-13821775" y="3295600"/>
              <a:ext cx="228450" cy="269600"/>
            </a:xfrm>
            <a:custGeom>
              <a:avLst/>
              <a:gdLst/>
              <a:ahLst/>
              <a:cxnLst/>
              <a:rect l="l" t="t" r="r" b="b"/>
              <a:pathLst>
                <a:path w="9138" h="10784" extrusionOk="0">
                  <a:moveTo>
                    <a:pt x="2108" y="3311"/>
                  </a:moveTo>
                  <a:cubicBezTo>
                    <a:pt x="2163" y="3311"/>
                    <a:pt x="2219" y="3323"/>
                    <a:pt x="2269" y="3348"/>
                  </a:cubicBezTo>
                  <a:lnTo>
                    <a:pt x="3939" y="4167"/>
                  </a:lnTo>
                  <a:cubicBezTo>
                    <a:pt x="4128" y="4293"/>
                    <a:pt x="4191" y="4514"/>
                    <a:pt x="4128" y="4703"/>
                  </a:cubicBezTo>
                  <a:cubicBezTo>
                    <a:pt x="4033" y="4870"/>
                    <a:pt x="3883" y="4946"/>
                    <a:pt x="3720" y="4946"/>
                  </a:cubicBezTo>
                  <a:cubicBezTo>
                    <a:pt x="3668" y="4946"/>
                    <a:pt x="3615" y="4938"/>
                    <a:pt x="3561" y="4923"/>
                  </a:cubicBezTo>
                  <a:lnTo>
                    <a:pt x="1923" y="4073"/>
                  </a:lnTo>
                  <a:cubicBezTo>
                    <a:pt x="1734" y="4010"/>
                    <a:pt x="1639" y="3726"/>
                    <a:pt x="1734" y="3537"/>
                  </a:cubicBezTo>
                  <a:cubicBezTo>
                    <a:pt x="1803" y="3399"/>
                    <a:pt x="1957" y="3311"/>
                    <a:pt x="2108" y="3311"/>
                  </a:cubicBezTo>
                  <a:close/>
                  <a:moveTo>
                    <a:pt x="7086" y="3316"/>
                  </a:moveTo>
                  <a:cubicBezTo>
                    <a:pt x="7226" y="3316"/>
                    <a:pt x="7352" y="3400"/>
                    <a:pt x="7436" y="3568"/>
                  </a:cubicBezTo>
                  <a:cubicBezTo>
                    <a:pt x="7562" y="3758"/>
                    <a:pt x="7436" y="4010"/>
                    <a:pt x="7247" y="4104"/>
                  </a:cubicBezTo>
                  <a:lnTo>
                    <a:pt x="5577" y="4955"/>
                  </a:lnTo>
                  <a:cubicBezTo>
                    <a:pt x="5528" y="4979"/>
                    <a:pt x="5472" y="4991"/>
                    <a:pt x="5415" y="4991"/>
                  </a:cubicBezTo>
                  <a:cubicBezTo>
                    <a:pt x="5255" y="4991"/>
                    <a:pt x="5088" y="4897"/>
                    <a:pt x="5042" y="4734"/>
                  </a:cubicBezTo>
                  <a:cubicBezTo>
                    <a:pt x="4947" y="4514"/>
                    <a:pt x="5042" y="4262"/>
                    <a:pt x="5231" y="4199"/>
                  </a:cubicBezTo>
                  <a:lnTo>
                    <a:pt x="6869" y="3379"/>
                  </a:lnTo>
                  <a:cubicBezTo>
                    <a:pt x="6943" y="3337"/>
                    <a:pt x="7016" y="3316"/>
                    <a:pt x="7086" y="3316"/>
                  </a:cubicBezTo>
                  <a:close/>
                  <a:moveTo>
                    <a:pt x="6223" y="6632"/>
                  </a:moveTo>
                  <a:cubicBezTo>
                    <a:pt x="6333" y="6632"/>
                    <a:pt x="6444" y="6672"/>
                    <a:pt x="6522" y="6750"/>
                  </a:cubicBezTo>
                  <a:cubicBezTo>
                    <a:pt x="6680" y="6908"/>
                    <a:pt x="6680" y="7192"/>
                    <a:pt x="6522" y="7349"/>
                  </a:cubicBezTo>
                  <a:cubicBezTo>
                    <a:pt x="5987" y="7885"/>
                    <a:pt x="5262" y="8137"/>
                    <a:pt x="4601" y="8137"/>
                  </a:cubicBezTo>
                  <a:cubicBezTo>
                    <a:pt x="3939" y="8137"/>
                    <a:pt x="3183" y="7853"/>
                    <a:pt x="2679" y="7349"/>
                  </a:cubicBezTo>
                  <a:cubicBezTo>
                    <a:pt x="2521" y="7192"/>
                    <a:pt x="2521" y="6908"/>
                    <a:pt x="2679" y="6750"/>
                  </a:cubicBezTo>
                  <a:cubicBezTo>
                    <a:pt x="2758" y="6672"/>
                    <a:pt x="2860" y="6632"/>
                    <a:pt x="2962" y="6632"/>
                  </a:cubicBezTo>
                  <a:cubicBezTo>
                    <a:pt x="3065" y="6632"/>
                    <a:pt x="3167" y="6672"/>
                    <a:pt x="3246" y="6750"/>
                  </a:cubicBezTo>
                  <a:cubicBezTo>
                    <a:pt x="3608" y="7129"/>
                    <a:pt x="4097" y="7318"/>
                    <a:pt x="4585" y="7318"/>
                  </a:cubicBezTo>
                  <a:cubicBezTo>
                    <a:pt x="5073" y="7318"/>
                    <a:pt x="5562" y="7129"/>
                    <a:pt x="5924" y="6750"/>
                  </a:cubicBezTo>
                  <a:cubicBezTo>
                    <a:pt x="6003" y="6672"/>
                    <a:pt x="6113" y="6632"/>
                    <a:pt x="6223" y="6632"/>
                  </a:cubicBezTo>
                  <a:close/>
                  <a:moveTo>
                    <a:pt x="8737" y="0"/>
                  </a:moveTo>
                  <a:cubicBezTo>
                    <a:pt x="8681" y="0"/>
                    <a:pt x="8624" y="13"/>
                    <a:pt x="8570" y="40"/>
                  </a:cubicBezTo>
                  <a:cubicBezTo>
                    <a:pt x="7294" y="544"/>
                    <a:pt x="5932" y="796"/>
                    <a:pt x="4565" y="796"/>
                  </a:cubicBezTo>
                  <a:cubicBezTo>
                    <a:pt x="3199" y="796"/>
                    <a:pt x="1828" y="544"/>
                    <a:pt x="537" y="40"/>
                  </a:cubicBezTo>
                  <a:cubicBezTo>
                    <a:pt x="494" y="22"/>
                    <a:pt x="447" y="13"/>
                    <a:pt x="400" y="13"/>
                  </a:cubicBezTo>
                  <a:cubicBezTo>
                    <a:pt x="205" y="13"/>
                    <a:pt x="1" y="164"/>
                    <a:pt x="1" y="418"/>
                  </a:cubicBezTo>
                  <a:lnTo>
                    <a:pt x="1" y="5301"/>
                  </a:lnTo>
                  <a:cubicBezTo>
                    <a:pt x="1" y="7948"/>
                    <a:pt x="1891" y="10279"/>
                    <a:pt x="4475" y="10783"/>
                  </a:cubicBezTo>
                  <a:lnTo>
                    <a:pt x="4632" y="10783"/>
                  </a:lnTo>
                  <a:cubicBezTo>
                    <a:pt x="7247" y="10247"/>
                    <a:pt x="9137" y="7948"/>
                    <a:pt x="9137" y="5301"/>
                  </a:cubicBezTo>
                  <a:lnTo>
                    <a:pt x="9137" y="418"/>
                  </a:lnTo>
                  <a:cubicBezTo>
                    <a:pt x="9137" y="170"/>
                    <a:pt x="8943" y="0"/>
                    <a:pt x="87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86" name="Google Shape;7086;p86"/>
          <p:cNvSpPr/>
          <p:nvPr/>
        </p:nvSpPr>
        <p:spPr>
          <a:xfrm>
            <a:off x="4878563" y="2273025"/>
            <a:ext cx="271340" cy="353864"/>
          </a:xfrm>
          <a:custGeom>
            <a:avLst/>
            <a:gdLst/>
            <a:ahLst/>
            <a:cxnLst/>
            <a:rect l="l" t="t" r="r" b="b"/>
            <a:pathLst>
              <a:path w="10776" h="14052" extrusionOk="0">
                <a:moveTo>
                  <a:pt x="5388" y="0"/>
                </a:moveTo>
                <a:cubicBezTo>
                  <a:pt x="3939" y="0"/>
                  <a:pt x="2741" y="1071"/>
                  <a:pt x="2552" y="2489"/>
                </a:cubicBezTo>
                <a:lnTo>
                  <a:pt x="4569" y="2489"/>
                </a:lnTo>
                <a:cubicBezTo>
                  <a:pt x="4789" y="2489"/>
                  <a:pt x="5010" y="2678"/>
                  <a:pt x="5010" y="2867"/>
                </a:cubicBezTo>
                <a:cubicBezTo>
                  <a:pt x="5010" y="3056"/>
                  <a:pt x="4789" y="3277"/>
                  <a:pt x="4569" y="3277"/>
                </a:cubicBezTo>
                <a:lnTo>
                  <a:pt x="2489" y="3277"/>
                </a:lnTo>
                <a:lnTo>
                  <a:pt x="2489" y="4096"/>
                </a:lnTo>
                <a:lnTo>
                  <a:pt x="4569" y="4096"/>
                </a:lnTo>
                <a:cubicBezTo>
                  <a:pt x="4789" y="4096"/>
                  <a:pt x="5010" y="4285"/>
                  <a:pt x="5010" y="4537"/>
                </a:cubicBezTo>
                <a:cubicBezTo>
                  <a:pt x="5010" y="4757"/>
                  <a:pt x="4789" y="4915"/>
                  <a:pt x="4569" y="4915"/>
                </a:cubicBezTo>
                <a:lnTo>
                  <a:pt x="2489" y="4915"/>
                </a:lnTo>
                <a:lnTo>
                  <a:pt x="2489" y="5734"/>
                </a:lnTo>
                <a:lnTo>
                  <a:pt x="4569" y="5734"/>
                </a:lnTo>
                <a:cubicBezTo>
                  <a:pt x="4789" y="5734"/>
                  <a:pt x="5010" y="5955"/>
                  <a:pt x="5010" y="6144"/>
                </a:cubicBezTo>
                <a:cubicBezTo>
                  <a:pt x="5010" y="6396"/>
                  <a:pt x="4789" y="6585"/>
                  <a:pt x="4569" y="6585"/>
                </a:cubicBezTo>
                <a:lnTo>
                  <a:pt x="2552" y="6585"/>
                </a:lnTo>
                <a:cubicBezTo>
                  <a:pt x="2741" y="7845"/>
                  <a:pt x="3750" y="8822"/>
                  <a:pt x="5010" y="9011"/>
                </a:cubicBezTo>
                <a:lnTo>
                  <a:pt x="5010" y="9861"/>
                </a:lnTo>
                <a:cubicBezTo>
                  <a:pt x="2804" y="9641"/>
                  <a:pt x="1072" y="7876"/>
                  <a:pt x="851" y="5671"/>
                </a:cubicBezTo>
                <a:lnTo>
                  <a:pt x="851" y="5671"/>
                </a:lnTo>
                <a:cubicBezTo>
                  <a:pt x="977" y="5703"/>
                  <a:pt x="1135" y="5734"/>
                  <a:pt x="1261" y="5734"/>
                </a:cubicBezTo>
                <a:cubicBezTo>
                  <a:pt x="1418" y="5734"/>
                  <a:pt x="1544" y="5703"/>
                  <a:pt x="1702" y="5671"/>
                </a:cubicBezTo>
                <a:lnTo>
                  <a:pt x="1702" y="3340"/>
                </a:lnTo>
                <a:cubicBezTo>
                  <a:pt x="1576" y="3308"/>
                  <a:pt x="1418" y="3277"/>
                  <a:pt x="1261" y="3277"/>
                </a:cubicBezTo>
                <a:cubicBezTo>
                  <a:pt x="599" y="3277"/>
                  <a:pt x="0" y="3812"/>
                  <a:pt x="0" y="4537"/>
                </a:cubicBezTo>
                <a:lnTo>
                  <a:pt x="0" y="5356"/>
                </a:lnTo>
                <a:cubicBezTo>
                  <a:pt x="0" y="8191"/>
                  <a:pt x="2206" y="10523"/>
                  <a:pt x="4947" y="10712"/>
                </a:cubicBezTo>
                <a:lnTo>
                  <a:pt x="4947" y="11657"/>
                </a:lnTo>
                <a:cubicBezTo>
                  <a:pt x="4002" y="11846"/>
                  <a:pt x="3308" y="12697"/>
                  <a:pt x="3308" y="13673"/>
                </a:cubicBezTo>
                <a:cubicBezTo>
                  <a:pt x="3308" y="13894"/>
                  <a:pt x="3497" y="14051"/>
                  <a:pt x="3750" y="14051"/>
                </a:cubicBezTo>
                <a:lnTo>
                  <a:pt x="7058" y="14051"/>
                </a:lnTo>
                <a:cubicBezTo>
                  <a:pt x="7278" y="14051"/>
                  <a:pt x="7436" y="13862"/>
                  <a:pt x="7436" y="13673"/>
                </a:cubicBezTo>
                <a:cubicBezTo>
                  <a:pt x="7436" y="12697"/>
                  <a:pt x="6743" y="11815"/>
                  <a:pt x="5797" y="11657"/>
                </a:cubicBezTo>
                <a:lnTo>
                  <a:pt x="5797" y="10712"/>
                </a:lnTo>
                <a:cubicBezTo>
                  <a:pt x="8570" y="10523"/>
                  <a:pt x="10775" y="8191"/>
                  <a:pt x="10775" y="5356"/>
                </a:cubicBezTo>
                <a:lnTo>
                  <a:pt x="10775" y="4537"/>
                </a:lnTo>
                <a:cubicBezTo>
                  <a:pt x="10775" y="3875"/>
                  <a:pt x="10240" y="3277"/>
                  <a:pt x="9515" y="3277"/>
                </a:cubicBezTo>
                <a:cubicBezTo>
                  <a:pt x="9357" y="3277"/>
                  <a:pt x="9263" y="3308"/>
                  <a:pt x="9137" y="3340"/>
                </a:cubicBezTo>
                <a:lnTo>
                  <a:pt x="9137" y="5671"/>
                </a:lnTo>
                <a:cubicBezTo>
                  <a:pt x="9263" y="5703"/>
                  <a:pt x="9420" y="5734"/>
                  <a:pt x="9515" y="5734"/>
                </a:cubicBezTo>
                <a:cubicBezTo>
                  <a:pt x="9672" y="5734"/>
                  <a:pt x="9798" y="5703"/>
                  <a:pt x="9925" y="5671"/>
                </a:cubicBezTo>
                <a:lnTo>
                  <a:pt x="9925" y="5671"/>
                </a:lnTo>
                <a:cubicBezTo>
                  <a:pt x="9767" y="7876"/>
                  <a:pt x="8003" y="9641"/>
                  <a:pt x="5797" y="9861"/>
                </a:cubicBezTo>
                <a:lnTo>
                  <a:pt x="5797" y="9011"/>
                </a:lnTo>
                <a:cubicBezTo>
                  <a:pt x="7058" y="8822"/>
                  <a:pt x="8034" y="7845"/>
                  <a:pt x="8223" y="6585"/>
                </a:cubicBezTo>
                <a:lnTo>
                  <a:pt x="6207" y="6585"/>
                </a:lnTo>
                <a:cubicBezTo>
                  <a:pt x="5986" y="6585"/>
                  <a:pt x="5829" y="6396"/>
                  <a:pt x="5829" y="6144"/>
                </a:cubicBezTo>
                <a:cubicBezTo>
                  <a:pt x="5829" y="5892"/>
                  <a:pt x="6018" y="5734"/>
                  <a:pt x="6207" y="5734"/>
                </a:cubicBezTo>
                <a:lnTo>
                  <a:pt x="8318" y="5734"/>
                </a:lnTo>
                <a:lnTo>
                  <a:pt x="8318" y="4915"/>
                </a:lnTo>
                <a:lnTo>
                  <a:pt x="6207" y="4915"/>
                </a:lnTo>
                <a:cubicBezTo>
                  <a:pt x="5986" y="4915"/>
                  <a:pt x="5829" y="4726"/>
                  <a:pt x="5829" y="4537"/>
                </a:cubicBezTo>
                <a:cubicBezTo>
                  <a:pt x="5829" y="4285"/>
                  <a:pt x="6018" y="4096"/>
                  <a:pt x="6207" y="4096"/>
                </a:cubicBezTo>
                <a:lnTo>
                  <a:pt x="8318" y="4096"/>
                </a:lnTo>
                <a:lnTo>
                  <a:pt x="8318" y="3277"/>
                </a:lnTo>
                <a:lnTo>
                  <a:pt x="6207" y="3277"/>
                </a:lnTo>
                <a:cubicBezTo>
                  <a:pt x="5986" y="3277"/>
                  <a:pt x="5829" y="3056"/>
                  <a:pt x="5829" y="2867"/>
                </a:cubicBezTo>
                <a:cubicBezTo>
                  <a:pt x="5829" y="2678"/>
                  <a:pt x="6018" y="2489"/>
                  <a:pt x="6207" y="2489"/>
                </a:cubicBezTo>
                <a:lnTo>
                  <a:pt x="8223" y="2489"/>
                </a:lnTo>
                <a:cubicBezTo>
                  <a:pt x="8034" y="1071"/>
                  <a:pt x="6806"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87" name="Google Shape;7087;p86"/>
          <p:cNvGrpSpPr/>
          <p:nvPr/>
        </p:nvGrpSpPr>
        <p:grpSpPr>
          <a:xfrm>
            <a:off x="5278038" y="1386849"/>
            <a:ext cx="356221" cy="356257"/>
            <a:chOff x="-13512225" y="3211525"/>
            <a:chExt cx="353675" cy="353675"/>
          </a:xfrm>
        </p:grpSpPr>
        <p:sp>
          <p:nvSpPr>
            <p:cNvPr id="7088" name="Google Shape;7088;p86"/>
            <p:cNvSpPr/>
            <p:nvPr/>
          </p:nvSpPr>
          <p:spPr>
            <a:xfrm>
              <a:off x="-13283825" y="3482475"/>
              <a:ext cx="125275" cy="82725"/>
            </a:xfrm>
            <a:custGeom>
              <a:avLst/>
              <a:gdLst/>
              <a:ahLst/>
              <a:cxnLst/>
              <a:rect l="l" t="t" r="r" b="b"/>
              <a:pathLst>
                <a:path w="5011" h="3309" extrusionOk="0">
                  <a:moveTo>
                    <a:pt x="1671" y="0"/>
                  </a:moveTo>
                  <a:cubicBezTo>
                    <a:pt x="757" y="0"/>
                    <a:pt x="1" y="725"/>
                    <a:pt x="1" y="1638"/>
                  </a:cubicBezTo>
                  <a:cubicBezTo>
                    <a:pt x="1" y="2552"/>
                    <a:pt x="757" y="3308"/>
                    <a:pt x="1671" y="3308"/>
                  </a:cubicBezTo>
                  <a:cubicBezTo>
                    <a:pt x="2269" y="3308"/>
                    <a:pt x="2584" y="3056"/>
                    <a:pt x="4790" y="1985"/>
                  </a:cubicBezTo>
                  <a:cubicBezTo>
                    <a:pt x="4884" y="1953"/>
                    <a:pt x="5010" y="1796"/>
                    <a:pt x="5010" y="1638"/>
                  </a:cubicBezTo>
                  <a:cubicBezTo>
                    <a:pt x="5010" y="1481"/>
                    <a:pt x="4947" y="1323"/>
                    <a:pt x="4790" y="1292"/>
                  </a:cubicBezTo>
                  <a:cubicBezTo>
                    <a:pt x="2584" y="221"/>
                    <a:pt x="2269" y="0"/>
                    <a:pt x="16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86"/>
            <p:cNvSpPr/>
            <p:nvPr/>
          </p:nvSpPr>
          <p:spPr>
            <a:xfrm>
              <a:off x="-13512225" y="3211525"/>
              <a:ext cx="353675" cy="249700"/>
            </a:xfrm>
            <a:custGeom>
              <a:avLst/>
              <a:gdLst/>
              <a:ahLst/>
              <a:cxnLst/>
              <a:rect l="l" t="t" r="r" b="b"/>
              <a:pathLst>
                <a:path w="14147" h="9988" extrusionOk="0">
                  <a:moveTo>
                    <a:pt x="6679" y="1702"/>
                  </a:moveTo>
                  <a:cubicBezTo>
                    <a:pt x="7152" y="1702"/>
                    <a:pt x="7499" y="2048"/>
                    <a:pt x="7499" y="2521"/>
                  </a:cubicBezTo>
                  <a:cubicBezTo>
                    <a:pt x="7499" y="2993"/>
                    <a:pt x="7152" y="3340"/>
                    <a:pt x="6679" y="3340"/>
                  </a:cubicBezTo>
                  <a:cubicBezTo>
                    <a:pt x="6207" y="3340"/>
                    <a:pt x="5829" y="2993"/>
                    <a:pt x="5829" y="2521"/>
                  </a:cubicBezTo>
                  <a:cubicBezTo>
                    <a:pt x="5829" y="2048"/>
                    <a:pt x="6207" y="1702"/>
                    <a:pt x="6679" y="1702"/>
                  </a:cubicBezTo>
                  <a:close/>
                  <a:moveTo>
                    <a:pt x="4191" y="2143"/>
                  </a:moveTo>
                  <a:cubicBezTo>
                    <a:pt x="4663" y="2143"/>
                    <a:pt x="5010" y="2489"/>
                    <a:pt x="5010" y="2962"/>
                  </a:cubicBezTo>
                  <a:cubicBezTo>
                    <a:pt x="5010" y="3434"/>
                    <a:pt x="4663" y="3781"/>
                    <a:pt x="4191" y="3781"/>
                  </a:cubicBezTo>
                  <a:cubicBezTo>
                    <a:pt x="3718" y="3781"/>
                    <a:pt x="3371" y="3434"/>
                    <a:pt x="3371" y="2962"/>
                  </a:cubicBezTo>
                  <a:cubicBezTo>
                    <a:pt x="3371" y="2489"/>
                    <a:pt x="3718" y="2143"/>
                    <a:pt x="4191" y="2143"/>
                  </a:cubicBezTo>
                  <a:close/>
                  <a:moveTo>
                    <a:pt x="2521" y="4191"/>
                  </a:moveTo>
                  <a:cubicBezTo>
                    <a:pt x="2993" y="4191"/>
                    <a:pt x="3371" y="4537"/>
                    <a:pt x="3371" y="5010"/>
                  </a:cubicBezTo>
                  <a:cubicBezTo>
                    <a:pt x="3371" y="5482"/>
                    <a:pt x="2993" y="5829"/>
                    <a:pt x="2521" y="5829"/>
                  </a:cubicBezTo>
                  <a:cubicBezTo>
                    <a:pt x="2048" y="5829"/>
                    <a:pt x="1702" y="5482"/>
                    <a:pt x="1702" y="5010"/>
                  </a:cubicBezTo>
                  <a:cubicBezTo>
                    <a:pt x="1702" y="4537"/>
                    <a:pt x="2048" y="4191"/>
                    <a:pt x="2521" y="4191"/>
                  </a:cubicBezTo>
                  <a:close/>
                  <a:moveTo>
                    <a:pt x="10397" y="3340"/>
                  </a:moveTo>
                  <a:cubicBezTo>
                    <a:pt x="11563" y="3340"/>
                    <a:pt x="12508" y="4096"/>
                    <a:pt x="12508" y="5010"/>
                  </a:cubicBezTo>
                  <a:cubicBezTo>
                    <a:pt x="12508" y="5923"/>
                    <a:pt x="11563" y="6648"/>
                    <a:pt x="10397" y="6648"/>
                  </a:cubicBezTo>
                  <a:cubicBezTo>
                    <a:pt x="9263" y="6648"/>
                    <a:pt x="8318" y="5892"/>
                    <a:pt x="8318" y="5010"/>
                  </a:cubicBezTo>
                  <a:cubicBezTo>
                    <a:pt x="8318" y="4096"/>
                    <a:pt x="9263" y="3340"/>
                    <a:pt x="10397" y="3340"/>
                  </a:cubicBezTo>
                  <a:close/>
                  <a:moveTo>
                    <a:pt x="4191" y="6270"/>
                  </a:moveTo>
                  <a:cubicBezTo>
                    <a:pt x="4663" y="6270"/>
                    <a:pt x="5010" y="6616"/>
                    <a:pt x="5010" y="7089"/>
                  </a:cubicBezTo>
                  <a:cubicBezTo>
                    <a:pt x="5010" y="7562"/>
                    <a:pt x="4663" y="7908"/>
                    <a:pt x="4191" y="7908"/>
                  </a:cubicBezTo>
                  <a:cubicBezTo>
                    <a:pt x="3718" y="7908"/>
                    <a:pt x="3371" y="7562"/>
                    <a:pt x="3371" y="7089"/>
                  </a:cubicBezTo>
                  <a:cubicBezTo>
                    <a:pt x="3371" y="6616"/>
                    <a:pt x="3718" y="6270"/>
                    <a:pt x="4191" y="6270"/>
                  </a:cubicBezTo>
                  <a:close/>
                  <a:moveTo>
                    <a:pt x="6679" y="6648"/>
                  </a:moveTo>
                  <a:cubicBezTo>
                    <a:pt x="7152" y="6648"/>
                    <a:pt x="7499" y="6994"/>
                    <a:pt x="7499" y="7499"/>
                  </a:cubicBezTo>
                  <a:cubicBezTo>
                    <a:pt x="7499" y="7971"/>
                    <a:pt x="7152" y="8318"/>
                    <a:pt x="6679" y="8318"/>
                  </a:cubicBezTo>
                  <a:cubicBezTo>
                    <a:pt x="6207" y="8318"/>
                    <a:pt x="5829" y="7971"/>
                    <a:pt x="5829" y="7499"/>
                  </a:cubicBezTo>
                  <a:cubicBezTo>
                    <a:pt x="5829" y="7057"/>
                    <a:pt x="6207" y="6648"/>
                    <a:pt x="6679" y="6648"/>
                  </a:cubicBezTo>
                  <a:close/>
                  <a:moveTo>
                    <a:pt x="7089" y="0"/>
                  </a:moveTo>
                  <a:cubicBezTo>
                    <a:pt x="3245" y="0"/>
                    <a:pt x="63" y="2237"/>
                    <a:pt x="63" y="5010"/>
                  </a:cubicBezTo>
                  <a:cubicBezTo>
                    <a:pt x="0" y="7751"/>
                    <a:pt x="3214" y="9987"/>
                    <a:pt x="7089" y="9987"/>
                  </a:cubicBezTo>
                  <a:cubicBezTo>
                    <a:pt x="10964" y="9987"/>
                    <a:pt x="14146" y="7751"/>
                    <a:pt x="14146" y="5010"/>
                  </a:cubicBezTo>
                  <a:cubicBezTo>
                    <a:pt x="14146" y="2300"/>
                    <a:pt x="10964" y="0"/>
                    <a:pt x="70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86"/>
            <p:cNvSpPr/>
            <p:nvPr/>
          </p:nvSpPr>
          <p:spPr>
            <a:xfrm>
              <a:off x="-13512225" y="3483250"/>
              <a:ext cx="100050" cy="81150"/>
            </a:xfrm>
            <a:custGeom>
              <a:avLst/>
              <a:gdLst/>
              <a:ahLst/>
              <a:cxnLst/>
              <a:rect l="l" t="t" r="r" b="b"/>
              <a:pathLst>
                <a:path w="4002" h="3246" extrusionOk="0">
                  <a:moveTo>
                    <a:pt x="4002" y="1"/>
                  </a:moveTo>
                  <a:cubicBezTo>
                    <a:pt x="2206" y="127"/>
                    <a:pt x="63" y="536"/>
                    <a:pt x="63" y="1607"/>
                  </a:cubicBezTo>
                  <a:cubicBezTo>
                    <a:pt x="0" y="2710"/>
                    <a:pt x="2174" y="3120"/>
                    <a:pt x="4002" y="3246"/>
                  </a:cubicBezTo>
                  <a:cubicBezTo>
                    <a:pt x="3592" y="2805"/>
                    <a:pt x="3371" y="2206"/>
                    <a:pt x="3371" y="1607"/>
                  </a:cubicBezTo>
                  <a:cubicBezTo>
                    <a:pt x="3371" y="1040"/>
                    <a:pt x="3592" y="442"/>
                    <a:pt x="40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86"/>
            <p:cNvSpPr/>
            <p:nvPr/>
          </p:nvSpPr>
          <p:spPr>
            <a:xfrm>
              <a:off x="-13407475" y="3483250"/>
              <a:ext cx="36250" cy="81150"/>
            </a:xfrm>
            <a:custGeom>
              <a:avLst/>
              <a:gdLst/>
              <a:ahLst/>
              <a:cxnLst/>
              <a:rect l="l" t="t" r="r" b="b"/>
              <a:pathLst>
                <a:path w="1450" h="3246" extrusionOk="0">
                  <a:moveTo>
                    <a:pt x="1418" y="1"/>
                  </a:moveTo>
                  <a:lnTo>
                    <a:pt x="1418" y="1"/>
                  </a:lnTo>
                  <a:cubicBezTo>
                    <a:pt x="1103" y="32"/>
                    <a:pt x="788" y="190"/>
                    <a:pt x="505" y="442"/>
                  </a:cubicBezTo>
                  <a:cubicBezTo>
                    <a:pt x="190" y="757"/>
                    <a:pt x="1" y="1166"/>
                    <a:pt x="1" y="1607"/>
                  </a:cubicBezTo>
                  <a:cubicBezTo>
                    <a:pt x="1" y="2048"/>
                    <a:pt x="158" y="2489"/>
                    <a:pt x="505" y="2805"/>
                  </a:cubicBezTo>
                  <a:cubicBezTo>
                    <a:pt x="788" y="3025"/>
                    <a:pt x="1103" y="3183"/>
                    <a:pt x="1450" y="3246"/>
                  </a:cubicBezTo>
                  <a:cubicBezTo>
                    <a:pt x="1072" y="2805"/>
                    <a:pt x="820" y="2206"/>
                    <a:pt x="820" y="1607"/>
                  </a:cubicBezTo>
                  <a:cubicBezTo>
                    <a:pt x="820" y="977"/>
                    <a:pt x="1072" y="442"/>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86"/>
            <p:cNvSpPr/>
            <p:nvPr/>
          </p:nvSpPr>
          <p:spPr>
            <a:xfrm>
              <a:off x="-13366525" y="3485625"/>
              <a:ext cx="70125" cy="76425"/>
            </a:xfrm>
            <a:custGeom>
              <a:avLst/>
              <a:gdLst/>
              <a:ahLst/>
              <a:cxnLst/>
              <a:rect l="l" t="t" r="r" b="b"/>
              <a:pathLst>
                <a:path w="2805" h="3057" extrusionOk="0">
                  <a:moveTo>
                    <a:pt x="1072" y="0"/>
                  </a:moveTo>
                  <a:cubicBezTo>
                    <a:pt x="442" y="221"/>
                    <a:pt x="1" y="819"/>
                    <a:pt x="1" y="1512"/>
                  </a:cubicBezTo>
                  <a:cubicBezTo>
                    <a:pt x="1" y="2237"/>
                    <a:pt x="442" y="2836"/>
                    <a:pt x="1072" y="3056"/>
                  </a:cubicBezTo>
                  <a:cubicBezTo>
                    <a:pt x="1702" y="2962"/>
                    <a:pt x="2301" y="2867"/>
                    <a:pt x="2805" y="2710"/>
                  </a:cubicBezTo>
                  <a:cubicBezTo>
                    <a:pt x="2616" y="2363"/>
                    <a:pt x="2490" y="1953"/>
                    <a:pt x="2490" y="1512"/>
                  </a:cubicBezTo>
                  <a:cubicBezTo>
                    <a:pt x="2490" y="1071"/>
                    <a:pt x="2616" y="693"/>
                    <a:pt x="2805" y="347"/>
                  </a:cubicBezTo>
                  <a:cubicBezTo>
                    <a:pt x="2301" y="189"/>
                    <a:pt x="1702" y="63"/>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3" name="Google Shape;7093;p86"/>
          <p:cNvGrpSpPr/>
          <p:nvPr/>
        </p:nvGrpSpPr>
        <p:grpSpPr>
          <a:xfrm>
            <a:off x="6168320" y="1387239"/>
            <a:ext cx="356221" cy="355476"/>
            <a:chOff x="-12643475" y="3212300"/>
            <a:chExt cx="353675" cy="352900"/>
          </a:xfrm>
        </p:grpSpPr>
        <p:sp>
          <p:nvSpPr>
            <p:cNvPr id="7094" name="Google Shape;7094;p86"/>
            <p:cNvSpPr/>
            <p:nvPr/>
          </p:nvSpPr>
          <p:spPr>
            <a:xfrm>
              <a:off x="-12372525" y="3517125"/>
              <a:ext cx="20500" cy="48075"/>
            </a:xfrm>
            <a:custGeom>
              <a:avLst/>
              <a:gdLst/>
              <a:ahLst/>
              <a:cxnLst/>
              <a:rect l="l" t="t" r="r" b="b"/>
              <a:pathLst>
                <a:path w="820" h="1923" extrusionOk="0">
                  <a:moveTo>
                    <a:pt x="0" y="0"/>
                  </a:moveTo>
                  <a:lnTo>
                    <a:pt x="0" y="1513"/>
                  </a:lnTo>
                  <a:cubicBezTo>
                    <a:pt x="0" y="1765"/>
                    <a:pt x="189" y="1922"/>
                    <a:pt x="410" y="1922"/>
                  </a:cubicBezTo>
                  <a:cubicBezTo>
                    <a:pt x="662" y="1922"/>
                    <a:pt x="819" y="1702"/>
                    <a:pt x="819" y="1513"/>
                  </a:cubicBezTo>
                  <a:lnTo>
                    <a:pt x="819" y="0"/>
                  </a:lnTo>
                  <a:cubicBezTo>
                    <a:pt x="662" y="126"/>
                    <a:pt x="567" y="221"/>
                    <a:pt x="410" y="221"/>
                  </a:cubicBezTo>
                  <a:cubicBezTo>
                    <a:pt x="189" y="221"/>
                    <a:pt x="126" y="12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86"/>
            <p:cNvSpPr/>
            <p:nvPr/>
          </p:nvSpPr>
          <p:spPr>
            <a:xfrm>
              <a:off x="-12581250" y="3480900"/>
              <a:ext cx="63025" cy="21275"/>
            </a:xfrm>
            <a:custGeom>
              <a:avLst/>
              <a:gdLst/>
              <a:ahLst/>
              <a:cxnLst/>
              <a:rect l="l" t="t" r="r" b="b"/>
              <a:pathLst>
                <a:path w="2521" h="851" extrusionOk="0">
                  <a:moveTo>
                    <a:pt x="0" y="0"/>
                  </a:moveTo>
                  <a:lnTo>
                    <a:pt x="0" y="851"/>
                  </a:lnTo>
                  <a:lnTo>
                    <a:pt x="2521" y="851"/>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86"/>
            <p:cNvSpPr/>
            <p:nvPr/>
          </p:nvSpPr>
          <p:spPr>
            <a:xfrm>
              <a:off x="-12643475" y="3398975"/>
              <a:ext cx="186700" cy="166225"/>
            </a:xfrm>
            <a:custGeom>
              <a:avLst/>
              <a:gdLst/>
              <a:ahLst/>
              <a:cxnLst/>
              <a:rect l="l" t="t" r="r" b="b"/>
              <a:pathLst>
                <a:path w="7468" h="6649" extrusionOk="0">
                  <a:moveTo>
                    <a:pt x="5419" y="2458"/>
                  </a:moveTo>
                  <a:cubicBezTo>
                    <a:pt x="5671" y="2458"/>
                    <a:pt x="5860" y="2647"/>
                    <a:pt x="5860" y="2899"/>
                  </a:cubicBezTo>
                  <a:lnTo>
                    <a:pt x="5860" y="4537"/>
                  </a:lnTo>
                  <a:cubicBezTo>
                    <a:pt x="5860" y="4789"/>
                    <a:pt x="5671" y="4978"/>
                    <a:pt x="5419" y="4978"/>
                  </a:cubicBezTo>
                  <a:lnTo>
                    <a:pt x="2080" y="4978"/>
                  </a:lnTo>
                  <a:cubicBezTo>
                    <a:pt x="1859" y="4978"/>
                    <a:pt x="1639" y="4789"/>
                    <a:pt x="1639" y="4537"/>
                  </a:cubicBezTo>
                  <a:lnTo>
                    <a:pt x="1639" y="2899"/>
                  </a:lnTo>
                  <a:cubicBezTo>
                    <a:pt x="1639" y="2647"/>
                    <a:pt x="1859" y="2458"/>
                    <a:pt x="2080" y="2458"/>
                  </a:cubicBezTo>
                  <a:close/>
                  <a:moveTo>
                    <a:pt x="1639" y="1"/>
                  </a:moveTo>
                  <a:lnTo>
                    <a:pt x="1639" y="977"/>
                  </a:lnTo>
                  <a:lnTo>
                    <a:pt x="662" y="1450"/>
                  </a:lnTo>
                  <a:cubicBezTo>
                    <a:pt x="221" y="1639"/>
                    <a:pt x="0" y="2080"/>
                    <a:pt x="0" y="2552"/>
                  </a:cubicBezTo>
                  <a:lnTo>
                    <a:pt x="0" y="5356"/>
                  </a:lnTo>
                  <a:cubicBezTo>
                    <a:pt x="0" y="6049"/>
                    <a:pt x="536" y="6648"/>
                    <a:pt x="1261" y="6648"/>
                  </a:cubicBezTo>
                  <a:lnTo>
                    <a:pt x="6270" y="6648"/>
                  </a:lnTo>
                  <a:cubicBezTo>
                    <a:pt x="6931" y="6648"/>
                    <a:pt x="7467" y="6049"/>
                    <a:pt x="7467" y="5388"/>
                  </a:cubicBezTo>
                  <a:lnTo>
                    <a:pt x="7467" y="2584"/>
                  </a:lnTo>
                  <a:cubicBezTo>
                    <a:pt x="7467" y="2111"/>
                    <a:pt x="7215" y="1670"/>
                    <a:pt x="6805" y="1481"/>
                  </a:cubicBezTo>
                  <a:lnTo>
                    <a:pt x="5829" y="1009"/>
                  </a:lnTo>
                  <a:lnTo>
                    <a:pt x="58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86"/>
            <p:cNvSpPr/>
            <p:nvPr/>
          </p:nvSpPr>
          <p:spPr>
            <a:xfrm>
              <a:off x="-12431600" y="3212300"/>
              <a:ext cx="141800" cy="137075"/>
            </a:xfrm>
            <a:custGeom>
              <a:avLst/>
              <a:gdLst/>
              <a:ahLst/>
              <a:cxnLst/>
              <a:rect l="l" t="t" r="r" b="b"/>
              <a:pathLst>
                <a:path w="5672" h="5483" extrusionOk="0">
                  <a:moveTo>
                    <a:pt x="2741" y="1"/>
                  </a:moveTo>
                  <a:cubicBezTo>
                    <a:pt x="1481" y="1"/>
                    <a:pt x="378" y="883"/>
                    <a:pt x="0" y="2017"/>
                  </a:cubicBezTo>
                  <a:lnTo>
                    <a:pt x="2300" y="3845"/>
                  </a:lnTo>
                  <a:lnTo>
                    <a:pt x="2300" y="2143"/>
                  </a:lnTo>
                  <a:cubicBezTo>
                    <a:pt x="2300" y="1891"/>
                    <a:pt x="2521" y="1702"/>
                    <a:pt x="2741" y="1702"/>
                  </a:cubicBezTo>
                  <a:cubicBezTo>
                    <a:pt x="2993" y="1702"/>
                    <a:pt x="3151" y="1891"/>
                    <a:pt x="3151" y="2143"/>
                  </a:cubicBezTo>
                  <a:lnTo>
                    <a:pt x="3151" y="5483"/>
                  </a:lnTo>
                  <a:lnTo>
                    <a:pt x="5608" y="3561"/>
                  </a:lnTo>
                  <a:lnTo>
                    <a:pt x="5608" y="2931"/>
                  </a:lnTo>
                  <a:cubicBezTo>
                    <a:pt x="5671" y="1324"/>
                    <a:pt x="4348"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86"/>
            <p:cNvSpPr/>
            <p:nvPr/>
          </p:nvSpPr>
          <p:spPr>
            <a:xfrm>
              <a:off x="-12352050" y="3326525"/>
              <a:ext cx="62250" cy="104775"/>
            </a:xfrm>
            <a:custGeom>
              <a:avLst/>
              <a:gdLst/>
              <a:ahLst/>
              <a:cxnLst/>
              <a:rect l="l" t="t" r="r" b="b"/>
              <a:pathLst>
                <a:path w="2490" h="4191" extrusionOk="0">
                  <a:moveTo>
                    <a:pt x="2489" y="0"/>
                  </a:moveTo>
                  <a:lnTo>
                    <a:pt x="0" y="1890"/>
                  </a:lnTo>
                  <a:lnTo>
                    <a:pt x="0" y="4190"/>
                  </a:lnTo>
                  <a:lnTo>
                    <a:pt x="2489" y="230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86"/>
            <p:cNvSpPr/>
            <p:nvPr/>
          </p:nvSpPr>
          <p:spPr>
            <a:xfrm>
              <a:off x="-12434750" y="3285550"/>
              <a:ext cx="62250" cy="104000"/>
            </a:xfrm>
            <a:custGeom>
              <a:avLst/>
              <a:gdLst/>
              <a:ahLst/>
              <a:cxnLst/>
              <a:rect l="l" t="t" r="r" b="b"/>
              <a:pathLst>
                <a:path w="2490" h="4160" extrusionOk="0">
                  <a:moveTo>
                    <a:pt x="0" y="1"/>
                  </a:moveTo>
                  <a:lnTo>
                    <a:pt x="0" y="2269"/>
                  </a:lnTo>
                  <a:lnTo>
                    <a:pt x="2489" y="4160"/>
                  </a:lnTo>
                  <a:lnTo>
                    <a:pt x="2489" y="1891"/>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86"/>
            <p:cNvSpPr/>
            <p:nvPr/>
          </p:nvSpPr>
          <p:spPr>
            <a:xfrm>
              <a:off x="-12352050" y="3409225"/>
              <a:ext cx="62250" cy="107925"/>
            </a:xfrm>
            <a:custGeom>
              <a:avLst/>
              <a:gdLst/>
              <a:ahLst/>
              <a:cxnLst/>
              <a:rect l="l" t="t" r="r" b="b"/>
              <a:pathLst>
                <a:path w="2490" h="4317" extrusionOk="0">
                  <a:moveTo>
                    <a:pt x="2489" y="0"/>
                  </a:moveTo>
                  <a:lnTo>
                    <a:pt x="0" y="1859"/>
                  </a:lnTo>
                  <a:lnTo>
                    <a:pt x="0" y="4316"/>
                  </a:lnTo>
                  <a:lnTo>
                    <a:pt x="1607" y="2678"/>
                  </a:lnTo>
                  <a:cubicBezTo>
                    <a:pt x="2174" y="2142"/>
                    <a:pt x="2489" y="1418"/>
                    <a:pt x="2489" y="630"/>
                  </a:cubicBez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86"/>
            <p:cNvSpPr/>
            <p:nvPr/>
          </p:nvSpPr>
          <p:spPr>
            <a:xfrm>
              <a:off x="-12434750" y="3368250"/>
              <a:ext cx="62250" cy="148900"/>
            </a:xfrm>
            <a:custGeom>
              <a:avLst/>
              <a:gdLst/>
              <a:ahLst/>
              <a:cxnLst/>
              <a:rect l="l" t="t" r="r" b="b"/>
              <a:pathLst>
                <a:path w="2490" h="5956" extrusionOk="0">
                  <a:moveTo>
                    <a:pt x="0" y="1"/>
                  </a:moveTo>
                  <a:lnTo>
                    <a:pt x="0" y="2269"/>
                  </a:lnTo>
                  <a:cubicBezTo>
                    <a:pt x="0" y="3057"/>
                    <a:pt x="315" y="3781"/>
                    <a:pt x="851" y="4317"/>
                  </a:cubicBezTo>
                  <a:lnTo>
                    <a:pt x="2489" y="5955"/>
                  </a:lnTo>
                  <a:lnTo>
                    <a:pt x="2489" y="1860"/>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86"/>
            <p:cNvSpPr/>
            <p:nvPr/>
          </p:nvSpPr>
          <p:spPr>
            <a:xfrm>
              <a:off x="-12623000" y="3336750"/>
              <a:ext cx="145725" cy="40975"/>
            </a:xfrm>
            <a:custGeom>
              <a:avLst/>
              <a:gdLst/>
              <a:ahLst/>
              <a:cxnLst/>
              <a:rect l="l" t="t" r="r" b="b"/>
              <a:pathLst>
                <a:path w="5829" h="1639" extrusionOk="0">
                  <a:moveTo>
                    <a:pt x="820" y="1"/>
                  </a:moveTo>
                  <a:cubicBezTo>
                    <a:pt x="347" y="1"/>
                    <a:pt x="1" y="347"/>
                    <a:pt x="1" y="820"/>
                  </a:cubicBezTo>
                  <a:cubicBezTo>
                    <a:pt x="1" y="1292"/>
                    <a:pt x="410" y="1639"/>
                    <a:pt x="820" y="1639"/>
                  </a:cubicBezTo>
                  <a:lnTo>
                    <a:pt x="5010" y="1639"/>
                  </a:lnTo>
                  <a:cubicBezTo>
                    <a:pt x="5482" y="1639"/>
                    <a:pt x="5829" y="1292"/>
                    <a:pt x="5829" y="820"/>
                  </a:cubicBezTo>
                  <a:cubicBezTo>
                    <a:pt x="5829" y="347"/>
                    <a:pt x="5482" y="1"/>
                    <a:pt x="50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3" name="Google Shape;7103;p86"/>
          <p:cNvGrpSpPr/>
          <p:nvPr/>
        </p:nvGrpSpPr>
        <p:grpSpPr>
          <a:xfrm>
            <a:off x="6168320" y="1839013"/>
            <a:ext cx="356221" cy="333366"/>
            <a:chOff x="-12643475" y="3657325"/>
            <a:chExt cx="353675" cy="330950"/>
          </a:xfrm>
        </p:grpSpPr>
        <p:sp>
          <p:nvSpPr>
            <p:cNvPr id="7104" name="Google Shape;7104;p86"/>
            <p:cNvSpPr/>
            <p:nvPr/>
          </p:nvSpPr>
          <p:spPr>
            <a:xfrm>
              <a:off x="-12580475" y="3719550"/>
              <a:ext cx="19725" cy="19700"/>
            </a:xfrm>
            <a:custGeom>
              <a:avLst/>
              <a:gdLst/>
              <a:ahLst/>
              <a:cxnLst/>
              <a:rect l="l" t="t" r="r" b="b"/>
              <a:pathLst>
                <a:path w="789" h="788" extrusionOk="0">
                  <a:moveTo>
                    <a:pt x="379" y="0"/>
                  </a:moveTo>
                  <a:cubicBezTo>
                    <a:pt x="190" y="0"/>
                    <a:pt x="1" y="189"/>
                    <a:pt x="1" y="410"/>
                  </a:cubicBezTo>
                  <a:cubicBezTo>
                    <a:pt x="1" y="599"/>
                    <a:pt x="190" y="788"/>
                    <a:pt x="379" y="788"/>
                  </a:cubicBezTo>
                  <a:cubicBezTo>
                    <a:pt x="599" y="788"/>
                    <a:pt x="788" y="599"/>
                    <a:pt x="788" y="410"/>
                  </a:cubicBezTo>
                  <a:cubicBezTo>
                    <a:pt x="788" y="189"/>
                    <a:pt x="599"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86"/>
            <p:cNvSpPr/>
            <p:nvPr/>
          </p:nvSpPr>
          <p:spPr>
            <a:xfrm>
              <a:off x="-12456800" y="3719550"/>
              <a:ext cx="19700" cy="19700"/>
            </a:xfrm>
            <a:custGeom>
              <a:avLst/>
              <a:gdLst/>
              <a:ahLst/>
              <a:cxnLst/>
              <a:rect l="l" t="t" r="r" b="b"/>
              <a:pathLst>
                <a:path w="788" h="788" extrusionOk="0">
                  <a:moveTo>
                    <a:pt x="410" y="0"/>
                  </a:moveTo>
                  <a:cubicBezTo>
                    <a:pt x="189" y="0"/>
                    <a:pt x="0" y="189"/>
                    <a:pt x="0" y="410"/>
                  </a:cubicBezTo>
                  <a:cubicBezTo>
                    <a:pt x="0" y="599"/>
                    <a:pt x="189" y="788"/>
                    <a:pt x="410" y="788"/>
                  </a:cubicBezTo>
                  <a:cubicBezTo>
                    <a:pt x="630" y="788"/>
                    <a:pt x="788" y="599"/>
                    <a:pt x="788" y="410"/>
                  </a:cubicBezTo>
                  <a:cubicBezTo>
                    <a:pt x="788" y="189"/>
                    <a:pt x="630"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86"/>
            <p:cNvSpPr/>
            <p:nvPr/>
          </p:nvSpPr>
          <p:spPr>
            <a:xfrm>
              <a:off x="-12643475" y="3657325"/>
              <a:ext cx="268600" cy="144950"/>
            </a:xfrm>
            <a:custGeom>
              <a:avLst/>
              <a:gdLst/>
              <a:ahLst/>
              <a:cxnLst/>
              <a:rect l="l" t="t" r="r" b="b"/>
              <a:pathLst>
                <a:path w="10744" h="5798" extrusionOk="0">
                  <a:moveTo>
                    <a:pt x="2899" y="1670"/>
                  </a:moveTo>
                  <a:cubicBezTo>
                    <a:pt x="3592" y="1670"/>
                    <a:pt x="4159" y="2205"/>
                    <a:pt x="4159" y="2899"/>
                  </a:cubicBezTo>
                  <a:cubicBezTo>
                    <a:pt x="4159" y="3560"/>
                    <a:pt x="3623" y="4159"/>
                    <a:pt x="2899" y="4159"/>
                  </a:cubicBezTo>
                  <a:cubicBezTo>
                    <a:pt x="2237" y="4159"/>
                    <a:pt x="1639" y="3592"/>
                    <a:pt x="1639" y="2899"/>
                  </a:cubicBezTo>
                  <a:cubicBezTo>
                    <a:pt x="1639" y="2205"/>
                    <a:pt x="2206" y="1670"/>
                    <a:pt x="2899" y="1670"/>
                  </a:cubicBezTo>
                  <a:close/>
                  <a:moveTo>
                    <a:pt x="7877" y="1670"/>
                  </a:moveTo>
                  <a:cubicBezTo>
                    <a:pt x="8538" y="1670"/>
                    <a:pt x="9137" y="2205"/>
                    <a:pt x="9137" y="2899"/>
                  </a:cubicBezTo>
                  <a:cubicBezTo>
                    <a:pt x="9137" y="3560"/>
                    <a:pt x="8570" y="4159"/>
                    <a:pt x="7877" y="4159"/>
                  </a:cubicBezTo>
                  <a:cubicBezTo>
                    <a:pt x="7215" y="4159"/>
                    <a:pt x="6616" y="3592"/>
                    <a:pt x="6616" y="2899"/>
                  </a:cubicBezTo>
                  <a:cubicBezTo>
                    <a:pt x="6616" y="2205"/>
                    <a:pt x="7152" y="1670"/>
                    <a:pt x="7877" y="1670"/>
                  </a:cubicBezTo>
                  <a:close/>
                  <a:moveTo>
                    <a:pt x="2899" y="0"/>
                  </a:moveTo>
                  <a:cubicBezTo>
                    <a:pt x="1292" y="0"/>
                    <a:pt x="32" y="1323"/>
                    <a:pt x="32" y="2899"/>
                  </a:cubicBezTo>
                  <a:cubicBezTo>
                    <a:pt x="0" y="4505"/>
                    <a:pt x="1292" y="5797"/>
                    <a:pt x="2899" y="5797"/>
                  </a:cubicBezTo>
                  <a:cubicBezTo>
                    <a:pt x="3970" y="5797"/>
                    <a:pt x="4884" y="5198"/>
                    <a:pt x="5388" y="4379"/>
                  </a:cubicBezTo>
                  <a:cubicBezTo>
                    <a:pt x="5892" y="5230"/>
                    <a:pt x="6805" y="5797"/>
                    <a:pt x="7877" y="5797"/>
                  </a:cubicBezTo>
                  <a:cubicBezTo>
                    <a:pt x="9483" y="5797"/>
                    <a:pt x="10744" y="4505"/>
                    <a:pt x="10744" y="2899"/>
                  </a:cubicBezTo>
                  <a:cubicBezTo>
                    <a:pt x="10744" y="1260"/>
                    <a:pt x="9452" y="0"/>
                    <a:pt x="7877" y="0"/>
                  </a:cubicBezTo>
                  <a:cubicBezTo>
                    <a:pt x="6805" y="0"/>
                    <a:pt x="5892" y="599"/>
                    <a:pt x="5388" y="1418"/>
                  </a:cubicBezTo>
                  <a:cubicBezTo>
                    <a:pt x="4884" y="567"/>
                    <a:pt x="3970" y="0"/>
                    <a:pt x="28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86"/>
            <p:cNvSpPr/>
            <p:nvPr/>
          </p:nvSpPr>
          <p:spPr>
            <a:xfrm>
              <a:off x="-12581250" y="3905425"/>
              <a:ext cx="62250" cy="20500"/>
            </a:xfrm>
            <a:custGeom>
              <a:avLst/>
              <a:gdLst/>
              <a:ahLst/>
              <a:cxnLst/>
              <a:rect l="l" t="t" r="r" b="b"/>
              <a:pathLst>
                <a:path w="2490" h="820" extrusionOk="0">
                  <a:moveTo>
                    <a:pt x="0" y="0"/>
                  </a:moveTo>
                  <a:lnTo>
                    <a:pt x="0" y="819"/>
                  </a:lnTo>
                  <a:lnTo>
                    <a:pt x="2489" y="819"/>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86"/>
            <p:cNvSpPr/>
            <p:nvPr/>
          </p:nvSpPr>
          <p:spPr>
            <a:xfrm>
              <a:off x="-12643475" y="3802250"/>
              <a:ext cx="269400" cy="185900"/>
            </a:xfrm>
            <a:custGeom>
              <a:avLst/>
              <a:gdLst/>
              <a:ahLst/>
              <a:cxnLst/>
              <a:rect l="l" t="t" r="r" b="b"/>
              <a:pathLst>
                <a:path w="10776" h="7436" extrusionOk="0">
                  <a:moveTo>
                    <a:pt x="7057" y="1670"/>
                  </a:moveTo>
                  <a:cubicBezTo>
                    <a:pt x="7278" y="1670"/>
                    <a:pt x="7436" y="1859"/>
                    <a:pt x="7436" y="2048"/>
                  </a:cubicBezTo>
                  <a:cubicBezTo>
                    <a:pt x="7436" y="2300"/>
                    <a:pt x="7247" y="2489"/>
                    <a:pt x="7057" y="2489"/>
                  </a:cubicBezTo>
                  <a:cubicBezTo>
                    <a:pt x="6805" y="2489"/>
                    <a:pt x="6616" y="2300"/>
                    <a:pt x="6616" y="2048"/>
                  </a:cubicBezTo>
                  <a:cubicBezTo>
                    <a:pt x="6616" y="1859"/>
                    <a:pt x="6805" y="1670"/>
                    <a:pt x="7057" y="1670"/>
                  </a:cubicBezTo>
                  <a:close/>
                  <a:moveTo>
                    <a:pt x="8696" y="1670"/>
                  </a:moveTo>
                  <a:cubicBezTo>
                    <a:pt x="8948" y="1670"/>
                    <a:pt x="9137" y="1859"/>
                    <a:pt x="9137" y="2048"/>
                  </a:cubicBezTo>
                  <a:cubicBezTo>
                    <a:pt x="9137" y="2300"/>
                    <a:pt x="8948" y="2489"/>
                    <a:pt x="8696" y="2489"/>
                  </a:cubicBezTo>
                  <a:cubicBezTo>
                    <a:pt x="8475" y="2489"/>
                    <a:pt x="8318" y="2300"/>
                    <a:pt x="8318" y="2048"/>
                  </a:cubicBezTo>
                  <a:cubicBezTo>
                    <a:pt x="8255" y="1859"/>
                    <a:pt x="8475" y="1670"/>
                    <a:pt x="8696" y="1670"/>
                  </a:cubicBezTo>
                  <a:close/>
                  <a:moveTo>
                    <a:pt x="5388" y="3277"/>
                  </a:moveTo>
                  <a:cubicBezTo>
                    <a:pt x="5640" y="3277"/>
                    <a:pt x="5829" y="3466"/>
                    <a:pt x="5829" y="3686"/>
                  </a:cubicBezTo>
                  <a:lnTo>
                    <a:pt x="5829" y="5356"/>
                  </a:lnTo>
                  <a:cubicBezTo>
                    <a:pt x="5829" y="5608"/>
                    <a:pt x="5640" y="5797"/>
                    <a:pt x="5388" y="5797"/>
                  </a:cubicBezTo>
                  <a:lnTo>
                    <a:pt x="2080" y="5797"/>
                  </a:lnTo>
                  <a:cubicBezTo>
                    <a:pt x="1859" y="5797"/>
                    <a:pt x="1639" y="5608"/>
                    <a:pt x="1639" y="5356"/>
                  </a:cubicBezTo>
                  <a:lnTo>
                    <a:pt x="1639" y="3686"/>
                  </a:lnTo>
                  <a:cubicBezTo>
                    <a:pt x="1639" y="3466"/>
                    <a:pt x="1859" y="3277"/>
                    <a:pt x="2080" y="3277"/>
                  </a:cubicBezTo>
                  <a:close/>
                  <a:moveTo>
                    <a:pt x="5230" y="0"/>
                  </a:moveTo>
                  <a:cubicBezTo>
                    <a:pt x="4600" y="504"/>
                    <a:pt x="3781" y="819"/>
                    <a:pt x="2899" y="819"/>
                  </a:cubicBezTo>
                  <a:cubicBezTo>
                    <a:pt x="2080" y="819"/>
                    <a:pt x="1324" y="536"/>
                    <a:pt x="756" y="126"/>
                  </a:cubicBezTo>
                  <a:cubicBezTo>
                    <a:pt x="315" y="315"/>
                    <a:pt x="32" y="756"/>
                    <a:pt x="32" y="1260"/>
                  </a:cubicBezTo>
                  <a:lnTo>
                    <a:pt x="32" y="6206"/>
                  </a:lnTo>
                  <a:cubicBezTo>
                    <a:pt x="0" y="6900"/>
                    <a:pt x="536" y="7435"/>
                    <a:pt x="1261" y="7435"/>
                  </a:cubicBezTo>
                  <a:lnTo>
                    <a:pt x="9515" y="7435"/>
                  </a:lnTo>
                  <a:cubicBezTo>
                    <a:pt x="10208" y="7435"/>
                    <a:pt x="10775" y="6900"/>
                    <a:pt x="10775" y="6206"/>
                  </a:cubicBezTo>
                  <a:lnTo>
                    <a:pt x="10775" y="1260"/>
                  </a:lnTo>
                  <a:cubicBezTo>
                    <a:pt x="10775" y="756"/>
                    <a:pt x="10460" y="315"/>
                    <a:pt x="10082" y="126"/>
                  </a:cubicBezTo>
                  <a:cubicBezTo>
                    <a:pt x="9452" y="536"/>
                    <a:pt x="8727" y="819"/>
                    <a:pt x="7908" y="819"/>
                  </a:cubicBezTo>
                  <a:cubicBezTo>
                    <a:pt x="7057" y="819"/>
                    <a:pt x="6270" y="504"/>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86"/>
            <p:cNvSpPr/>
            <p:nvPr/>
          </p:nvSpPr>
          <p:spPr>
            <a:xfrm>
              <a:off x="-12352850" y="3802125"/>
              <a:ext cx="63050" cy="186150"/>
            </a:xfrm>
            <a:custGeom>
              <a:avLst/>
              <a:gdLst/>
              <a:ahLst/>
              <a:cxnLst/>
              <a:rect l="l" t="t" r="r" b="b"/>
              <a:pathLst>
                <a:path w="2522" h="7446" extrusionOk="0">
                  <a:moveTo>
                    <a:pt x="2092" y="0"/>
                  </a:moveTo>
                  <a:cubicBezTo>
                    <a:pt x="2035" y="0"/>
                    <a:pt x="1976" y="10"/>
                    <a:pt x="1923" y="37"/>
                  </a:cubicBezTo>
                  <a:lnTo>
                    <a:pt x="1" y="982"/>
                  </a:lnTo>
                  <a:lnTo>
                    <a:pt x="1" y="6464"/>
                  </a:lnTo>
                  <a:lnTo>
                    <a:pt x="1923" y="7409"/>
                  </a:lnTo>
                  <a:cubicBezTo>
                    <a:pt x="1976" y="7435"/>
                    <a:pt x="2035" y="7445"/>
                    <a:pt x="2092" y="7445"/>
                  </a:cubicBezTo>
                  <a:cubicBezTo>
                    <a:pt x="2170" y="7445"/>
                    <a:pt x="2246" y="7427"/>
                    <a:pt x="2301" y="7409"/>
                  </a:cubicBezTo>
                  <a:cubicBezTo>
                    <a:pt x="2427" y="7314"/>
                    <a:pt x="2521" y="7220"/>
                    <a:pt x="2521" y="7062"/>
                  </a:cubicBezTo>
                  <a:lnTo>
                    <a:pt x="2521" y="415"/>
                  </a:lnTo>
                  <a:cubicBezTo>
                    <a:pt x="2521" y="257"/>
                    <a:pt x="2427" y="131"/>
                    <a:pt x="2301" y="37"/>
                  </a:cubicBezTo>
                  <a:cubicBezTo>
                    <a:pt x="2246" y="18"/>
                    <a:pt x="2170" y="0"/>
                    <a:pt x="20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0" name="Google Shape;7110;p86"/>
          <p:cNvGrpSpPr/>
          <p:nvPr/>
        </p:nvGrpSpPr>
        <p:grpSpPr>
          <a:xfrm>
            <a:off x="7951322" y="1387642"/>
            <a:ext cx="355416" cy="354670"/>
            <a:chOff x="-10857925" y="3213875"/>
            <a:chExt cx="352875" cy="352100"/>
          </a:xfrm>
        </p:grpSpPr>
        <p:sp>
          <p:nvSpPr>
            <p:cNvPr id="7111" name="Google Shape;7111;p86"/>
            <p:cNvSpPr/>
            <p:nvPr/>
          </p:nvSpPr>
          <p:spPr>
            <a:xfrm>
              <a:off x="-10759475" y="3265875"/>
              <a:ext cx="64600" cy="87450"/>
            </a:xfrm>
            <a:custGeom>
              <a:avLst/>
              <a:gdLst/>
              <a:ahLst/>
              <a:cxnLst/>
              <a:rect l="l" t="t" r="r" b="b"/>
              <a:pathLst>
                <a:path w="2584" h="3498" extrusionOk="0">
                  <a:moveTo>
                    <a:pt x="1702" y="0"/>
                  </a:moveTo>
                  <a:lnTo>
                    <a:pt x="0" y="1418"/>
                  </a:lnTo>
                  <a:lnTo>
                    <a:pt x="2584" y="3497"/>
                  </a:lnTo>
                  <a:cubicBezTo>
                    <a:pt x="2458" y="2111"/>
                    <a:pt x="2143" y="914"/>
                    <a:pt x="17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86"/>
            <p:cNvSpPr/>
            <p:nvPr/>
          </p:nvSpPr>
          <p:spPr>
            <a:xfrm>
              <a:off x="-10857925" y="3265075"/>
              <a:ext cx="64600" cy="87450"/>
            </a:xfrm>
            <a:custGeom>
              <a:avLst/>
              <a:gdLst/>
              <a:ahLst/>
              <a:cxnLst/>
              <a:rect l="l" t="t" r="r" b="b"/>
              <a:pathLst>
                <a:path w="2584" h="3498" extrusionOk="0">
                  <a:moveTo>
                    <a:pt x="882" y="1"/>
                  </a:moveTo>
                  <a:cubicBezTo>
                    <a:pt x="441" y="946"/>
                    <a:pt x="189" y="2143"/>
                    <a:pt x="0" y="3498"/>
                  </a:cubicBezTo>
                  <a:lnTo>
                    <a:pt x="2584" y="1418"/>
                  </a:lnTo>
                  <a:lnTo>
                    <a:pt x="8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86"/>
            <p:cNvSpPr/>
            <p:nvPr/>
          </p:nvSpPr>
          <p:spPr>
            <a:xfrm>
              <a:off x="-10850050" y="3313925"/>
              <a:ext cx="148100" cy="65375"/>
            </a:xfrm>
            <a:custGeom>
              <a:avLst/>
              <a:gdLst/>
              <a:ahLst/>
              <a:cxnLst/>
              <a:rect l="l" t="t" r="r" b="b"/>
              <a:pathLst>
                <a:path w="5924" h="2615" extrusionOk="0">
                  <a:moveTo>
                    <a:pt x="2993" y="0"/>
                  </a:moveTo>
                  <a:lnTo>
                    <a:pt x="0" y="2363"/>
                  </a:lnTo>
                  <a:cubicBezTo>
                    <a:pt x="221" y="2520"/>
                    <a:pt x="410" y="2615"/>
                    <a:pt x="693" y="2615"/>
                  </a:cubicBezTo>
                  <a:lnTo>
                    <a:pt x="5261" y="2615"/>
                  </a:lnTo>
                  <a:cubicBezTo>
                    <a:pt x="5482" y="2615"/>
                    <a:pt x="5734" y="2520"/>
                    <a:pt x="5923" y="2363"/>
                  </a:cubicBezTo>
                  <a:lnTo>
                    <a:pt x="29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86"/>
            <p:cNvSpPr/>
            <p:nvPr/>
          </p:nvSpPr>
          <p:spPr>
            <a:xfrm>
              <a:off x="-10857925" y="3391900"/>
              <a:ext cx="165425" cy="133125"/>
            </a:xfrm>
            <a:custGeom>
              <a:avLst/>
              <a:gdLst/>
              <a:ahLst/>
              <a:cxnLst/>
              <a:rect l="l" t="t" r="r" b="b"/>
              <a:pathLst>
                <a:path w="6617" h="5325" extrusionOk="0">
                  <a:moveTo>
                    <a:pt x="6616" y="0"/>
                  </a:moveTo>
                  <a:cubicBezTo>
                    <a:pt x="6301" y="189"/>
                    <a:pt x="5986" y="315"/>
                    <a:pt x="5608" y="315"/>
                  </a:cubicBezTo>
                  <a:lnTo>
                    <a:pt x="1040" y="315"/>
                  </a:lnTo>
                  <a:cubicBezTo>
                    <a:pt x="662" y="315"/>
                    <a:pt x="284" y="189"/>
                    <a:pt x="32" y="0"/>
                  </a:cubicBezTo>
                  <a:lnTo>
                    <a:pt x="32" y="0"/>
                  </a:lnTo>
                  <a:cubicBezTo>
                    <a:pt x="0" y="1449"/>
                    <a:pt x="221" y="2867"/>
                    <a:pt x="630" y="4001"/>
                  </a:cubicBezTo>
                  <a:cubicBezTo>
                    <a:pt x="914" y="4757"/>
                    <a:pt x="1638" y="5324"/>
                    <a:pt x="2426" y="5324"/>
                  </a:cubicBezTo>
                  <a:lnTo>
                    <a:pt x="4001" y="5324"/>
                  </a:lnTo>
                  <a:cubicBezTo>
                    <a:pt x="4946" y="5324"/>
                    <a:pt x="5671" y="4789"/>
                    <a:pt x="5955" y="4001"/>
                  </a:cubicBezTo>
                  <a:cubicBezTo>
                    <a:pt x="6396" y="2867"/>
                    <a:pt x="6585" y="1449"/>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86"/>
            <p:cNvSpPr/>
            <p:nvPr/>
          </p:nvSpPr>
          <p:spPr>
            <a:xfrm>
              <a:off x="-10824850" y="3213875"/>
              <a:ext cx="98475" cy="74850"/>
            </a:xfrm>
            <a:custGeom>
              <a:avLst/>
              <a:gdLst/>
              <a:ahLst/>
              <a:cxnLst/>
              <a:rect l="l" t="t" r="r" b="b"/>
              <a:pathLst>
                <a:path w="3939" h="2994" extrusionOk="0">
                  <a:moveTo>
                    <a:pt x="1954" y="1"/>
                  </a:moveTo>
                  <a:cubicBezTo>
                    <a:pt x="1198" y="1"/>
                    <a:pt x="536" y="505"/>
                    <a:pt x="0" y="1324"/>
                  </a:cubicBezTo>
                  <a:lnTo>
                    <a:pt x="1954" y="2994"/>
                  </a:lnTo>
                  <a:lnTo>
                    <a:pt x="3938" y="1324"/>
                  </a:lnTo>
                  <a:cubicBezTo>
                    <a:pt x="3371" y="505"/>
                    <a:pt x="2710" y="1"/>
                    <a:pt x="19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86"/>
            <p:cNvSpPr/>
            <p:nvPr/>
          </p:nvSpPr>
          <p:spPr>
            <a:xfrm>
              <a:off x="-10571250" y="3306825"/>
              <a:ext cx="64625" cy="87450"/>
            </a:xfrm>
            <a:custGeom>
              <a:avLst/>
              <a:gdLst/>
              <a:ahLst/>
              <a:cxnLst/>
              <a:rect l="l" t="t" r="r" b="b"/>
              <a:pathLst>
                <a:path w="2585" h="3498" extrusionOk="0">
                  <a:moveTo>
                    <a:pt x="1702" y="0"/>
                  </a:moveTo>
                  <a:lnTo>
                    <a:pt x="1" y="1418"/>
                  </a:lnTo>
                  <a:lnTo>
                    <a:pt x="2584" y="3498"/>
                  </a:lnTo>
                  <a:cubicBezTo>
                    <a:pt x="2458" y="2143"/>
                    <a:pt x="2143" y="914"/>
                    <a:pt x="17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86"/>
            <p:cNvSpPr/>
            <p:nvPr/>
          </p:nvSpPr>
          <p:spPr>
            <a:xfrm>
              <a:off x="-10669700" y="3306025"/>
              <a:ext cx="63825" cy="87475"/>
            </a:xfrm>
            <a:custGeom>
              <a:avLst/>
              <a:gdLst/>
              <a:ahLst/>
              <a:cxnLst/>
              <a:rect l="l" t="t" r="r" b="b"/>
              <a:pathLst>
                <a:path w="2553" h="3499" extrusionOk="0">
                  <a:moveTo>
                    <a:pt x="883" y="1"/>
                  </a:moveTo>
                  <a:cubicBezTo>
                    <a:pt x="442" y="946"/>
                    <a:pt x="127" y="2175"/>
                    <a:pt x="1" y="3498"/>
                  </a:cubicBezTo>
                  <a:lnTo>
                    <a:pt x="2553" y="1419"/>
                  </a:lnTo>
                  <a:lnTo>
                    <a:pt x="8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86"/>
            <p:cNvSpPr/>
            <p:nvPr/>
          </p:nvSpPr>
          <p:spPr>
            <a:xfrm>
              <a:off x="-10661825" y="3355650"/>
              <a:ext cx="148100" cy="64625"/>
            </a:xfrm>
            <a:custGeom>
              <a:avLst/>
              <a:gdLst/>
              <a:ahLst/>
              <a:cxnLst/>
              <a:rect l="l" t="t" r="r" b="b"/>
              <a:pathLst>
                <a:path w="5924" h="2585" extrusionOk="0">
                  <a:moveTo>
                    <a:pt x="2994" y="1"/>
                  </a:moveTo>
                  <a:lnTo>
                    <a:pt x="1" y="2364"/>
                  </a:lnTo>
                  <a:cubicBezTo>
                    <a:pt x="221" y="2521"/>
                    <a:pt x="410" y="2584"/>
                    <a:pt x="694" y="2584"/>
                  </a:cubicBezTo>
                  <a:lnTo>
                    <a:pt x="5231" y="2584"/>
                  </a:lnTo>
                  <a:cubicBezTo>
                    <a:pt x="5483" y="2584"/>
                    <a:pt x="5735" y="2521"/>
                    <a:pt x="5924" y="2364"/>
                  </a:cubicBezTo>
                  <a:lnTo>
                    <a:pt x="29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86"/>
            <p:cNvSpPr/>
            <p:nvPr/>
          </p:nvSpPr>
          <p:spPr>
            <a:xfrm>
              <a:off x="-10670475" y="3432850"/>
              <a:ext cx="165425" cy="133125"/>
            </a:xfrm>
            <a:custGeom>
              <a:avLst/>
              <a:gdLst/>
              <a:ahLst/>
              <a:cxnLst/>
              <a:rect l="l" t="t" r="r" b="b"/>
              <a:pathLst>
                <a:path w="6617" h="5325" extrusionOk="0">
                  <a:moveTo>
                    <a:pt x="6616" y="0"/>
                  </a:moveTo>
                  <a:cubicBezTo>
                    <a:pt x="6301" y="221"/>
                    <a:pt x="5986" y="315"/>
                    <a:pt x="5577" y="315"/>
                  </a:cubicBezTo>
                  <a:lnTo>
                    <a:pt x="1040" y="315"/>
                  </a:lnTo>
                  <a:cubicBezTo>
                    <a:pt x="630" y="315"/>
                    <a:pt x="284" y="221"/>
                    <a:pt x="0" y="0"/>
                  </a:cubicBezTo>
                  <a:lnTo>
                    <a:pt x="0" y="0"/>
                  </a:lnTo>
                  <a:cubicBezTo>
                    <a:pt x="0" y="1481"/>
                    <a:pt x="221" y="2930"/>
                    <a:pt x="630" y="4064"/>
                  </a:cubicBezTo>
                  <a:cubicBezTo>
                    <a:pt x="914" y="4821"/>
                    <a:pt x="1607" y="5325"/>
                    <a:pt x="2395" y="5325"/>
                  </a:cubicBezTo>
                  <a:lnTo>
                    <a:pt x="3970" y="5325"/>
                  </a:lnTo>
                  <a:cubicBezTo>
                    <a:pt x="4915" y="5325"/>
                    <a:pt x="5671" y="4852"/>
                    <a:pt x="5955" y="4064"/>
                  </a:cubicBezTo>
                  <a:cubicBezTo>
                    <a:pt x="6364" y="2930"/>
                    <a:pt x="6585" y="1481"/>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86"/>
            <p:cNvSpPr/>
            <p:nvPr/>
          </p:nvSpPr>
          <p:spPr>
            <a:xfrm>
              <a:off x="-10638175" y="3254850"/>
              <a:ext cx="98475" cy="74850"/>
            </a:xfrm>
            <a:custGeom>
              <a:avLst/>
              <a:gdLst/>
              <a:ahLst/>
              <a:cxnLst/>
              <a:rect l="l" t="t" r="r" b="b"/>
              <a:pathLst>
                <a:path w="3939" h="2994" extrusionOk="0">
                  <a:moveTo>
                    <a:pt x="1985" y="0"/>
                  </a:moveTo>
                  <a:cubicBezTo>
                    <a:pt x="1229" y="0"/>
                    <a:pt x="567" y="504"/>
                    <a:pt x="0" y="1355"/>
                  </a:cubicBezTo>
                  <a:lnTo>
                    <a:pt x="1985" y="2993"/>
                  </a:lnTo>
                  <a:lnTo>
                    <a:pt x="3938" y="1355"/>
                  </a:lnTo>
                  <a:cubicBezTo>
                    <a:pt x="3403" y="504"/>
                    <a:pt x="2709" y="0"/>
                    <a:pt x="19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21" name="Google Shape;7121;p86"/>
          <p:cNvGrpSpPr/>
          <p:nvPr/>
        </p:nvGrpSpPr>
        <p:grpSpPr>
          <a:xfrm>
            <a:off x="6168237" y="2747071"/>
            <a:ext cx="356096" cy="354469"/>
            <a:chOff x="-9089725" y="3180200"/>
            <a:chExt cx="353550" cy="351900"/>
          </a:xfrm>
        </p:grpSpPr>
        <p:sp>
          <p:nvSpPr>
            <p:cNvPr id="7122" name="Google Shape;7122;p86"/>
            <p:cNvSpPr/>
            <p:nvPr/>
          </p:nvSpPr>
          <p:spPr>
            <a:xfrm>
              <a:off x="-9089725" y="3180200"/>
              <a:ext cx="165425" cy="250300"/>
            </a:xfrm>
            <a:custGeom>
              <a:avLst/>
              <a:gdLst/>
              <a:ahLst/>
              <a:cxnLst/>
              <a:rect l="l" t="t" r="r" b="b"/>
              <a:pathLst>
                <a:path w="6617" h="10012" extrusionOk="0">
                  <a:moveTo>
                    <a:pt x="2945" y="1"/>
                  </a:moveTo>
                  <a:cubicBezTo>
                    <a:pt x="2900" y="1"/>
                    <a:pt x="2854" y="8"/>
                    <a:pt x="2805" y="25"/>
                  </a:cubicBezTo>
                  <a:cubicBezTo>
                    <a:pt x="2647" y="56"/>
                    <a:pt x="2521" y="214"/>
                    <a:pt x="2521" y="434"/>
                  </a:cubicBezTo>
                  <a:lnTo>
                    <a:pt x="2521" y="6924"/>
                  </a:lnTo>
                  <a:cubicBezTo>
                    <a:pt x="2301" y="6767"/>
                    <a:pt x="2017" y="6704"/>
                    <a:pt x="1702" y="6704"/>
                  </a:cubicBezTo>
                  <a:cubicBezTo>
                    <a:pt x="788" y="6704"/>
                    <a:pt x="64" y="7428"/>
                    <a:pt x="64" y="8342"/>
                  </a:cubicBezTo>
                  <a:cubicBezTo>
                    <a:pt x="1" y="9256"/>
                    <a:pt x="757" y="10012"/>
                    <a:pt x="1671" y="10012"/>
                  </a:cubicBezTo>
                  <a:cubicBezTo>
                    <a:pt x="2584" y="10012"/>
                    <a:pt x="3309" y="9256"/>
                    <a:pt x="3309" y="8342"/>
                  </a:cubicBezTo>
                  <a:lnTo>
                    <a:pt x="3309" y="1820"/>
                  </a:lnTo>
                  <a:cubicBezTo>
                    <a:pt x="3907" y="2545"/>
                    <a:pt x="4632" y="3144"/>
                    <a:pt x="5294" y="3616"/>
                  </a:cubicBezTo>
                  <a:cubicBezTo>
                    <a:pt x="5609" y="3868"/>
                    <a:pt x="5798" y="4215"/>
                    <a:pt x="5798" y="4593"/>
                  </a:cubicBezTo>
                  <a:cubicBezTo>
                    <a:pt x="5798" y="5286"/>
                    <a:pt x="5262" y="5822"/>
                    <a:pt x="4537" y="5822"/>
                  </a:cubicBezTo>
                  <a:cubicBezTo>
                    <a:pt x="4317" y="5822"/>
                    <a:pt x="4159" y="6011"/>
                    <a:pt x="4159" y="6263"/>
                  </a:cubicBezTo>
                  <a:cubicBezTo>
                    <a:pt x="4159" y="6483"/>
                    <a:pt x="4348" y="6704"/>
                    <a:pt x="4537" y="6704"/>
                  </a:cubicBezTo>
                  <a:cubicBezTo>
                    <a:pt x="5672" y="6704"/>
                    <a:pt x="6617" y="5727"/>
                    <a:pt x="6617" y="4593"/>
                  </a:cubicBezTo>
                  <a:cubicBezTo>
                    <a:pt x="6617" y="3931"/>
                    <a:pt x="6302" y="3333"/>
                    <a:pt x="5798" y="2955"/>
                  </a:cubicBezTo>
                  <a:cubicBezTo>
                    <a:pt x="5042" y="2388"/>
                    <a:pt x="4317" y="1726"/>
                    <a:pt x="3750" y="907"/>
                  </a:cubicBezTo>
                  <a:lnTo>
                    <a:pt x="3277" y="182"/>
                  </a:lnTo>
                  <a:cubicBezTo>
                    <a:pt x="3184" y="65"/>
                    <a:pt x="3073" y="1"/>
                    <a:pt x="29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86"/>
            <p:cNvSpPr/>
            <p:nvPr/>
          </p:nvSpPr>
          <p:spPr>
            <a:xfrm>
              <a:off x="-8965275" y="3264575"/>
              <a:ext cx="229100" cy="267525"/>
            </a:xfrm>
            <a:custGeom>
              <a:avLst/>
              <a:gdLst/>
              <a:ahLst/>
              <a:cxnLst/>
              <a:rect l="l" t="t" r="r" b="b"/>
              <a:pathLst>
                <a:path w="9164" h="10701" extrusionOk="0">
                  <a:moveTo>
                    <a:pt x="8747" y="0"/>
                  </a:moveTo>
                  <a:cubicBezTo>
                    <a:pt x="8709" y="0"/>
                    <a:pt x="8671" y="7"/>
                    <a:pt x="8633" y="21"/>
                  </a:cubicBezTo>
                  <a:lnTo>
                    <a:pt x="2804" y="1659"/>
                  </a:lnTo>
                  <a:cubicBezTo>
                    <a:pt x="2584" y="1690"/>
                    <a:pt x="2489" y="1848"/>
                    <a:pt x="2489" y="2069"/>
                  </a:cubicBezTo>
                  <a:lnTo>
                    <a:pt x="2489" y="7645"/>
                  </a:lnTo>
                  <a:cubicBezTo>
                    <a:pt x="2237" y="7487"/>
                    <a:pt x="1985" y="7424"/>
                    <a:pt x="1670" y="7424"/>
                  </a:cubicBezTo>
                  <a:cubicBezTo>
                    <a:pt x="757" y="7424"/>
                    <a:pt x="1" y="8149"/>
                    <a:pt x="1" y="9063"/>
                  </a:cubicBezTo>
                  <a:cubicBezTo>
                    <a:pt x="1" y="9976"/>
                    <a:pt x="757" y="10701"/>
                    <a:pt x="1670" y="10701"/>
                  </a:cubicBezTo>
                  <a:cubicBezTo>
                    <a:pt x="2552" y="10701"/>
                    <a:pt x="3309" y="9976"/>
                    <a:pt x="3309" y="9063"/>
                  </a:cubicBezTo>
                  <a:lnTo>
                    <a:pt x="3309" y="3990"/>
                  </a:lnTo>
                  <a:lnTo>
                    <a:pt x="8318" y="2573"/>
                  </a:lnTo>
                  <a:lnTo>
                    <a:pt x="8318" y="5944"/>
                  </a:lnTo>
                  <a:cubicBezTo>
                    <a:pt x="8066" y="5786"/>
                    <a:pt x="7814" y="5723"/>
                    <a:pt x="7499" y="5723"/>
                  </a:cubicBezTo>
                  <a:cubicBezTo>
                    <a:pt x="6585" y="5723"/>
                    <a:pt x="5829" y="6448"/>
                    <a:pt x="5829" y="7361"/>
                  </a:cubicBezTo>
                  <a:cubicBezTo>
                    <a:pt x="5829" y="8275"/>
                    <a:pt x="6585" y="9031"/>
                    <a:pt x="7499" y="9031"/>
                  </a:cubicBezTo>
                  <a:cubicBezTo>
                    <a:pt x="8381" y="9031"/>
                    <a:pt x="9137" y="8275"/>
                    <a:pt x="9137" y="7361"/>
                  </a:cubicBezTo>
                  <a:lnTo>
                    <a:pt x="9137" y="367"/>
                  </a:lnTo>
                  <a:cubicBezTo>
                    <a:pt x="9164" y="207"/>
                    <a:pt x="8963" y="0"/>
                    <a:pt x="87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24" name="Google Shape;7124;p86"/>
          <p:cNvGrpSpPr/>
          <p:nvPr/>
        </p:nvGrpSpPr>
        <p:grpSpPr>
          <a:xfrm>
            <a:off x="7060235" y="1826875"/>
            <a:ext cx="358588" cy="357642"/>
            <a:chOff x="7083760" y="1971660"/>
            <a:chExt cx="358588" cy="357642"/>
          </a:xfrm>
        </p:grpSpPr>
        <p:sp>
          <p:nvSpPr>
            <p:cNvPr id="7125" name="Google Shape;7125;p86"/>
            <p:cNvSpPr/>
            <p:nvPr/>
          </p:nvSpPr>
          <p:spPr>
            <a:xfrm>
              <a:off x="7354268" y="1973246"/>
              <a:ext cx="87299" cy="80760"/>
            </a:xfrm>
            <a:custGeom>
              <a:avLst/>
              <a:gdLst/>
              <a:ahLst/>
              <a:cxnLst/>
              <a:rect l="l" t="t" r="r" b="b"/>
              <a:pathLst>
                <a:path w="3467" h="3207" extrusionOk="0">
                  <a:moveTo>
                    <a:pt x="3025" y="1"/>
                  </a:moveTo>
                  <a:cubicBezTo>
                    <a:pt x="2923" y="1"/>
                    <a:pt x="2821" y="40"/>
                    <a:pt x="2742" y="119"/>
                  </a:cubicBezTo>
                  <a:lnTo>
                    <a:pt x="1" y="2955"/>
                  </a:lnTo>
                  <a:cubicBezTo>
                    <a:pt x="316" y="3018"/>
                    <a:pt x="631" y="3112"/>
                    <a:pt x="914" y="3207"/>
                  </a:cubicBezTo>
                  <a:lnTo>
                    <a:pt x="3309" y="749"/>
                  </a:lnTo>
                  <a:cubicBezTo>
                    <a:pt x="3466" y="529"/>
                    <a:pt x="3466" y="277"/>
                    <a:pt x="3309" y="119"/>
                  </a:cubicBezTo>
                  <a:cubicBezTo>
                    <a:pt x="3230" y="40"/>
                    <a:pt x="3128" y="1"/>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86"/>
            <p:cNvSpPr/>
            <p:nvPr/>
          </p:nvSpPr>
          <p:spPr>
            <a:xfrm>
              <a:off x="7212278" y="2099990"/>
              <a:ext cx="19867" cy="19869"/>
            </a:xfrm>
            <a:custGeom>
              <a:avLst/>
              <a:gdLst/>
              <a:ahLst/>
              <a:cxnLst/>
              <a:rect l="l" t="t" r="r" b="b"/>
              <a:pathLst>
                <a:path w="789" h="789" extrusionOk="0">
                  <a:moveTo>
                    <a:pt x="378" y="1"/>
                  </a:moveTo>
                  <a:cubicBezTo>
                    <a:pt x="158" y="1"/>
                    <a:pt x="0" y="158"/>
                    <a:pt x="0" y="379"/>
                  </a:cubicBezTo>
                  <a:cubicBezTo>
                    <a:pt x="0" y="599"/>
                    <a:pt x="158" y="788"/>
                    <a:pt x="378" y="788"/>
                  </a:cubicBezTo>
                  <a:cubicBezTo>
                    <a:pt x="599" y="788"/>
                    <a:pt x="788" y="599"/>
                    <a:pt x="788" y="379"/>
                  </a:cubicBezTo>
                  <a:cubicBezTo>
                    <a:pt x="788" y="158"/>
                    <a:pt x="599"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86"/>
            <p:cNvSpPr/>
            <p:nvPr/>
          </p:nvSpPr>
          <p:spPr>
            <a:xfrm>
              <a:off x="7083760" y="1971660"/>
              <a:ext cx="356221" cy="210878"/>
            </a:xfrm>
            <a:custGeom>
              <a:avLst/>
              <a:gdLst/>
              <a:ahLst/>
              <a:cxnLst/>
              <a:rect l="l" t="t" r="r" b="b"/>
              <a:pathLst>
                <a:path w="14147" h="8374" extrusionOk="0">
                  <a:moveTo>
                    <a:pt x="457" y="1"/>
                  </a:moveTo>
                  <a:cubicBezTo>
                    <a:pt x="347" y="1"/>
                    <a:pt x="237" y="40"/>
                    <a:pt x="158" y="119"/>
                  </a:cubicBezTo>
                  <a:cubicBezTo>
                    <a:pt x="1" y="277"/>
                    <a:pt x="1" y="560"/>
                    <a:pt x="158" y="718"/>
                  </a:cubicBezTo>
                  <a:lnTo>
                    <a:pt x="2553" y="3207"/>
                  </a:lnTo>
                  <a:cubicBezTo>
                    <a:pt x="1103" y="3679"/>
                    <a:pt x="32" y="4435"/>
                    <a:pt x="32" y="5443"/>
                  </a:cubicBezTo>
                  <a:cubicBezTo>
                    <a:pt x="32" y="7334"/>
                    <a:pt x="3718" y="8373"/>
                    <a:pt x="7089" y="8373"/>
                  </a:cubicBezTo>
                  <a:cubicBezTo>
                    <a:pt x="10523" y="8373"/>
                    <a:pt x="14146" y="7334"/>
                    <a:pt x="14146" y="5443"/>
                  </a:cubicBezTo>
                  <a:cubicBezTo>
                    <a:pt x="14146" y="4467"/>
                    <a:pt x="13075" y="3679"/>
                    <a:pt x="11626" y="3207"/>
                  </a:cubicBezTo>
                  <a:lnTo>
                    <a:pt x="9893" y="4971"/>
                  </a:lnTo>
                  <a:cubicBezTo>
                    <a:pt x="10019" y="5160"/>
                    <a:pt x="10051" y="5317"/>
                    <a:pt x="10051" y="5475"/>
                  </a:cubicBezTo>
                  <a:cubicBezTo>
                    <a:pt x="10051" y="6168"/>
                    <a:pt x="9484" y="6704"/>
                    <a:pt x="8791" y="6704"/>
                  </a:cubicBezTo>
                  <a:cubicBezTo>
                    <a:pt x="8129" y="6704"/>
                    <a:pt x="7530" y="6168"/>
                    <a:pt x="7530" y="5475"/>
                  </a:cubicBezTo>
                  <a:cubicBezTo>
                    <a:pt x="7530" y="4813"/>
                    <a:pt x="8066" y="4278"/>
                    <a:pt x="8791" y="4278"/>
                  </a:cubicBezTo>
                  <a:cubicBezTo>
                    <a:pt x="8980" y="4278"/>
                    <a:pt x="9232" y="4341"/>
                    <a:pt x="9389" y="4404"/>
                  </a:cubicBezTo>
                  <a:lnTo>
                    <a:pt x="10744" y="2986"/>
                  </a:lnTo>
                  <a:cubicBezTo>
                    <a:pt x="9641" y="2734"/>
                    <a:pt x="8349" y="2608"/>
                    <a:pt x="7121" y="2608"/>
                  </a:cubicBezTo>
                  <a:cubicBezTo>
                    <a:pt x="5861" y="2608"/>
                    <a:pt x="4600" y="2765"/>
                    <a:pt x="3498" y="2986"/>
                  </a:cubicBezTo>
                  <a:lnTo>
                    <a:pt x="4884" y="4404"/>
                  </a:lnTo>
                  <a:cubicBezTo>
                    <a:pt x="5073" y="4341"/>
                    <a:pt x="5293" y="4278"/>
                    <a:pt x="5482" y="4278"/>
                  </a:cubicBezTo>
                  <a:cubicBezTo>
                    <a:pt x="6144" y="4278"/>
                    <a:pt x="6743" y="4813"/>
                    <a:pt x="6743" y="5475"/>
                  </a:cubicBezTo>
                  <a:cubicBezTo>
                    <a:pt x="6743" y="6168"/>
                    <a:pt x="6176" y="6704"/>
                    <a:pt x="5482" y="6704"/>
                  </a:cubicBezTo>
                  <a:cubicBezTo>
                    <a:pt x="4821" y="6704"/>
                    <a:pt x="4222" y="6168"/>
                    <a:pt x="4222" y="5475"/>
                  </a:cubicBezTo>
                  <a:cubicBezTo>
                    <a:pt x="4222" y="5317"/>
                    <a:pt x="4254" y="5160"/>
                    <a:pt x="4285" y="5002"/>
                  </a:cubicBezTo>
                  <a:lnTo>
                    <a:pt x="2553" y="3238"/>
                  </a:lnTo>
                  <a:cubicBezTo>
                    <a:pt x="2836" y="3112"/>
                    <a:pt x="3151" y="3049"/>
                    <a:pt x="3466" y="2955"/>
                  </a:cubicBezTo>
                  <a:lnTo>
                    <a:pt x="757" y="119"/>
                  </a:lnTo>
                  <a:cubicBezTo>
                    <a:pt x="678" y="40"/>
                    <a:pt x="568" y="1"/>
                    <a:pt x="4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86"/>
            <p:cNvSpPr/>
            <p:nvPr/>
          </p:nvSpPr>
          <p:spPr>
            <a:xfrm>
              <a:off x="7295574" y="2099990"/>
              <a:ext cx="19867" cy="19869"/>
            </a:xfrm>
            <a:custGeom>
              <a:avLst/>
              <a:gdLst/>
              <a:ahLst/>
              <a:cxnLst/>
              <a:rect l="l" t="t" r="r" b="b"/>
              <a:pathLst>
                <a:path w="789" h="789" extrusionOk="0">
                  <a:moveTo>
                    <a:pt x="379" y="1"/>
                  </a:moveTo>
                  <a:cubicBezTo>
                    <a:pt x="158" y="1"/>
                    <a:pt x="0" y="158"/>
                    <a:pt x="0" y="379"/>
                  </a:cubicBezTo>
                  <a:cubicBezTo>
                    <a:pt x="0" y="599"/>
                    <a:pt x="158" y="788"/>
                    <a:pt x="379" y="788"/>
                  </a:cubicBezTo>
                  <a:cubicBezTo>
                    <a:pt x="599" y="788"/>
                    <a:pt x="788" y="599"/>
                    <a:pt x="788" y="379"/>
                  </a:cubicBezTo>
                  <a:cubicBezTo>
                    <a:pt x="788" y="158"/>
                    <a:pt x="599"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86"/>
            <p:cNvSpPr/>
            <p:nvPr/>
          </p:nvSpPr>
          <p:spPr>
            <a:xfrm>
              <a:off x="7121131" y="2184880"/>
              <a:ext cx="68238" cy="69856"/>
            </a:xfrm>
            <a:custGeom>
              <a:avLst/>
              <a:gdLst/>
              <a:ahLst/>
              <a:cxnLst/>
              <a:rect l="l" t="t" r="r" b="b"/>
              <a:pathLst>
                <a:path w="2710" h="2774" extrusionOk="0">
                  <a:moveTo>
                    <a:pt x="1261" y="1"/>
                  </a:moveTo>
                  <a:lnTo>
                    <a:pt x="0" y="1639"/>
                  </a:lnTo>
                  <a:cubicBezTo>
                    <a:pt x="756" y="2112"/>
                    <a:pt x="1702" y="2490"/>
                    <a:pt x="2710" y="2773"/>
                  </a:cubicBezTo>
                  <a:lnTo>
                    <a:pt x="1859" y="221"/>
                  </a:lnTo>
                  <a:cubicBezTo>
                    <a:pt x="1639" y="158"/>
                    <a:pt x="1450" y="95"/>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86"/>
            <p:cNvSpPr/>
            <p:nvPr/>
          </p:nvSpPr>
          <p:spPr>
            <a:xfrm>
              <a:off x="7188883" y="2195985"/>
              <a:ext cx="47641" cy="55578"/>
            </a:xfrm>
            <a:custGeom>
              <a:avLst/>
              <a:gdLst/>
              <a:ahLst/>
              <a:cxnLst/>
              <a:rect l="l" t="t" r="r" b="b"/>
              <a:pathLst>
                <a:path w="1892" h="2207" extrusionOk="0">
                  <a:moveTo>
                    <a:pt x="1" y="1"/>
                  </a:moveTo>
                  <a:lnTo>
                    <a:pt x="694" y="2206"/>
                  </a:lnTo>
                  <a:lnTo>
                    <a:pt x="1891" y="221"/>
                  </a:lnTo>
                  <a:cubicBezTo>
                    <a:pt x="1229" y="190"/>
                    <a:pt x="599"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86"/>
            <p:cNvSpPr/>
            <p:nvPr/>
          </p:nvSpPr>
          <p:spPr>
            <a:xfrm>
              <a:off x="7400297" y="2129352"/>
              <a:ext cx="42051" cy="84135"/>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86"/>
            <p:cNvSpPr/>
            <p:nvPr/>
          </p:nvSpPr>
          <p:spPr>
            <a:xfrm>
              <a:off x="7225961" y="2203137"/>
              <a:ext cx="84907" cy="62704"/>
            </a:xfrm>
            <a:custGeom>
              <a:avLst/>
              <a:gdLst/>
              <a:ahLst/>
              <a:cxnLst/>
              <a:rect l="l" t="t" r="r" b="b"/>
              <a:pathLst>
                <a:path w="3372" h="2490" extrusionOk="0">
                  <a:moveTo>
                    <a:pt x="1419" y="0"/>
                  </a:moveTo>
                  <a:lnTo>
                    <a:pt x="1" y="2363"/>
                  </a:lnTo>
                  <a:cubicBezTo>
                    <a:pt x="537" y="2426"/>
                    <a:pt x="1104" y="2489"/>
                    <a:pt x="1671" y="2489"/>
                  </a:cubicBezTo>
                  <a:cubicBezTo>
                    <a:pt x="2269" y="2489"/>
                    <a:pt x="2836" y="2426"/>
                    <a:pt x="3372" y="2363"/>
                  </a:cubicBezTo>
                  <a:lnTo>
                    <a:pt x="195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86"/>
            <p:cNvSpPr/>
            <p:nvPr/>
          </p:nvSpPr>
          <p:spPr>
            <a:xfrm>
              <a:off x="7298289" y="2195985"/>
              <a:ext cx="47615" cy="55578"/>
            </a:xfrm>
            <a:custGeom>
              <a:avLst/>
              <a:gdLst/>
              <a:ahLst/>
              <a:cxnLst/>
              <a:rect l="l" t="t" r="r" b="b"/>
              <a:pathLst>
                <a:path w="1891" h="2207" extrusionOk="0">
                  <a:moveTo>
                    <a:pt x="1891" y="1"/>
                  </a:moveTo>
                  <a:cubicBezTo>
                    <a:pt x="1292" y="127"/>
                    <a:pt x="631" y="190"/>
                    <a:pt x="0" y="253"/>
                  </a:cubicBezTo>
                  <a:lnTo>
                    <a:pt x="1198" y="2206"/>
                  </a:lnTo>
                  <a:lnTo>
                    <a:pt x="1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86"/>
            <p:cNvSpPr/>
            <p:nvPr/>
          </p:nvSpPr>
          <p:spPr>
            <a:xfrm>
              <a:off x="7086152" y="2230913"/>
              <a:ext cx="354610" cy="98388"/>
            </a:xfrm>
            <a:custGeom>
              <a:avLst/>
              <a:gdLst/>
              <a:ahLst/>
              <a:cxnLst/>
              <a:rect l="l" t="t" r="r" b="b"/>
              <a:pathLst>
                <a:path w="14083" h="3907" extrusionOk="0">
                  <a:moveTo>
                    <a:pt x="0" y="0"/>
                  </a:moveTo>
                  <a:lnTo>
                    <a:pt x="0" y="977"/>
                  </a:lnTo>
                  <a:cubicBezTo>
                    <a:pt x="0" y="2867"/>
                    <a:pt x="3655" y="3907"/>
                    <a:pt x="7057" y="3907"/>
                  </a:cubicBezTo>
                  <a:cubicBezTo>
                    <a:pt x="10460" y="3907"/>
                    <a:pt x="14083" y="2867"/>
                    <a:pt x="14083" y="977"/>
                  </a:cubicBezTo>
                  <a:lnTo>
                    <a:pt x="14083" y="32"/>
                  </a:lnTo>
                  <a:cubicBezTo>
                    <a:pt x="12508" y="1386"/>
                    <a:pt x="9956" y="2237"/>
                    <a:pt x="7057" y="2237"/>
                  </a:cubicBezTo>
                  <a:cubicBezTo>
                    <a:pt x="4568" y="2205"/>
                    <a:pt x="1796" y="1575"/>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86"/>
            <p:cNvSpPr/>
            <p:nvPr/>
          </p:nvSpPr>
          <p:spPr>
            <a:xfrm>
              <a:off x="7345419" y="2186466"/>
              <a:ext cx="67457" cy="69050"/>
            </a:xfrm>
            <a:custGeom>
              <a:avLst/>
              <a:gdLst/>
              <a:ahLst/>
              <a:cxnLst/>
              <a:rect l="l" t="t" r="r" b="b"/>
              <a:pathLst>
                <a:path w="2679" h="2742" extrusionOk="0">
                  <a:moveTo>
                    <a:pt x="1449" y="1"/>
                  </a:moveTo>
                  <a:cubicBezTo>
                    <a:pt x="1260" y="32"/>
                    <a:pt x="1071" y="95"/>
                    <a:pt x="851" y="158"/>
                  </a:cubicBezTo>
                  <a:lnTo>
                    <a:pt x="0" y="2742"/>
                  </a:lnTo>
                  <a:cubicBezTo>
                    <a:pt x="1008" y="2458"/>
                    <a:pt x="1922" y="2080"/>
                    <a:pt x="2678" y="1608"/>
                  </a:cubicBezTo>
                  <a:lnTo>
                    <a:pt x="14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86"/>
            <p:cNvSpPr/>
            <p:nvPr/>
          </p:nvSpPr>
          <p:spPr>
            <a:xfrm flipH="1">
              <a:off x="7088602" y="2134638"/>
              <a:ext cx="47123" cy="84126"/>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37" name="Google Shape;7137;p86"/>
          <p:cNvSpPr txBox="1"/>
          <p:nvPr/>
        </p:nvSpPr>
        <p:spPr>
          <a:xfrm>
            <a:off x="826588"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Creative Process Icons</a:t>
            </a:r>
            <a:endParaRPr sz="2400">
              <a:solidFill>
                <a:srgbClr val="FFFFFF"/>
              </a:solidFill>
            </a:endParaRPr>
          </a:p>
        </p:txBody>
      </p:sp>
      <p:sp>
        <p:nvSpPr>
          <p:cNvPr id="7138" name="Google Shape;7138;p86"/>
          <p:cNvSpPr txBox="1"/>
          <p:nvPr/>
        </p:nvSpPr>
        <p:spPr>
          <a:xfrm>
            <a:off x="4835313"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Performing Arts Icons</a:t>
            </a:r>
            <a:endParaRPr sz="2400">
              <a:solidFill>
                <a:srgbClr val="FFFFFF"/>
              </a:solidFill>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142"/>
        <p:cNvGrpSpPr/>
        <p:nvPr/>
      </p:nvGrpSpPr>
      <p:grpSpPr>
        <a:xfrm>
          <a:off x="0" y="0"/>
          <a:ext cx="0" cy="0"/>
          <a:chOff x="0" y="0"/>
          <a:chExt cx="0" cy="0"/>
        </a:xfrm>
      </p:grpSpPr>
      <p:sp>
        <p:nvSpPr>
          <p:cNvPr id="7143" name="Google Shape;7143;p87"/>
          <p:cNvSpPr/>
          <p:nvPr/>
        </p:nvSpPr>
        <p:spPr>
          <a:xfrm>
            <a:off x="772696" y="1691070"/>
            <a:ext cx="343404" cy="446998"/>
          </a:xfrm>
          <a:custGeom>
            <a:avLst/>
            <a:gdLst/>
            <a:ahLst/>
            <a:cxnLst/>
            <a:rect l="l" t="t" r="r" b="b"/>
            <a:pathLst>
              <a:path w="9295" h="12099" extrusionOk="0">
                <a:moveTo>
                  <a:pt x="4601" y="1"/>
                </a:moveTo>
                <a:cubicBezTo>
                  <a:pt x="3624" y="1"/>
                  <a:pt x="2836" y="788"/>
                  <a:pt x="2836" y="1796"/>
                </a:cubicBezTo>
                <a:cubicBezTo>
                  <a:pt x="2836" y="2647"/>
                  <a:pt x="3467" y="3372"/>
                  <a:pt x="4254" y="3529"/>
                </a:cubicBezTo>
                <a:lnTo>
                  <a:pt x="4254" y="4789"/>
                </a:lnTo>
                <a:cubicBezTo>
                  <a:pt x="3656" y="4033"/>
                  <a:pt x="2742" y="3561"/>
                  <a:pt x="1765" y="3561"/>
                </a:cubicBezTo>
                <a:lnTo>
                  <a:pt x="348" y="3561"/>
                </a:lnTo>
                <a:cubicBezTo>
                  <a:pt x="158" y="3561"/>
                  <a:pt x="1" y="3718"/>
                  <a:pt x="1" y="3907"/>
                </a:cubicBezTo>
                <a:cubicBezTo>
                  <a:pt x="1" y="5671"/>
                  <a:pt x="1450" y="7152"/>
                  <a:pt x="3214" y="7152"/>
                </a:cubicBezTo>
                <a:lnTo>
                  <a:pt x="4286" y="7152"/>
                </a:lnTo>
                <a:lnTo>
                  <a:pt x="4286" y="9988"/>
                </a:lnTo>
                <a:cubicBezTo>
                  <a:pt x="3845" y="9547"/>
                  <a:pt x="3340" y="9231"/>
                  <a:pt x="2805" y="9042"/>
                </a:cubicBezTo>
                <a:cubicBezTo>
                  <a:pt x="2836" y="8885"/>
                  <a:pt x="2868" y="8727"/>
                  <a:pt x="2868" y="8570"/>
                </a:cubicBezTo>
                <a:cubicBezTo>
                  <a:pt x="2868" y="7782"/>
                  <a:pt x="2238" y="7152"/>
                  <a:pt x="1450" y="7152"/>
                </a:cubicBezTo>
                <a:cubicBezTo>
                  <a:pt x="663" y="7152"/>
                  <a:pt x="32" y="7782"/>
                  <a:pt x="32" y="8570"/>
                </a:cubicBezTo>
                <a:cubicBezTo>
                  <a:pt x="32" y="9358"/>
                  <a:pt x="663" y="9988"/>
                  <a:pt x="1450" y="9988"/>
                </a:cubicBezTo>
                <a:cubicBezTo>
                  <a:pt x="1797" y="9988"/>
                  <a:pt x="2112" y="9862"/>
                  <a:pt x="2364" y="9610"/>
                </a:cubicBezTo>
                <a:cubicBezTo>
                  <a:pt x="3183" y="9830"/>
                  <a:pt x="3908" y="10366"/>
                  <a:pt x="4286" y="11122"/>
                </a:cubicBezTo>
                <a:lnTo>
                  <a:pt x="4286" y="11752"/>
                </a:lnTo>
                <a:cubicBezTo>
                  <a:pt x="4286" y="11941"/>
                  <a:pt x="4443" y="12098"/>
                  <a:pt x="4632" y="12098"/>
                </a:cubicBezTo>
                <a:cubicBezTo>
                  <a:pt x="4853" y="12098"/>
                  <a:pt x="5010" y="11941"/>
                  <a:pt x="5010" y="11752"/>
                </a:cubicBezTo>
                <a:lnTo>
                  <a:pt x="5010" y="11342"/>
                </a:lnTo>
                <a:lnTo>
                  <a:pt x="6050" y="11342"/>
                </a:lnTo>
                <a:cubicBezTo>
                  <a:pt x="7846" y="11342"/>
                  <a:pt x="9295" y="9893"/>
                  <a:pt x="9295" y="8129"/>
                </a:cubicBezTo>
                <a:cubicBezTo>
                  <a:pt x="9200" y="7971"/>
                  <a:pt x="9043" y="7814"/>
                  <a:pt x="8854" y="7814"/>
                </a:cubicBezTo>
                <a:lnTo>
                  <a:pt x="7436" y="7814"/>
                </a:lnTo>
                <a:cubicBezTo>
                  <a:pt x="6428" y="7814"/>
                  <a:pt x="5546" y="8286"/>
                  <a:pt x="4947" y="9042"/>
                </a:cubicBezTo>
                <a:lnTo>
                  <a:pt x="4947" y="6837"/>
                </a:lnTo>
                <a:cubicBezTo>
                  <a:pt x="5357" y="6081"/>
                  <a:pt x="6050" y="5545"/>
                  <a:pt x="6901" y="5325"/>
                </a:cubicBezTo>
                <a:cubicBezTo>
                  <a:pt x="7121" y="5545"/>
                  <a:pt x="7436" y="5671"/>
                  <a:pt x="7814" y="5671"/>
                </a:cubicBezTo>
                <a:cubicBezTo>
                  <a:pt x="8602" y="5671"/>
                  <a:pt x="9200" y="5041"/>
                  <a:pt x="9200" y="4254"/>
                </a:cubicBezTo>
                <a:cubicBezTo>
                  <a:pt x="9200" y="3466"/>
                  <a:pt x="8602" y="2836"/>
                  <a:pt x="7814" y="2836"/>
                </a:cubicBezTo>
                <a:cubicBezTo>
                  <a:pt x="7027" y="2836"/>
                  <a:pt x="6396" y="3466"/>
                  <a:pt x="6396" y="4254"/>
                </a:cubicBezTo>
                <a:cubicBezTo>
                  <a:pt x="6396" y="4411"/>
                  <a:pt x="6428" y="4569"/>
                  <a:pt x="6459" y="4726"/>
                </a:cubicBezTo>
                <a:cubicBezTo>
                  <a:pt x="5861" y="4947"/>
                  <a:pt x="5357" y="5262"/>
                  <a:pt x="4947" y="5671"/>
                </a:cubicBezTo>
                <a:lnTo>
                  <a:pt x="4947" y="3529"/>
                </a:lnTo>
                <a:cubicBezTo>
                  <a:pt x="5798" y="3372"/>
                  <a:pt x="6365" y="2615"/>
                  <a:pt x="6365" y="1796"/>
                </a:cubicBezTo>
                <a:cubicBezTo>
                  <a:pt x="6365" y="788"/>
                  <a:pt x="5577" y="1"/>
                  <a:pt x="4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44" name="Google Shape;7144;p87"/>
          <p:cNvGrpSpPr/>
          <p:nvPr/>
        </p:nvGrpSpPr>
        <p:grpSpPr>
          <a:xfrm>
            <a:off x="719610" y="2243507"/>
            <a:ext cx="452798" cy="449473"/>
            <a:chOff x="-21322300" y="3693325"/>
            <a:chExt cx="306400" cy="304150"/>
          </a:xfrm>
        </p:grpSpPr>
        <p:sp>
          <p:nvSpPr>
            <p:cNvPr id="7145" name="Google Shape;7145;p87"/>
            <p:cNvSpPr/>
            <p:nvPr/>
          </p:nvSpPr>
          <p:spPr>
            <a:xfrm>
              <a:off x="-21142725" y="3868400"/>
              <a:ext cx="111850" cy="69325"/>
            </a:xfrm>
            <a:custGeom>
              <a:avLst/>
              <a:gdLst/>
              <a:ahLst/>
              <a:cxnLst/>
              <a:rect l="l" t="t" r="r" b="b"/>
              <a:pathLst>
                <a:path w="4474" h="2773" extrusionOk="0">
                  <a:moveTo>
                    <a:pt x="4474" y="0"/>
                  </a:moveTo>
                  <a:lnTo>
                    <a:pt x="4474" y="0"/>
                  </a:lnTo>
                  <a:cubicBezTo>
                    <a:pt x="4317" y="189"/>
                    <a:pt x="4159" y="378"/>
                    <a:pt x="4001" y="536"/>
                  </a:cubicBezTo>
                  <a:cubicBezTo>
                    <a:pt x="2899" y="1639"/>
                    <a:pt x="1418" y="2174"/>
                    <a:pt x="0" y="2426"/>
                  </a:cubicBezTo>
                  <a:cubicBezTo>
                    <a:pt x="473" y="2678"/>
                    <a:pt x="945" y="2773"/>
                    <a:pt x="1450" y="2773"/>
                  </a:cubicBezTo>
                  <a:cubicBezTo>
                    <a:pt x="2269" y="2773"/>
                    <a:pt x="3088" y="2458"/>
                    <a:pt x="3749" y="1828"/>
                  </a:cubicBezTo>
                  <a:cubicBezTo>
                    <a:pt x="4254" y="1324"/>
                    <a:pt x="4474" y="662"/>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87"/>
            <p:cNvSpPr/>
            <p:nvPr/>
          </p:nvSpPr>
          <p:spPr>
            <a:xfrm>
              <a:off x="-21141950" y="3693325"/>
              <a:ext cx="126050" cy="120750"/>
            </a:xfrm>
            <a:custGeom>
              <a:avLst/>
              <a:gdLst/>
              <a:ahLst/>
              <a:cxnLst/>
              <a:rect l="l" t="t" r="r" b="b"/>
              <a:pathLst>
                <a:path w="5042" h="4830" extrusionOk="0">
                  <a:moveTo>
                    <a:pt x="1828" y="1214"/>
                  </a:moveTo>
                  <a:cubicBezTo>
                    <a:pt x="1915" y="1214"/>
                    <a:pt x="2001" y="1254"/>
                    <a:pt x="2080" y="1333"/>
                  </a:cubicBezTo>
                  <a:cubicBezTo>
                    <a:pt x="2238" y="1490"/>
                    <a:pt x="2238" y="1679"/>
                    <a:pt x="2080" y="1837"/>
                  </a:cubicBezTo>
                  <a:cubicBezTo>
                    <a:pt x="2001" y="1915"/>
                    <a:pt x="1915" y="1955"/>
                    <a:pt x="1828" y="1955"/>
                  </a:cubicBezTo>
                  <a:cubicBezTo>
                    <a:pt x="1742" y="1955"/>
                    <a:pt x="1655" y="1915"/>
                    <a:pt x="1576" y="1837"/>
                  </a:cubicBezTo>
                  <a:cubicBezTo>
                    <a:pt x="1419" y="1679"/>
                    <a:pt x="1419" y="1490"/>
                    <a:pt x="1576" y="1333"/>
                  </a:cubicBezTo>
                  <a:cubicBezTo>
                    <a:pt x="1655" y="1254"/>
                    <a:pt x="1742" y="1214"/>
                    <a:pt x="1828" y="1214"/>
                  </a:cubicBezTo>
                  <a:close/>
                  <a:moveTo>
                    <a:pt x="2301" y="0"/>
                  </a:moveTo>
                  <a:cubicBezTo>
                    <a:pt x="1786" y="0"/>
                    <a:pt x="1193" y="72"/>
                    <a:pt x="599" y="230"/>
                  </a:cubicBezTo>
                  <a:cubicBezTo>
                    <a:pt x="1" y="1427"/>
                    <a:pt x="221" y="2908"/>
                    <a:pt x="1230" y="3884"/>
                  </a:cubicBezTo>
                  <a:cubicBezTo>
                    <a:pt x="1797" y="4483"/>
                    <a:pt x="2647" y="4830"/>
                    <a:pt x="3498" y="4830"/>
                  </a:cubicBezTo>
                  <a:cubicBezTo>
                    <a:pt x="3970" y="4830"/>
                    <a:pt x="4443" y="4704"/>
                    <a:pt x="4884" y="4515"/>
                  </a:cubicBezTo>
                  <a:cubicBezTo>
                    <a:pt x="5042" y="3443"/>
                    <a:pt x="5042" y="2498"/>
                    <a:pt x="4947" y="1931"/>
                  </a:cubicBezTo>
                  <a:cubicBezTo>
                    <a:pt x="4884" y="1522"/>
                    <a:pt x="4601" y="1207"/>
                    <a:pt x="4254" y="1081"/>
                  </a:cubicBezTo>
                  <a:cubicBezTo>
                    <a:pt x="4160" y="1049"/>
                    <a:pt x="4065" y="1049"/>
                    <a:pt x="3970" y="1049"/>
                  </a:cubicBezTo>
                  <a:cubicBezTo>
                    <a:pt x="3970" y="955"/>
                    <a:pt x="3939" y="860"/>
                    <a:pt x="3939" y="765"/>
                  </a:cubicBezTo>
                  <a:cubicBezTo>
                    <a:pt x="3813" y="387"/>
                    <a:pt x="3498" y="104"/>
                    <a:pt x="3120" y="72"/>
                  </a:cubicBezTo>
                  <a:cubicBezTo>
                    <a:pt x="2885" y="25"/>
                    <a:pt x="2607" y="0"/>
                    <a:pt x="23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87"/>
            <p:cNvSpPr/>
            <p:nvPr/>
          </p:nvSpPr>
          <p:spPr>
            <a:xfrm>
              <a:off x="-21263225" y="3707725"/>
              <a:ext cx="69325" cy="112650"/>
            </a:xfrm>
            <a:custGeom>
              <a:avLst/>
              <a:gdLst/>
              <a:ahLst/>
              <a:cxnLst/>
              <a:rect l="l" t="t" r="r" b="b"/>
              <a:pathLst>
                <a:path w="2773" h="4506" extrusionOk="0">
                  <a:moveTo>
                    <a:pt x="2773" y="0"/>
                  </a:moveTo>
                  <a:cubicBezTo>
                    <a:pt x="2079" y="0"/>
                    <a:pt x="1418" y="252"/>
                    <a:pt x="945" y="757"/>
                  </a:cubicBezTo>
                  <a:cubicBezTo>
                    <a:pt x="347" y="1355"/>
                    <a:pt x="0" y="2174"/>
                    <a:pt x="0" y="3025"/>
                  </a:cubicBezTo>
                  <a:cubicBezTo>
                    <a:pt x="0" y="3560"/>
                    <a:pt x="126" y="4065"/>
                    <a:pt x="347" y="4506"/>
                  </a:cubicBezTo>
                  <a:cubicBezTo>
                    <a:pt x="630" y="3025"/>
                    <a:pt x="1197" y="1513"/>
                    <a:pt x="2205" y="473"/>
                  </a:cubicBezTo>
                  <a:cubicBezTo>
                    <a:pt x="2363" y="315"/>
                    <a:pt x="2552" y="158"/>
                    <a:pt x="27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87"/>
            <p:cNvSpPr/>
            <p:nvPr/>
          </p:nvSpPr>
          <p:spPr>
            <a:xfrm>
              <a:off x="-21322300" y="3703775"/>
              <a:ext cx="294600" cy="293700"/>
            </a:xfrm>
            <a:custGeom>
              <a:avLst/>
              <a:gdLst/>
              <a:ahLst/>
              <a:cxnLst/>
              <a:rect l="l" t="t" r="r" b="b"/>
              <a:pathLst>
                <a:path w="11784" h="11748" extrusionOk="0">
                  <a:moveTo>
                    <a:pt x="6604" y="3797"/>
                  </a:moveTo>
                  <a:cubicBezTo>
                    <a:pt x="6773" y="3797"/>
                    <a:pt x="6905" y="3909"/>
                    <a:pt x="6931" y="4065"/>
                  </a:cubicBezTo>
                  <a:cubicBezTo>
                    <a:pt x="7026" y="4254"/>
                    <a:pt x="6900" y="4443"/>
                    <a:pt x="6711" y="4506"/>
                  </a:cubicBezTo>
                  <a:lnTo>
                    <a:pt x="6270" y="4664"/>
                  </a:lnTo>
                  <a:cubicBezTo>
                    <a:pt x="6018" y="4727"/>
                    <a:pt x="5955" y="5042"/>
                    <a:pt x="6112" y="5231"/>
                  </a:cubicBezTo>
                  <a:lnTo>
                    <a:pt x="6490" y="5640"/>
                  </a:lnTo>
                  <a:cubicBezTo>
                    <a:pt x="6575" y="5713"/>
                    <a:pt x="6674" y="5748"/>
                    <a:pt x="6767" y="5748"/>
                  </a:cubicBezTo>
                  <a:cubicBezTo>
                    <a:pt x="6916" y="5748"/>
                    <a:pt x="7050" y="5657"/>
                    <a:pt x="7089" y="5483"/>
                  </a:cubicBezTo>
                  <a:lnTo>
                    <a:pt x="7246" y="5042"/>
                  </a:lnTo>
                  <a:cubicBezTo>
                    <a:pt x="7321" y="4892"/>
                    <a:pt x="7455" y="4802"/>
                    <a:pt x="7586" y="4802"/>
                  </a:cubicBezTo>
                  <a:cubicBezTo>
                    <a:pt x="7620" y="4802"/>
                    <a:pt x="7655" y="4808"/>
                    <a:pt x="7687" y="4821"/>
                  </a:cubicBezTo>
                  <a:cubicBezTo>
                    <a:pt x="7908" y="4884"/>
                    <a:pt x="8002" y="5073"/>
                    <a:pt x="7971" y="5262"/>
                  </a:cubicBezTo>
                  <a:lnTo>
                    <a:pt x="7813" y="5703"/>
                  </a:lnTo>
                  <a:cubicBezTo>
                    <a:pt x="7655" y="6177"/>
                    <a:pt x="7212" y="6453"/>
                    <a:pt x="6764" y="6453"/>
                  </a:cubicBezTo>
                  <a:cubicBezTo>
                    <a:pt x="6498" y="6453"/>
                    <a:pt x="6229" y="6356"/>
                    <a:pt x="6018" y="6144"/>
                  </a:cubicBezTo>
                  <a:lnTo>
                    <a:pt x="5640" y="5766"/>
                  </a:lnTo>
                  <a:cubicBezTo>
                    <a:pt x="5073" y="5199"/>
                    <a:pt x="5293" y="4223"/>
                    <a:pt x="6081" y="3971"/>
                  </a:cubicBezTo>
                  <a:lnTo>
                    <a:pt x="6490" y="3813"/>
                  </a:lnTo>
                  <a:cubicBezTo>
                    <a:pt x="6529" y="3802"/>
                    <a:pt x="6567" y="3797"/>
                    <a:pt x="6604" y="3797"/>
                  </a:cubicBezTo>
                  <a:close/>
                  <a:moveTo>
                    <a:pt x="6900" y="1"/>
                  </a:moveTo>
                  <a:lnTo>
                    <a:pt x="6900" y="1"/>
                  </a:lnTo>
                  <a:cubicBezTo>
                    <a:pt x="6238" y="253"/>
                    <a:pt x="5608" y="600"/>
                    <a:pt x="5136" y="1104"/>
                  </a:cubicBezTo>
                  <a:cubicBezTo>
                    <a:pt x="3434" y="2805"/>
                    <a:pt x="3088" y="6176"/>
                    <a:pt x="3088" y="7657"/>
                  </a:cubicBezTo>
                  <a:cubicBezTo>
                    <a:pt x="2726" y="7476"/>
                    <a:pt x="2328" y="7387"/>
                    <a:pt x="1930" y="7387"/>
                  </a:cubicBezTo>
                  <a:cubicBezTo>
                    <a:pt x="1287" y="7387"/>
                    <a:pt x="644" y="7619"/>
                    <a:pt x="158" y="8066"/>
                  </a:cubicBezTo>
                  <a:cubicBezTo>
                    <a:pt x="0" y="8224"/>
                    <a:pt x="32" y="8539"/>
                    <a:pt x="252" y="8665"/>
                  </a:cubicBezTo>
                  <a:cubicBezTo>
                    <a:pt x="1449" y="9295"/>
                    <a:pt x="2489" y="10334"/>
                    <a:pt x="3119" y="11532"/>
                  </a:cubicBezTo>
                  <a:cubicBezTo>
                    <a:pt x="3191" y="11676"/>
                    <a:pt x="3304" y="11748"/>
                    <a:pt x="3429" y="11748"/>
                  </a:cubicBezTo>
                  <a:cubicBezTo>
                    <a:pt x="3523" y="11748"/>
                    <a:pt x="3623" y="11707"/>
                    <a:pt x="3718" y="11626"/>
                  </a:cubicBezTo>
                  <a:cubicBezTo>
                    <a:pt x="4505" y="10839"/>
                    <a:pt x="4663" y="9641"/>
                    <a:pt x="4127" y="8696"/>
                  </a:cubicBezTo>
                  <a:lnTo>
                    <a:pt x="4190" y="8696"/>
                  </a:lnTo>
                  <a:cubicBezTo>
                    <a:pt x="5640" y="8696"/>
                    <a:pt x="8979" y="8350"/>
                    <a:pt x="10680" y="6648"/>
                  </a:cubicBezTo>
                  <a:cubicBezTo>
                    <a:pt x="11184" y="6144"/>
                    <a:pt x="11531" y="5514"/>
                    <a:pt x="11783" y="4853"/>
                  </a:cubicBezTo>
                  <a:lnTo>
                    <a:pt x="11783" y="4853"/>
                  </a:lnTo>
                  <a:cubicBezTo>
                    <a:pt x="11374" y="4979"/>
                    <a:pt x="11027" y="5042"/>
                    <a:pt x="10649" y="5042"/>
                  </a:cubicBezTo>
                  <a:cubicBezTo>
                    <a:pt x="9578" y="5042"/>
                    <a:pt x="8601" y="4664"/>
                    <a:pt x="7876" y="3908"/>
                  </a:cubicBezTo>
                  <a:cubicBezTo>
                    <a:pt x="6805" y="2836"/>
                    <a:pt x="6490" y="1356"/>
                    <a:pt x="69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9" name="Google Shape;7149;p87"/>
          <p:cNvGrpSpPr/>
          <p:nvPr/>
        </p:nvGrpSpPr>
        <p:grpSpPr>
          <a:xfrm>
            <a:off x="719019" y="2810244"/>
            <a:ext cx="453980" cy="422540"/>
            <a:chOff x="-21322300" y="4077125"/>
            <a:chExt cx="307200" cy="285925"/>
          </a:xfrm>
        </p:grpSpPr>
        <p:sp>
          <p:nvSpPr>
            <p:cNvPr id="7150" name="Google Shape;7150;p87"/>
            <p:cNvSpPr/>
            <p:nvPr/>
          </p:nvSpPr>
          <p:spPr>
            <a:xfrm>
              <a:off x="-21177375" y="4077125"/>
              <a:ext cx="17350" cy="52800"/>
            </a:xfrm>
            <a:custGeom>
              <a:avLst/>
              <a:gdLst/>
              <a:ahLst/>
              <a:cxnLst/>
              <a:rect l="l" t="t" r="r" b="b"/>
              <a:pathLst>
                <a:path w="694" h="2112" extrusionOk="0">
                  <a:moveTo>
                    <a:pt x="347" y="0"/>
                  </a:moveTo>
                  <a:cubicBezTo>
                    <a:pt x="158" y="0"/>
                    <a:pt x="0" y="158"/>
                    <a:pt x="0" y="347"/>
                  </a:cubicBezTo>
                  <a:lnTo>
                    <a:pt x="0" y="1764"/>
                  </a:lnTo>
                  <a:cubicBezTo>
                    <a:pt x="0" y="1953"/>
                    <a:pt x="158" y="2111"/>
                    <a:pt x="347" y="2111"/>
                  </a:cubicBezTo>
                  <a:cubicBezTo>
                    <a:pt x="536" y="2111"/>
                    <a:pt x="693" y="1953"/>
                    <a:pt x="693" y="1764"/>
                  </a:cubicBez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87"/>
            <p:cNvSpPr/>
            <p:nvPr/>
          </p:nvSpPr>
          <p:spPr>
            <a:xfrm>
              <a:off x="-21279775" y="4117475"/>
              <a:ext cx="46500" cy="44525"/>
            </a:xfrm>
            <a:custGeom>
              <a:avLst/>
              <a:gdLst/>
              <a:ahLst/>
              <a:cxnLst/>
              <a:rect l="l" t="t" r="r" b="b"/>
              <a:pathLst>
                <a:path w="1860" h="1781" extrusionOk="0">
                  <a:moveTo>
                    <a:pt x="410" y="1"/>
                  </a:moveTo>
                  <a:cubicBezTo>
                    <a:pt x="323" y="1"/>
                    <a:pt x="237" y="40"/>
                    <a:pt x="158" y="119"/>
                  </a:cubicBezTo>
                  <a:cubicBezTo>
                    <a:pt x="0" y="276"/>
                    <a:pt x="0" y="466"/>
                    <a:pt x="158" y="623"/>
                  </a:cubicBezTo>
                  <a:lnTo>
                    <a:pt x="1166" y="1663"/>
                  </a:lnTo>
                  <a:cubicBezTo>
                    <a:pt x="1261" y="1741"/>
                    <a:pt x="1355" y="1781"/>
                    <a:pt x="1446" y="1781"/>
                  </a:cubicBezTo>
                  <a:cubicBezTo>
                    <a:pt x="1536" y="1781"/>
                    <a:pt x="1623" y="1741"/>
                    <a:pt x="1702" y="1663"/>
                  </a:cubicBezTo>
                  <a:cubicBezTo>
                    <a:pt x="1859" y="1505"/>
                    <a:pt x="1859" y="1285"/>
                    <a:pt x="1702" y="1127"/>
                  </a:cubicBezTo>
                  <a:lnTo>
                    <a:pt x="662" y="119"/>
                  </a:lnTo>
                  <a:cubicBezTo>
                    <a:pt x="583" y="40"/>
                    <a:pt x="497" y="1"/>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87"/>
            <p:cNvSpPr/>
            <p:nvPr/>
          </p:nvSpPr>
          <p:spPr>
            <a:xfrm>
              <a:off x="-21103350" y="4117475"/>
              <a:ext cx="45700" cy="44525"/>
            </a:xfrm>
            <a:custGeom>
              <a:avLst/>
              <a:gdLst/>
              <a:ahLst/>
              <a:cxnLst/>
              <a:rect l="l" t="t" r="r" b="b"/>
              <a:pathLst>
                <a:path w="1828" h="1781" extrusionOk="0">
                  <a:moveTo>
                    <a:pt x="1418" y="1"/>
                  </a:moveTo>
                  <a:cubicBezTo>
                    <a:pt x="1332" y="1"/>
                    <a:pt x="1245" y="40"/>
                    <a:pt x="1166" y="119"/>
                  </a:cubicBezTo>
                  <a:lnTo>
                    <a:pt x="158" y="1127"/>
                  </a:lnTo>
                  <a:cubicBezTo>
                    <a:pt x="1" y="1285"/>
                    <a:pt x="1" y="1474"/>
                    <a:pt x="158" y="1663"/>
                  </a:cubicBezTo>
                  <a:cubicBezTo>
                    <a:pt x="237" y="1741"/>
                    <a:pt x="331" y="1781"/>
                    <a:pt x="422" y="1781"/>
                  </a:cubicBezTo>
                  <a:cubicBezTo>
                    <a:pt x="513" y="1781"/>
                    <a:pt x="599" y="1741"/>
                    <a:pt x="662" y="1663"/>
                  </a:cubicBezTo>
                  <a:lnTo>
                    <a:pt x="1670" y="623"/>
                  </a:lnTo>
                  <a:cubicBezTo>
                    <a:pt x="1828" y="466"/>
                    <a:pt x="1828" y="276"/>
                    <a:pt x="1670" y="119"/>
                  </a:cubicBezTo>
                  <a:cubicBezTo>
                    <a:pt x="1592" y="40"/>
                    <a:pt x="1505"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87"/>
            <p:cNvSpPr/>
            <p:nvPr/>
          </p:nvSpPr>
          <p:spPr>
            <a:xfrm>
              <a:off x="-21137225" y="4103750"/>
              <a:ext cx="27600" cy="34975"/>
            </a:xfrm>
            <a:custGeom>
              <a:avLst/>
              <a:gdLst/>
              <a:ahLst/>
              <a:cxnLst/>
              <a:rect l="l" t="t" r="r" b="b"/>
              <a:pathLst>
                <a:path w="1104" h="1399" extrusionOk="0">
                  <a:moveTo>
                    <a:pt x="670" y="1"/>
                  </a:moveTo>
                  <a:cubicBezTo>
                    <a:pt x="536" y="1"/>
                    <a:pt x="417" y="89"/>
                    <a:pt x="347" y="227"/>
                  </a:cubicBezTo>
                  <a:lnTo>
                    <a:pt x="95" y="888"/>
                  </a:lnTo>
                  <a:cubicBezTo>
                    <a:pt x="1" y="1109"/>
                    <a:pt x="127" y="1298"/>
                    <a:pt x="284" y="1361"/>
                  </a:cubicBezTo>
                  <a:cubicBezTo>
                    <a:pt x="335" y="1386"/>
                    <a:pt x="386" y="1398"/>
                    <a:pt x="435" y="1398"/>
                  </a:cubicBezTo>
                  <a:cubicBezTo>
                    <a:pt x="568" y="1398"/>
                    <a:pt x="688" y="1310"/>
                    <a:pt x="757" y="1172"/>
                  </a:cubicBezTo>
                  <a:lnTo>
                    <a:pt x="1041" y="510"/>
                  </a:lnTo>
                  <a:cubicBezTo>
                    <a:pt x="1104" y="321"/>
                    <a:pt x="1041" y="101"/>
                    <a:pt x="820" y="38"/>
                  </a:cubicBezTo>
                  <a:cubicBezTo>
                    <a:pt x="769" y="13"/>
                    <a:pt x="719" y="1"/>
                    <a:pt x="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87"/>
            <p:cNvSpPr/>
            <p:nvPr/>
          </p:nvSpPr>
          <p:spPr>
            <a:xfrm>
              <a:off x="-21227800" y="4103750"/>
              <a:ext cx="27600" cy="34975"/>
            </a:xfrm>
            <a:custGeom>
              <a:avLst/>
              <a:gdLst/>
              <a:ahLst/>
              <a:cxnLst/>
              <a:rect l="l" t="t" r="r" b="b"/>
              <a:pathLst>
                <a:path w="1104" h="1399" extrusionOk="0">
                  <a:moveTo>
                    <a:pt x="434" y="1"/>
                  </a:moveTo>
                  <a:cubicBezTo>
                    <a:pt x="386" y="1"/>
                    <a:pt x="335" y="13"/>
                    <a:pt x="284" y="38"/>
                  </a:cubicBezTo>
                  <a:cubicBezTo>
                    <a:pt x="95" y="101"/>
                    <a:pt x="1" y="321"/>
                    <a:pt x="95" y="510"/>
                  </a:cubicBezTo>
                  <a:lnTo>
                    <a:pt x="347" y="1172"/>
                  </a:lnTo>
                  <a:cubicBezTo>
                    <a:pt x="417" y="1310"/>
                    <a:pt x="536" y="1398"/>
                    <a:pt x="670" y="1398"/>
                  </a:cubicBezTo>
                  <a:cubicBezTo>
                    <a:pt x="719" y="1398"/>
                    <a:pt x="769" y="1386"/>
                    <a:pt x="820" y="1361"/>
                  </a:cubicBezTo>
                  <a:cubicBezTo>
                    <a:pt x="1040" y="1298"/>
                    <a:pt x="1103" y="1109"/>
                    <a:pt x="1040" y="888"/>
                  </a:cubicBezTo>
                  <a:lnTo>
                    <a:pt x="757" y="227"/>
                  </a:lnTo>
                  <a:cubicBezTo>
                    <a:pt x="688" y="89"/>
                    <a:pt x="568" y="1"/>
                    <a:pt x="4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87"/>
            <p:cNvSpPr/>
            <p:nvPr/>
          </p:nvSpPr>
          <p:spPr>
            <a:xfrm>
              <a:off x="-21319950" y="4219675"/>
              <a:ext cx="53600" cy="18150"/>
            </a:xfrm>
            <a:custGeom>
              <a:avLst/>
              <a:gdLst/>
              <a:ahLst/>
              <a:cxnLst/>
              <a:rect l="l" t="t" r="r" b="b"/>
              <a:pathLst>
                <a:path w="2144" h="726" extrusionOk="0">
                  <a:moveTo>
                    <a:pt x="347" y="1"/>
                  </a:moveTo>
                  <a:cubicBezTo>
                    <a:pt x="158" y="1"/>
                    <a:pt x="1" y="158"/>
                    <a:pt x="1" y="347"/>
                  </a:cubicBezTo>
                  <a:cubicBezTo>
                    <a:pt x="1" y="568"/>
                    <a:pt x="158" y="725"/>
                    <a:pt x="347" y="725"/>
                  </a:cubicBezTo>
                  <a:lnTo>
                    <a:pt x="1797" y="725"/>
                  </a:lnTo>
                  <a:cubicBezTo>
                    <a:pt x="1986" y="725"/>
                    <a:pt x="2143" y="568"/>
                    <a:pt x="2143" y="347"/>
                  </a:cubicBezTo>
                  <a:cubicBezTo>
                    <a:pt x="2143" y="158"/>
                    <a:pt x="1986" y="1"/>
                    <a:pt x="1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87"/>
            <p:cNvSpPr/>
            <p:nvPr/>
          </p:nvSpPr>
          <p:spPr>
            <a:xfrm>
              <a:off x="-21070275" y="4219675"/>
              <a:ext cx="54375" cy="18150"/>
            </a:xfrm>
            <a:custGeom>
              <a:avLst/>
              <a:gdLst/>
              <a:ahLst/>
              <a:cxnLst/>
              <a:rect l="l" t="t" r="r" b="b"/>
              <a:pathLst>
                <a:path w="2175" h="726" extrusionOk="0">
                  <a:moveTo>
                    <a:pt x="347" y="1"/>
                  </a:moveTo>
                  <a:cubicBezTo>
                    <a:pt x="158" y="1"/>
                    <a:pt x="1" y="158"/>
                    <a:pt x="1" y="347"/>
                  </a:cubicBezTo>
                  <a:cubicBezTo>
                    <a:pt x="1" y="568"/>
                    <a:pt x="158" y="725"/>
                    <a:pt x="347" y="725"/>
                  </a:cubicBezTo>
                  <a:lnTo>
                    <a:pt x="1828" y="725"/>
                  </a:lnTo>
                  <a:cubicBezTo>
                    <a:pt x="2017" y="725"/>
                    <a:pt x="2175" y="568"/>
                    <a:pt x="2175" y="347"/>
                  </a:cubicBezTo>
                  <a:cubicBezTo>
                    <a:pt x="2175" y="158"/>
                    <a:pt x="2017" y="1"/>
                    <a:pt x="18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87"/>
            <p:cNvSpPr/>
            <p:nvPr/>
          </p:nvSpPr>
          <p:spPr>
            <a:xfrm>
              <a:off x="-21078925" y="4171825"/>
              <a:ext cx="37025" cy="25175"/>
            </a:xfrm>
            <a:custGeom>
              <a:avLst/>
              <a:gdLst/>
              <a:ahLst/>
              <a:cxnLst/>
              <a:rect l="l" t="t" r="r" b="b"/>
              <a:pathLst>
                <a:path w="1481" h="1007" extrusionOk="0">
                  <a:moveTo>
                    <a:pt x="1086" y="1"/>
                  </a:moveTo>
                  <a:cubicBezTo>
                    <a:pt x="1040" y="1"/>
                    <a:pt x="993" y="9"/>
                    <a:pt x="945" y="24"/>
                  </a:cubicBezTo>
                  <a:lnTo>
                    <a:pt x="284" y="308"/>
                  </a:lnTo>
                  <a:cubicBezTo>
                    <a:pt x="63" y="371"/>
                    <a:pt x="0" y="623"/>
                    <a:pt x="63" y="780"/>
                  </a:cubicBezTo>
                  <a:cubicBezTo>
                    <a:pt x="132" y="919"/>
                    <a:pt x="252" y="1006"/>
                    <a:pt x="386" y="1006"/>
                  </a:cubicBezTo>
                  <a:cubicBezTo>
                    <a:pt x="435" y="1006"/>
                    <a:pt x="485" y="995"/>
                    <a:pt x="536" y="969"/>
                  </a:cubicBezTo>
                  <a:lnTo>
                    <a:pt x="1229" y="686"/>
                  </a:lnTo>
                  <a:cubicBezTo>
                    <a:pt x="1418" y="623"/>
                    <a:pt x="1481" y="434"/>
                    <a:pt x="1418" y="213"/>
                  </a:cubicBezTo>
                  <a:cubicBezTo>
                    <a:pt x="1347" y="72"/>
                    <a:pt x="1223" y="1"/>
                    <a:pt x="10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87"/>
            <p:cNvSpPr/>
            <p:nvPr/>
          </p:nvSpPr>
          <p:spPr>
            <a:xfrm>
              <a:off x="-21294750" y="4172625"/>
              <a:ext cx="37850" cy="25150"/>
            </a:xfrm>
            <a:custGeom>
              <a:avLst/>
              <a:gdLst/>
              <a:ahLst/>
              <a:cxnLst/>
              <a:rect l="l" t="t" r="r" b="b"/>
              <a:pathLst>
                <a:path w="1514" h="1006" extrusionOk="0">
                  <a:moveTo>
                    <a:pt x="414" y="1"/>
                  </a:moveTo>
                  <a:cubicBezTo>
                    <a:pt x="263" y="1"/>
                    <a:pt x="143" y="77"/>
                    <a:pt x="95" y="244"/>
                  </a:cubicBezTo>
                  <a:cubicBezTo>
                    <a:pt x="1" y="402"/>
                    <a:pt x="127" y="622"/>
                    <a:pt x="284" y="717"/>
                  </a:cubicBezTo>
                  <a:lnTo>
                    <a:pt x="946" y="969"/>
                  </a:lnTo>
                  <a:cubicBezTo>
                    <a:pt x="997" y="994"/>
                    <a:pt x="1050" y="1006"/>
                    <a:pt x="1101" y="1006"/>
                  </a:cubicBezTo>
                  <a:cubicBezTo>
                    <a:pt x="1242" y="1006"/>
                    <a:pt x="1372" y="918"/>
                    <a:pt x="1419" y="780"/>
                  </a:cubicBezTo>
                  <a:cubicBezTo>
                    <a:pt x="1513" y="591"/>
                    <a:pt x="1419" y="402"/>
                    <a:pt x="1230" y="307"/>
                  </a:cubicBezTo>
                  <a:lnTo>
                    <a:pt x="568" y="24"/>
                  </a:lnTo>
                  <a:cubicBezTo>
                    <a:pt x="514" y="8"/>
                    <a:pt x="463" y="1"/>
                    <a:pt x="4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87"/>
            <p:cNvSpPr/>
            <p:nvPr/>
          </p:nvSpPr>
          <p:spPr>
            <a:xfrm>
              <a:off x="-21321525" y="4328375"/>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630"/>
                    <a:pt x="1" y="819"/>
                    <a:pt x="95" y="1008"/>
                  </a:cubicBezTo>
                  <a:cubicBezTo>
                    <a:pt x="141" y="1147"/>
                    <a:pt x="272" y="1234"/>
                    <a:pt x="413" y="1234"/>
                  </a:cubicBezTo>
                  <a:cubicBezTo>
                    <a:pt x="464" y="1234"/>
                    <a:pt x="517" y="1223"/>
                    <a:pt x="568" y="1197"/>
                  </a:cubicBezTo>
                  <a:cubicBezTo>
                    <a:pt x="725" y="1166"/>
                    <a:pt x="883" y="1103"/>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103"/>
                    <a:pt x="11563" y="1166"/>
                    <a:pt x="11721" y="1260"/>
                  </a:cubicBezTo>
                  <a:cubicBezTo>
                    <a:pt x="11766" y="1276"/>
                    <a:pt x="11812" y="1284"/>
                    <a:pt x="11857" y="1284"/>
                  </a:cubicBezTo>
                  <a:cubicBezTo>
                    <a:pt x="11996" y="1284"/>
                    <a:pt x="12122" y="1207"/>
                    <a:pt x="12193" y="1040"/>
                  </a:cubicBezTo>
                  <a:cubicBezTo>
                    <a:pt x="12256" y="819"/>
                    <a:pt x="12193" y="567"/>
                    <a:pt x="11973" y="536"/>
                  </a:cubicBezTo>
                  <a:cubicBezTo>
                    <a:pt x="11878" y="504"/>
                    <a:pt x="11784" y="473"/>
                    <a:pt x="11658" y="378"/>
                  </a:cubicBezTo>
                  <a:cubicBezTo>
                    <a:pt x="11264" y="126"/>
                    <a:pt x="10823" y="0"/>
                    <a:pt x="10382" y="0"/>
                  </a:cubicBezTo>
                  <a:cubicBezTo>
                    <a:pt x="9941" y="0"/>
                    <a:pt x="9499" y="126"/>
                    <a:pt x="9106" y="378"/>
                  </a:cubicBezTo>
                  <a:cubicBezTo>
                    <a:pt x="8854" y="552"/>
                    <a:pt x="8546" y="638"/>
                    <a:pt x="8239" y="638"/>
                  </a:cubicBezTo>
                  <a:cubicBezTo>
                    <a:pt x="7932" y="638"/>
                    <a:pt x="7625" y="552"/>
                    <a:pt x="7373" y="378"/>
                  </a:cubicBezTo>
                  <a:cubicBezTo>
                    <a:pt x="6979" y="126"/>
                    <a:pt x="6538" y="0"/>
                    <a:pt x="6101" y="0"/>
                  </a:cubicBezTo>
                  <a:cubicBezTo>
                    <a:pt x="5664" y="0"/>
                    <a:pt x="5231" y="126"/>
                    <a:pt x="4852" y="378"/>
                  </a:cubicBezTo>
                  <a:cubicBezTo>
                    <a:pt x="4600" y="552"/>
                    <a:pt x="4293" y="638"/>
                    <a:pt x="3986" y="638"/>
                  </a:cubicBezTo>
                  <a:cubicBezTo>
                    <a:pt x="3679" y="638"/>
                    <a:pt x="3372" y="552"/>
                    <a:pt x="3120" y="378"/>
                  </a:cubicBezTo>
                  <a:cubicBezTo>
                    <a:pt x="2726" y="126"/>
                    <a:pt x="2285" y="0"/>
                    <a:pt x="1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87"/>
            <p:cNvSpPr/>
            <p:nvPr/>
          </p:nvSpPr>
          <p:spPr>
            <a:xfrm>
              <a:off x="-21321525" y="4292150"/>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599"/>
                    <a:pt x="1" y="819"/>
                    <a:pt x="95" y="1008"/>
                  </a:cubicBezTo>
                  <a:cubicBezTo>
                    <a:pt x="141" y="1147"/>
                    <a:pt x="272" y="1234"/>
                    <a:pt x="413" y="1234"/>
                  </a:cubicBezTo>
                  <a:cubicBezTo>
                    <a:pt x="464" y="1234"/>
                    <a:pt x="517" y="1223"/>
                    <a:pt x="568" y="1197"/>
                  </a:cubicBezTo>
                  <a:cubicBezTo>
                    <a:pt x="725" y="1166"/>
                    <a:pt x="883" y="1071"/>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071"/>
                    <a:pt x="11563" y="1166"/>
                    <a:pt x="11721" y="1229"/>
                  </a:cubicBezTo>
                  <a:cubicBezTo>
                    <a:pt x="11771" y="1254"/>
                    <a:pt x="11822" y="1266"/>
                    <a:pt x="11871" y="1266"/>
                  </a:cubicBezTo>
                  <a:cubicBezTo>
                    <a:pt x="12004" y="1266"/>
                    <a:pt x="12124" y="1178"/>
                    <a:pt x="12193" y="1040"/>
                  </a:cubicBezTo>
                  <a:cubicBezTo>
                    <a:pt x="12256" y="819"/>
                    <a:pt x="12193" y="599"/>
                    <a:pt x="11973" y="536"/>
                  </a:cubicBezTo>
                  <a:cubicBezTo>
                    <a:pt x="11878" y="504"/>
                    <a:pt x="11784" y="441"/>
                    <a:pt x="11658" y="378"/>
                  </a:cubicBezTo>
                  <a:cubicBezTo>
                    <a:pt x="11264" y="126"/>
                    <a:pt x="10823" y="0"/>
                    <a:pt x="10382" y="0"/>
                  </a:cubicBezTo>
                  <a:cubicBezTo>
                    <a:pt x="9941" y="0"/>
                    <a:pt x="9499" y="126"/>
                    <a:pt x="9106" y="378"/>
                  </a:cubicBezTo>
                  <a:cubicBezTo>
                    <a:pt x="8854" y="551"/>
                    <a:pt x="8546" y="638"/>
                    <a:pt x="8239" y="638"/>
                  </a:cubicBezTo>
                  <a:cubicBezTo>
                    <a:pt x="7932" y="638"/>
                    <a:pt x="7625" y="551"/>
                    <a:pt x="7373" y="378"/>
                  </a:cubicBezTo>
                  <a:cubicBezTo>
                    <a:pt x="6979" y="126"/>
                    <a:pt x="6538" y="0"/>
                    <a:pt x="6101" y="0"/>
                  </a:cubicBezTo>
                  <a:cubicBezTo>
                    <a:pt x="5664" y="0"/>
                    <a:pt x="5231" y="126"/>
                    <a:pt x="4852" y="378"/>
                  </a:cubicBezTo>
                  <a:cubicBezTo>
                    <a:pt x="4600" y="551"/>
                    <a:pt x="4293" y="638"/>
                    <a:pt x="3986" y="638"/>
                  </a:cubicBezTo>
                  <a:cubicBezTo>
                    <a:pt x="3679" y="638"/>
                    <a:pt x="3372" y="551"/>
                    <a:pt x="3120" y="378"/>
                  </a:cubicBezTo>
                  <a:cubicBezTo>
                    <a:pt x="2726" y="126"/>
                    <a:pt x="2285" y="0"/>
                    <a:pt x="1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87"/>
            <p:cNvSpPr/>
            <p:nvPr/>
          </p:nvSpPr>
          <p:spPr>
            <a:xfrm>
              <a:off x="-21322300" y="4148000"/>
              <a:ext cx="307200" cy="143375"/>
            </a:xfrm>
            <a:custGeom>
              <a:avLst/>
              <a:gdLst/>
              <a:ahLst/>
              <a:cxnLst/>
              <a:rect l="l" t="t" r="r" b="b"/>
              <a:pathLst>
                <a:path w="12288" h="5735" extrusionOk="0">
                  <a:moveTo>
                    <a:pt x="6175" y="1"/>
                  </a:moveTo>
                  <a:cubicBezTo>
                    <a:pt x="4411" y="1"/>
                    <a:pt x="2962" y="1450"/>
                    <a:pt x="2962" y="3214"/>
                  </a:cubicBezTo>
                  <a:cubicBezTo>
                    <a:pt x="2962" y="3813"/>
                    <a:pt x="3151" y="4380"/>
                    <a:pt x="3434" y="4884"/>
                  </a:cubicBezTo>
                  <a:cubicBezTo>
                    <a:pt x="3308" y="4852"/>
                    <a:pt x="3245" y="4789"/>
                    <a:pt x="3119" y="4726"/>
                  </a:cubicBezTo>
                  <a:cubicBezTo>
                    <a:pt x="2725" y="4474"/>
                    <a:pt x="2284" y="4348"/>
                    <a:pt x="1843" y="4348"/>
                  </a:cubicBezTo>
                  <a:cubicBezTo>
                    <a:pt x="1402" y="4348"/>
                    <a:pt x="961" y="4474"/>
                    <a:pt x="567" y="4726"/>
                  </a:cubicBezTo>
                  <a:cubicBezTo>
                    <a:pt x="473" y="4758"/>
                    <a:pt x="347" y="4852"/>
                    <a:pt x="284" y="4884"/>
                  </a:cubicBezTo>
                  <a:cubicBezTo>
                    <a:pt x="95" y="4947"/>
                    <a:pt x="0" y="5167"/>
                    <a:pt x="95" y="5356"/>
                  </a:cubicBezTo>
                  <a:cubicBezTo>
                    <a:pt x="141" y="5495"/>
                    <a:pt x="255" y="5583"/>
                    <a:pt x="399" y="5583"/>
                  </a:cubicBezTo>
                  <a:cubicBezTo>
                    <a:pt x="451" y="5583"/>
                    <a:pt x="508" y="5571"/>
                    <a:pt x="567" y="5545"/>
                  </a:cubicBezTo>
                  <a:cubicBezTo>
                    <a:pt x="725" y="5514"/>
                    <a:pt x="882" y="5419"/>
                    <a:pt x="977" y="5356"/>
                  </a:cubicBezTo>
                  <a:cubicBezTo>
                    <a:pt x="1245" y="5183"/>
                    <a:pt x="1552" y="5097"/>
                    <a:pt x="1855" y="5097"/>
                  </a:cubicBezTo>
                  <a:cubicBezTo>
                    <a:pt x="2158" y="5097"/>
                    <a:pt x="2458" y="5183"/>
                    <a:pt x="2710" y="5356"/>
                  </a:cubicBezTo>
                  <a:cubicBezTo>
                    <a:pt x="3103" y="5608"/>
                    <a:pt x="3552" y="5735"/>
                    <a:pt x="3993" y="5735"/>
                  </a:cubicBezTo>
                  <a:cubicBezTo>
                    <a:pt x="4435" y="5735"/>
                    <a:pt x="4868" y="5608"/>
                    <a:pt x="5230" y="5356"/>
                  </a:cubicBezTo>
                  <a:cubicBezTo>
                    <a:pt x="5498" y="5183"/>
                    <a:pt x="5805" y="5097"/>
                    <a:pt x="6108" y="5097"/>
                  </a:cubicBezTo>
                  <a:cubicBezTo>
                    <a:pt x="6411" y="5097"/>
                    <a:pt x="6711" y="5183"/>
                    <a:pt x="6963" y="5356"/>
                  </a:cubicBezTo>
                  <a:cubicBezTo>
                    <a:pt x="7341" y="5608"/>
                    <a:pt x="7790" y="5735"/>
                    <a:pt x="8235" y="5735"/>
                  </a:cubicBezTo>
                  <a:cubicBezTo>
                    <a:pt x="8680" y="5735"/>
                    <a:pt x="9121" y="5608"/>
                    <a:pt x="9483" y="5356"/>
                  </a:cubicBezTo>
                  <a:cubicBezTo>
                    <a:pt x="9751" y="5183"/>
                    <a:pt x="10058" y="5097"/>
                    <a:pt x="10369" y="5097"/>
                  </a:cubicBezTo>
                  <a:cubicBezTo>
                    <a:pt x="10680" y="5097"/>
                    <a:pt x="10995" y="5183"/>
                    <a:pt x="11279" y="5356"/>
                  </a:cubicBezTo>
                  <a:cubicBezTo>
                    <a:pt x="11437" y="5419"/>
                    <a:pt x="11531" y="5514"/>
                    <a:pt x="11689" y="5577"/>
                  </a:cubicBezTo>
                  <a:cubicBezTo>
                    <a:pt x="11748" y="5602"/>
                    <a:pt x="11804" y="5614"/>
                    <a:pt x="11857" y="5614"/>
                  </a:cubicBezTo>
                  <a:cubicBezTo>
                    <a:pt x="12001" y="5614"/>
                    <a:pt x="12115" y="5526"/>
                    <a:pt x="12161" y="5388"/>
                  </a:cubicBezTo>
                  <a:cubicBezTo>
                    <a:pt x="12287" y="5167"/>
                    <a:pt x="12224" y="4947"/>
                    <a:pt x="12004" y="4884"/>
                  </a:cubicBezTo>
                  <a:cubicBezTo>
                    <a:pt x="11909" y="4852"/>
                    <a:pt x="11815" y="4789"/>
                    <a:pt x="11689" y="4726"/>
                  </a:cubicBezTo>
                  <a:cubicBezTo>
                    <a:pt x="11295" y="4474"/>
                    <a:pt x="10854" y="4348"/>
                    <a:pt x="10413" y="4348"/>
                  </a:cubicBezTo>
                  <a:cubicBezTo>
                    <a:pt x="9972" y="4348"/>
                    <a:pt x="9530" y="4474"/>
                    <a:pt x="9137" y="4726"/>
                  </a:cubicBezTo>
                  <a:lnTo>
                    <a:pt x="8916" y="4852"/>
                  </a:lnTo>
                  <a:cubicBezTo>
                    <a:pt x="9168" y="4380"/>
                    <a:pt x="9389" y="3781"/>
                    <a:pt x="9389" y="3214"/>
                  </a:cubicBezTo>
                  <a:cubicBezTo>
                    <a:pt x="9389" y="1450"/>
                    <a:pt x="7971" y="1"/>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62" name="Google Shape;7162;p87"/>
          <p:cNvGrpSpPr/>
          <p:nvPr/>
        </p:nvGrpSpPr>
        <p:grpSpPr>
          <a:xfrm>
            <a:off x="3496195" y="1689128"/>
            <a:ext cx="451653" cy="450212"/>
            <a:chOff x="-19394200" y="3333800"/>
            <a:chExt cx="305625" cy="304650"/>
          </a:xfrm>
        </p:grpSpPr>
        <p:sp>
          <p:nvSpPr>
            <p:cNvPr id="7163" name="Google Shape;7163;p87"/>
            <p:cNvSpPr/>
            <p:nvPr/>
          </p:nvSpPr>
          <p:spPr>
            <a:xfrm>
              <a:off x="-19206750" y="3495850"/>
              <a:ext cx="82725" cy="18150"/>
            </a:xfrm>
            <a:custGeom>
              <a:avLst/>
              <a:gdLst/>
              <a:ahLst/>
              <a:cxnLst/>
              <a:rect l="l" t="t" r="r" b="b"/>
              <a:pathLst>
                <a:path w="3309" h="726" extrusionOk="0">
                  <a:moveTo>
                    <a:pt x="1" y="1"/>
                  </a:moveTo>
                  <a:cubicBezTo>
                    <a:pt x="158" y="190"/>
                    <a:pt x="284" y="442"/>
                    <a:pt x="316" y="725"/>
                  </a:cubicBezTo>
                  <a:lnTo>
                    <a:pt x="2836" y="725"/>
                  </a:lnTo>
                  <a:cubicBezTo>
                    <a:pt x="3309" y="725"/>
                    <a:pt x="3309" y="1"/>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87"/>
            <p:cNvSpPr/>
            <p:nvPr/>
          </p:nvSpPr>
          <p:spPr>
            <a:xfrm>
              <a:off x="-19205950" y="3532875"/>
              <a:ext cx="64600" cy="17350"/>
            </a:xfrm>
            <a:custGeom>
              <a:avLst/>
              <a:gdLst/>
              <a:ahLst/>
              <a:cxnLst/>
              <a:rect l="l" t="t" r="r" b="b"/>
              <a:pathLst>
                <a:path w="2584" h="694" extrusionOk="0">
                  <a:moveTo>
                    <a:pt x="315" y="0"/>
                  </a:moveTo>
                  <a:cubicBezTo>
                    <a:pt x="252" y="252"/>
                    <a:pt x="126" y="504"/>
                    <a:pt x="0" y="693"/>
                  </a:cubicBezTo>
                  <a:lnTo>
                    <a:pt x="2111" y="693"/>
                  </a:lnTo>
                  <a:cubicBezTo>
                    <a:pt x="2583" y="693"/>
                    <a:pt x="2583"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87"/>
            <p:cNvSpPr/>
            <p:nvPr/>
          </p:nvSpPr>
          <p:spPr>
            <a:xfrm>
              <a:off x="-19323325" y="3568325"/>
              <a:ext cx="163850" cy="17350"/>
            </a:xfrm>
            <a:custGeom>
              <a:avLst/>
              <a:gdLst/>
              <a:ahLst/>
              <a:cxnLst/>
              <a:rect l="l" t="t" r="r" b="b"/>
              <a:pathLst>
                <a:path w="6554" h="694" extrusionOk="0">
                  <a:moveTo>
                    <a:pt x="379" y="0"/>
                  </a:moveTo>
                  <a:cubicBezTo>
                    <a:pt x="221" y="0"/>
                    <a:pt x="95" y="95"/>
                    <a:pt x="32" y="252"/>
                  </a:cubicBezTo>
                  <a:cubicBezTo>
                    <a:pt x="1" y="410"/>
                    <a:pt x="95" y="693"/>
                    <a:pt x="379" y="693"/>
                  </a:cubicBezTo>
                  <a:lnTo>
                    <a:pt x="6081" y="693"/>
                  </a:lnTo>
                  <a:cubicBezTo>
                    <a:pt x="6554" y="693"/>
                    <a:pt x="6554" y="0"/>
                    <a:pt x="60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87"/>
            <p:cNvSpPr/>
            <p:nvPr/>
          </p:nvSpPr>
          <p:spPr>
            <a:xfrm>
              <a:off x="-19343000" y="3460400"/>
              <a:ext cx="201650" cy="18150"/>
            </a:xfrm>
            <a:custGeom>
              <a:avLst/>
              <a:gdLst/>
              <a:ahLst/>
              <a:cxnLst/>
              <a:rect l="l" t="t" r="r" b="b"/>
              <a:pathLst>
                <a:path w="8066" h="726" extrusionOk="0">
                  <a:moveTo>
                    <a:pt x="473" y="1"/>
                  </a:moveTo>
                  <a:cubicBezTo>
                    <a:pt x="0" y="1"/>
                    <a:pt x="0" y="726"/>
                    <a:pt x="473" y="726"/>
                  </a:cubicBezTo>
                  <a:lnTo>
                    <a:pt x="7593" y="726"/>
                  </a:lnTo>
                  <a:cubicBezTo>
                    <a:pt x="8065" y="726"/>
                    <a:pt x="8065" y="1"/>
                    <a:pt x="75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87"/>
            <p:cNvSpPr/>
            <p:nvPr/>
          </p:nvSpPr>
          <p:spPr>
            <a:xfrm>
              <a:off x="-19361125" y="3495850"/>
              <a:ext cx="82725" cy="18150"/>
            </a:xfrm>
            <a:custGeom>
              <a:avLst/>
              <a:gdLst/>
              <a:ahLst/>
              <a:cxnLst/>
              <a:rect l="l" t="t" r="r" b="b"/>
              <a:pathLst>
                <a:path w="3309" h="726" extrusionOk="0">
                  <a:moveTo>
                    <a:pt x="473" y="1"/>
                  </a:moveTo>
                  <a:cubicBezTo>
                    <a:pt x="1" y="1"/>
                    <a:pt x="1" y="725"/>
                    <a:pt x="473" y="725"/>
                  </a:cubicBezTo>
                  <a:lnTo>
                    <a:pt x="2994" y="725"/>
                  </a:lnTo>
                  <a:cubicBezTo>
                    <a:pt x="3025" y="473"/>
                    <a:pt x="3151" y="253"/>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87"/>
            <p:cNvSpPr/>
            <p:nvPr/>
          </p:nvSpPr>
          <p:spPr>
            <a:xfrm>
              <a:off x="-19305200" y="3603750"/>
              <a:ext cx="124475" cy="34700"/>
            </a:xfrm>
            <a:custGeom>
              <a:avLst/>
              <a:gdLst/>
              <a:ahLst/>
              <a:cxnLst/>
              <a:rect l="l" t="t" r="r" b="b"/>
              <a:pathLst>
                <a:path w="4979" h="1388" extrusionOk="0">
                  <a:moveTo>
                    <a:pt x="95" y="1"/>
                  </a:moveTo>
                  <a:cubicBezTo>
                    <a:pt x="63" y="95"/>
                    <a:pt x="0" y="221"/>
                    <a:pt x="0" y="347"/>
                  </a:cubicBezTo>
                  <a:cubicBezTo>
                    <a:pt x="0" y="946"/>
                    <a:pt x="473" y="1387"/>
                    <a:pt x="1072" y="1387"/>
                  </a:cubicBezTo>
                  <a:lnTo>
                    <a:pt x="3907" y="1387"/>
                  </a:lnTo>
                  <a:cubicBezTo>
                    <a:pt x="4506" y="1387"/>
                    <a:pt x="4978" y="946"/>
                    <a:pt x="4978" y="347"/>
                  </a:cubicBezTo>
                  <a:cubicBezTo>
                    <a:pt x="4978" y="221"/>
                    <a:pt x="4947" y="95"/>
                    <a:pt x="4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87"/>
            <p:cNvSpPr/>
            <p:nvPr/>
          </p:nvSpPr>
          <p:spPr>
            <a:xfrm>
              <a:off x="-19269750" y="3495850"/>
              <a:ext cx="54350" cy="53575"/>
            </a:xfrm>
            <a:custGeom>
              <a:avLst/>
              <a:gdLst/>
              <a:ahLst/>
              <a:cxnLst/>
              <a:rect l="l" t="t" r="r" b="b"/>
              <a:pathLst>
                <a:path w="2174" h="2143" extrusionOk="0">
                  <a:moveTo>
                    <a:pt x="1071" y="1"/>
                  </a:moveTo>
                  <a:cubicBezTo>
                    <a:pt x="473" y="1"/>
                    <a:pt x="0" y="473"/>
                    <a:pt x="0" y="1072"/>
                  </a:cubicBezTo>
                  <a:cubicBezTo>
                    <a:pt x="0" y="1670"/>
                    <a:pt x="473" y="2143"/>
                    <a:pt x="1071" y="2143"/>
                  </a:cubicBezTo>
                  <a:cubicBezTo>
                    <a:pt x="1670" y="2143"/>
                    <a:pt x="2142" y="1670"/>
                    <a:pt x="2142" y="1072"/>
                  </a:cubicBezTo>
                  <a:cubicBezTo>
                    <a:pt x="2174" y="536"/>
                    <a:pt x="167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87"/>
            <p:cNvSpPr/>
            <p:nvPr/>
          </p:nvSpPr>
          <p:spPr>
            <a:xfrm>
              <a:off x="-19394200" y="3333800"/>
              <a:ext cx="305625" cy="107725"/>
            </a:xfrm>
            <a:custGeom>
              <a:avLst/>
              <a:gdLst/>
              <a:ahLst/>
              <a:cxnLst/>
              <a:rect l="l" t="t" r="r" b="b"/>
              <a:pathLst>
                <a:path w="12225" h="4309" extrusionOk="0">
                  <a:moveTo>
                    <a:pt x="8916" y="1"/>
                  </a:moveTo>
                  <a:cubicBezTo>
                    <a:pt x="8830" y="1"/>
                    <a:pt x="8743" y="40"/>
                    <a:pt x="8664" y="119"/>
                  </a:cubicBezTo>
                  <a:cubicBezTo>
                    <a:pt x="8507" y="276"/>
                    <a:pt x="8507" y="465"/>
                    <a:pt x="8664" y="623"/>
                  </a:cubicBezTo>
                  <a:lnTo>
                    <a:pt x="9483" y="1442"/>
                  </a:lnTo>
                  <a:lnTo>
                    <a:pt x="347" y="1442"/>
                  </a:lnTo>
                  <a:cubicBezTo>
                    <a:pt x="158" y="1442"/>
                    <a:pt x="0" y="1599"/>
                    <a:pt x="0" y="1820"/>
                  </a:cubicBezTo>
                  <a:cubicBezTo>
                    <a:pt x="0" y="2009"/>
                    <a:pt x="158" y="2166"/>
                    <a:pt x="347" y="2166"/>
                  </a:cubicBezTo>
                  <a:lnTo>
                    <a:pt x="1639" y="2166"/>
                  </a:lnTo>
                  <a:lnTo>
                    <a:pt x="819" y="2986"/>
                  </a:lnTo>
                  <a:cubicBezTo>
                    <a:pt x="662" y="3143"/>
                    <a:pt x="662" y="3332"/>
                    <a:pt x="819" y="3490"/>
                  </a:cubicBezTo>
                  <a:cubicBezTo>
                    <a:pt x="898" y="3568"/>
                    <a:pt x="985" y="3608"/>
                    <a:pt x="1072" y="3608"/>
                  </a:cubicBezTo>
                  <a:cubicBezTo>
                    <a:pt x="1158" y="3608"/>
                    <a:pt x="1245" y="3568"/>
                    <a:pt x="1324" y="3490"/>
                  </a:cubicBezTo>
                  <a:lnTo>
                    <a:pt x="2678" y="2166"/>
                  </a:lnTo>
                  <a:lnTo>
                    <a:pt x="5734" y="2166"/>
                  </a:lnTo>
                  <a:lnTo>
                    <a:pt x="5734" y="2923"/>
                  </a:lnTo>
                  <a:lnTo>
                    <a:pt x="3970" y="2923"/>
                  </a:lnTo>
                  <a:cubicBezTo>
                    <a:pt x="3371" y="2923"/>
                    <a:pt x="2899" y="3395"/>
                    <a:pt x="2899" y="3962"/>
                  </a:cubicBezTo>
                  <a:cubicBezTo>
                    <a:pt x="2899" y="4088"/>
                    <a:pt x="2930" y="4214"/>
                    <a:pt x="2993" y="4309"/>
                  </a:cubicBezTo>
                  <a:lnTo>
                    <a:pt x="9294" y="4309"/>
                  </a:lnTo>
                  <a:cubicBezTo>
                    <a:pt x="9326" y="4214"/>
                    <a:pt x="9357" y="4088"/>
                    <a:pt x="9357" y="3962"/>
                  </a:cubicBezTo>
                  <a:cubicBezTo>
                    <a:pt x="9357" y="3395"/>
                    <a:pt x="8885" y="2923"/>
                    <a:pt x="8286" y="2923"/>
                  </a:cubicBezTo>
                  <a:lnTo>
                    <a:pt x="6522" y="2923"/>
                  </a:lnTo>
                  <a:lnTo>
                    <a:pt x="6522" y="2166"/>
                  </a:lnTo>
                  <a:lnTo>
                    <a:pt x="11878" y="2166"/>
                  </a:lnTo>
                  <a:cubicBezTo>
                    <a:pt x="12067" y="2166"/>
                    <a:pt x="12224" y="2009"/>
                    <a:pt x="12224" y="1820"/>
                  </a:cubicBezTo>
                  <a:cubicBezTo>
                    <a:pt x="12224" y="1599"/>
                    <a:pt x="12004" y="1442"/>
                    <a:pt x="11815" y="1442"/>
                  </a:cubicBezTo>
                  <a:lnTo>
                    <a:pt x="10492" y="1442"/>
                  </a:lnTo>
                  <a:lnTo>
                    <a:pt x="9168" y="119"/>
                  </a:lnTo>
                  <a:cubicBezTo>
                    <a:pt x="9090" y="40"/>
                    <a:pt x="9003" y="1"/>
                    <a:pt x="89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87"/>
            <p:cNvSpPr/>
            <p:nvPr/>
          </p:nvSpPr>
          <p:spPr>
            <a:xfrm>
              <a:off x="-19341425" y="3532875"/>
              <a:ext cx="63025" cy="17350"/>
            </a:xfrm>
            <a:custGeom>
              <a:avLst/>
              <a:gdLst/>
              <a:ahLst/>
              <a:cxnLst/>
              <a:rect l="l" t="t" r="r" b="b"/>
              <a:pathLst>
                <a:path w="2521" h="694" extrusionOk="0">
                  <a:moveTo>
                    <a:pt x="410" y="0"/>
                  </a:moveTo>
                  <a:cubicBezTo>
                    <a:pt x="221" y="0"/>
                    <a:pt x="32" y="158"/>
                    <a:pt x="32" y="252"/>
                  </a:cubicBezTo>
                  <a:cubicBezTo>
                    <a:pt x="0" y="410"/>
                    <a:pt x="126" y="693"/>
                    <a:pt x="410" y="693"/>
                  </a:cubicBezTo>
                  <a:lnTo>
                    <a:pt x="2521" y="693"/>
                  </a:lnTo>
                  <a:cubicBezTo>
                    <a:pt x="2363" y="473"/>
                    <a:pt x="2237" y="221"/>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2" name="Google Shape;7172;p87"/>
          <p:cNvGrpSpPr/>
          <p:nvPr/>
        </p:nvGrpSpPr>
        <p:grpSpPr>
          <a:xfrm>
            <a:off x="3495032" y="2243580"/>
            <a:ext cx="453980" cy="449325"/>
            <a:chOff x="-19396575" y="3708500"/>
            <a:chExt cx="307200" cy="304050"/>
          </a:xfrm>
        </p:grpSpPr>
        <p:sp>
          <p:nvSpPr>
            <p:cNvPr id="7173" name="Google Shape;7173;p87"/>
            <p:cNvSpPr/>
            <p:nvPr/>
          </p:nvSpPr>
          <p:spPr>
            <a:xfrm>
              <a:off x="-19215425" y="3708500"/>
              <a:ext cx="70925" cy="70925"/>
            </a:xfrm>
            <a:custGeom>
              <a:avLst/>
              <a:gdLst/>
              <a:ahLst/>
              <a:cxnLst/>
              <a:rect l="l" t="t" r="r" b="b"/>
              <a:pathLst>
                <a:path w="2837" h="2837" extrusionOk="0">
                  <a:moveTo>
                    <a:pt x="1419" y="1"/>
                  </a:moveTo>
                  <a:cubicBezTo>
                    <a:pt x="631" y="1"/>
                    <a:pt x="1" y="631"/>
                    <a:pt x="1" y="1419"/>
                  </a:cubicBezTo>
                  <a:cubicBezTo>
                    <a:pt x="1" y="2206"/>
                    <a:pt x="631" y="2836"/>
                    <a:pt x="1419" y="2836"/>
                  </a:cubicBezTo>
                  <a:cubicBezTo>
                    <a:pt x="2206" y="2836"/>
                    <a:pt x="2836" y="2206"/>
                    <a:pt x="2836" y="1419"/>
                  </a:cubicBezTo>
                  <a:cubicBezTo>
                    <a:pt x="2836" y="631"/>
                    <a:pt x="2175" y="1"/>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87"/>
            <p:cNvSpPr/>
            <p:nvPr/>
          </p:nvSpPr>
          <p:spPr>
            <a:xfrm>
              <a:off x="-19396575" y="3773100"/>
              <a:ext cx="277275" cy="239450"/>
            </a:xfrm>
            <a:custGeom>
              <a:avLst/>
              <a:gdLst/>
              <a:ahLst/>
              <a:cxnLst/>
              <a:rect l="l" t="t" r="r" b="b"/>
              <a:pathLst>
                <a:path w="11091" h="9578" extrusionOk="0">
                  <a:moveTo>
                    <a:pt x="5073" y="6207"/>
                  </a:moveTo>
                  <a:lnTo>
                    <a:pt x="5073" y="6774"/>
                  </a:lnTo>
                  <a:lnTo>
                    <a:pt x="4380" y="6774"/>
                  </a:lnTo>
                  <a:lnTo>
                    <a:pt x="5073" y="6207"/>
                  </a:lnTo>
                  <a:close/>
                  <a:moveTo>
                    <a:pt x="6806" y="0"/>
                  </a:moveTo>
                  <a:lnTo>
                    <a:pt x="6806" y="0"/>
                  </a:lnTo>
                  <a:cubicBezTo>
                    <a:pt x="6711" y="662"/>
                    <a:pt x="6900" y="1355"/>
                    <a:pt x="7373" y="1891"/>
                  </a:cubicBezTo>
                  <a:lnTo>
                    <a:pt x="8759" y="3371"/>
                  </a:lnTo>
                  <a:cubicBezTo>
                    <a:pt x="8917" y="3623"/>
                    <a:pt x="8759" y="3938"/>
                    <a:pt x="8444" y="3938"/>
                  </a:cubicBezTo>
                  <a:lnTo>
                    <a:pt x="7814" y="3938"/>
                  </a:lnTo>
                  <a:cubicBezTo>
                    <a:pt x="7499" y="2552"/>
                    <a:pt x="6459" y="1450"/>
                    <a:pt x="5136" y="1166"/>
                  </a:cubicBezTo>
                  <a:cubicBezTo>
                    <a:pt x="4862" y="1101"/>
                    <a:pt x="4592" y="1070"/>
                    <a:pt x="4326" y="1070"/>
                  </a:cubicBezTo>
                  <a:cubicBezTo>
                    <a:pt x="3557" y="1070"/>
                    <a:pt x="2831" y="1335"/>
                    <a:pt x="2175" y="1828"/>
                  </a:cubicBezTo>
                  <a:cubicBezTo>
                    <a:pt x="1419" y="2426"/>
                    <a:pt x="946" y="3245"/>
                    <a:pt x="851" y="4159"/>
                  </a:cubicBezTo>
                  <a:cubicBezTo>
                    <a:pt x="1135" y="4001"/>
                    <a:pt x="1513" y="3907"/>
                    <a:pt x="1860" y="3907"/>
                  </a:cubicBezTo>
                  <a:lnTo>
                    <a:pt x="2238" y="3907"/>
                  </a:lnTo>
                  <a:cubicBezTo>
                    <a:pt x="2427" y="3088"/>
                    <a:pt x="3120" y="2489"/>
                    <a:pt x="4002" y="2489"/>
                  </a:cubicBezTo>
                  <a:lnTo>
                    <a:pt x="4695" y="2489"/>
                  </a:lnTo>
                  <a:cubicBezTo>
                    <a:pt x="4884" y="2489"/>
                    <a:pt x="5042" y="2647"/>
                    <a:pt x="5042" y="2867"/>
                  </a:cubicBezTo>
                  <a:cubicBezTo>
                    <a:pt x="5042" y="3056"/>
                    <a:pt x="4884" y="3214"/>
                    <a:pt x="4695" y="3214"/>
                  </a:cubicBezTo>
                  <a:lnTo>
                    <a:pt x="4002" y="3214"/>
                  </a:lnTo>
                  <a:cubicBezTo>
                    <a:pt x="3498" y="3214"/>
                    <a:pt x="3120" y="3529"/>
                    <a:pt x="2962" y="3907"/>
                  </a:cubicBezTo>
                  <a:lnTo>
                    <a:pt x="5420" y="3907"/>
                  </a:lnTo>
                  <a:cubicBezTo>
                    <a:pt x="5609" y="3907"/>
                    <a:pt x="5766" y="4064"/>
                    <a:pt x="5766" y="4285"/>
                  </a:cubicBezTo>
                  <a:cubicBezTo>
                    <a:pt x="5766" y="4474"/>
                    <a:pt x="5609" y="4632"/>
                    <a:pt x="5420" y="4632"/>
                  </a:cubicBezTo>
                  <a:lnTo>
                    <a:pt x="1828" y="4632"/>
                  </a:lnTo>
                  <a:cubicBezTo>
                    <a:pt x="883" y="4632"/>
                    <a:pt x="1" y="5388"/>
                    <a:pt x="64" y="6427"/>
                  </a:cubicBezTo>
                  <a:cubicBezTo>
                    <a:pt x="84" y="6633"/>
                    <a:pt x="239" y="6745"/>
                    <a:pt x="397" y="6745"/>
                  </a:cubicBezTo>
                  <a:cubicBezTo>
                    <a:pt x="481" y="6745"/>
                    <a:pt x="565" y="6713"/>
                    <a:pt x="631" y="6648"/>
                  </a:cubicBezTo>
                  <a:cubicBezTo>
                    <a:pt x="1041" y="6238"/>
                    <a:pt x="1576" y="6049"/>
                    <a:pt x="2143" y="6049"/>
                  </a:cubicBezTo>
                  <a:lnTo>
                    <a:pt x="4096" y="6049"/>
                  </a:lnTo>
                  <a:lnTo>
                    <a:pt x="3025" y="6837"/>
                  </a:lnTo>
                  <a:cubicBezTo>
                    <a:pt x="2773" y="7026"/>
                    <a:pt x="2931" y="7467"/>
                    <a:pt x="3246" y="7467"/>
                  </a:cubicBezTo>
                  <a:lnTo>
                    <a:pt x="5010" y="7467"/>
                  </a:lnTo>
                  <a:lnTo>
                    <a:pt x="5010" y="9231"/>
                  </a:lnTo>
                  <a:cubicBezTo>
                    <a:pt x="5010" y="9420"/>
                    <a:pt x="5168" y="9578"/>
                    <a:pt x="5357" y="9578"/>
                  </a:cubicBezTo>
                  <a:cubicBezTo>
                    <a:pt x="5577" y="9578"/>
                    <a:pt x="5735" y="9420"/>
                    <a:pt x="5735" y="9231"/>
                  </a:cubicBezTo>
                  <a:lnTo>
                    <a:pt x="5735" y="7467"/>
                  </a:lnTo>
                  <a:lnTo>
                    <a:pt x="6428" y="7467"/>
                  </a:lnTo>
                  <a:lnTo>
                    <a:pt x="6428" y="7814"/>
                  </a:lnTo>
                  <a:cubicBezTo>
                    <a:pt x="6428" y="8003"/>
                    <a:pt x="6585" y="8160"/>
                    <a:pt x="6774" y="8160"/>
                  </a:cubicBezTo>
                  <a:cubicBezTo>
                    <a:pt x="6995" y="8160"/>
                    <a:pt x="7152" y="8003"/>
                    <a:pt x="7152" y="7814"/>
                  </a:cubicBezTo>
                  <a:lnTo>
                    <a:pt x="7152" y="7120"/>
                  </a:lnTo>
                  <a:cubicBezTo>
                    <a:pt x="7152" y="6900"/>
                    <a:pt x="6995" y="6774"/>
                    <a:pt x="6774" y="6774"/>
                  </a:cubicBezTo>
                  <a:lnTo>
                    <a:pt x="5735" y="6774"/>
                  </a:lnTo>
                  <a:lnTo>
                    <a:pt x="5735" y="6049"/>
                  </a:lnTo>
                  <a:lnTo>
                    <a:pt x="8413" y="6049"/>
                  </a:lnTo>
                  <a:cubicBezTo>
                    <a:pt x="9295" y="6049"/>
                    <a:pt x="10177" y="5545"/>
                    <a:pt x="10587" y="4726"/>
                  </a:cubicBezTo>
                  <a:cubicBezTo>
                    <a:pt x="11091" y="3781"/>
                    <a:pt x="10902" y="2584"/>
                    <a:pt x="10208" y="1828"/>
                  </a:cubicBezTo>
                  <a:lnTo>
                    <a:pt x="9389" y="882"/>
                  </a:lnTo>
                  <a:cubicBezTo>
                    <a:pt x="9137" y="977"/>
                    <a:pt x="8917" y="1008"/>
                    <a:pt x="8633" y="1008"/>
                  </a:cubicBezTo>
                  <a:cubicBezTo>
                    <a:pt x="7846" y="1008"/>
                    <a:pt x="7184" y="567"/>
                    <a:pt x="68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87"/>
            <p:cNvSpPr/>
            <p:nvPr/>
          </p:nvSpPr>
          <p:spPr>
            <a:xfrm>
              <a:off x="-19140600" y="3727425"/>
              <a:ext cx="51225" cy="70550"/>
            </a:xfrm>
            <a:custGeom>
              <a:avLst/>
              <a:gdLst/>
              <a:ahLst/>
              <a:cxnLst/>
              <a:rect l="l" t="t" r="r" b="b"/>
              <a:pathLst>
                <a:path w="2049" h="2822" extrusionOk="0">
                  <a:moveTo>
                    <a:pt x="442" y="0"/>
                  </a:moveTo>
                  <a:lnTo>
                    <a:pt x="442" y="0"/>
                  </a:lnTo>
                  <a:cubicBezTo>
                    <a:pt x="505" y="252"/>
                    <a:pt x="568" y="441"/>
                    <a:pt x="568" y="725"/>
                  </a:cubicBezTo>
                  <a:cubicBezTo>
                    <a:pt x="568" y="1260"/>
                    <a:pt x="316" y="1764"/>
                    <a:pt x="1" y="2142"/>
                  </a:cubicBezTo>
                  <a:cubicBezTo>
                    <a:pt x="505" y="2174"/>
                    <a:pt x="1041" y="2363"/>
                    <a:pt x="1419" y="2709"/>
                  </a:cubicBezTo>
                  <a:cubicBezTo>
                    <a:pt x="1503" y="2793"/>
                    <a:pt x="1601" y="2821"/>
                    <a:pt x="1694" y="2821"/>
                  </a:cubicBezTo>
                  <a:cubicBezTo>
                    <a:pt x="1741" y="2821"/>
                    <a:pt x="1786" y="2814"/>
                    <a:pt x="1828" y="2804"/>
                  </a:cubicBezTo>
                  <a:cubicBezTo>
                    <a:pt x="1923" y="2741"/>
                    <a:pt x="2049" y="2615"/>
                    <a:pt x="2049" y="2489"/>
                  </a:cubicBezTo>
                  <a:lnTo>
                    <a:pt x="2049" y="1764"/>
                  </a:lnTo>
                  <a:cubicBezTo>
                    <a:pt x="2017" y="882"/>
                    <a:pt x="1293" y="126"/>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6" name="Google Shape;7176;p87"/>
          <p:cNvGrpSpPr/>
          <p:nvPr/>
        </p:nvGrpSpPr>
        <p:grpSpPr>
          <a:xfrm>
            <a:off x="3489212" y="2796461"/>
            <a:ext cx="465618" cy="450101"/>
            <a:chOff x="-19394200" y="4084200"/>
            <a:chExt cx="315075" cy="304575"/>
          </a:xfrm>
        </p:grpSpPr>
        <p:sp>
          <p:nvSpPr>
            <p:cNvPr id="7177" name="Google Shape;7177;p87"/>
            <p:cNvSpPr/>
            <p:nvPr/>
          </p:nvSpPr>
          <p:spPr>
            <a:xfrm>
              <a:off x="-19185475" y="4234650"/>
              <a:ext cx="40175" cy="28375"/>
            </a:xfrm>
            <a:custGeom>
              <a:avLst/>
              <a:gdLst/>
              <a:ahLst/>
              <a:cxnLst/>
              <a:rect l="l" t="t" r="r" b="b"/>
              <a:pathLst>
                <a:path w="1607" h="1135" extrusionOk="0">
                  <a:moveTo>
                    <a:pt x="1134" y="0"/>
                  </a:moveTo>
                  <a:lnTo>
                    <a:pt x="0" y="1134"/>
                  </a:lnTo>
                  <a:lnTo>
                    <a:pt x="1607" y="1134"/>
                  </a:lnTo>
                  <a:cubicBezTo>
                    <a:pt x="1575" y="756"/>
                    <a:pt x="1418" y="347"/>
                    <a:pt x="11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87"/>
            <p:cNvSpPr/>
            <p:nvPr/>
          </p:nvSpPr>
          <p:spPr>
            <a:xfrm>
              <a:off x="-19244550" y="4293725"/>
              <a:ext cx="28375" cy="39400"/>
            </a:xfrm>
            <a:custGeom>
              <a:avLst/>
              <a:gdLst/>
              <a:ahLst/>
              <a:cxnLst/>
              <a:rect l="l" t="t" r="r" b="b"/>
              <a:pathLst>
                <a:path w="1135" h="1576" extrusionOk="0">
                  <a:moveTo>
                    <a:pt x="1134" y="0"/>
                  </a:moveTo>
                  <a:lnTo>
                    <a:pt x="0" y="1134"/>
                  </a:lnTo>
                  <a:cubicBezTo>
                    <a:pt x="315" y="1386"/>
                    <a:pt x="693" y="1512"/>
                    <a:pt x="1134" y="1575"/>
                  </a:cubicBezTo>
                  <a:lnTo>
                    <a:pt x="11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87"/>
            <p:cNvSpPr/>
            <p:nvPr/>
          </p:nvSpPr>
          <p:spPr>
            <a:xfrm>
              <a:off x="-19280000" y="4201050"/>
              <a:ext cx="200875" cy="187725"/>
            </a:xfrm>
            <a:custGeom>
              <a:avLst/>
              <a:gdLst/>
              <a:ahLst/>
              <a:cxnLst/>
              <a:rect l="l" t="t" r="r" b="b"/>
              <a:pathLst>
                <a:path w="8035" h="7509" extrusionOk="0">
                  <a:moveTo>
                    <a:pt x="6410" y="1"/>
                  </a:moveTo>
                  <a:cubicBezTo>
                    <a:pt x="6316" y="1"/>
                    <a:pt x="6219" y="40"/>
                    <a:pt x="6144" y="115"/>
                  </a:cubicBezTo>
                  <a:lnTo>
                    <a:pt x="5388" y="872"/>
                  </a:lnTo>
                  <a:cubicBezTo>
                    <a:pt x="6459" y="2195"/>
                    <a:pt x="6302" y="4022"/>
                    <a:pt x="5136" y="5125"/>
                  </a:cubicBezTo>
                  <a:cubicBezTo>
                    <a:pt x="4533" y="5728"/>
                    <a:pt x="3723" y="6057"/>
                    <a:pt x="2891" y="6057"/>
                  </a:cubicBezTo>
                  <a:cubicBezTo>
                    <a:pt x="2201" y="6057"/>
                    <a:pt x="1497" y="5831"/>
                    <a:pt x="883" y="5345"/>
                  </a:cubicBezTo>
                  <a:lnTo>
                    <a:pt x="158" y="6101"/>
                  </a:lnTo>
                  <a:cubicBezTo>
                    <a:pt x="1" y="6259"/>
                    <a:pt x="1" y="6479"/>
                    <a:pt x="190" y="6637"/>
                  </a:cubicBezTo>
                  <a:cubicBezTo>
                    <a:pt x="991" y="7209"/>
                    <a:pt x="1954" y="7509"/>
                    <a:pt x="2924" y="7509"/>
                  </a:cubicBezTo>
                  <a:cubicBezTo>
                    <a:pt x="4090" y="7509"/>
                    <a:pt x="5264" y="7076"/>
                    <a:pt x="6176" y="6164"/>
                  </a:cubicBezTo>
                  <a:cubicBezTo>
                    <a:pt x="7877" y="4463"/>
                    <a:pt x="8034" y="2006"/>
                    <a:pt x="6680" y="147"/>
                  </a:cubicBezTo>
                  <a:cubicBezTo>
                    <a:pt x="6614" y="48"/>
                    <a:pt x="6513" y="1"/>
                    <a:pt x="6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87"/>
            <p:cNvSpPr/>
            <p:nvPr/>
          </p:nvSpPr>
          <p:spPr>
            <a:xfrm>
              <a:off x="-19197300" y="4293725"/>
              <a:ext cx="28375" cy="39400"/>
            </a:xfrm>
            <a:custGeom>
              <a:avLst/>
              <a:gdLst/>
              <a:ahLst/>
              <a:cxnLst/>
              <a:rect l="l" t="t" r="r" b="b"/>
              <a:pathLst>
                <a:path w="1135" h="1576" extrusionOk="0">
                  <a:moveTo>
                    <a:pt x="1" y="0"/>
                  </a:moveTo>
                  <a:lnTo>
                    <a:pt x="1" y="1575"/>
                  </a:lnTo>
                  <a:cubicBezTo>
                    <a:pt x="379" y="1512"/>
                    <a:pt x="788" y="1386"/>
                    <a:pt x="1135" y="1134"/>
                  </a:cubicBez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87"/>
            <p:cNvSpPr/>
            <p:nvPr/>
          </p:nvSpPr>
          <p:spPr>
            <a:xfrm>
              <a:off x="-19394200" y="4084200"/>
              <a:ext cx="252850" cy="303275"/>
            </a:xfrm>
            <a:custGeom>
              <a:avLst/>
              <a:gdLst/>
              <a:ahLst/>
              <a:cxnLst/>
              <a:rect l="l" t="t" r="r" b="b"/>
              <a:pathLst>
                <a:path w="10114" h="12131" extrusionOk="0">
                  <a:moveTo>
                    <a:pt x="3938" y="1"/>
                  </a:moveTo>
                  <a:cubicBezTo>
                    <a:pt x="3718" y="1"/>
                    <a:pt x="3560" y="158"/>
                    <a:pt x="3560" y="347"/>
                  </a:cubicBezTo>
                  <a:cubicBezTo>
                    <a:pt x="3560" y="536"/>
                    <a:pt x="3718" y="694"/>
                    <a:pt x="3938" y="694"/>
                  </a:cubicBezTo>
                  <a:cubicBezTo>
                    <a:pt x="4411" y="694"/>
                    <a:pt x="4789" y="1040"/>
                    <a:pt x="4947" y="1481"/>
                  </a:cubicBezTo>
                  <a:cubicBezTo>
                    <a:pt x="2206" y="1670"/>
                    <a:pt x="0" y="4002"/>
                    <a:pt x="0" y="6806"/>
                  </a:cubicBezTo>
                  <a:cubicBezTo>
                    <a:pt x="0" y="9389"/>
                    <a:pt x="1922" y="11815"/>
                    <a:pt x="4758" y="12130"/>
                  </a:cubicBezTo>
                  <a:cubicBezTo>
                    <a:pt x="4411" y="11910"/>
                    <a:pt x="4033" y="11658"/>
                    <a:pt x="3718" y="11342"/>
                  </a:cubicBezTo>
                  <a:cubicBezTo>
                    <a:pt x="3560" y="11185"/>
                    <a:pt x="3560" y="10964"/>
                    <a:pt x="3718" y="10807"/>
                  </a:cubicBezTo>
                  <a:lnTo>
                    <a:pt x="10113" y="4411"/>
                  </a:lnTo>
                  <a:cubicBezTo>
                    <a:pt x="9231" y="2710"/>
                    <a:pt x="7593" y="1607"/>
                    <a:pt x="5671" y="1481"/>
                  </a:cubicBezTo>
                  <a:cubicBezTo>
                    <a:pt x="5514" y="662"/>
                    <a:pt x="4789" y="1"/>
                    <a:pt x="39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87"/>
            <p:cNvSpPr/>
            <p:nvPr/>
          </p:nvSpPr>
          <p:spPr>
            <a:xfrm>
              <a:off x="-19185475" y="4281100"/>
              <a:ext cx="40175" cy="28400"/>
            </a:xfrm>
            <a:custGeom>
              <a:avLst/>
              <a:gdLst/>
              <a:ahLst/>
              <a:cxnLst/>
              <a:rect l="l" t="t" r="r" b="b"/>
              <a:pathLst>
                <a:path w="1607" h="1136" extrusionOk="0">
                  <a:moveTo>
                    <a:pt x="0" y="1"/>
                  </a:moveTo>
                  <a:lnTo>
                    <a:pt x="1134" y="1135"/>
                  </a:lnTo>
                  <a:cubicBezTo>
                    <a:pt x="1418" y="820"/>
                    <a:pt x="1575" y="411"/>
                    <a:pt x="16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3" name="Google Shape;7183;p87"/>
          <p:cNvGrpSpPr/>
          <p:nvPr/>
        </p:nvGrpSpPr>
        <p:grpSpPr>
          <a:xfrm>
            <a:off x="6294923" y="1689001"/>
            <a:ext cx="400447" cy="450470"/>
            <a:chOff x="-17526750" y="3309200"/>
            <a:chExt cx="270975" cy="304825"/>
          </a:xfrm>
        </p:grpSpPr>
        <p:sp>
          <p:nvSpPr>
            <p:cNvPr id="7184" name="Google Shape;7184;p87"/>
            <p:cNvSpPr/>
            <p:nvPr/>
          </p:nvSpPr>
          <p:spPr>
            <a:xfrm>
              <a:off x="-17507050" y="3452525"/>
              <a:ext cx="232375" cy="161500"/>
            </a:xfrm>
            <a:custGeom>
              <a:avLst/>
              <a:gdLst/>
              <a:ahLst/>
              <a:cxnLst/>
              <a:rect l="l" t="t" r="r" b="b"/>
              <a:pathLst>
                <a:path w="9295" h="6460" extrusionOk="0">
                  <a:moveTo>
                    <a:pt x="1765" y="725"/>
                  </a:moveTo>
                  <a:cubicBezTo>
                    <a:pt x="1954" y="725"/>
                    <a:pt x="2111" y="883"/>
                    <a:pt x="2111" y="1072"/>
                  </a:cubicBezTo>
                  <a:cubicBezTo>
                    <a:pt x="2111" y="1261"/>
                    <a:pt x="1954" y="1419"/>
                    <a:pt x="1765" y="1419"/>
                  </a:cubicBezTo>
                  <a:cubicBezTo>
                    <a:pt x="1575" y="1419"/>
                    <a:pt x="1418" y="1261"/>
                    <a:pt x="1418" y="1072"/>
                  </a:cubicBezTo>
                  <a:cubicBezTo>
                    <a:pt x="1418" y="883"/>
                    <a:pt x="1575" y="725"/>
                    <a:pt x="1765" y="725"/>
                  </a:cubicBezTo>
                  <a:close/>
                  <a:moveTo>
                    <a:pt x="3214" y="725"/>
                  </a:moveTo>
                  <a:cubicBezTo>
                    <a:pt x="3434" y="725"/>
                    <a:pt x="3592" y="883"/>
                    <a:pt x="3592" y="1072"/>
                  </a:cubicBezTo>
                  <a:cubicBezTo>
                    <a:pt x="3592" y="1261"/>
                    <a:pt x="3434" y="1419"/>
                    <a:pt x="3214" y="1419"/>
                  </a:cubicBezTo>
                  <a:cubicBezTo>
                    <a:pt x="3025" y="1419"/>
                    <a:pt x="2867" y="1261"/>
                    <a:pt x="2867" y="1072"/>
                  </a:cubicBezTo>
                  <a:cubicBezTo>
                    <a:pt x="2867" y="883"/>
                    <a:pt x="3025" y="725"/>
                    <a:pt x="3214" y="725"/>
                  </a:cubicBezTo>
                  <a:close/>
                  <a:moveTo>
                    <a:pt x="2521" y="1419"/>
                  </a:moveTo>
                  <a:cubicBezTo>
                    <a:pt x="2710" y="1419"/>
                    <a:pt x="2867" y="1576"/>
                    <a:pt x="2867" y="1797"/>
                  </a:cubicBezTo>
                  <a:cubicBezTo>
                    <a:pt x="2867" y="1986"/>
                    <a:pt x="2710" y="2143"/>
                    <a:pt x="2521" y="2143"/>
                  </a:cubicBezTo>
                  <a:cubicBezTo>
                    <a:pt x="2332" y="2143"/>
                    <a:pt x="2174" y="1986"/>
                    <a:pt x="2174" y="1797"/>
                  </a:cubicBezTo>
                  <a:cubicBezTo>
                    <a:pt x="2111" y="1576"/>
                    <a:pt x="2332" y="1419"/>
                    <a:pt x="2521" y="1419"/>
                  </a:cubicBezTo>
                  <a:close/>
                  <a:moveTo>
                    <a:pt x="32" y="1"/>
                  </a:moveTo>
                  <a:lnTo>
                    <a:pt x="32" y="127"/>
                  </a:lnTo>
                  <a:lnTo>
                    <a:pt x="0" y="127"/>
                  </a:lnTo>
                  <a:cubicBezTo>
                    <a:pt x="0" y="2962"/>
                    <a:pt x="1796" y="5514"/>
                    <a:pt x="4537" y="6428"/>
                  </a:cubicBezTo>
                  <a:cubicBezTo>
                    <a:pt x="4568" y="6428"/>
                    <a:pt x="4600" y="6459"/>
                    <a:pt x="4631" y="6459"/>
                  </a:cubicBezTo>
                  <a:cubicBezTo>
                    <a:pt x="4694" y="6459"/>
                    <a:pt x="4726" y="6459"/>
                    <a:pt x="4757" y="6428"/>
                  </a:cubicBezTo>
                  <a:cubicBezTo>
                    <a:pt x="7467" y="5514"/>
                    <a:pt x="9294" y="2962"/>
                    <a:pt x="9294" y="127"/>
                  </a:cubicBezTo>
                  <a:lnTo>
                    <a:pt x="92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87"/>
            <p:cNvSpPr/>
            <p:nvPr/>
          </p:nvSpPr>
          <p:spPr>
            <a:xfrm>
              <a:off x="-17417275" y="3309200"/>
              <a:ext cx="52800" cy="54350"/>
            </a:xfrm>
            <a:custGeom>
              <a:avLst/>
              <a:gdLst/>
              <a:ahLst/>
              <a:cxnLst/>
              <a:rect l="l" t="t" r="r" b="b"/>
              <a:pathLst>
                <a:path w="2112" h="2174" extrusionOk="0">
                  <a:moveTo>
                    <a:pt x="347" y="0"/>
                  </a:moveTo>
                  <a:cubicBezTo>
                    <a:pt x="158" y="0"/>
                    <a:pt x="1" y="158"/>
                    <a:pt x="1" y="347"/>
                  </a:cubicBezTo>
                  <a:lnTo>
                    <a:pt x="1" y="1103"/>
                  </a:lnTo>
                  <a:cubicBezTo>
                    <a:pt x="1" y="1701"/>
                    <a:pt x="473" y="2174"/>
                    <a:pt x="1040" y="2174"/>
                  </a:cubicBezTo>
                  <a:cubicBezTo>
                    <a:pt x="1639" y="2174"/>
                    <a:pt x="2112" y="1701"/>
                    <a:pt x="2112" y="1103"/>
                  </a:cubicBezTo>
                  <a:lnTo>
                    <a:pt x="2112" y="347"/>
                  </a:lnTo>
                  <a:cubicBezTo>
                    <a:pt x="2112" y="158"/>
                    <a:pt x="1954"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87"/>
            <p:cNvSpPr/>
            <p:nvPr/>
          </p:nvSpPr>
          <p:spPr>
            <a:xfrm>
              <a:off x="-17456650" y="3369825"/>
              <a:ext cx="130775" cy="64625"/>
            </a:xfrm>
            <a:custGeom>
              <a:avLst/>
              <a:gdLst/>
              <a:ahLst/>
              <a:cxnLst/>
              <a:rect l="l" t="t" r="r" b="b"/>
              <a:pathLst>
                <a:path w="5231" h="2585" extrusionOk="0">
                  <a:moveTo>
                    <a:pt x="1450" y="1"/>
                  </a:moveTo>
                  <a:cubicBezTo>
                    <a:pt x="631" y="442"/>
                    <a:pt x="1" y="1419"/>
                    <a:pt x="158" y="2584"/>
                  </a:cubicBezTo>
                  <a:lnTo>
                    <a:pt x="5073" y="2584"/>
                  </a:lnTo>
                  <a:cubicBezTo>
                    <a:pt x="5230" y="1513"/>
                    <a:pt x="4663" y="473"/>
                    <a:pt x="3718" y="1"/>
                  </a:cubicBezTo>
                  <a:cubicBezTo>
                    <a:pt x="3403" y="284"/>
                    <a:pt x="3025" y="442"/>
                    <a:pt x="2584" y="442"/>
                  </a:cubicBezTo>
                  <a:cubicBezTo>
                    <a:pt x="2143" y="442"/>
                    <a:pt x="1765" y="284"/>
                    <a:pt x="14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87"/>
            <p:cNvSpPr/>
            <p:nvPr/>
          </p:nvSpPr>
          <p:spPr>
            <a:xfrm>
              <a:off x="-17526750" y="3344625"/>
              <a:ext cx="95325" cy="89825"/>
            </a:xfrm>
            <a:custGeom>
              <a:avLst/>
              <a:gdLst/>
              <a:ahLst/>
              <a:cxnLst/>
              <a:rect l="l" t="t" r="r" b="b"/>
              <a:pathLst>
                <a:path w="3813" h="3593" extrusionOk="0">
                  <a:moveTo>
                    <a:pt x="3277" y="1"/>
                  </a:moveTo>
                  <a:cubicBezTo>
                    <a:pt x="1891" y="1"/>
                    <a:pt x="662" y="851"/>
                    <a:pt x="221" y="2175"/>
                  </a:cubicBezTo>
                  <a:cubicBezTo>
                    <a:pt x="1" y="2836"/>
                    <a:pt x="536" y="3529"/>
                    <a:pt x="1261" y="3529"/>
                  </a:cubicBezTo>
                  <a:lnTo>
                    <a:pt x="2231" y="3529"/>
                  </a:lnTo>
                  <a:cubicBezTo>
                    <a:pt x="2102" y="2170"/>
                    <a:pt x="2820" y="1000"/>
                    <a:pt x="3813" y="442"/>
                  </a:cubicBezTo>
                  <a:cubicBezTo>
                    <a:pt x="3750" y="316"/>
                    <a:pt x="3687" y="158"/>
                    <a:pt x="3655" y="1"/>
                  </a:cubicBezTo>
                  <a:close/>
                  <a:moveTo>
                    <a:pt x="2231" y="3529"/>
                  </a:moveTo>
                  <a:lnTo>
                    <a:pt x="2231" y="3529"/>
                  </a:lnTo>
                  <a:cubicBezTo>
                    <a:pt x="2233" y="3550"/>
                    <a:pt x="2235" y="3571"/>
                    <a:pt x="2237" y="3592"/>
                  </a:cubicBezTo>
                  <a:lnTo>
                    <a:pt x="2237" y="3529"/>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87"/>
            <p:cNvSpPr/>
            <p:nvPr/>
          </p:nvSpPr>
          <p:spPr>
            <a:xfrm>
              <a:off x="-17351900" y="3345425"/>
              <a:ext cx="96125" cy="89800"/>
            </a:xfrm>
            <a:custGeom>
              <a:avLst/>
              <a:gdLst/>
              <a:ahLst/>
              <a:cxnLst/>
              <a:rect l="l" t="t" r="r" b="b"/>
              <a:pathLst>
                <a:path w="3845" h="3592" extrusionOk="0">
                  <a:moveTo>
                    <a:pt x="158" y="0"/>
                  </a:moveTo>
                  <a:cubicBezTo>
                    <a:pt x="127" y="158"/>
                    <a:pt x="95" y="315"/>
                    <a:pt x="1" y="441"/>
                  </a:cubicBezTo>
                  <a:cubicBezTo>
                    <a:pt x="1103" y="1071"/>
                    <a:pt x="1734" y="2300"/>
                    <a:pt x="1576" y="3592"/>
                  </a:cubicBezTo>
                  <a:lnTo>
                    <a:pt x="2584" y="3592"/>
                  </a:lnTo>
                  <a:cubicBezTo>
                    <a:pt x="3309" y="3560"/>
                    <a:pt x="3844" y="2867"/>
                    <a:pt x="3592" y="2174"/>
                  </a:cubicBezTo>
                  <a:cubicBezTo>
                    <a:pt x="3151" y="882"/>
                    <a:pt x="1954" y="0"/>
                    <a:pt x="5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9" name="Google Shape;7189;p87"/>
          <p:cNvGrpSpPr/>
          <p:nvPr/>
        </p:nvGrpSpPr>
        <p:grpSpPr>
          <a:xfrm>
            <a:off x="6271075" y="2244173"/>
            <a:ext cx="448143" cy="448143"/>
            <a:chOff x="-17542500" y="3684100"/>
            <a:chExt cx="303250" cy="303250"/>
          </a:xfrm>
        </p:grpSpPr>
        <p:sp>
          <p:nvSpPr>
            <p:cNvPr id="7190" name="Google Shape;7190;p87"/>
            <p:cNvSpPr/>
            <p:nvPr/>
          </p:nvSpPr>
          <p:spPr>
            <a:xfrm>
              <a:off x="-17542500" y="3863675"/>
              <a:ext cx="70900" cy="52800"/>
            </a:xfrm>
            <a:custGeom>
              <a:avLst/>
              <a:gdLst/>
              <a:ahLst/>
              <a:cxnLst/>
              <a:rect l="l" t="t" r="r" b="b"/>
              <a:pathLst>
                <a:path w="2836" h="2112" extrusionOk="0">
                  <a:moveTo>
                    <a:pt x="347" y="0"/>
                  </a:moveTo>
                  <a:cubicBezTo>
                    <a:pt x="158" y="0"/>
                    <a:pt x="1" y="158"/>
                    <a:pt x="1" y="347"/>
                  </a:cubicBezTo>
                  <a:lnTo>
                    <a:pt x="1" y="693"/>
                  </a:lnTo>
                  <a:cubicBezTo>
                    <a:pt x="1" y="1481"/>
                    <a:pt x="631" y="2111"/>
                    <a:pt x="1418" y="2111"/>
                  </a:cubicBezTo>
                  <a:cubicBezTo>
                    <a:pt x="2174" y="2111"/>
                    <a:pt x="2836" y="1481"/>
                    <a:pt x="2836" y="693"/>
                  </a:cubicBezTo>
                  <a:lnTo>
                    <a:pt x="2489" y="693"/>
                  </a:lnTo>
                  <a:cubicBezTo>
                    <a:pt x="2363" y="693"/>
                    <a:pt x="2237" y="693"/>
                    <a:pt x="2111" y="662"/>
                  </a:cubicBezTo>
                  <a:lnTo>
                    <a:pt x="2111" y="693"/>
                  </a:lnTo>
                  <a:cubicBezTo>
                    <a:pt x="2111" y="1103"/>
                    <a:pt x="1796" y="1418"/>
                    <a:pt x="1418" y="1418"/>
                  </a:cubicBezTo>
                  <a:cubicBezTo>
                    <a:pt x="1009" y="1418"/>
                    <a:pt x="694" y="1103"/>
                    <a:pt x="694" y="693"/>
                  </a:cubicBezTo>
                  <a:lnTo>
                    <a:pt x="694" y="347"/>
                  </a:ln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87"/>
            <p:cNvSpPr/>
            <p:nvPr/>
          </p:nvSpPr>
          <p:spPr>
            <a:xfrm>
              <a:off x="-17488150" y="3881000"/>
              <a:ext cx="70900" cy="106350"/>
            </a:xfrm>
            <a:custGeom>
              <a:avLst/>
              <a:gdLst/>
              <a:ahLst/>
              <a:cxnLst/>
              <a:rect l="l" t="t" r="r" b="b"/>
              <a:pathLst>
                <a:path w="2836" h="4254" extrusionOk="0">
                  <a:moveTo>
                    <a:pt x="2111" y="0"/>
                  </a:moveTo>
                  <a:lnTo>
                    <a:pt x="2111" y="2836"/>
                  </a:lnTo>
                  <a:cubicBezTo>
                    <a:pt x="2111" y="3245"/>
                    <a:pt x="1796" y="3561"/>
                    <a:pt x="1418" y="3561"/>
                  </a:cubicBezTo>
                  <a:cubicBezTo>
                    <a:pt x="1009" y="3561"/>
                    <a:pt x="693" y="3245"/>
                    <a:pt x="693" y="2836"/>
                  </a:cubicBezTo>
                  <a:lnTo>
                    <a:pt x="693" y="2489"/>
                  </a:lnTo>
                  <a:cubicBezTo>
                    <a:pt x="693" y="2300"/>
                    <a:pt x="536" y="2143"/>
                    <a:pt x="347" y="2143"/>
                  </a:cubicBezTo>
                  <a:cubicBezTo>
                    <a:pt x="158" y="2143"/>
                    <a:pt x="0" y="2300"/>
                    <a:pt x="0" y="2489"/>
                  </a:cubicBezTo>
                  <a:lnTo>
                    <a:pt x="0" y="2836"/>
                  </a:lnTo>
                  <a:cubicBezTo>
                    <a:pt x="0" y="3624"/>
                    <a:pt x="630" y="4254"/>
                    <a:pt x="1418" y="4254"/>
                  </a:cubicBezTo>
                  <a:cubicBezTo>
                    <a:pt x="2206" y="4254"/>
                    <a:pt x="2836" y="3624"/>
                    <a:pt x="2836" y="2836"/>
                  </a:cubicBezTo>
                  <a:lnTo>
                    <a:pt x="28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87"/>
            <p:cNvSpPr/>
            <p:nvPr/>
          </p:nvSpPr>
          <p:spPr>
            <a:xfrm>
              <a:off x="-17310150" y="3863675"/>
              <a:ext cx="70900" cy="52800"/>
            </a:xfrm>
            <a:custGeom>
              <a:avLst/>
              <a:gdLst/>
              <a:ahLst/>
              <a:cxnLst/>
              <a:rect l="l" t="t" r="r" b="b"/>
              <a:pathLst>
                <a:path w="2836" h="2112" extrusionOk="0">
                  <a:moveTo>
                    <a:pt x="2489" y="0"/>
                  </a:moveTo>
                  <a:cubicBezTo>
                    <a:pt x="2269" y="0"/>
                    <a:pt x="2111" y="126"/>
                    <a:pt x="2111" y="347"/>
                  </a:cubicBezTo>
                  <a:lnTo>
                    <a:pt x="2111" y="693"/>
                  </a:lnTo>
                  <a:cubicBezTo>
                    <a:pt x="2111" y="1072"/>
                    <a:pt x="1796" y="1387"/>
                    <a:pt x="1418" y="1387"/>
                  </a:cubicBezTo>
                  <a:cubicBezTo>
                    <a:pt x="1009" y="1387"/>
                    <a:pt x="694" y="1072"/>
                    <a:pt x="694" y="693"/>
                  </a:cubicBezTo>
                  <a:lnTo>
                    <a:pt x="694" y="662"/>
                  </a:lnTo>
                  <a:cubicBezTo>
                    <a:pt x="599" y="693"/>
                    <a:pt x="473" y="693"/>
                    <a:pt x="347" y="693"/>
                  </a:cubicBezTo>
                  <a:lnTo>
                    <a:pt x="0" y="693"/>
                  </a:lnTo>
                  <a:cubicBezTo>
                    <a:pt x="0" y="1481"/>
                    <a:pt x="631" y="2111"/>
                    <a:pt x="1418" y="2111"/>
                  </a:cubicBezTo>
                  <a:cubicBezTo>
                    <a:pt x="2206" y="2111"/>
                    <a:pt x="2836" y="1481"/>
                    <a:pt x="2836" y="693"/>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87"/>
            <p:cNvSpPr/>
            <p:nvPr/>
          </p:nvSpPr>
          <p:spPr>
            <a:xfrm>
              <a:off x="-17364500" y="3881000"/>
              <a:ext cx="70925" cy="106350"/>
            </a:xfrm>
            <a:custGeom>
              <a:avLst/>
              <a:gdLst/>
              <a:ahLst/>
              <a:cxnLst/>
              <a:rect l="l" t="t" r="r" b="b"/>
              <a:pathLst>
                <a:path w="2837" h="4254" extrusionOk="0">
                  <a:moveTo>
                    <a:pt x="1" y="0"/>
                  </a:moveTo>
                  <a:lnTo>
                    <a:pt x="1" y="2836"/>
                  </a:lnTo>
                  <a:cubicBezTo>
                    <a:pt x="1" y="3624"/>
                    <a:pt x="631" y="4254"/>
                    <a:pt x="1418" y="4254"/>
                  </a:cubicBezTo>
                  <a:cubicBezTo>
                    <a:pt x="2206" y="4254"/>
                    <a:pt x="2836" y="3624"/>
                    <a:pt x="2836" y="2836"/>
                  </a:cubicBezTo>
                  <a:lnTo>
                    <a:pt x="2836" y="2489"/>
                  </a:lnTo>
                  <a:cubicBezTo>
                    <a:pt x="2836" y="2300"/>
                    <a:pt x="2710" y="2111"/>
                    <a:pt x="2490" y="2111"/>
                  </a:cubicBezTo>
                  <a:cubicBezTo>
                    <a:pt x="2301" y="2111"/>
                    <a:pt x="2143" y="2269"/>
                    <a:pt x="2143" y="2489"/>
                  </a:cubicBezTo>
                  <a:lnTo>
                    <a:pt x="2143" y="2836"/>
                  </a:lnTo>
                  <a:cubicBezTo>
                    <a:pt x="2143" y="3214"/>
                    <a:pt x="1828" y="3529"/>
                    <a:pt x="1418" y="3529"/>
                  </a:cubicBezTo>
                  <a:cubicBezTo>
                    <a:pt x="1040" y="3529"/>
                    <a:pt x="725" y="3214"/>
                    <a:pt x="725" y="2836"/>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87"/>
            <p:cNvSpPr/>
            <p:nvPr/>
          </p:nvSpPr>
          <p:spPr>
            <a:xfrm>
              <a:off x="-17505475" y="3845550"/>
              <a:ext cx="228425" cy="18150"/>
            </a:xfrm>
            <a:custGeom>
              <a:avLst/>
              <a:gdLst/>
              <a:ahLst/>
              <a:cxnLst/>
              <a:rect l="l" t="t" r="r" b="b"/>
              <a:pathLst>
                <a:path w="9137" h="726" extrusionOk="0">
                  <a:moveTo>
                    <a:pt x="0" y="1"/>
                  </a:moveTo>
                  <a:cubicBezTo>
                    <a:pt x="158" y="379"/>
                    <a:pt x="536" y="725"/>
                    <a:pt x="1008" y="725"/>
                  </a:cubicBezTo>
                  <a:lnTo>
                    <a:pt x="8129" y="725"/>
                  </a:lnTo>
                  <a:cubicBezTo>
                    <a:pt x="8601" y="725"/>
                    <a:pt x="8979" y="379"/>
                    <a:pt x="91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87"/>
            <p:cNvSpPr/>
            <p:nvPr/>
          </p:nvSpPr>
          <p:spPr>
            <a:xfrm>
              <a:off x="-17523600" y="3706925"/>
              <a:ext cx="265450" cy="121325"/>
            </a:xfrm>
            <a:custGeom>
              <a:avLst/>
              <a:gdLst/>
              <a:ahLst/>
              <a:cxnLst/>
              <a:rect l="l" t="t" r="r" b="b"/>
              <a:pathLst>
                <a:path w="10618" h="4853" extrusionOk="0">
                  <a:moveTo>
                    <a:pt x="2364" y="1"/>
                  </a:moveTo>
                  <a:cubicBezTo>
                    <a:pt x="1135" y="789"/>
                    <a:pt x="253" y="2080"/>
                    <a:pt x="32" y="3624"/>
                  </a:cubicBezTo>
                  <a:cubicBezTo>
                    <a:pt x="1" y="3939"/>
                    <a:pt x="64" y="4223"/>
                    <a:pt x="253" y="4443"/>
                  </a:cubicBezTo>
                  <a:cubicBezTo>
                    <a:pt x="473" y="4695"/>
                    <a:pt x="788" y="4853"/>
                    <a:pt x="1103" y="4853"/>
                  </a:cubicBezTo>
                  <a:lnTo>
                    <a:pt x="9515" y="4853"/>
                  </a:lnTo>
                  <a:cubicBezTo>
                    <a:pt x="9830" y="4853"/>
                    <a:pt x="10145" y="4695"/>
                    <a:pt x="10334" y="4443"/>
                  </a:cubicBezTo>
                  <a:cubicBezTo>
                    <a:pt x="10555" y="4223"/>
                    <a:pt x="10618" y="3908"/>
                    <a:pt x="10586" y="3624"/>
                  </a:cubicBezTo>
                  <a:cubicBezTo>
                    <a:pt x="10334" y="2080"/>
                    <a:pt x="9484" y="789"/>
                    <a:pt x="8255" y="1"/>
                  </a:cubicBezTo>
                  <a:cubicBezTo>
                    <a:pt x="7782" y="1135"/>
                    <a:pt x="6648" y="1954"/>
                    <a:pt x="5293" y="1954"/>
                  </a:cubicBezTo>
                  <a:cubicBezTo>
                    <a:pt x="4002" y="1954"/>
                    <a:pt x="2868" y="1167"/>
                    <a:pt x="23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87"/>
            <p:cNvSpPr/>
            <p:nvPr/>
          </p:nvSpPr>
          <p:spPr>
            <a:xfrm>
              <a:off x="-17448775" y="3684100"/>
              <a:ext cx="115800" cy="52800"/>
            </a:xfrm>
            <a:custGeom>
              <a:avLst/>
              <a:gdLst/>
              <a:ahLst/>
              <a:cxnLst/>
              <a:rect l="l" t="t" r="r" b="b"/>
              <a:pathLst>
                <a:path w="4632" h="2112" extrusionOk="0">
                  <a:moveTo>
                    <a:pt x="2300" y="0"/>
                  </a:moveTo>
                  <a:cubicBezTo>
                    <a:pt x="1481" y="0"/>
                    <a:pt x="694" y="189"/>
                    <a:pt x="1" y="504"/>
                  </a:cubicBezTo>
                  <a:cubicBezTo>
                    <a:pt x="347" y="1513"/>
                    <a:pt x="1261" y="2111"/>
                    <a:pt x="2300" y="2111"/>
                  </a:cubicBezTo>
                  <a:cubicBezTo>
                    <a:pt x="3372" y="2111"/>
                    <a:pt x="4285" y="1450"/>
                    <a:pt x="4632" y="504"/>
                  </a:cubicBezTo>
                  <a:cubicBezTo>
                    <a:pt x="3939" y="158"/>
                    <a:pt x="3151"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7" name="Google Shape;7197;p87"/>
          <p:cNvGrpSpPr/>
          <p:nvPr/>
        </p:nvGrpSpPr>
        <p:grpSpPr>
          <a:xfrm>
            <a:off x="6270484" y="2810817"/>
            <a:ext cx="449325" cy="421395"/>
            <a:chOff x="-17542500" y="4068450"/>
            <a:chExt cx="304050" cy="285150"/>
          </a:xfrm>
        </p:grpSpPr>
        <p:sp>
          <p:nvSpPr>
            <p:cNvPr id="7198" name="Google Shape;7198;p87"/>
            <p:cNvSpPr/>
            <p:nvPr/>
          </p:nvSpPr>
          <p:spPr>
            <a:xfrm>
              <a:off x="-17519650" y="4281900"/>
              <a:ext cx="256000" cy="71700"/>
            </a:xfrm>
            <a:custGeom>
              <a:avLst/>
              <a:gdLst/>
              <a:ahLst/>
              <a:cxnLst/>
              <a:rect l="l" t="t" r="r" b="b"/>
              <a:pathLst>
                <a:path w="10240" h="2868" extrusionOk="0">
                  <a:moveTo>
                    <a:pt x="10239" y="0"/>
                  </a:moveTo>
                  <a:cubicBezTo>
                    <a:pt x="9546" y="32"/>
                    <a:pt x="9042" y="0"/>
                    <a:pt x="8223" y="536"/>
                  </a:cubicBezTo>
                  <a:cubicBezTo>
                    <a:pt x="7341" y="1135"/>
                    <a:pt x="6333" y="1450"/>
                    <a:pt x="5261" y="1450"/>
                  </a:cubicBezTo>
                  <a:lnTo>
                    <a:pt x="4978" y="1450"/>
                  </a:lnTo>
                  <a:cubicBezTo>
                    <a:pt x="3938" y="1450"/>
                    <a:pt x="2899" y="1135"/>
                    <a:pt x="2048" y="536"/>
                  </a:cubicBezTo>
                  <a:cubicBezTo>
                    <a:pt x="1197" y="0"/>
                    <a:pt x="693" y="63"/>
                    <a:pt x="0" y="0"/>
                  </a:cubicBezTo>
                  <a:lnTo>
                    <a:pt x="0" y="0"/>
                  </a:lnTo>
                  <a:cubicBezTo>
                    <a:pt x="1103" y="1733"/>
                    <a:pt x="3025" y="2867"/>
                    <a:pt x="5104" y="2867"/>
                  </a:cubicBezTo>
                  <a:cubicBezTo>
                    <a:pt x="7183" y="2867"/>
                    <a:pt x="9168" y="1765"/>
                    <a:pt x="102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87"/>
            <p:cNvSpPr/>
            <p:nvPr/>
          </p:nvSpPr>
          <p:spPr>
            <a:xfrm>
              <a:off x="-17542500" y="4166900"/>
              <a:ext cx="304050" cy="133925"/>
            </a:xfrm>
            <a:custGeom>
              <a:avLst/>
              <a:gdLst/>
              <a:ahLst/>
              <a:cxnLst/>
              <a:rect l="l" t="t" r="r" b="b"/>
              <a:pathLst>
                <a:path w="12162" h="5357" extrusionOk="0">
                  <a:moveTo>
                    <a:pt x="4632" y="2458"/>
                  </a:moveTo>
                  <a:cubicBezTo>
                    <a:pt x="4852" y="2458"/>
                    <a:pt x="5010" y="2616"/>
                    <a:pt x="5010" y="2836"/>
                  </a:cubicBezTo>
                  <a:cubicBezTo>
                    <a:pt x="5010" y="3025"/>
                    <a:pt x="4852" y="3183"/>
                    <a:pt x="4632" y="3183"/>
                  </a:cubicBezTo>
                  <a:cubicBezTo>
                    <a:pt x="4443" y="3183"/>
                    <a:pt x="4285" y="3025"/>
                    <a:pt x="4285" y="2836"/>
                  </a:cubicBezTo>
                  <a:cubicBezTo>
                    <a:pt x="4285" y="2616"/>
                    <a:pt x="4443" y="2458"/>
                    <a:pt x="4632" y="2458"/>
                  </a:cubicBezTo>
                  <a:close/>
                  <a:moveTo>
                    <a:pt x="7467" y="2458"/>
                  </a:moveTo>
                  <a:cubicBezTo>
                    <a:pt x="7688" y="2458"/>
                    <a:pt x="7845" y="2616"/>
                    <a:pt x="7845" y="2836"/>
                  </a:cubicBezTo>
                  <a:cubicBezTo>
                    <a:pt x="7845" y="3025"/>
                    <a:pt x="7688" y="3183"/>
                    <a:pt x="7467" y="3183"/>
                  </a:cubicBezTo>
                  <a:cubicBezTo>
                    <a:pt x="7278" y="3183"/>
                    <a:pt x="7121" y="3025"/>
                    <a:pt x="7121" y="2836"/>
                  </a:cubicBezTo>
                  <a:cubicBezTo>
                    <a:pt x="7121" y="2616"/>
                    <a:pt x="7278" y="2458"/>
                    <a:pt x="7467" y="2458"/>
                  </a:cubicBezTo>
                  <a:close/>
                  <a:moveTo>
                    <a:pt x="6049" y="1"/>
                  </a:moveTo>
                  <a:cubicBezTo>
                    <a:pt x="5545" y="1040"/>
                    <a:pt x="4443" y="1765"/>
                    <a:pt x="3214" y="1765"/>
                  </a:cubicBezTo>
                  <a:cubicBezTo>
                    <a:pt x="2174" y="1765"/>
                    <a:pt x="1261" y="1261"/>
                    <a:pt x="662" y="473"/>
                  </a:cubicBezTo>
                  <a:cubicBezTo>
                    <a:pt x="221" y="1166"/>
                    <a:pt x="1" y="1986"/>
                    <a:pt x="1" y="2836"/>
                  </a:cubicBezTo>
                  <a:cubicBezTo>
                    <a:pt x="1" y="3403"/>
                    <a:pt x="473" y="3876"/>
                    <a:pt x="1072" y="3876"/>
                  </a:cubicBezTo>
                  <a:cubicBezTo>
                    <a:pt x="1891" y="3876"/>
                    <a:pt x="2647" y="4033"/>
                    <a:pt x="3372" y="4569"/>
                  </a:cubicBezTo>
                  <a:cubicBezTo>
                    <a:pt x="4128" y="5073"/>
                    <a:pt x="5041" y="5357"/>
                    <a:pt x="5955" y="5357"/>
                  </a:cubicBezTo>
                  <a:lnTo>
                    <a:pt x="6207" y="5357"/>
                  </a:lnTo>
                  <a:cubicBezTo>
                    <a:pt x="7121" y="5357"/>
                    <a:pt x="8034" y="5073"/>
                    <a:pt x="8790" y="4569"/>
                  </a:cubicBezTo>
                  <a:cubicBezTo>
                    <a:pt x="9515" y="4033"/>
                    <a:pt x="10271" y="3876"/>
                    <a:pt x="11090" y="3876"/>
                  </a:cubicBezTo>
                  <a:cubicBezTo>
                    <a:pt x="11689" y="3876"/>
                    <a:pt x="12161" y="3403"/>
                    <a:pt x="12161" y="2836"/>
                  </a:cubicBezTo>
                  <a:cubicBezTo>
                    <a:pt x="12130" y="1954"/>
                    <a:pt x="11878" y="1166"/>
                    <a:pt x="11468" y="473"/>
                  </a:cubicBezTo>
                  <a:cubicBezTo>
                    <a:pt x="10870" y="1261"/>
                    <a:pt x="9956" y="1765"/>
                    <a:pt x="8885" y="1765"/>
                  </a:cubicBezTo>
                  <a:cubicBezTo>
                    <a:pt x="7625" y="1765"/>
                    <a:pt x="6585" y="1040"/>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87"/>
            <p:cNvSpPr/>
            <p:nvPr/>
          </p:nvSpPr>
          <p:spPr>
            <a:xfrm>
              <a:off x="-17329050" y="4121225"/>
              <a:ext cx="18125" cy="18150"/>
            </a:xfrm>
            <a:custGeom>
              <a:avLst/>
              <a:gdLst/>
              <a:ahLst/>
              <a:cxnLst/>
              <a:rect l="l" t="t" r="r" b="b"/>
              <a:pathLst>
                <a:path w="725" h="726" extrusionOk="0">
                  <a:moveTo>
                    <a:pt x="347" y="0"/>
                  </a:moveTo>
                  <a:cubicBezTo>
                    <a:pt x="158" y="0"/>
                    <a:pt x="0" y="158"/>
                    <a:pt x="0" y="347"/>
                  </a:cubicBezTo>
                  <a:cubicBezTo>
                    <a:pt x="0" y="568"/>
                    <a:pt x="158" y="725"/>
                    <a:pt x="347" y="725"/>
                  </a:cubicBezTo>
                  <a:cubicBezTo>
                    <a:pt x="567" y="725"/>
                    <a:pt x="725" y="568"/>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87"/>
            <p:cNvSpPr/>
            <p:nvPr/>
          </p:nvSpPr>
          <p:spPr>
            <a:xfrm>
              <a:off x="-17381825" y="4068450"/>
              <a:ext cx="123675" cy="123675"/>
            </a:xfrm>
            <a:custGeom>
              <a:avLst/>
              <a:gdLst/>
              <a:ahLst/>
              <a:cxnLst/>
              <a:rect l="l" t="t" r="r" b="b"/>
              <a:pathLst>
                <a:path w="4947" h="4947" extrusionOk="0">
                  <a:moveTo>
                    <a:pt x="2458" y="1418"/>
                  </a:moveTo>
                  <a:cubicBezTo>
                    <a:pt x="3057" y="1418"/>
                    <a:pt x="3529" y="1891"/>
                    <a:pt x="3529" y="2458"/>
                  </a:cubicBezTo>
                  <a:cubicBezTo>
                    <a:pt x="3529" y="3057"/>
                    <a:pt x="3057" y="3529"/>
                    <a:pt x="2458" y="3529"/>
                  </a:cubicBezTo>
                  <a:cubicBezTo>
                    <a:pt x="1891" y="3529"/>
                    <a:pt x="1418" y="3057"/>
                    <a:pt x="1418" y="2458"/>
                  </a:cubicBezTo>
                  <a:cubicBezTo>
                    <a:pt x="1418" y="1891"/>
                    <a:pt x="1891" y="1418"/>
                    <a:pt x="2458" y="1418"/>
                  </a:cubicBezTo>
                  <a:close/>
                  <a:moveTo>
                    <a:pt x="2458" y="1"/>
                  </a:moveTo>
                  <a:cubicBezTo>
                    <a:pt x="1103" y="1"/>
                    <a:pt x="1" y="1103"/>
                    <a:pt x="1" y="2458"/>
                  </a:cubicBezTo>
                  <a:cubicBezTo>
                    <a:pt x="1" y="3844"/>
                    <a:pt x="1103" y="4947"/>
                    <a:pt x="2458" y="4947"/>
                  </a:cubicBezTo>
                  <a:cubicBezTo>
                    <a:pt x="3844" y="4947"/>
                    <a:pt x="4947" y="3844"/>
                    <a:pt x="4947" y="2458"/>
                  </a:cubicBezTo>
                  <a:cubicBezTo>
                    <a:pt x="4947" y="1103"/>
                    <a:pt x="3844"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87"/>
            <p:cNvSpPr/>
            <p:nvPr/>
          </p:nvSpPr>
          <p:spPr>
            <a:xfrm>
              <a:off x="-17471625" y="4121225"/>
              <a:ext cx="17375" cy="18150"/>
            </a:xfrm>
            <a:custGeom>
              <a:avLst/>
              <a:gdLst/>
              <a:ahLst/>
              <a:cxnLst/>
              <a:rect l="l" t="t" r="r" b="b"/>
              <a:pathLst>
                <a:path w="695" h="726" extrusionOk="0">
                  <a:moveTo>
                    <a:pt x="348" y="0"/>
                  </a:moveTo>
                  <a:cubicBezTo>
                    <a:pt x="158" y="0"/>
                    <a:pt x="1" y="158"/>
                    <a:pt x="1" y="347"/>
                  </a:cubicBezTo>
                  <a:cubicBezTo>
                    <a:pt x="1" y="568"/>
                    <a:pt x="158" y="725"/>
                    <a:pt x="348" y="725"/>
                  </a:cubicBezTo>
                  <a:cubicBezTo>
                    <a:pt x="537" y="725"/>
                    <a:pt x="694" y="568"/>
                    <a:pt x="694" y="347"/>
                  </a:cubicBezTo>
                  <a:cubicBezTo>
                    <a:pt x="694" y="158"/>
                    <a:pt x="537" y="0"/>
                    <a:pt x="3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87"/>
            <p:cNvSpPr/>
            <p:nvPr/>
          </p:nvSpPr>
          <p:spPr>
            <a:xfrm>
              <a:off x="-17525175" y="4068450"/>
              <a:ext cx="124475" cy="123675"/>
            </a:xfrm>
            <a:custGeom>
              <a:avLst/>
              <a:gdLst/>
              <a:ahLst/>
              <a:cxnLst/>
              <a:rect l="l" t="t" r="r" b="b"/>
              <a:pathLst>
                <a:path w="4979" h="4947" extrusionOk="0">
                  <a:moveTo>
                    <a:pt x="2490" y="1418"/>
                  </a:moveTo>
                  <a:cubicBezTo>
                    <a:pt x="3088" y="1418"/>
                    <a:pt x="3561" y="1891"/>
                    <a:pt x="3561" y="2458"/>
                  </a:cubicBezTo>
                  <a:cubicBezTo>
                    <a:pt x="3561" y="3057"/>
                    <a:pt x="3088" y="3529"/>
                    <a:pt x="2490" y="3529"/>
                  </a:cubicBezTo>
                  <a:cubicBezTo>
                    <a:pt x="1891" y="3529"/>
                    <a:pt x="1418" y="3057"/>
                    <a:pt x="1418" y="2458"/>
                  </a:cubicBezTo>
                  <a:cubicBezTo>
                    <a:pt x="1418" y="1891"/>
                    <a:pt x="1891" y="1418"/>
                    <a:pt x="2490" y="1418"/>
                  </a:cubicBezTo>
                  <a:close/>
                  <a:moveTo>
                    <a:pt x="2490" y="1"/>
                  </a:moveTo>
                  <a:cubicBezTo>
                    <a:pt x="1103" y="1"/>
                    <a:pt x="1" y="1103"/>
                    <a:pt x="1" y="2458"/>
                  </a:cubicBezTo>
                  <a:cubicBezTo>
                    <a:pt x="1" y="3844"/>
                    <a:pt x="1103" y="4947"/>
                    <a:pt x="2490" y="4947"/>
                  </a:cubicBezTo>
                  <a:cubicBezTo>
                    <a:pt x="3876" y="4947"/>
                    <a:pt x="4978" y="3844"/>
                    <a:pt x="4978" y="2458"/>
                  </a:cubicBezTo>
                  <a:cubicBezTo>
                    <a:pt x="4978" y="1103"/>
                    <a:pt x="3876" y="1"/>
                    <a:pt x="2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4" name="Google Shape;7204;p87"/>
          <p:cNvGrpSpPr/>
          <p:nvPr/>
        </p:nvGrpSpPr>
        <p:grpSpPr>
          <a:xfrm>
            <a:off x="3500906" y="3342211"/>
            <a:ext cx="343404" cy="449325"/>
            <a:chOff x="-15652200" y="3335975"/>
            <a:chExt cx="232375" cy="304050"/>
          </a:xfrm>
        </p:grpSpPr>
        <p:sp>
          <p:nvSpPr>
            <p:cNvPr id="7205" name="Google Shape;7205;p87"/>
            <p:cNvSpPr/>
            <p:nvPr/>
          </p:nvSpPr>
          <p:spPr>
            <a:xfrm>
              <a:off x="-15652200" y="3403700"/>
              <a:ext cx="36250" cy="168575"/>
            </a:xfrm>
            <a:custGeom>
              <a:avLst/>
              <a:gdLst/>
              <a:ahLst/>
              <a:cxnLst/>
              <a:rect l="l" t="t" r="r" b="b"/>
              <a:pathLst>
                <a:path w="1450" h="6743" extrusionOk="0">
                  <a:moveTo>
                    <a:pt x="0" y="1"/>
                  </a:moveTo>
                  <a:lnTo>
                    <a:pt x="0" y="6743"/>
                  </a:lnTo>
                  <a:lnTo>
                    <a:pt x="1450" y="6018"/>
                  </a:lnTo>
                  <a:lnTo>
                    <a:pt x="1450" y="694"/>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87"/>
            <p:cNvSpPr/>
            <p:nvPr/>
          </p:nvSpPr>
          <p:spPr>
            <a:xfrm>
              <a:off x="-15455300" y="3403700"/>
              <a:ext cx="35475" cy="168575"/>
            </a:xfrm>
            <a:custGeom>
              <a:avLst/>
              <a:gdLst/>
              <a:ahLst/>
              <a:cxnLst/>
              <a:rect l="l" t="t" r="r" b="b"/>
              <a:pathLst>
                <a:path w="1419" h="6743" extrusionOk="0">
                  <a:moveTo>
                    <a:pt x="1418" y="1"/>
                  </a:moveTo>
                  <a:lnTo>
                    <a:pt x="1" y="694"/>
                  </a:lnTo>
                  <a:lnTo>
                    <a:pt x="1" y="6018"/>
                  </a:lnTo>
                  <a:lnTo>
                    <a:pt x="1418" y="6743"/>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87"/>
            <p:cNvSpPr/>
            <p:nvPr/>
          </p:nvSpPr>
          <p:spPr>
            <a:xfrm>
              <a:off x="-15644325" y="3570675"/>
              <a:ext cx="62250" cy="62250"/>
            </a:xfrm>
            <a:custGeom>
              <a:avLst/>
              <a:gdLst/>
              <a:ahLst/>
              <a:cxnLst/>
              <a:rect l="l" t="t" r="r" b="b"/>
              <a:pathLst>
                <a:path w="2490" h="2490" extrusionOk="0">
                  <a:moveTo>
                    <a:pt x="1418" y="1"/>
                  </a:moveTo>
                  <a:lnTo>
                    <a:pt x="0" y="725"/>
                  </a:lnTo>
                  <a:lnTo>
                    <a:pt x="1765" y="2489"/>
                  </a:lnTo>
                  <a:lnTo>
                    <a:pt x="2489" y="1072"/>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87"/>
            <p:cNvSpPr/>
            <p:nvPr/>
          </p:nvSpPr>
          <p:spPr>
            <a:xfrm>
              <a:off x="-15489950" y="3570675"/>
              <a:ext cx="63025" cy="62250"/>
            </a:xfrm>
            <a:custGeom>
              <a:avLst/>
              <a:gdLst/>
              <a:ahLst/>
              <a:cxnLst/>
              <a:rect l="l" t="t" r="r" b="b"/>
              <a:pathLst>
                <a:path w="2521" h="2490" extrusionOk="0">
                  <a:moveTo>
                    <a:pt x="1072" y="1"/>
                  </a:moveTo>
                  <a:lnTo>
                    <a:pt x="0" y="1072"/>
                  </a:lnTo>
                  <a:lnTo>
                    <a:pt x="725" y="2489"/>
                  </a:lnTo>
                  <a:lnTo>
                    <a:pt x="2521" y="725"/>
                  </a:lnTo>
                  <a:lnTo>
                    <a:pt x="1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87"/>
            <p:cNvSpPr/>
            <p:nvPr/>
          </p:nvSpPr>
          <p:spPr>
            <a:xfrm>
              <a:off x="-15644325" y="3342275"/>
              <a:ext cx="62250" cy="63025"/>
            </a:xfrm>
            <a:custGeom>
              <a:avLst/>
              <a:gdLst/>
              <a:ahLst/>
              <a:cxnLst/>
              <a:rect l="l" t="t" r="r" b="b"/>
              <a:pathLst>
                <a:path w="2490" h="2521" extrusionOk="0">
                  <a:moveTo>
                    <a:pt x="1765" y="0"/>
                  </a:moveTo>
                  <a:lnTo>
                    <a:pt x="0" y="1827"/>
                  </a:lnTo>
                  <a:lnTo>
                    <a:pt x="1418" y="2521"/>
                  </a:lnTo>
                  <a:lnTo>
                    <a:pt x="2489" y="1481"/>
                  </a:ln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87"/>
            <p:cNvSpPr/>
            <p:nvPr/>
          </p:nvSpPr>
          <p:spPr>
            <a:xfrm>
              <a:off x="-15489950" y="3342275"/>
              <a:ext cx="63025" cy="63025"/>
            </a:xfrm>
            <a:custGeom>
              <a:avLst/>
              <a:gdLst/>
              <a:ahLst/>
              <a:cxnLst/>
              <a:rect l="l" t="t" r="r" b="b"/>
              <a:pathLst>
                <a:path w="2521" h="2521" extrusionOk="0">
                  <a:moveTo>
                    <a:pt x="725" y="0"/>
                  </a:moveTo>
                  <a:lnTo>
                    <a:pt x="0" y="1481"/>
                  </a:lnTo>
                  <a:lnTo>
                    <a:pt x="1072" y="2521"/>
                  </a:lnTo>
                  <a:lnTo>
                    <a:pt x="2521" y="1827"/>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87"/>
            <p:cNvSpPr/>
            <p:nvPr/>
          </p:nvSpPr>
          <p:spPr>
            <a:xfrm>
              <a:off x="-15584475" y="3604550"/>
              <a:ext cx="96900" cy="35475"/>
            </a:xfrm>
            <a:custGeom>
              <a:avLst/>
              <a:gdLst/>
              <a:ahLst/>
              <a:cxnLst/>
              <a:rect l="l" t="t" r="r" b="b"/>
              <a:pathLst>
                <a:path w="3876" h="1419" extrusionOk="0">
                  <a:moveTo>
                    <a:pt x="725" y="0"/>
                  </a:moveTo>
                  <a:lnTo>
                    <a:pt x="1" y="1418"/>
                  </a:lnTo>
                  <a:lnTo>
                    <a:pt x="3876" y="1418"/>
                  </a:lnTo>
                  <a:lnTo>
                    <a:pt x="31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87"/>
            <p:cNvSpPr/>
            <p:nvPr/>
          </p:nvSpPr>
          <p:spPr>
            <a:xfrm>
              <a:off x="-15584475" y="3335975"/>
              <a:ext cx="96900" cy="35450"/>
            </a:xfrm>
            <a:custGeom>
              <a:avLst/>
              <a:gdLst/>
              <a:ahLst/>
              <a:cxnLst/>
              <a:rect l="l" t="t" r="r" b="b"/>
              <a:pathLst>
                <a:path w="3876" h="1418" extrusionOk="0">
                  <a:moveTo>
                    <a:pt x="1" y="0"/>
                  </a:moveTo>
                  <a:lnTo>
                    <a:pt x="725" y="1418"/>
                  </a:lnTo>
                  <a:lnTo>
                    <a:pt x="3151" y="1418"/>
                  </a:lnTo>
                  <a:lnTo>
                    <a:pt x="38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87"/>
            <p:cNvSpPr/>
            <p:nvPr/>
          </p:nvSpPr>
          <p:spPr>
            <a:xfrm>
              <a:off x="-15597850" y="3388725"/>
              <a:ext cx="124450" cy="197725"/>
            </a:xfrm>
            <a:custGeom>
              <a:avLst/>
              <a:gdLst/>
              <a:ahLst/>
              <a:cxnLst/>
              <a:rect l="l" t="t" r="r" b="b"/>
              <a:pathLst>
                <a:path w="4978" h="7909" extrusionOk="0">
                  <a:moveTo>
                    <a:pt x="1197" y="1"/>
                  </a:moveTo>
                  <a:lnTo>
                    <a:pt x="1197" y="33"/>
                  </a:lnTo>
                  <a:lnTo>
                    <a:pt x="0" y="1261"/>
                  </a:lnTo>
                  <a:lnTo>
                    <a:pt x="0" y="6712"/>
                  </a:lnTo>
                  <a:lnTo>
                    <a:pt x="1197" y="7909"/>
                  </a:lnTo>
                  <a:lnTo>
                    <a:pt x="3781" y="7909"/>
                  </a:lnTo>
                  <a:lnTo>
                    <a:pt x="4978" y="6712"/>
                  </a:lnTo>
                  <a:lnTo>
                    <a:pt x="4978" y="1230"/>
                  </a:lnTo>
                  <a:lnTo>
                    <a:pt x="37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4" name="Google Shape;7214;p87"/>
          <p:cNvGrpSpPr/>
          <p:nvPr/>
        </p:nvGrpSpPr>
        <p:grpSpPr>
          <a:xfrm>
            <a:off x="1274819" y="2243729"/>
            <a:ext cx="449325" cy="449030"/>
            <a:chOff x="-20945825" y="3692175"/>
            <a:chExt cx="304050" cy="303850"/>
          </a:xfrm>
        </p:grpSpPr>
        <p:sp>
          <p:nvSpPr>
            <p:cNvPr id="7215" name="Google Shape;7215;p87"/>
            <p:cNvSpPr/>
            <p:nvPr/>
          </p:nvSpPr>
          <p:spPr>
            <a:xfrm>
              <a:off x="-20841850" y="3692175"/>
              <a:ext cx="92950" cy="89600"/>
            </a:xfrm>
            <a:custGeom>
              <a:avLst/>
              <a:gdLst/>
              <a:ahLst/>
              <a:cxnLst/>
              <a:rect l="l" t="t" r="r" b="b"/>
              <a:pathLst>
                <a:path w="3718" h="3584" extrusionOk="0">
                  <a:moveTo>
                    <a:pt x="410" y="0"/>
                  </a:moveTo>
                  <a:cubicBezTo>
                    <a:pt x="323" y="0"/>
                    <a:pt x="237" y="40"/>
                    <a:pt x="158" y="118"/>
                  </a:cubicBezTo>
                  <a:cubicBezTo>
                    <a:pt x="0" y="276"/>
                    <a:pt x="0" y="465"/>
                    <a:pt x="158" y="622"/>
                  </a:cubicBezTo>
                  <a:lnTo>
                    <a:pt x="819" y="1221"/>
                  </a:lnTo>
                  <a:cubicBezTo>
                    <a:pt x="630" y="1442"/>
                    <a:pt x="473" y="1788"/>
                    <a:pt x="473" y="2166"/>
                  </a:cubicBezTo>
                  <a:cubicBezTo>
                    <a:pt x="473" y="2954"/>
                    <a:pt x="1103" y="3584"/>
                    <a:pt x="1891" y="3584"/>
                  </a:cubicBezTo>
                  <a:cubicBezTo>
                    <a:pt x="2678" y="3584"/>
                    <a:pt x="3308" y="2954"/>
                    <a:pt x="3308" y="2166"/>
                  </a:cubicBezTo>
                  <a:cubicBezTo>
                    <a:pt x="3308" y="1788"/>
                    <a:pt x="3182" y="1473"/>
                    <a:pt x="2962" y="1221"/>
                  </a:cubicBezTo>
                  <a:lnTo>
                    <a:pt x="3560" y="622"/>
                  </a:lnTo>
                  <a:cubicBezTo>
                    <a:pt x="3718" y="465"/>
                    <a:pt x="3718" y="276"/>
                    <a:pt x="3560" y="118"/>
                  </a:cubicBezTo>
                  <a:cubicBezTo>
                    <a:pt x="3482" y="40"/>
                    <a:pt x="3387" y="0"/>
                    <a:pt x="3293" y="0"/>
                  </a:cubicBezTo>
                  <a:cubicBezTo>
                    <a:pt x="3198" y="0"/>
                    <a:pt x="3103" y="40"/>
                    <a:pt x="3025" y="118"/>
                  </a:cubicBezTo>
                  <a:lnTo>
                    <a:pt x="2332" y="811"/>
                  </a:lnTo>
                  <a:cubicBezTo>
                    <a:pt x="2174" y="780"/>
                    <a:pt x="2017" y="748"/>
                    <a:pt x="1859" y="748"/>
                  </a:cubicBezTo>
                  <a:cubicBezTo>
                    <a:pt x="1702" y="748"/>
                    <a:pt x="1544" y="780"/>
                    <a:pt x="1386" y="811"/>
                  </a:cubicBezTo>
                  <a:lnTo>
                    <a:pt x="662" y="118"/>
                  </a:lnTo>
                  <a:cubicBezTo>
                    <a:pt x="583" y="40"/>
                    <a:pt x="496"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87"/>
            <p:cNvSpPr/>
            <p:nvPr/>
          </p:nvSpPr>
          <p:spPr>
            <a:xfrm>
              <a:off x="-20945825" y="3746325"/>
              <a:ext cx="304050" cy="70900"/>
            </a:xfrm>
            <a:custGeom>
              <a:avLst/>
              <a:gdLst/>
              <a:ahLst/>
              <a:cxnLst/>
              <a:rect l="l" t="t" r="r" b="b"/>
              <a:pathLst>
                <a:path w="12162" h="2836" extrusionOk="0">
                  <a:moveTo>
                    <a:pt x="1072" y="0"/>
                  </a:moveTo>
                  <a:cubicBezTo>
                    <a:pt x="473" y="0"/>
                    <a:pt x="1" y="473"/>
                    <a:pt x="1" y="1071"/>
                  </a:cubicBezTo>
                  <a:lnTo>
                    <a:pt x="1" y="1953"/>
                  </a:lnTo>
                  <a:cubicBezTo>
                    <a:pt x="1" y="2426"/>
                    <a:pt x="379" y="2836"/>
                    <a:pt x="851" y="2836"/>
                  </a:cubicBezTo>
                  <a:lnTo>
                    <a:pt x="11311" y="2836"/>
                  </a:lnTo>
                  <a:cubicBezTo>
                    <a:pt x="11783" y="2836"/>
                    <a:pt x="12162" y="2426"/>
                    <a:pt x="12162" y="1953"/>
                  </a:cubicBezTo>
                  <a:lnTo>
                    <a:pt x="12162" y="1071"/>
                  </a:lnTo>
                  <a:cubicBezTo>
                    <a:pt x="12162" y="473"/>
                    <a:pt x="11657" y="0"/>
                    <a:pt x="11059" y="0"/>
                  </a:cubicBezTo>
                  <a:cubicBezTo>
                    <a:pt x="9988" y="0"/>
                    <a:pt x="8916" y="284"/>
                    <a:pt x="8034" y="819"/>
                  </a:cubicBezTo>
                  <a:cubicBezTo>
                    <a:pt x="7719" y="1607"/>
                    <a:pt x="6932" y="2174"/>
                    <a:pt x="6050" y="2174"/>
                  </a:cubicBezTo>
                  <a:cubicBezTo>
                    <a:pt x="5136" y="2174"/>
                    <a:pt x="4411" y="1607"/>
                    <a:pt x="4096" y="819"/>
                  </a:cubicBezTo>
                  <a:cubicBezTo>
                    <a:pt x="3183" y="315"/>
                    <a:pt x="211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87"/>
            <p:cNvSpPr/>
            <p:nvPr/>
          </p:nvSpPr>
          <p:spPr>
            <a:xfrm>
              <a:off x="-20814300" y="3864450"/>
              <a:ext cx="39425" cy="131575"/>
            </a:xfrm>
            <a:custGeom>
              <a:avLst/>
              <a:gdLst/>
              <a:ahLst/>
              <a:cxnLst/>
              <a:rect l="l" t="t" r="r" b="b"/>
              <a:pathLst>
                <a:path w="1577" h="5263" extrusionOk="0">
                  <a:moveTo>
                    <a:pt x="789" y="1"/>
                  </a:moveTo>
                  <a:cubicBezTo>
                    <a:pt x="568" y="221"/>
                    <a:pt x="284" y="410"/>
                    <a:pt x="1" y="631"/>
                  </a:cubicBezTo>
                  <a:cubicBezTo>
                    <a:pt x="127" y="757"/>
                    <a:pt x="284" y="852"/>
                    <a:pt x="442" y="883"/>
                  </a:cubicBezTo>
                  <a:lnTo>
                    <a:pt x="442" y="4916"/>
                  </a:lnTo>
                  <a:cubicBezTo>
                    <a:pt x="442" y="5105"/>
                    <a:pt x="600" y="5262"/>
                    <a:pt x="789" y="5262"/>
                  </a:cubicBezTo>
                  <a:cubicBezTo>
                    <a:pt x="978" y="5262"/>
                    <a:pt x="1135" y="5105"/>
                    <a:pt x="1135" y="4916"/>
                  </a:cubicBezTo>
                  <a:lnTo>
                    <a:pt x="1135" y="883"/>
                  </a:lnTo>
                  <a:cubicBezTo>
                    <a:pt x="1293" y="852"/>
                    <a:pt x="1450" y="757"/>
                    <a:pt x="1576" y="631"/>
                  </a:cubicBezTo>
                  <a:cubicBezTo>
                    <a:pt x="1293" y="410"/>
                    <a:pt x="1041" y="221"/>
                    <a:pt x="7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87"/>
            <p:cNvSpPr/>
            <p:nvPr/>
          </p:nvSpPr>
          <p:spPr>
            <a:xfrm>
              <a:off x="-20929275" y="3834525"/>
              <a:ext cx="268600" cy="53600"/>
            </a:xfrm>
            <a:custGeom>
              <a:avLst/>
              <a:gdLst/>
              <a:ahLst/>
              <a:cxnLst/>
              <a:rect l="l" t="t" r="r" b="b"/>
              <a:pathLst>
                <a:path w="10744" h="2144" extrusionOk="0">
                  <a:moveTo>
                    <a:pt x="788" y="1"/>
                  </a:moveTo>
                  <a:cubicBezTo>
                    <a:pt x="441" y="1"/>
                    <a:pt x="126" y="284"/>
                    <a:pt x="32" y="631"/>
                  </a:cubicBezTo>
                  <a:cubicBezTo>
                    <a:pt x="0" y="788"/>
                    <a:pt x="0" y="914"/>
                    <a:pt x="0" y="1072"/>
                  </a:cubicBezTo>
                  <a:cubicBezTo>
                    <a:pt x="0" y="1670"/>
                    <a:pt x="473" y="2143"/>
                    <a:pt x="1071" y="2143"/>
                  </a:cubicBezTo>
                  <a:cubicBezTo>
                    <a:pt x="2111" y="2143"/>
                    <a:pt x="3308" y="1828"/>
                    <a:pt x="4253" y="1103"/>
                  </a:cubicBezTo>
                  <a:lnTo>
                    <a:pt x="4285" y="1072"/>
                  </a:lnTo>
                  <a:cubicBezTo>
                    <a:pt x="4537" y="914"/>
                    <a:pt x="4757" y="725"/>
                    <a:pt x="5009" y="473"/>
                  </a:cubicBezTo>
                  <a:lnTo>
                    <a:pt x="5104" y="379"/>
                  </a:lnTo>
                  <a:cubicBezTo>
                    <a:pt x="5167" y="316"/>
                    <a:pt x="5262" y="284"/>
                    <a:pt x="5360" y="284"/>
                  </a:cubicBezTo>
                  <a:cubicBezTo>
                    <a:pt x="5458" y="284"/>
                    <a:pt x="5561" y="316"/>
                    <a:pt x="5640" y="379"/>
                  </a:cubicBezTo>
                  <a:lnTo>
                    <a:pt x="5766" y="473"/>
                  </a:lnTo>
                  <a:cubicBezTo>
                    <a:pt x="5955" y="694"/>
                    <a:pt x="6175" y="914"/>
                    <a:pt x="6459" y="1072"/>
                  </a:cubicBezTo>
                  <a:lnTo>
                    <a:pt x="6490" y="1103"/>
                  </a:lnTo>
                  <a:cubicBezTo>
                    <a:pt x="7341" y="1702"/>
                    <a:pt x="8475" y="2143"/>
                    <a:pt x="9704" y="2143"/>
                  </a:cubicBezTo>
                  <a:cubicBezTo>
                    <a:pt x="10271" y="2143"/>
                    <a:pt x="10743" y="1670"/>
                    <a:pt x="10743" y="1072"/>
                  </a:cubicBezTo>
                  <a:cubicBezTo>
                    <a:pt x="10743" y="914"/>
                    <a:pt x="10743" y="788"/>
                    <a:pt x="10712" y="631"/>
                  </a:cubicBezTo>
                  <a:cubicBezTo>
                    <a:pt x="10712" y="284"/>
                    <a:pt x="10397" y="1"/>
                    <a:pt x="99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9" name="Google Shape;7219;p87"/>
          <p:cNvGrpSpPr/>
          <p:nvPr/>
        </p:nvGrpSpPr>
        <p:grpSpPr>
          <a:xfrm>
            <a:off x="4081644" y="1689848"/>
            <a:ext cx="372516" cy="448771"/>
            <a:chOff x="-18994100" y="3334775"/>
            <a:chExt cx="252075" cy="303675"/>
          </a:xfrm>
        </p:grpSpPr>
        <p:sp>
          <p:nvSpPr>
            <p:cNvPr id="7220" name="Google Shape;7220;p87"/>
            <p:cNvSpPr/>
            <p:nvPr/>
          </p:nvSpPr>
          <p:spPr>
            <a:xfrm>
              <a:off x="-18967300" y="3424975"/>
              <a:ext cx="198500" cy="207150"/>
            </a:xfrm>
            <a:custGeom>
              <a:avLst/>
              <a:gdLst/>
              <a:ahLst/>
              <a:cxnLst/>
              <a:rect l="l" t="t" r="r" b="b"/>
              <a:pathLst>
                <a:path w="7940" h="8286" extrusionOk="0">
                  <a:moveTo>
                    <a:pt x="2552" y="3592"/>
                  </a:moveTo>
                  <a:cubicBezTo>
                    <a:pt x="2772" y="3592"/>
                    <a:pt x="2930" y="3749"/>
                    <a:pt x="2930" y="3938"/>
                  </a:cubicBezTo>
                  <a:cubicBezTo>
                    <a:pt x="2930" y="4096"/>
                    <a:pt x="2772" y="4316"/>
                    <a:pt x="2552" y="4316"/>
                  </a:cubicBezTo>
                  <a:cubicBezTo>
                    <a:pt x="2363" y="4316"/>
                    <a:pt x="2205" y="4159"/>
                    <a:pt x="2205" y="3938"/>
                  </a:cubicBezTo>
                  <a:cubicBezTo>
                    <a:pt x="2205" y="3749"/>
                    <a:pt x="2363" y="3592"/>
                    <a:pt x="2552" y="3592"/>
                  </a:cubicBezTo>
                  <a:close/>
                  <a:moveTo>
                    <a:pt x="5387" y="3592"/>
                  </a:moveTo>
                  <a:cubicBezTo>
                    <a:pt x="5608" y="3592"/>
                    <a:pt x="5765" y="3749"/>
                    <a:pt x="5765" y="3938"/>
                  </a:cubicBezTo>
                  <a:cubicBezTo>
                    <a:pt x="5765" y="4096"/>
                    <a:pt x="5608" y="4316"/>
                    <a:pt x="5387" y="4316"/>
                  </a:cubicBezTo>
                  <a:cubicBezTo>
                    <a:pt x="5198" y="4316"/>
                    <a:pt x="5041" y="4159"/>
                    <a:pt x="5041" y="3938"/>
                  </a:cubicBezTo>
                  <a:cubicBezTo>
                    <a:pt x="5041" y="3749"/>
                    <a:pt x="5198" y="3592"/>
                    <a:pt x="5387" y="3592"/>
                  </a:cubicBezTo>
                  <a:close/>
                  <a:moveTo>
                    <a:pt x="3623" y="0"/>
                  </a:moveTo>
                  <a:cubicBezTo>
                    <a:pt x="3277" y="63"/>
                    <a:pt x="2930" y="126"/>
                    <a:pt x="2583" y="315"/>
                  </a:cubicBezTo>
                  <a:cubicBezTo>
                    <a:pt x="1733" y="725"/>
                    <a:pt x="1166" y="1418"/>
                    <a:pt x="882" y="2332"/>
                  </a:cubicBezTo>
                  <a:cubicBezTo>
                    <a:pt x="882" y="2363"/>
                    <a:pt x="851" y="2363"/>
                    <a:pt x="851" y="2426"/>
                  </a:cubicBezTo>
                  <a:cubicBezTo>
                    <a:pt x="756" y="2741"/>
                    <a:pt x="725" y="3056"/>
                    <a:pt x="725" y="3371"/>
                  </a:cubicBezTo>
                  <a:lnTo>
                    <a:pt x="725" y="3466"/>
                  </a:lnTo>
                  <a:cubicBezTo>
                    <a:pt x="725" y="3749"/>
                    <a:pt x="599" y="4001"/>
                    <a:pt x="410" y="4253"/>
                  </a:cubicBezTo>
                  <a:cubicBezTo>
                    <a:pt x="126" y="4600"/>
                    <a:pt x="0" y="4978"/>
                    <a:pt x="0" y="5356"/>
                  </a:cubicBezTo>
                  <a:cubicBezTo>
                    <a:pt x="0" y="6144"/>
                    <a:pt x="599" y="6900"/>
                    <a:pt x="1575" y="7372"/>
                  </a:cubicBezTo>
                  <a:cubicBezTo>
                    <a:pt x="1733" y="7782"/>
                    <a:pt x="2111" y="8034"/>
                    <a:pt x="2520" y="8286"/>
                  </a:cubicBezTo>
                  <a:lnTo>
                    <a:pt x="3592" y="6711"/>
                  </a:lnTo>
                  <a:lnTo>
                    <a:pt x="3592" y="6238"/>
                  </a:lnTo>
                  <a:lnTo>
                    <a:pt x="2993" y="5640"/>
                  </a:lnTo>
                  <a:cubicBezTo>
                    <a:pt x="2835" y="5482"/>
                    <a:pt x="2835" y="5293"/>
                    <a:pt x="2993" y="5136"/>
                  </a:cubicBezTo>
                  <a:cubicBezTo>
                    <a:pt x="3072" y="5057"/>
                    <a:pt x="3166" y="5017"/>
                    <a:pt x="3261" y="5017"/>
                  </a:cubicBezTo>
                  <a:cubicBezTo>
                    <a:pt x="3355" y="5017"/>
                    <a:pt x="3450" y="5057"/>
                    <a:pt x="3529" y="5136"/>
                  </a:cubicBezTo>
                  <a:lnTo>
                    <a:pt x="4001" y="5608"/>
                  </a:lnTo>
                  <a:lnTo>
                    <a:pt x="4474" y="5136"/>
                  </a:lnTo>
                  <a:cubicBezTo>
                    <a:pt x="4553" y="5057"/>
                    <a:pt x="4639" y="5017"/>
                    <a:pt x="4726" y="5017"/>
                  </a:cubicBezTo>
                  <a:cubicBezTo>
                    <a:pt x="4812" y="5017"/>
                    <a:pt x="4899" y="5057"/>
                    <a:pt x="4978" y="5136"/>
                  </a:cubicBezTo>
                  <a:cubicBezTo>
                    <a:pt x="5135" y="5293"/>
                    <a:pt x="5135" y="5482"/>
                    <a:pt x="4978" y="5640"/>
                  </a:cubicBezTo>
                  <a:lnTo>
                    <a:pt x="4379" y="6238"/>
                  </a:lnTo>
                  <a:lnTo>
                    <a:pt x="4379" y="6711"/>
                  </a:lnTo>
                  <a:lnTo>
                    <a:pt x="5450" y="8286"/>
                  </a:lnTo>
                  <a:cubicBezTo>
                    <a:pt x="5891" y="8097"/>
                    <a:pt x="6238" y="7782"/>
                    <a:pt x="6396" y="7372"/>
                  </a:cubicBezTo>
                  <a:cubicBezTo>
                    <a:pt x="7372" y="6900"/>
                    <a:pt x="7939" y="6144"/>
                    <a:pt x="7939" y="5356"/>
                  </a:cubicBezTo>
                  <a:cubicBezTo>
                    <a:pt x="7939" y="4978"/>
                    <a:pt x="7813" y="4631"/>
                    <a:pt x="7530" y="4253"/>
                  </a:cubicBezTo>
                  <a:cubicBezTo>
                    <a:pt x="7278" y="4001"/>
                    <a:pt x="7183" y="3718"/>
                    <a:pt x="7183" y="3466"/>
                  </a:cubicBezTo>
                  <a:lnTo>
                    <a:pt x="7183" y="3371"/>
                  </a:lnTo>
                  <a:cubicBezTo>
                    <a:pt x="7183" y="3025"/>
                    <a:pt x="7120" y="2710"/>
                    <a:pt x="7057" y="2426"/>
                  </a:cubicBezTo>
                  <a:cubicBezTo>
                    <a:pt x="7057" y="2363"/>
                    <a:pt x="7057" y="2363"/>
                    <a:pt x="7026" y="2332"/>
                  </a:cubicBezTo>
                  <a:cubicBezTo>
                    <a:pt x="6742" y="1418"/>
                    <a:pt x="6144" y="725"/>
                    <a:pt x="5324" y="315"/>
                  </a:cubicBezTo>
                  <a:cubicBezTo>
                    <a:pt x="5009" y="158"/>
                    <a:pt x="4631" y="63"/>
                    <a:pt x="425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87"/>
            <p:cNvSpPr/>
            <p:nvPr/>
          </p:nvSpPr>
          <p:spPr>
            <a:xfrm>
              <a:off x="-18885400" y="3610050"/>
              <a:ext cx="35475" cy="28400"/>
            </a:xfrm>
            <a:custGeom>
              <a:avLst/>
              <a:gdLst/>
              <a:ahLst/>
              <a:cxnLst/>
              <a:rect l="l" t="t" r="r" b="b"/>
              <a:pathLst>
                <a:path w="1419" h="1136" extrusionOk="0">
                  <a:moveTo>
                    <a:pt x="694" y="1"/>
                  </a:moveTo>
                  <a:lnTo>
                    <a:pt x="1" y="1072"/>
                  </a:lnTo>
                  <a:cubicBezTo>
                    <a:pt x="221" y="1104"/>
                    <a:pt x="473" y="1135"/>
                    <a:pt x="694" y="1135"/>
                  </a:cubicBezTo>
                  <a:cubicBezTo>
                    <a:pt x="946" y="1135"/>
                    <a:pt x="1166" y="1104"/>
                    <a:pt x="1418" y="1072"/>
                  </a:cubicBez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87"/>
            <p:cNvSpPr/>
            <p:nvPr/>
          </p:nvSpPr>
          <p:spPr>
            <a:xfrm>
              <a:off x="-18994100" y="3334775"/>
              <a:ext cx="96900" cy="140625"/>
            </a:xfrm>
            <a:custGeom>
              <a:avLst/>
              <a:gdLst/>
              <a:ahLst/>
              <a:cxnLst/>
              <a:rect l="l" t="t" r="r" b="b"/>
              <a:pathLst>
                <a:path w="3876" h="5625" extrusionOk="0">
                  <a:moveTo>
                    <a:pt x="855" y="1"/>
                  </a:moveTo>
                  <a:cubicBezTo>
                    <a:pt x="804" y="1"/>
                    <a:pt x="757" y="17"/>
                    <a:pt x="725" y="48"/>
                  </a:cubicBezTo>
                  <a:cubicBezTo>
                    <a:pt x="631" y="80"/>
                    <a:pt x="568" y="143"/>
                    <a:pt x="536" y="237"/>
                  </a:cubicBezTo>
                  <a:cubicBezTo>
                    <a:pt x="1" y="1529"/>
                    <a:pt x="1" y="2978"/>
                    <a:pt x="536" y="4301"/>
                  </a:cubicBezTo>
                  <a:cubicBezTo>
                    <a:pt x="725" y="4774"/>
                    <a:pt x="1009" y="5183"/>
                    <a:pt x="1324" y="5625"/>
                  </a:cubicBezTo>
                  <a:cubicBezTo>
                    <a:pt x="1702" y="4553"/>
                    <a:pt x="2427" y="3734"/>
                    <a:pt x="3372" y="3262"/>
                  </a:cubicBezTo>
                  <a:cubicBezTo>
                    <a:pt x="3529" y="3199"/>
                    <a:pt x="3718" y="3104"/>
                    <a:pt x="3876" y="3073"/>
                  </a:cubicBezTo>
                  <a:cubicBezTo>
                    <a:pt x="3876" y="3041"/>
                    <a:pt x="3844" y="2947"/>
                    <a:pt x="3844" y="2915"/>
                  </a:cubicBezTo>
                  <a:cubicBezTo>
                    <a:pt x="3277" y="1623"/>
                    <a:pt x="2301" y="584"/>
                    <a:pt x="1009" y="48"/>
                  </a:cubicBezTo>
                  <a:cubicBezTo>
                    <a:pt x="962" y="17"/>
                    <a:pt x="907" y="1"/>
                    <a:pt x="8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87"/>
            <p:cNvSpPr/>
            <p:nvPr/>
          </p:nvSpPr>
          <p:spPr>
            <a:xfrm>
              <a:off x="-18838150" y="3334775"/>
              <a:ext cx="96125" cy="139850"/>
            </a:xfrm>
            <a:custGeom>
              <a:avLst/>
              <a:gdLst/>
              <a:ahLst/>
              <a:cxnLst/>
              <a:rect l="l" t="t" r="r" b="b"/>
              <a:pathLst>
                <a:path w="3845" h="5594" extrusionOk="0">
                  <a:moveTo>
                    <a:pt x="3010" y="1"/>
                  </a:moveTo>
                  <a:cubicBezTo>
                    <a:pt x="2962" y="1"/>
                    <a:pt x="2915" y="17"/>
                    <a:pt x="2868" y="48"/>
                  </a:cubicBezTo>
                  <a:cubicBezTo>
                    <a:pt x="1576" y="584"/>
                    <a:pt x="536" y="1623"/>
                    <a:pt x="32" y="2915"/>
                  </a:cubicBezTo>
                  <a:cubicBezTo>
                    <a:pt x="1" y="2947"/>
                    <a:pt x="1" y="3041"/>
                    <a:pt x="1" y="3073"/>
                  </a:cubicBezTo>
                  <a:cubicBezTo>
                    <a:pt x="190" y="3104"/>
                    <a:pt x="347" y="3167"/>
                    <a:pt x="568" y="3262"/>
                  </a:cubicBezTo>
                  <a:cubicBezTo>
                    <a:pt x="1513" y="3703"/>
                    <a:pt x="2206" y="4553"/>
                    <a:pt x="2553" y="5593"/>
                  </a:cubicBezTo>
                  <a:cubicBezTo>
                    <a:pt x="2868" y="5183"/>
                    <a:pt x="3151" y="4742"/>
                    <a:pt x="3340" y="4238"/>
                  </a:cubicBezTo>
                  <a:cubicBezTo>
                    <a:pt x="3813" y="3041"/>
                    <a:pt x="3844" y="1497"/>
                    <a:pt x="3340" y="237"/>
                  </a:cubicBezTo>
                  <a:cubicBezTo>
                    <a:pt x="3309" y="143"/>
                    <a:pt x="3214" y="80"/>
                    <a:pt x="3151" y="48"/>
                  </a:cubicBezTo>
                  <a:cubicBezTo>
                    <a:pt x="3104" y="17"/>
                    <a:pt x="3057" y="1"/>
                    <a:pt x="30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4" name="Google Shape;7224;p87"/>
          <p:cNvGrpSpPr/>
          <p:nvPr/>
        </p:nvGrpSpPr>
        <p:grpSpPr>
          <a:xfrm>
            <a:off x="4096200" y="2244743"/>
            <a:ext cx="343404" cy="446998"/>
            <a:chOff x="-18983850" y="3710075"/>
            <a:chExt cx="232375" cy="302475"/>
          </a:xfrm>
        </p:grpSpPr>
        <p:sp>
          <p:nvSpPr>
            <p:cNvPr id="7225" name="Google Shape;7225;p87"/>
            <p:cNvSpPr/>
            <p:nvPr/>
          </p:nvSpPr>
          <p:spPr>
            <a:xfrm>
              <a:off x="-18840500" y="3874700"/>
              <a:ext cx="89025" cy="119750"/>
            </a:xfrm>
            <a:custGeom>
              <a:avLst/>
              <a:gdLst/>
              <a:ahLst/>
              <a:cxnLst/>
              <a:rect l="l" t="t" r="r" b="b"/>
              <a:pathLst>
                <a:path w="3561" h="4790" extrusionOk="0">
                  <a:moveTo>
                    <a:pt x="2300" y="0"/>
                  </a:moveTo>
                  <a:cubicBezTo>
                    <a:pt x="1796" y="883"/>
                    <a:pt x="945" y="1513"/>
                    <a:pt x="0" y="1796"/>
                  </a:cubicBezTo>
                  <a:lnTo>
                    <a:pt x="0" y="1954"/>
                  </a:lnTo>
                  <a:cubicBezTo>
                    <a:pt x="0" y="3529"/>
                    <a:pt x="1324" y="4789"/>
                    <a:pt x="2836" y="4789"/>
                  </a:cubicBezTo>
                  <a:lnTo>
                    <a:pt x="3560" y="4789"/>
                  </a:lnTo>
                  <a:lnTo>
                    <a:pt x="3560" y="4033"/>
                  </a:lnTo>
                  <a:cubicBezTo>
                    <a:pt x="3434" y="4065"/>
                    <a:pt x="3308" y="4065"/>
                    <a:pt x="3214" y="4065"/>
                  </a:cubicBezTo>
                  <a:cubicBezTo>
                    <a:pt x="2993" y="4065"/>
                    <a:pt x="2836" y="4033"/>
                    <a:pt x="2773" y="4033"/>
                  </a:cubicBezTo>
                  <a:cubicBezTo>
                    <a:pt x="1985" y="3844"/>
                    <a:pt x="1418" y="3119"/>
                    <a:pt x="1418" y="2300"/>
                  </a:cubicBezTo>
                  <a:cubicBezTo>
                    <a:pt x="1387" y="2143"/>
                    <a:pt x="1544" y="1985"/>
                    <a:pt x="1733" y="1985"/>
                  </a:cubicBezTo>
                  <a:cubicBezTo>
                    <a:pt x="1954" y="1985"/>
                    <a:pt x="2111" y="2143"/>
                    <a:pt x="2111" y="2332"/>
                  </a:cubicBezTo>
                  <a:cubicBezTo>
                    <a:pt x="2111" y="2804"/>
                    <a:pt x="2426" y="3245"/>
                    <a:pt x="2930" y="3371"/>
                  </a:cubicBezTo>
                  <a:cubicBezTo>
                    <a:pt x="3000" y="3383"/>
                    <a:pt x="3069" y="3390"/>
                    <a:pt x="3141" y="3390"/>
                  </a:cubicBezTo>
                  <a:cubicBezTo>
                    <a:pt x="3266" y="3390"/>
                    <a:pt x="3401" y="3368"/>
                    <a:pt x="3560" y="3308"/>
                  </a:cubicBezTo>
                  <a:lnTo>
                    <a:pt x="3560" y="1954"/>
                  </a:lnTo>
                  <a:cubicBezTo>
                    <a:pt x="3560" y="1072"/>
                    <a:pt x="3056" y="316"/>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87"/>
            <p:cNvSpPr/>
            <p:nvPr/>
          </p:nvSpPr>
          <p:spPr>
            <a:xfrm>
              <a:off x="-18983850" y="3901475"/>
              <a:ext cx="208750" cy="111075"/>
            </a:xfrm>
            <a:custGeom>
              <a:avLst/>
              <a:gdLst/>
              <a:ahLst/>
              <a:cxnLst/>
              <a:rect l="l" t="t" r="r" b="b"/>
              <a:pathLst>
                <a:path w="8350" h="4443" extrusionOk="0">
                  <a:moveTo>
                    <a:pt x="2111" y="1"/>
                  </a:moveTo>
                  <a:lnTo>
                    <a:pt x="2111" y="1261"/>
                  </a:lnTo>
                  <a:cubicBezTo>
                    <a:pt x="2111" y="2300"/>
                    <a:pt x="2584" y="3151"/>
                    <a:pt x="3340" y="3750"/>
                  </a:cubicBezTo>
                  <a:lnTo>
                    <a:pt x="2017" y="3750"/>
                  </a:lnTo>
                  <a:lnTo>
                    <a:pt x="1387" y="2521"/>
                  </a:lnTo>
                  <a:cubicBezTo>
                    <a:pt x="1317" y="2404"/>
                    <a:pt x="1177" y="2339"/>
                    <a:pt x="1046" y="2339"/>
                  </a:cubicBezTo>
                  <a:cubicBezTo>
                    <a:pt x="1000" y="2339"/>
                    <a:pt x="955" y="2347"/>
                    <a:pt x="914" y="2363"/>
                  </a:cubicBezTo>
                  <a:cubicBezTo>
                    <a:pt x="757" y="2458"/>
                    <a:pt x="662" y="2679"/>
                    <a:pt x="757" y="2836"/>
                  </a:cubicBezTo>
                  <a:lnTo>
                    <a:pt x="1229" y="3750"/>
                  </a:lnTo>
                  <a:lnTo>
                    <a:pt x="347" y="3750"/>
                  </a:lnTo>
                  <a:cubicBezTo>
                    <a:pt x="158" y="3750"/>
                    <a:pt x="0" y="3907"/>
                    <a:pt x="0" y="4096"/>
                  </a:cubicBezTo>
                  <a:cubicBezTo>
                    <a:pt x="0" y="4285"/>
                    <a:pt x="158" y="4443"/>
                    <a:pt x="347" y="4443"/>
                  </a:cubicBezTo>
                  <a:lnTo>
                    <a:pt x="8223" y="4443"/>
                  </a:lnTo>
                  <a:cubicBezTo>
                    <a:pt x="8255" y="4443"/>
                    <a:pt x="8318" y="4443"/>
                    <a:pt x="8349" y="4411"/>
                  </a:cubicBezTo>
                  <a:cubicBezTo>
                    <a:pt x="6459" y="4348"/>
                    <a:pt x="5010" y="2805"/>
                    <a:pt x="5010" y="914"/>
                  </a:cubicBezTo>
                  <a:lnTo>
                    <a:pt x="4632" y="914"/>
                  </a:lnTo>
                  <a:cubicBezTo>
                    <a:pt x="3970" y="914"/>
                    <a:pt x="3340" y="757"/>
                    <a:pt x="2741" y="442"/>
                  </a:cubicBezTo>
                  <a:cubicBezTo>
                    <a:pt x="2521" y="316"/>
                    <a:pt x="2332" y="158"/>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87"/>
            <p:cNvSpPr/>
            <p:nvPr/>
          </p:nvSpPr>
          <p:spPr>
            <a:xfrm>
              <a:off x="-18947625" y="3710075"/>
              <a:ext cx="159925" cy="67775"/>
            </a:xfrm>
            <a:custGeom>
              <a:avLst/>
              <a:gdLst/>
              <a:ahLst/>
              <a:cxnLst/>
              <a:rect l="l" t="t" r="r" b="b"/>
              <a:pathLst>
                <a:path w="6397" h="2711" extrusionOk="0">
                  <a:moveTo>
                    <a:pt x="1765" y="1"/>
                  </a:moveTo>
                  <a:cubicBezTo>
                    <a:pt x="788" y="1"/>
                    <a:pt x="1" y="789"/>
                    <a:pt x="1" y="1765"/>
                  </a:cubicBezTo>
                  <a:lnTo>
                    <a:pt x="1" y="2301"/>
                  </a:lnTo>
                  <a:cubicBezTo>
                    <a:pt x="410" y="1954"/>
                    <a:pt x="883" y="1765"/>
                    <a:pt x="1450" y="1765"/>
                  </a:cubicBezTo>
                  <a:cubicBezTo>
                    <a:pt x="2175" y="1765"/>
                    <a:pt x="2805" y="2143"/>
                    <a:pt x="3183" y="2710"/>
                  </a:cubicBezTo>
                  <a:cubicBezTo>
                    <a:pt x="3592" y="2112"/>
                    <a:pt x="4222" y="1765"/>
                    <a:pt x="4978" y="1765"/>
                  </a:cubicBezTo>
                  <a:cubicBezTo>
                    <a:pt x="5514" y="1765"/>
                    <a:pt x="5987" y="1954"/>
                    <a:pt x="6396" y="2301"/>
                  </a:cubicBezTo>
                  <a:lnTo>
                    <a:pt x="6396" y="1765"/>
                  </a:lnTo>
                  <a:cubicBezTo>
                    <a:pt x="6396" y="789"/>
                    <a:pt x="5609" y="1"/>
                    <a:pt x="4600" y="1"/>
                  </a:cubicBezTo>
                  <a:cubicBezTo>
                    <a:pt x="4411" y="1"/>
                    <a:pt x="4254" y="158"/>
                    <a:pt x="4254" y="348"/>
                  </a:cubicBezTo>
                  <a:cubicBezTo>
                    <a:pt x="4254" y="537"/>
                    <a:pt x="4096" y="694"/>
                    <a:pt x="3907" y="694"/>
                  </a:cubicBezTo>
                  <a:lnTo>
                    <a:pt x="2490" y="694"/>
                  </a:lnTo>
                  <a:cubicBezTo>
                    <a:pt x="2301" y="694"/>
                    <a:pt x="2143" y="537"/>
                    <a:pt x="2143" y="348"/>
                  </a:cubicBezTo>
                  <a:cubicBezTo>
                    <a:pt x="2143" y="158"/>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87"/>
            <p:cNvSpPr/>
            <p:nvPr/>
          </p:nvSpPr>
          <p:spPr>
            <a:xfrm>
              <a:off x="-18949200" y="3773100"/>
              <a:ext cx="159125" cy="133925"/>
            </a:xfrm>
            <a:custGeom>
              <a:avLst/>
              <a:gdLst/>
              <a:ahLst/>
              <a:cxnLst/>
              <a:rect l="l" t="t" r="r" b="b"/>
              <a:pathLst>
                <a:path w="6365" h="5357" extrusionOk="0">
                  <a:moveTo>
                    <a:pt x="1828" y="1040"/>
                  </a:moveTo>
                  <a:cubicBezTo>
                    <a:pt x="2048" y="1040"/>
                    <a:pt x="2206" y="1198"/>
                    <a:pt x="2206" y="1387"/>
                  </a:cubicBezTo>
                  <a:cubicBezTo>
                    <a:pt x="2206" y="1607"/>
                    <a:pt x="2048" y="1765"/>
                    <a:pt x="1828" y="1765"/>
                  </a:cubicBezTo>
                  <a:cubicBezTo>
                    <a:pt x="1639" y="1765"/>
                    <a:pt x="1481" y="1607"/>
                    <a:pt x="1481" y="1387"/>
                  </a:cubicBezTo>
                  <a:cubicBezTo>
                    <a:pt x="1481" y="1198"/>
                    <a:pt x="1639" y="1040"/>
                    <a:pt x="1828" y="1040"/>
                  </a:cubicBezTo>
                  <a:close/>
                  <a:moveTo>
                    <a:pt x="4663" y="1040"/>
                  </a:moveTo>
                  <a:cubicBezTo>
                    <a:pt x="4884" y="1040"/>
                    <a:pt x="5041" y="1198"/>
                    <a:pt x="5041" y="1387"/>
                  </a:cubicBezTo>
                  <a:cubicBezTo>
                    <a:pt x="5041" y="1607"/>
                    <a:pt x="4884" y="1765"/>
                    <a:pt x="4663" y="1765"/>
                  </a:cubicBezTo>
                  <a:cubicBezTo>
                    <a:pt x="4474" y="1765"/>
                    <a:pt x="4317" y="1607"/>
                    <a:pt x="4317" y="1387"/>
                  </a:cubicBezTo>
                  <a:cubicBezTo>
                    <a:pt x="4317" y="1198"/>
                    <a:pt x="4474" y="1040"/>
                    <a:pt x="4663" y="1040"/>
                  </a:cubicBezTo>
                  <a:close/>
                  <a:moveTo>
                    <a:pt x="2887" y="2126"/>
                  </a:moveTo>
                  <a:cubicBezTo>
                    <a:pt x="3056" y="2126"/>
                    <a:pt x="3188" y="2239"/>
                    <a:pt x="3214" y="2395"/>
                  </a:cubicBezTo>
                  <a:cubicBezTo>
                    <a:pt x="3297" y="2230"/>
                    <a:pt x="3451" y="2137"/>
                    <a:pt x="3594" y="2137"/>
                  </a:cubicBezTo>
                  <a:cubicBezTo>
                    <a:pt x="3615" y="2137"/>
                    <a:pt x="3635" y="2139"/>
                    <a:pt x="3655" y="2143"/>
                  </a:cubicBezTo>
                  <a:cubicBezTo>
                    <a:pt x="3844" y="2237"/>
                    <a:pt x="3939" y="2426"/>
                    <a:pt x="3876" y="2584"/>
                  </a:cubicBezTo>
                  <a:lnTo>
                    <a:pt x="3529" y="3655"/>
                  </a:lnTo>
                  <a:cubicBezTo>
                    <a:pt x="3498" y="3812"/>
                    <a:pt x="3340" y="3875"/>
                    <a:pt x="3183" y="3875"/>
                  </a:cubicBezTo>
                  <a:cubicBezTo>
                    <a:pt x="3025" y="3875"/>
                    <a:pt x="2899" y="3812"/>
                    <a:pt x="2836" y="3655"/>
                  </a:cubicBezTo>
                  <a:lnTo>
                    <a:pt x="2458" y="2584"/>
                  </a:lnTo>
                  <a:cubicBezTo>
                    <a:pt x="2521" y="2426"/>
                    <a:pt x="2584" y="2237"/>
                    <a:pt x="2773" y="2143"/>
                  </a:cubicBezTo>
                  <a:cubicBezTo>
                    <a:pt x="2812" y="2132"/>
                    <a:pt x="2850" y="2126"/>
                    <a:pt x="2887" y="2126"/>
                  </a:cubicBezTo>
                  <a:close/>
                  <a:moveTo>
                    <a:pt x="1418" y="0"/>
                  </a:moveTo>
                  <a:cubicBezTo>
                    <a:pt x="631" y="0"/>
                    <a:pt x="1" y="630"/>
                    <a:pt x="1" y="1418"/>
                  </a:cubicBezTo>
                  <a:lnTo>
                    <a:pt x="1" y="1481"/>
                  </a:lnTo>
                  <a:lnTo>
                    <a:pt x="1" y="2111"/>
                  </a:lnTo>
                  <a:cubicBezTo>
                    <a:pt x="1" y="2269"/>
                    <a:pt x="1" y="2458"/>
                    <a:pt x="32" y="2615"/>
                  </a:cubicBezTo>
                  <a:cubicBezTo>
                    <a:pt x="95" y="2678"/>
                    <a:pt x="95" y="2741"/>
                    <a:pt x="95" y="2773"/>
                  </a:cubicBezTo>
                  <a:cubicBezTo>
                    <a:pt x="158" y="2899"/>
                    <a:pt x="158" y="3025"/>
                    <a:pt x="190" y="3151"/>
                  </a:cubicBezTo>
                  <a:cubicBezTo>
                    <a:pt x="190" y="3182"/>
                    <a:pt x="221" y="3214"/>
                    <a:pt x="221" y="3245"/>
                  </a:cubicBezTo>
                  <a:cubicBezTo>
                    <a:pt x="253" y="3371"/>
                    <a:pt x="347" y="3529"/>
                    <a:pt x="379" y="3655"/>
                  </a:cubicBezTo>
                  <a:cubicBezTo>
                    <a:pt x="379" y="3686"/>
                    <a:pt x="410" y="3686"/>
                    <a:pt x="410" y="3718"/>
                  </a:cubicBezTo>
                  <a:cubicBezTo>
                    <a:pt x="505" y="3875"/>
                    <a:pt x="631" y="4033"/>
                    <a:pt x="694" y="4159"/>
                  </a:cubicBezTo>
                  <a:cubicBezTo>
                    <a:pt x="977" y="4474"/>
                    <a:pt x="1292" y="4758"/>
                    <a:pt x="1639" y="4947"/>
                  </a:cubicBezTo>
                  <a:cubicBezTo>
                    <a:pt x="2111" y="5230"/>
                    <a:pt x="2647" y="5356"/>
                    <a:pt x="3183" y="5356"/>
                  </a:cubicBezTo>
                  <a:cubicBezTo>
                    <a:pt x="4285" y="5356"/>
                    <a:pt x="5262" y="4789"/>
                    <a:pt x="5829" y="3938"/>
                  </a:cubicBezTo>
                  <a:cubicBezTo>
                    <a:pt x="5829" y="3938"/>
                    <a:pt x="5829" y="3875"/>
                    <a:pt x="5861" y="3875"/>
                  </a:cubicBezTo>
                  <a:cubicBezTo>
                    <a:pt x="5955" y="3718"/>
                    <a:pt x="6018" y="3623"/>
                    <a:pt x="6081" y="3434"/>
                  </a:cubicBezTo>
                  <a:cubicBezTo>
                    <a:pt x="6144" y="3403"/>
                    <a:pt x="6144" y="3340"/>
                    <a:pt x="6176" y="3277"/>
                  </a:cubicBezTo>
                  <a:cubicBezTo>
                    <a:pt x="6207" y="3182"/>
                    <a:pt x="6270" y="3025"/>
                    <a:pt x="6302" y="2899"/>
                  </a:cubicBezTo>
                  <a:cubicBezTo>
                    <a:pt x="6302" y="2867"/>
                    <a:pt x="6333" y="2773"/>
                    <a:pt x="6333" y="2741"/>
                  </a:cubicBezTo>
                  <a:cubicBezTo>
                    <a:pt x="6365" y="2552"/>
                    <a:pt x="6365" y="2363"/>
                    <a:pt x="6365" y="2143"/>
                  </a:cubicBezTo>
                  <a:lnTo>
                    <a:pt x="6365" y="1292"/>
                  </a:lnTo>
                  <a:cubicBezTo>
                    <a:pt x="6302" y="567"/>
                    <a:pt x="5703" y="0"/>
                    <a:pt x="4947" y="0"/>
                  </a:cubicBezTo>
                  <a:cubicBezTo>
                    <a:pt x="4159" y="0"/>
                    <a:pt x="3529" y="630"/>
                    <a:pt x="3529" y="1418"/>
                  </a:cubicBezTo>
                  <a:cubicBezTo>
                    <a:pt x="3529" y="1607"/>
                    <a:pt x="3372" y="1765"/>
                    <a:pt x="3183" y="1765"/>
                  </a:cubicBezTo>
                  <a:cubicBezTo>
                    <a:pt x="2994" y="1765"/>
                    <a:pt x="2836" y="1607"/>
                    <a:pt x="2836" y="1418"/>
                  </a:cubicBezTo>
                  <a:cubicBezTo>
                    <a:pt x="2836" y="630"/>
                    <a:pt x="2206"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9" name="Google Shape;7229;p87"/>
          <p:cNvGrpSpPr/>
          <p:nvPr/>
        </p:nvGrpSpPr>
        <p:grpSpPr>
          <a:xfrm>
            <a:off x="1274247" y="1689573"/>
            <a:ext cx="450470" cy="449325"/>
            <a:chOff x="-20946600" y="3317850"/>
            <a:chExt cx="304825" cy="304050"/>
          </a:xfrm>
        </p:grpSpPr>
        <p:sp>
          <p:nvSpPr>
            <p:cNvPr id="7230" name="Google Shape;7230;p87"/>
            <p:cNvSpPr/>
            <p:nvPr/>
          </p:nvSpPr>
          <p:spPr>
            <a:xfrm>
              <a:off x="-20946600" y="3317850"/>
              <a:ext cx="232350" cy="248925"/>
            </a:xfrm>
            <a:custGeom>
              <a:avLst/>
              <a:gdLst/>
              <a:ahLst/>
              <a:cxnLst/>
              <a:rect l="l" t="t" r="r" b="b"/>
              <a:pathLst>
                <a:path w="9294" h="9957" extrusionOk="0">
                  <a:moveTo>
                    <a:pt x="4631" y="1"/>
                  </a:moveTo>
                  <a:cubicBezTo>
                    <a:pt x="3340" y="1"/>
                    <a:pt x="2268" y="977"/>
                    <a:pt x="2142" y="2237"/>
                  </a:cubicBezTo>
                  <a:cubicBezTo>
                    <a:pt x="1292" y="2521"/>
                    <a:pt x="693" y="3340"/>
                    <a:pt x="693" y="4254"/>
                  </a:cubicBezTo>
                  <a:cubicBezTo>
                    <a:pt x="693" y="4695"/>
                    <a:pt x="819" y="5073"/>
                    <a:pt x="1040" y="5451"/>
                  </a:cubicBezTo>
                  <a:cubicBezTo>
                    <a:pt x="378" y="5923"/>
                    <a:pt x="0" y="6648"/>
                    <a:pt x="0" y="7499"/>
                  </a:cubicBezTo>
                  <a:cubicBezTo>
                    <a:pt x="0" y="8853"/>
                    <a:pt x="1134" y="9956"/>
                    <a:pt x="2520" y="9956"/>
                  </a:cubicBezTo>
                  <a:lnTo>
                    <a:pt x="4316" y="9956"/>
                  </a:lnTo>
                  <a:lnTo>
                    <a:pt x="4316" y="8349"/>
                  </a:lnTo>
                  <a:lnTo>
                    <a:pt x="2962" y="7026"/>
                  </a:lnTo>
                  <a:cubicBezTo>
                    <a:pt x="2804" y="6869"/>
                    <a:pt x="2804" y="6648"/>
                    <a:pt x="2962" y="6491"/>
                  </a:cubicBezTo>
                  <a:cubicBezTo>
                    <a:pt x="3040" y="6412"/>
                    <a:pt x="3135" y="6372"/>
                    <a:pt x="3229" y="6372"/>
                  </a:cubicBezTo>
                  <a:cubicBezTo>
                    <a:pt x="3324" y="6372"/>
                    <a:pt x="3418" y="6412"/>
                    <a:pt x="3497" y="6491"/>
                  </a:cubicBezTo>
                  <a:lnTo>
                    <a:pt x="4316" y="7341"/>
                  </a:lnTo>
                  <a:lnTo>
                    <a:pt x="4316" y="5482"/>
                  </a:lnTo>
                  <a:lnTo>
                    <a:pt x="2962" y="4128"/>
                  </a:lnTo>
                  <a:cubicBezTo>
                    <a:pt x="2804" y="3970"/>
                    <a:pt x="2804" y="3781"/>
                    <a:pt x="2962" y="3624"/>
                  </a:cubicBezTo>
                  <a:cubicBezTo>
                    <a:pt x="3040" y="3545"/>
                    <a:pt x="3135" y="3505"/>
                    <a:pt x="3229" y="3505"/>
                  </a:cubicBezTo>
                  <a:cubicBezTo>
                    <a:pt x="3324" y="3505"/>
                    <a:pt x="3418" y="3545"/>
                    <a:pt x="3497" y="3624"/>
                  </a:cubicBezTo>
                  <a:lnTo>
                    <a:pt x="4316" y="4443"/>
                  </a:lnTo>
                  <a:lnTo>
                    <a:pt x="4316" y="2458"/>
                  </a:lnTo>
                  <a:cubicBezTo>
                    <a:pt x="4316" y="2237"/>
                    <a:pt x="4474" y="2080"/>
                    <a:pt x="4663" y="2080"/>
                  </a:cubicBezTo>
                  <a:cubicBezTo>
                    <a:pt x="4852" y="2080"/>
                    <a:pt x="5009" y="2237"/>
                    <a:pt x="5009" y="2458"/>
                  </a:cubicBezTo>
                  <a:lnTo>
                    <a:pt x="5009" y="5860"/>
                  </a:lnTo>
                  <a:lnTo>
                    <a:pt x="5860" y="5041"/>
                  </a:lnTo>
                  <a:cubicBezTo>
                    <a:pt x="5939" y="4963"/>
                    <a:pt x="6025" y="4923"/>
                    <a:pt x="6112" y="4923"/>
                  </a:cubicBezTo>
                  <a:cubicBezTo>
                    <a:pt x="6199" y="4923"/>
                    <a:pt x="6285" y="4963"/>
                    <a:pt x="6364" y="5041"/>
                  </a:cubicBezTo>
                  <a:cubicBezTo>
                    <a:pt x="6522" y="5199"/>
                    <a:pt x="6522" y="5388"/>
                    <a:pt x="6364" y="5545"/>
                  </a:cubicBezTo>
                  <a:lnTo>
                    <a:pt x="5009" y="6900"/>
                  </a:lnTo>
                  <a:lnTo>
                    <a:pt x="5009" y="9956"/>
                  </a:lnTo>
                  <a:lnTo>
                    <a:pt x="6805" y="9956"/>
                  </a:lnTo>
                  <a:cubicBezTo>
                    <a:pt x="8160" y="9956"/>
                    <a:pt x="9294" y="8853"/>
                    <a:pt x="9294" y="7499"/>
                  </a:cubicBezTo>
                  <a:cubicBezTo>
                    <a:pt x="9294" y="6648"/>
                    <a:pt x="8884" y="5923"/>
                    <a:pt x="8223" y="5451"/>
                  </a:cubicBezTo>
                  <a:cubicBezTo>
                    <a:pt x="8443" y="5073"/>
                    <a:pt x="8569" y="4695"/>
                    <a:pt x="8569" y="4254"/>
                  </a:cubicBezTo>
                  <a:cubicBezTo>
                    <a:pt x="8569" y="3340"/>
                    <a:pt x="7971" y="2521"/>
                    <a:pt x="7120" y="2237"/>
                  </a:cubicBezTo>
                  <a:cubicBezTo>
                    <a:pt x="6994" y="977"/>
                    <a:pt x="5923" y="1"/>
                    <a:pt x="4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87"/>
            <p:cNvSpPr/>
            <p:nvPr/>
          </p:nvSpPr>
          <p:spPr>
            <a:xfrm>
              <a:off x="-20775700" y="3318650"/>
              <a:ext cx="133925" cy="249700"/>
            </a:xfrm>
            <a:custGeom>
              <a:avLst/>
              <a:gdLst/>
              <a:ahLst/>
              <a:cxnLst/>
              <a:rect l="l" t="t" r="r" b="b"/>
              <a:pathLst>
                <a:path w="5357" h="9988" extrusionOk="0">
                  <a:moveTo>
                    <a:pt x="694" y="0"/>
                  </a:moveTo>
                  <a:cubicBezTo>
                    <a:pt x="473" y="0"/>
                    <a:pt x="253" y="32"/>
                    <a:pt x="1" y="126"/>
                  </a:cubicBezTo>
                  <a:cubicBezTo>
                    <a:pt x="473" y="567"/>
                    <a:pt x="820" y="1103"/>
                    <a:pt x="977" y="1764"/>
                  </a:cubicBezTo>
                  <a:cubicBezTo>
                    <a:pt x="1891" y="2300"/>
                    <a:pt x="2490" y="3245"/>
                    <a:pt x="2490" y="4285"/>
                  </a:cubicBezTo>
                  <a:cubicBezTo>
                    <a:pt x="2490" y="4663"/>
                    <a:pt x="2395" y="4978"/>
                    <a:pt x="2269" y="5293"/>
                  </a:cubicBezTo>
                  <a:cubicBezTo>
                    <a:pt x="2836" y="5860"/>
                    <a:pt x="3183" y="6648"/>
                    <a:pt x="3183" y="7498"/>
                  </a:cubicBezTo>
                  <a:cubicBezTo>
                    <a:pt x="3183" y="8506"/>
                    <a:pt x="2710" y="9389"/>
                    <a:pt x="1985" y="9987"/>
                  </a:cubicBezTo>
                  <a:lnTo>
                    <a:pt x="2836" y="9987"/>
                  </a:lnTo>
                  <a:cubicBezTo>
                    <a:pt x="4222" y="9987"/>
                    <a:pt x="5325" y="8853"/>
                    <a:pt x="5325" y="7498"/>
                  </a:cubicBezTo>
                  <a:cubicBezTo>
                    <a:pt x="5357" y="6679"/>
                    <a:pt x="4915" y="5891"/>
                    <a:pt x="4285" y="5450"/>
                  </a:cubicBezTo>
                  <a:cubicBezTo>
                    <a:pt x="4537" y="5104"/>
                    <a:pt x="4632" y="4694"/>
                    <a:pt x="4632" y="4253"/>
                  </a:cubicBezTo>
                  <a:cubicBezTo>
                    <a:pt x="4632" y="3340"/>
                    <a:pt x="4065" y="2520"/>
                    <a:pt x="3183" y="2237"/>
                  </a:cubicBezTo>
                  <a:cubicBezTo>
                    <a:pt x="3057" y="977"/>
                    <a:pt x="2017"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87"/>
            <p:cNvSpPr/>
            <p:nvPr/>
          </p:nvSpPr>
          <p:spPr>
            <a:xfrm>
              <a:off x="-20890700" y="3586425"/>
              <a:ext cx="195375" cy="35475"/>
            </a:xfrm>
            <a:custGeom>
              <a:avLst/>
              <a:gdLst/>
              <a:ahLst/>
              <a:cxnLst/>
              <a:rect l="l" t="t" r="r" b="b"/>
              <a:pathLst>
                <a:path w="7815" h="1419" extrusionOk="0">
                  <a:moveTo>
                    <a:pt x="2112" y="1"/>
                  </a:moveTo>
                  <a:lnTo>
                    <a:pt x="2112" y="725"/>
                  </a:lnTo>
                  <a:lnTo>
                    <a:pt x="347" y="725"/>
                  </a:lnTo>
                  <a:cubicBezTo>
                    <a:pt x="158" y="725"/>
                    <a:pt x="1" y="883"/>
                    <a:pt x="1" y="1072"/>
                  </a:cubicBezTo>
                  <a:cubicBezTo>
                    <a:pt x="1" y="1261"/>
                    <a:pt x="158" y="1418"/>
                    <a:pt x="347" y="1418"/>
                  </a:cubicBezTo>
                  <a:lnTo>
                    <a:pt x="7468" y="1418"/>
                  </a:lnTo>
                  <a:cubicBezTo>
                    <a:pt x="7657" y="1418"/>
                    <a:pt x="7814" y="1261"/>
                    <a:pt x="7814" y="1072"/>
                  </a:cubicBezTo>
                  <a:cubicBezTo>
                    <a:pt x="7814" y="883"/>
                    <a:pt x="7625" y="725"/>
                    <a:pt x="7436" y="725"/>
                  </a:cubicBezTo>
                  <a:lnTo>
                    <a:pt x="5672" y="725"/>
                  </a:lnTo>
                  <a:lnTo>
                    <a:pt x="5672" y="1"/>
                  </a:lnTo>
                  <a:lnTo>
                    <a:pt x="4947" y="1"/>
                  </a:lnTo>
                  <a:lnTo>
                    <a:pt x="4947" y="725"/>
                  </a:lnTo>
                  <a:lnTo>
                    <a:pt x="2836" y="725"/>
                  </a:lnTo>
                  <a:lnTo>
                    <a:pt x="28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33" name="Google Shape;7233;p87"/>
          <p:cNvGrpSpPr/>
          <p:nvPr/>
        </p:nvGrpSpPr>
        <p:grpSpPr>
          <a:xfrm>
            <a:off x="1300422" y="2797442"/>
            <a:ext cx="398119" cy="448143"/>
            <a:chOff x="-20930075" y="4066100"/>
            <a:chExt cx="269400" cy="303250"/>
          </a:xfrm>
        </p:grpSpPr>
        <p:sp>
          <p:nvSpPr>
            <p:cNvPr id="7234" name="Google Shape;7234;p87"/>
            <p:cNvSpPr/>
            <p:nvPr/>
          </p:nvSpPr>
          <p:spPr>
            <a:xfrm>
              <a:off x="-20865475" y="4066100"/>
              <a:ext cx="141775" cy="144150"/>
            </a:xfrm>
            <a:custGeom>
              <a:avLst/>
              <a:gdLst/>
              <a:ahLst/>
              <a:cxnLst/>
              <a:rect l="l" t="t" r="r" b="b"/>
              <a:pathLst>
                <a:path w="5671" h="5766" extrusionOk="0">
                  <a:moveTo>
                    <a:pt x="2836" y="2174"/>
                  </a:moveTo>
                  <a:cubicBezTo>
                    <a:pt x="3245" y="2174"/>
                    <a:pt x="3560" y="2489"/>
                    <a:pt x="3560" y="2867"/>
                  </a:cubicBezTo>
                  <a:cubicBezTo>
                    <a:pt x="3560" y="3277"/>
                    <a:pt x="3245" y="3592"/>
                    <a:pt x="2836" y="3592"/>
                  </a:cubicBezTo>
                  <a:cubicBezTo>
                    <a:pt x="2457" y="3592"/>
                    <a:pt x="2142" y="3277"/>
                    <a:pt x="2142" y="2867"/>
                  </a:cubicBezTo>
                  <a:cubicBezTo>
                    <a:pt x="2142" y="2489"/>
                    <a:pt x="2457" y="2174"/>
                    <a:pt x="2836" y="2174"/>
                  </a:cubicBezTo>
                  <a:close/>
                  <a:moveTo>
                    <a:pt x="2836" y="0"/>
                  </a:moveTo>
                  <a:cubicBezTo>
                    <a:pt x="2457" y="0"/>
                    <a:pt x="2111" y="252"/>
                    <a:pt x="1890" y="599"/>
                  </a:cubicBezTo>
                  <a:cubicBezTo>
                    <a:pt x="1791" y="563"/>
                    <a:pt x="1685" y="545"/>
                    <a:pt x="1577" y="545"/>
                  </a:cubicBezTo>
                  <a:cubicBezTo>
                    <a:pt x="1307" y="545"/>
                    <a:pt x="1031" y="657"/>
                    <a:pt x="851" y="882"/>
                  </a:cubicBezTo>
                  <a:cubicBezTo>
                    <a:pt x="630" y="1071"/>
                    <a:pt x="536" y="1355"/>
                    <a:pt x="536" y="1607"/>
                  </a:cubicBezTo>
                  <a:cubicBezTo>
                    <a:pt x="536" y="1733"/>
                    <a:pt x="536" y="1827"/>
                    <a:pt x="567" y="1922"/>
                  </a:cubicBezTo>
                  <a:cubicBezTo>
                    <a:pt x="189" y="2142"/>
                    <a:pt x="0" y="2489"/>
                    <a:pt x="0" y="2867"/>
                  </a:cubicBezTo>
                  <a:cubicBezTo>
                    <a:pt x="0" y="3308"/>
                    <a:pt x="189" y="3655"/>
                    <a:pt x="567" y="3812"/>
                  </a:cubicBezTo>
                  <a:cubicBezTo>
                    <a:pt x="536" y="3938"/>
                    <a:pt x="536" y="4033"/>
                    <a:pt x="536" y="4127"/>
                  </a:cubicBezTo>
                  <a:cubicBezTo>
                    <a:pt x="536" y="4411"/>
                    <a:pt x="630" y="4694"/>
                    <a:pt x="851" y="4883"/>
                  </a:cubicBezTo>
                  <a:cubicBezTo>
                    <a:pt x="1036" y="5092"/>
                    <a:pt x="1325" y="5216"/>
                    <a:pt x="1603" y="5216"/>
                  </a:cubicBezTo>
                  <a:cubicBezTo>
                    <a:pt x="1702" y="5216"/>
                    <a:pt x="1799" y="5200"/>
                    <a:pt x="1890" y="5167"/>
                  </a:cubicBezTo>
                  <a:cubicBezTo>
                    <a:pt x="2111" y="5513"/>
                    <a:pt x="2457" y="5766"/>
                    <a:pt x="2836" y="5766"/>
                  </a:cubicBezTo>
                  <a:cubicBezTo>
                    <a:pt x="3245" y="5766"/>
                    <a:pt x="3592" y="5513"/>
                    <a:pt x="3781" y="5167"/>
                  </a:cubicBezTo>
                  <a:cubicBezTo>
                    <a:pt x="3889" y="5203"/>
                    <a:pt x="3999" y="5221"/>
                    <a:pt x="4109" y="5221"/>
                  </a:cubicBezTo>
                  <a:cubicBezTo>
                    <a:pt x="4382" y="5221"/>
                    <a:pt x="4649" y="5108"/>
                    <a:pt x="4852" y="4883"/>
                  </a:cubicBezTo>
                  <a:cubicBezTo>
                    <a:pt x="5041" y="4694"/>
                    <a:pt x="5167" y="4411"/>
                    <a:pt x="5167" y="4127"/>
                  </a:cubicBezTo>
                  <a:cubicBezTo>
                    <a:pt x="5167" y="4033"/>
                    <a:pt x="5167" y="3938"/>
                    <a:pt x="5135" y="3812"/>
                  </a:cubicBezTo>
                  <a:cubicBezTo>
                    <a:pt x="5482" y="3623"/>
                    <a:pt x="5671" y="3277"/>
                    <a:pt x="5671" y="2867"/>
                  </a:cubicBezTo>
                  <a:cubicBezTo>
                    <a:pt x="5671" y="2489"/>
                    <a:pt x="5450" y="2142"/>
                    <a:pt x="5135" y="1922"/>
                  </a:cubicBezTo>
                  <a:cubicBezTo>
                    <a:pt x="5167" y="1827"/>
                    <a:pt x="5167" y="1733"/>
                    <a:pt x="5167" y="1607"/>
                  </a:cubicBezTo>
                  <a:cubicBezTo>
                    <a:pt x="5167" y="1355"/>
                    <a:pt x="5041" y="1071"/>
                    <a:pt x="4852" y="882"/>
                  </a:cubicBezTo>
                  <a:cubicBezTo>
                    <a:pt x="4643" y="673"/>
                    <a:pt x="4348" y="550"/>
                    <a:pt x="4069" y="550"/>
                  </a:cubicBezTo>
                  <a:cubicBezTo>
                    <a:pt x="3969" y="550"/>
                    <a:pt x="3872" y="566"/>
                    <a:pt x="3781" y="599"/>
                  </a:cubicBezTo>
                  <a:cubicBezTo>
                    <a:pt x="3592" y="252"/>
                    <a:pt x="3245"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87"/>
            <p:cNvSpPr/>
            <p:nvPr/>
          </p:nvSpPr>
          <p:spPr>
            <a:xfrm>
              <a:off x="-20930075" y="4191325"/>
              <a:ext cx="269400" cy="178025"/>
            </a:xfrm>
            <a:custGeom>
              <a:avLst/>
              <a:gdLst/>
              <a:ahLst/>
              <a:cxnLst/>
              <a:rect l="l" t="t" r="r" b="b"/>
              <a:pathLst>
                <a:path w="10776" h="7121" extrusionOk="0">
                  <a:moveTo>
                    <a:pt x="379" y="0"/>
                  </a:moveTo>
                  <a:cubicBezTo>
                    <a:pt x="253" y="0"/>
                    <a:pt x="190" y="32"/>
                    <a:pt x="95" y="95"/>
                  </a:cubicBezTo>
                  <a:cubicBezTo>
                    <a:pt x="32" y="189"/>
                    <a:pt x="1" y="252"/>
                    <a:pt x="1" y="378"/>
                  </a:cubicBezTo>
                  <a:cubicBezTo>
                    <a:pt x="1" y="473"/>
                    <a:pt x="190" y="2710"/>
                    <a:pt x="1103" y="3655"/>
                  </a:cubicBezTo>
                  <a:cubicBezTo>
                    <a:pt x="1513" y="4096"/>
                    <a:pt x="1922" y="4285"/>
                    <a:pt x="2364" y="4285"/>
                  </a:cubicBezTo>
                  <a:cubicBezTo>
                    <a:pt x="2679" y="4285"/>
                    <a:pt x="3025" y="4159"/>
                    <a:pt x="3340" y="3907"/>
                  </a:cubicBezTo>
                  <a:lnTo>
                    <a:pt x="4947" y="5514"/>
                  </a:lnTo>
                  <a:lnTo>
                    <a:pt x="4947" y="6427"/>
                  </a:lnTo>
                  <a:lnTo>
                    <a:pt x="2458" y="6427"/>
                  </a:lnTo>
                  <a:cubicBezTo>
                    <a:pt x="2269" y="6427"/>
                    <a:pt x="2112" y="6585"/>
                    <a:pt x="2112" y="6774"/>
                  </a:cubicBezTo>
                  <a:cubicBezTo>
                    <a:pt x="2112" y="6963"/>
                    <a:pt x="2269" y="7120"/>
                    <a:pt x="2458" y="7120"/>
                  </a:cubicBezTo>
                  <a:lnTo>
                    <a:pt x="8192" y="7120"/>
                  </a:lnTo>
                  <a:cubicBezTo>
                    <a:pt x="8381" y="7120"/>
                    <a:pt x="8539" y="6963"/>
                    <a:pt x="8539" y="6774"/>
                  </a:cubicBezTo>
                  <a:cubicBezTo>
                    <a:pt x="8539" y="6585"/>
                    <a:pt x="8381" y="6427"/>
                    <a:pt x="8192" y="6427"/>
                  </a:cubicBezTo>
                  <a:lnTo>
                    <a:pt x="5672" y="6427"/>
                  </a:lnTo>
                  <a:lnTo>
                    <a:pt x="5672" y="6207"/>
                  </a:lnTo>
                  <a:lnTo>
                    <a:pt x="7278" y="4600"/>
                  </a:lnTo>
                  <a:cubicBezTo>
                    <a:pt x="7751" y="4884"/>
                    <a:pt x="8066" y="5010"/>
                    <a:pt x="8413" y="5010"/>
                  </a:cubicBezTo>
                  <a:cubicBezTo>
                    <a:pt x="8854" y="5010"/>
                    <a:pt x="9232" y="4789"/>
                    <a:pt x="9673" y="4380"/>
                  </a:cubicBezTo>
                  <a:cubicBezTo>
                    <a:pt x="10586" y="3466"/>
                    <a:pt x="10775" y="1229"/>
                    <a:pt x="10775" y="1103"/>
                  </a:cubicBezTo>
                  <a:cubicBezTo>
                    <a:pt x="10775" y="977"/>
                    <a:pt x="10744" y="883"/>
                    <a:pt x="10649" y="820"/>
                  </a:cubicBezTo>
                  <a:cubicBezTo>
                    <a:pt x="10586" y="757"/>
                    <a:pt x="10492" y="693"/>
                    <a:pt x="10397" y="693"/>
                  </a:cubicBezTo>
                  <a:cubicBezTo>
                    <a:pt x="10303" y="693"/>
                    <a:pt x="8066" y="883"/>
                    <a:pt x="7121" y="1796"/>
                  </a:cubicBezTo>
                  <a:cubicBezTo>
                    <a:pt x="6365" y="2552"/>
                    <a:pt x="6302" y="3308"/>
                    <a:pt x="6869" y="4033"/>
                  </a:cubicBezTo>
                  <a:lnTo>
                    <a:pt x="5735" y="5167"/>
                  </a:lnTo>
                  <a:lnTo>
                    <a:pt x="5735" y="1324"/>
                  </a:lnTo>
                  <a:cubicBezTo>
                    <a:pt x="5609" y="1387"/>
                    <a:pt x="5514" y="1387"/>
                    <a:pt x="5388" y="1387"/>
                  </a:cubicBezTo>
                  <a:cubicBezTo>
                    <a:pt x="5262" y="1387"/>
                    <a:pt x="5136" y="1387"/>
                    <a:pt x="5041" y="1324"/>
                  </a:cubicBezTo>
                  <a:lnTo>
                    <a:pt x="5041" y="4443"/>
                  </a:lnTo>
                  <a:lnTo>
                    <a:pt x="3876" y="3340"/>
                  </a:lnTo>
                  <a:cubicBezTo>
                    <a:pt x="4474" y="2584"/>
                    <a:pt x="4411" y="1828"/>
                    <a:pt x="3655" y="1103"/>
                  </a:cubicBezTo>
                  <a:cubicBezTo>
                    <a:pt x="2742" y="189"/>
                    <a:pt x="505"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36" name="Google Shape;7236;p87"/>
          <p:cNvGrpSpPr/>
          <p:nvPr/>
        </p:nvGrpSpPr>
        <p:grpSpPr>
          <a:xfrm>
            <a:off x="4042667" y="2797422"/>
            <a:ext cx="450470" cy="448180"/>
            <a:chOff x="-19020075" y="4084200"/>
            <a:chExt cx="304825" cy="303275"/>
          </a:xfrm>
        </p:grpSpPr>
        <p:sp>
          <p:nvSpPr>
            <p:cNvPr id="7237" name="Google Shape;7237;p87"/>
            <p:cNvSpPr/>
            <p:nvPr/>
          </p:nvSpPr>
          <p:spPr>
            <a:xfrm>
              <a:off x="-18962575" y="4274800"/>
              <a:ext cx="103975" cy="94550"/>
            </a:xfrm>
            <a:custGeom>
              <a:avLst/>
              <a:gdLst/>
              <a:ahLst/>
              <a:cxnLst/>
              <a:rect l="l" t="t" r="r" b="b"/>
              <a:pathLst>
                <a:path w="4159" h="3782" extrusionOk="0">
                  <a:moveTo>
                    <a:pt x="3403" y="1"/>
                  </a:moveTo>
                  <a:cubicBezTo>
                    <a:pt x="3151" y="1356"/>
                    <a:pt x="1985" y="2364"/>
                    <a:pt x="599" y="2364"/>
                  </a:cubicBezTo>
                  <a:cubicBezTo>
                    <a:pt x="410" y="2364"/>
                    <a:pt x="221" y="2332"/>
                    <a:pt x="0" y="2301"/>
                  </a:cubicBezTo>
                  <a:lnTo>
                    <a:pt x="0" y="2301"/>
                  </a:lnTo>
                  <a:cubicBezTo>
                    <a:pt x="284" y="3151"/>
                    <a:pt x="1071" y="3781"/>
                    <a:pt x="2048" y="3781"/>
                  </a:cubicBezTo>
                  <a:cubicBezTo>
                    <a:pt x="3214" y="3781"/>
                    <a:pt x="4159" y="2836"/>
                    <a:pt x="4159" y="1671"/>
                  </a:cubicBezTo>
                  <a:cubicBezTo>
                    <a:pt x="4159" y="978"/>
                    <a:pt x="3875" y="410"/>
                    <a:pt x="34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87"/>
            <p:cNvSpPr/>
            <p:nvPr/>
          </p:nvSpPr>
          <p:spPr>
            <a:xfrm>
              <a:off x="-18883025" y="4281900"/>
              <a:ext cx="78000" cy="105575"/>
            </a:xfrm>
            <a:custGeom>
              <a:avLst/>
              <a:gdLst/>
              <a:ahLst/>
              <a:cxnLst/>
              <a:rect l="l" t="t" r="r" b="b"/>
              <a:pathLst>
                <a:path w="3120" h="4223" extrusionOk="0">
                  <a:moveTo>
                    <a:pt x="1323" y="0"/>
                  </a:moveTo>
                  <a:lnTo>
                    <a:pt x="1323" y="0"/>
                  </a:lnTo>
                  <a:cubicBezTo>
                    <a:pt x="1544" y="442"/>
                    <a:pt x="1670" y="914"/>
                    <a:pt x="1670" y="1387"/>
                  </a:cubicBezTo>
                  <a:cubicBezTo>
                    <a:pt x="1670" y="2552"/>
                    <a:pt x="977" y="3529"/>
                    <a:pt x="0" y="3970"/>
                  </a:cubicBezTo>
                  <a:cubicBezTo>
                    <a:pt x="284" y="4128"/>
                    <a:pt x="599" y="4222"/>
                    <a:pt x="977" y="4222"/>
                  </a:cubicBezTo>
                  <a:cubicBezTo>
                    <a:pt x="2142" y="4222"/>
                    <a:pt x="3088" y="3277"/>
                    <a:pt x="3088" y="2080"/>
                  </a:cubicBezTo>
                  <a:cubicBezTo>
                    <a:pt x="3119" y="1072"/>
                    <a:pt x="2331" y="189"/>
                    <a:pt x="1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87"/>
            <p:cNvSpPr/>
            <p:nvPr/>
          </p:nvSpPr>
          <p:spPr>
            <a:xfrm>
              <a:off x="-18809000" y="4281100"/>
              <a:ext cx="57525" cy="88250"/>
            </a:xfrm>
            <a:custGeom>
              <a:avLst/>
              <a:gdLst/>
              <a:ahLst/>
              <a:cxnLst/>
              <a:rect l="l" t="t" r="r" b="b"/>
              <a:pathLst>
                <a:path w="2301" h="3530" extrusionOk="0">
                  <a:moveTo>
                    <a:pt x="536" y="1"/>
                  </a:moveTo>
                  <a:cubicBezTo>
                    <a:pt x="316" y="1"/>
                    <a:pt x="158" y="32"/>
                    <a:pt x="1" y="64"/>
                  </a:cubicBezTo>
                  <a:cubicBezTo>
                    <a:pt x="568" y="568"/>
                    <a:pt x="883" y="1324"/>
                    <a:pt x="883" y="2112"/>
                  </a:cubicBezTo>
                  <a:cubicBezTo>
                    <a:pt x="883" y="2616"/>
                    <a:pt x="725" y="3088"/>
                    <a:pt x="473" y="3529"/>
                  </a:cubicBezTo>
                  <a:lnTo>
                    <a:pt x="536" y="3529"/>
                  </a:lnTo>
                  <a:cubicBezTo>
                    <a:pt x="1513" y="3529"/>
                    <a:pt x="2300" y="2742"/>
                    <a:pt x="2300" y="1765"/>
                  </a:cubicBezTo>
                  <a:cubicBezTo>
                    <a:pt x="2300" y="820"/>
                    <a:pt x="1513" y="1"/>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87"/>
            <p:cNvSpPr/>
            <p:nvPr/>
          </p:nvSpPr>
          <p:spPr>
            <a:xfrm>
              <a:off x="-18770400" y="4263000"/>
              <a:ext cx="55150" cy="66975"/>
            </a:xfrm>
            <a:custGeom>
              <a:avLst/>
              <a:gdLst/>
              <a:ahLst/>
              <a:cxnLst/>
              <a:rect l="l" t="t" r="r" b="b"/>
              <a:pathLst>
                <a:path w="2206" h="2679" extrusionOk="0">
                  <a:moveTo>
                    <a:pt x="756" y="0"/>
                  </a:moveTo>
                  <a:cubicBezTo>
                    <a:pt x="473" y="0"/>
                    <a:pt x="189" y="95"/>
                    <a:pt x="0" y="252"/>
                  </a:cubicBezTo>
                  <a:cubicBezTo>
                    <a:pt x="882" y="630"/>
                    <a:pt x="1450" y="1513"/>
                    <a:pt x="1450" y="2521"/>
                  </a:cubicBezTo>
                  <a:lnTo>
                    <a:pt x="1450" y="2678"/>
                  </a:lnTo>
                  <a:cubicBezTo>
                    <a:pt x="1891" y="2458"/>
                    <a:pt x="2206" y="1985"/>
                    <a:pt x="2206" y="1450"/>
                  </a:cubicBezTo>
                  <a:cubicBezTo>
                    <a:pt x="2174" y="662"/>
                    <a:pt x="1544"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87"/>
            <p:cNvSpPr/>
            <p:nvPr/>
          </p:nvSpPr>
          <p:spPr>
            <a:xfrm>
              <a:off x="-18768050" y="4227550"/>
              <a:ext cx="52025" cy="31525"/>
            </a:xfrm>
            <a:custGeom>
              <a:avLst/>
              <a:gdLst/>
              <a:ahLst/>
              <a:cxnLst/>
              <a:rect l="l" t="t" r="r" b="b"/>
              <a:pathLst>
                <a:path w="2081" h="1261" extrusionOk="0">
                  <a:moveTo>
                    <a:pt x="1009" y="1"/>
                  </a:moveTo>
                  <a:cubicBezTo>
                    <a:pt x="505" y="1"/>
                    <a:pt x="64" y="347"/>
                    <a:pt x="1" y="820"/>
                  </a:cubicBezTo>
                  <a:cubicBezTo>
                    <a:pt x="221" y="757"/>
                    <a:pt x="410" y="725"/>
                    <a:pt x="662" y="725"/>
                  </a:cubicBezTo>
                  <a:cubicBezTo>
                    <a:pt x="1198" y="725"/>
                    <a:pt x="1671" y="946"/>
                    <a:pt x="2080" y="1261"/>
                  </a:cubicBezTo>
                  <a:lnTo>
                    <a:pt x="2080" y="1072"/>
                  </a:lnTo>
                  <a:cubicBezTo>
                    <a:pt x="2080" y="473"/>
                    <a:pt x="1608"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87"/>
            <p:cNvSpPr/>
            <p:nvPr/>
          </p:nvSpPr>
          <p:spPr>
            <a:xfrm>
              <a:off x="-19000400" y="4262200"/>
              <a:ext cx="106350" cy="52800"/>
            </a:xfrm>
            <a:custGeom>
              <a:avLst/>
              <a:gdLst/>
              <a:ahLst/>
              <a:cxnLst/>
              <a:rect l="l" t="t" r="r" b="b"/>
              <a:pathLst>
                <a:path w="4254" h="2112" extrusionOk="0">
                  <a:moveTo>
                    <a:pt x="1" y="1"/>
                  </a:moveTo>
                  <a:cubicBezTo>
                    <a:pt x="1" y="1167"/>
                    <a:pt x="946" y="2112"/>
                    <a:pt x="2112" y="2112"/>
                  </a:cubicBezTo>
                  <a:cubicBezTo>
                    <a:pt x="3309" y="2112"/>
                    <a:pt x="4254" y="1230"/>
                    <a:pt x="4254" y="32"/>
                  </a:cubicBezTo>
                  <a:lnTo>
                    <a:pt x="4254" y="32"/>
                  </a:lnTo>
                  <a:cubicBezTo>
                    <a:pt x="3655" y="473"/>
                    <a:pt x="2899" y="757"/>
                    <a:pt x="2112" y="757"/>
                  </a:cubicBezTo>
                  <a:cubicBezTo>
                    <a:pt x="1324" y="757"/>
                    <a:pt x="568" y="47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87"/>
            <p:cNvSpPr/>
            <p:nvPr/>
          </p:nvSpPr>
          <p:spPr>
            <a:xfrm>
              <a:off x="-18912175" y="4173200"/>
              <a:ext cx="18125" cy="35475"/>
            </a:xfrm>
            <a:custGeom>
              <a:avLst/>
              <a:gdLst/>
              <a:ahLst/>
              <a:cxnLst/>
              <a:rect l="l" t="t" r="r" b="b"/>
              <a:pathLst>
                <a:path w="725" h="1419" extrusionOk="0">
                  <a:moveTo>
                    <a:pt x="378" y="1"/>
                  </a:moveTo>
                  <a:cubicBezTo>
                    <a:pt x="189" y="1"/>
                    <a:pt x="0" y="284"/>
                    <a:pt x="0" y="725"/>
                  </a:cubicBezTo>
                  <a:cubicBezTo>
                    <a:pt x="0" y="1166"/>
                    <a:pt x="189" y="1418"/>
                    <a:pt x="378" y="1418"/>
                  </a:cubicBezTo>
                  <a:cubicBezTo>
                    <a:pt x="536" y="1418"/>
                    <a:pt x="725" y="1166"/>
                    <a:pt x="725" y="725"/>
                  </a:cubicBezTo>
                  <a:cubicBezTo>
                    <a:pt x="725" y="284"/>
                    <a:pt x="536"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87"/>
            <p:cNvSpPr/>
            <p:nvPr/>
          </p:nvSpPr>
          <p:spPr>
            <a:xfrm>
              <a:off x="-19001975" y="4173200"/>
              <a:ext cx="18150" cy="35475"/>
            </a:xfrm>
            <a:custGeom>
              <a:avLst/>
              <a:gdLst/>
              <a:ahLst/>
              <a:cxnLst/>
              <a:rect l="l" t="t" r="r" b="b"/>
              <a:pathLst>
                <a:path w="726" h="1419" extrusionOk="0">
                  <a:moveTo>
                    <a:pt x="379" y="1"/>
                  </a:moveTo>
                  <a:cubicBezTo>
                    <a:pt x="221" y="1"/>
                    <a:pt x="1" y="284"/>
                    <a:pt x="1" y="725"/>
                  </a:cubicBezTo>
                  <a:cubicBezTo>
                    <a:pt x="1" y="1166"/>
                    <a:pt x="221" y="1418"/>
                    <a:pt x="379" y="1418"/>
                  </a:cubicBezTo>
                  <a:cubicBezTo>
                    <a:pt x="536" y="1418"/>
                    <a:pt x="725" y="1166"/>
                    <a:pt x="725" y="725"/>
                  </a:cubicBezTo>
                  <a:cubicBezTo>
                    <a:pt x="725" y="284"/>
                    <a:pt x="536"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87"/>
            <p:cNvSpPr/>
            <p:nvPr/>
          </p:nvSpPr>
          <p:spPr>
            <a:xfrm>
              <a:off x="-19020075" y="4084200"/>
              <a:ext cx="143375" cy="178025"/>
            </a:xfrm>
            <a:custGeom>
              <a:avLst/>
              <a:gdLst/>
              <a:ahLst/>
              <a:cxnLst/>
              <a:rect l="l" t="t" r="r" b="b"/>
              <a:pathLst>
                <a:path w="5735" h="7121" extrusionOk="0">
                  <a:moveTo>
                    <a:pt x="1418" y="1"/>
                  </a:moveTo>
                  <a:cubicBezTo>
                    <a:pt x="630" y="1"/>
                    <a:pt x="0" y="662"/>
                    <a:pt x="0" y="1450"/>
                  </a:cubicBezTo>
                  <a:cubicBezTo>
                    <a:pt x="0" y="1923"/>
                    <a:pt x="221" y="2301"/>
                    <a:pt x="567" y="2584"/>
                  </a:cubicBezTo>
                  <a:cubicBezTo>
                    <a:pt x="315" y="2962"/>
                    <a:pt x="95" y="3435"/>
                    <a:pt x="32" y="3907"/>
                  </a:cubicBezTo>
                  <a:cubicBezTo>
                    <a:pt x="158" y="3277"/>
                    <a:pt x="536" y="2868"/>
                    <a:pt x="1040" y="2868"/>
                  </a:cubicBezTo>
                  <a:cubicBezTo>
                    <a:pt x="1638" y="2868"/>
                    <a:pt x="2111" y="3498"/>
                    <a:pt x="2111" y="4285"/>
                  </a:cubicBezTo>
                  <a:cubicBezTo>
                    <a:pt x="2111" y="5073"/>
                    <a:pt x="1638" y="5703"/>
                    <a:pt x="1040" y="5703"/>
                  </a:cubicBezTo>
                  <a:cubicBezTo>
                    <a:pt x="567" y="5703"/>
                    <a:pt x="158" y="5262"/>
                    <a:pt x="32" y="4632"/>
                  </a:cubicBezTo>
                  <a:lnTo>
                    <a:pt x="32" y="4632"/>
                  </a:lnTo>
                  <a:cubicBezTo>
                    <a:pt x="189" y="6050"/>
                    <a:pt x="1418" y="7121"/>
                    <a:pt x="2867" y="7121"/>
                  </a:cubicBezTo>
                  <a:cubicBezTo>
                    <a:pt x="4316" y="7121"/>
                    <a:pt x="5514" y="6018"/>
                    <a:pt x="5703" y="4632"/>
                  </a:cubicBezTo>
                  <a:lnTo>
                    <a:pt x="5703" y="4632"/>
                  </a:lnTo>
                  <a:cubicBezTo>
                    <a:pt x="5577" y="5262"/>
                    <a:pt x="5199" y="5703"/>
                    <a:pt x="4694" y="5703"/>
                  </a:cubicBezTo>
                  <a:cubicBezTo>
                    <a:pt x="4096" y="5703"/>
                    <a:pt x="3623" y="5073"/>
                    <a:pt x="3623" y="4285"/>
                  </a:cubicBezTo>
                  <a:cubicBezTo>
                    <a:pt x="3623" y="3498"/>
                    <a:pt x="4096" y="2868"/>
                    <a:pt x="4694" y="2868"/>
                  </a:cubicBezTo>
                  <a:cubicBezTo>
                    <a:pt x="5199" y="2868"/>
                    <a:pt x="5577" y="3277"/>
                    <a:pt x="5703" y="3907"/>
                  </a:cubicBezTo>
                  <a:cubicBezTo>
                    <a:pt x="5608" y="3403"/>
                    <a:pt x="5419" y="2962"/>
                    <a:pt x="5136" y="2584"/>
                  </a:cubicBezTo>
                  <a:cubicBezTo>
                    <a:pt x="5514" y="2301"/>
                    <a:pt x="5734" y="1923"/>
                    <a:pt x="5734" y="1450"/>
                  </a:cubicBezTo>
                  <a:cubicBezTo>
                    <a:pt x="5734" y="662"/>
                    <a:pt x="5104" y="1"/>
                    <a:pt x="4316" y="1"/>
                  </a:cubicBezTo>
                  <a:cubicBezTo>
                    <a:pt x="4127" y="1"/>
                    <a:pt x="3970" y="127"/>
                    <a:pt x="3970" y="347"/>
                  </a:cubicBezTo>
                  <a:cubicBezTo>
                    <a:pt x="3970" y="536"/>
                    <a:pt x="4127" y="694"/>
                    <a:pt x="4316" y="694"/>
                  </a:cubicBezTo>
                  <a:cubicBezTo>
                    <a:pt x="4726" y="694"/>
                    <a:pt x="5041" y="1040"/>
                    <a:pt x="5041" y="1450"/>
                  </a:cubicBezTo>
                  <a:cubicBezTo>
                    <a:pt x="5041" y="1702"/>
                    <a:pt x="4883" y="1954"/>
                    <a:pt x="4631" y="2080"/>
                  </a:cubicBezTo>
                  <a:cubicBezTo>
                    <a:pt x="4159" y="1670"/>
                    <a:pt x="3529" y="1450"/>
                    <a:pt x="2867" y="1450"/>
                  </a:cubicBezTo>
                  <a:cubicBezTo>
                    <a:pt x="2206" y="1450"/>
                    <a:pt x="1607" y="1670"/>
                    <a:pt x="1103" y="2080"/>
                  </a:cubicBezTo>
                  <a:cubicBezTo>
                    <a:pt x="851" y="1954"/>
                    <a:pt x="693" y="1702"/>
                    <a:pt x="693" y="1450"/>
                  </a:cubicBezTo>
                  <a:cubicBezTo>
                    <a:pt x="693" y="1040"/>
                    <a:pt x="1008" y="694"/>
                    <a:pt x="1418" y="694"/>
                  </a:cubicBezTo>
                  <a:cubicBezTo>
                    <a:pt x="1607" y="694"/>
                    <a:pt x="1764" y="536"/>
                    <a:pt x="1764" y="347"/>
                  </a:cubicBezTo>
                  <a:cubicBezTo>
                    <a:pt x="1764" y="127"/>
                    <a:pt x="1607"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6" name="Google Shape;7246;p87"/>
          <p:cNvGrpSpPr/>
          <p:nvPr/>
        </p:nvGrpSpPr>
        <p:grpSpPr>
          <a:xfrm>
            <a:off x="6859931" y="1689001"/>
            <a:ext cx="396937" cy="450470"/>
            <a:chOff x="-17149475" y="3309200"/>
            <a:chExt cx="268600" cy="304825"/>
          </a:xfrm>
        </p:grpSpPr>
        <p:sp>
          <p:nvSpPr>
            <p:cNvPr id="7247" name="Google Shape;7247;p87"/>
            <p:cNvSpPr/>
            <p:nvPr/>
          </p:nvSpPr>
          <p:spPr>
            <a:xfrm>
              <a:off x="-17021100" y="3309200"/>
              <a:ext cx="102425" cy="72475"/>
            </a:xfrm>
            <a:custGeom>
              <a:avLst/>
              <a:gdLst/>
              <a:ahLst/>
              <a:cxnLst/>
              <a:rect l="l" t="t" r="r" b="b"/>
              <a:pathLst>
                <a:path w="4097" h="2899" extrusionOk="0">
                  <a:moveTo>
                    <a:pt x="1639" y="0"/>
                  </a:moveTo>
                  <a:cubicBezTo>
                    <a:pt x="914" y="0"/>
                    <a:pt x="284" y="441"/>
                    <a:pt x="1" y="1071"/>
                  </a:cubicBezTo>
                  <a:cubicBezTo>
                    <a:pt x="631" y="1418"/>
                    <a:pt x="1103" y="2111"/>
                    <a:pt x="1230" y="2898"/>
                  </a:cubicBezTo>
                  <a:cubicBezTo>
                    <a:pt x="1356" y="2867"/>
                    <a:pt x="1482" y="2835"/>
                    <a:pt x="1639" y="2835"/>
                  </a:cubicBezTo>
                  <a:cubicBezTo>
                    <a:pt x="2994" y="2835"/>
                    <a:pt x="4096" y="1733"/>
                    <a:pt x="4096" y="347"/>
                  </a:cubicBezTo>
                  <a:cubicBezTo>
                    <a:pt x="4096" y="158"/>
                    <a:pt x="3939" y="0"/>
                    <a:pt x="37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87"/>
            <p:cNvSpPr/>
            <p:nvPr/>
          </p:nvSpPr>
          <p:spPr>
            <a:xfrm>
              <a:off x="-17149475" y="3346200"/>
              <a:ext cx="268600" cy="267825"/>
            </a:xfrm>
            <a:custGeom>
              <a:avLst/>
              <a:gdLst/>
              <a:ahLst/>
              <a:cxnLst/>
              <a:rect l="l" t="t" r="r" b="b"/>
              <a:pathLst>
                <a:path w="10744" h="10713" extrusionOk="0">
                  <a:moveTo>
                    <a:pt x="3939" y="1"/>
                  </a:moveTo>
                  <a:cubicBezTo>
                    <a:pt x="3718" y="1"/>
                    <a:pt x="3561" y="158"/>
                    <a:pt x="3561" y="379"/>
                  </a:cubicBezTo>
                  <a:cubicBezTo>
                    <a:pt x="3561" y="568"/>
                    <a:pt x="3718" y="725"/>
                    <a:pt x="3939" y="725"/>
                  </a:cubicBezTo>
                  <a:cubicBezTo>
                    <a:pt x="4506" y="725"/>
                    <a:pt x="4978" y="1198"/>
                    <a:pt x="4978" y="1797"/>
                  </a:cubicBezTo>
                  <a:lnTo>
                    <a:pt x="4978" y="2364"/>
                  </a:lnTo>
                  <a:cubicBezTo>
                    <a:pt x="4569" y="2206"/>
                    <a:pt x="4096" y="2143"/>
                    <a:pt x="3592" y="2143"/>
                  </a:cubicBezTo>
                  <a:cubicBezTo>
                    <a:pt x="1418" y="2143"/>
                    <a:pt x="1" y="3561"/>
                    <a:pt x="1" y="5735"/>
                  </a:cubicBezTo>
                  <a:cubicBezTo>
                    <a:pt x="1" y="8034"/>
                    <a:pt x="1576" y="10712"/>
                    <a:pt x="3592" y="10712"/>
                  </a:cubicBezTo>
                  <a:cubicBezTo>
                    <a:pt x="3813" y="10712"/>
                    <a:pt x="4002" y="10681"/>
                    <a:pt x="4254" y="10649"/>
                  </a:cubicBezTo>
                  <a:cubicBezTo>
                    <a:pt x="4632" y="10523"/>
                    <a:pt x="5002" y="10460"/>
                    <a:pt x="5372" y="10460"/>
                  </a:cubicBezTo>
                  <a:cubicBezTo>
                    <a:pt x="5742" y="10460"/>
                    <a:pt x="6112" y="10523"/>
                    <a:pt x="6491" y="10649"/>
                  </a:cubicBezTo>
                  <a:cubicBezTo>
                    <a:pt x="6680" y="10712"/>
                    <a:pt x="6932" y="10712"/>
                    <a:pt x="7152" y="10712"/>
                  </a:cubicBezTo>
                  <a:cubicBezTo>
                    <a:pt x="9168" y="10712"/>
                    <a:pt x="10744" y="8034"/>
                    <a:pt x="10744" y="5735"/>
                  </a:cubicBezTo>
                  <a:cubicBezTo>
                    <a:pt x="10649" y="3529"/>
                    <a:pt x="9294" y="2143"/>
                    <a:pt x="7121" y="2143"/>
                  </a:cubicBezTo>
                  <a:cubicBezTo>
                    <a:pt x="6617" y="2143"/>
                    <a:pt x="6144" y="2206"/>
                    <a:pt x="5703" y="2364"/>
                  </a:cubicBezTo>
                  <a:lnTo>
                    <a:pt x="5703" y="1797"/>
                  </a:lnTo>
                  <a:cubicBezTo>
                    <a:pt x="5703" y="788"/>
                    <a:pt x="4915" y="1"/>
                    <a:pt x="39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9" name="Google Shape;7249;p87"/>
          <p:cNvGrpSpPr/>
          <p:nvPr/>
        </p:nvGrpSpPr>
        <p:grpSpPr>
          <a:xfrm>
            <a:off x="6833737" y="2258120"/>
            <a:ext cx="449325" cy="420249"/>
            <a:chOff x="-17168375" y="3692750"/>
            <a:chExt cx="304050" cy="284375"/>
          </a:xfrm>
        </p:grpSpPr>
        <p:sp>
          <p:nvSpPr>
            <p:cNvPr id="7250" name="Google Shape;7250;p87"/>
            <p:cNvSpPr/>
            <p:nvPr/>
          </p:nvSpPr>
          <p:spPr>
            <a:xfrm>
              <a:off x="-16963600" y="3694325"/>
              <a:ext cx="99275" cy="92175"/>
            </a:xfrm>
            <a:custGeom>
              <a:avLst/>
              <a:gdLst/>
              <a:ahLst/>
              <a:cxnLst/>
              <a:rect l="l" t="t" r="r" b="b"/>
              <a:pathLst>
                <a:path w="3971" h="3687" extrusionOk="0">
                  <a:moveTo>
                    <a:pt x="1859" y="1"/>
                  </a:moveTo>
                  <a:cubicBezTo>
                    <a:pt x="1072" y="1"/>
                    <a:pt x="379" y="410"/>
                    <a:pt x="1" y="1041"/>
                  </a:cubicBezTo>
                  <a:cubicBezTo>
                    <a:pt x="1387" y="1482"/>
                    <a:pt x="2553" y="2458"/>
                    <a:pt x="3277" y="3687"/>
                  </a:cubicBezTo>
                  <a:cubicBezTo>
                    <a:pt x="3687" y="3277"/>
                    <a:pt x="3970" y="2710"/>
                    <a:pt x="3970" y="2112"/>
                  </a:cubicBezTo>
                  <a:cubicBezTo>
                    <a:pt x="3970" y="915"/>
                    <a:pt x="3025"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87"/>
            <p:cNvSpPr/>
            <p:nvPr/>
          </p:nvSpPr>
          <p:spPr>
            <a:xfrm>
              <a:off x="-17102225" y="3817525"/>
              <a:ext cx="61475" cy="69650"/>
            </a:xfrm>
            <a:custGeom>
              <a:avLst/>
              <a:gdLst/>
              <a:ahLst/>
              <a:cxnLst/>
              <a:rect l="l" t="t" r="r" b="b"/>
              <a:pathLst>
                <a:path w="2459" h="2786" extrusionOk="0">
                  <a:moveTo>
                    <a:pt x="1293" y="1437"/>
                  </a:moveTo>
                  <a:cubicBezTo>
                    <a:pt x="1482" y="1437"/>
                    <a:pt x="1639" y="1594"/>
                    <a:pt x="1639" y="1783"/>
                  </a:cubicBezTo>
                  <a:cubicBezTo>
                    <a:pt x="1639" y="2004"/>
                    <a:pt x="1482" y="2161"/>
                    <a:pt x="1293" y="2161"/>
                  </a:cubicBezTo>
                  <a:cubicBezTo>
                    <a:pt x="1103" y="2161"/>
                    <a:pt x="946" y="2004"/>
                    <a:pt x="946" y="1783"/>
                  </a:cubicBezTo>
                  <a:cubicBezTo>
                    <a:pt x="946" y="1594"/>
                    <a:pt x="1103" y="1437"/>
                    <a:pt x="1293" y="1437"/>
                  </a:cubicBezTo>
                  <a:close/>
                  <a:moveTo>
                    <a:pt x="1452" y="0"/>
                  </a:moveTo>
                  <a:cubicBezTo>
                    <a:pt x="939" y="0"/>
                    <a:pt x="434" y="473"/>
                    <a:pt x="221" y="1059"/>
                  </a:cubicBezTo>
                  <a:cubicBezTo>
                    <a:pt x="1" y="1720"/>
                    <a:pt x="158" y="2539"/>
                    <a:pt x="725" y="2729"/>
                  </a:cubicBezTo>
                  <a:cubicBezTo>
                    <a:pt x="818" y="2768"/>
                    <a:pt x="916" y="2786"/>
                    <a:pt x="1017" y="2786"/>
                  </a:cubicBezTo>
                  <a:cubicBezTo>
                    <a:pt x="1157" y="2786"/>
                    <a:pt x="1304" y="2752"/>
                    <a:pt x="1450" y="2697"/>
                  </a:cubicBezTo>
                  <a:cubicBezTo>
                    <a:pt x="1576" y="2508"/>
                    <a:pt x="1734" y="2287"/>
                    <a:pt x="1923" y="2098"/>
                  </a:cubicBezTo>
                  <a:cubicBezTo>
                    <a:pt x="1986" y="2004"/>
                    <a:pt x="2112" y="1909"/>
                    <a:pt x="2206" y="1846"/>
                  </a:cubicBezTo>
                  <a:cubicBezTo>
                    <a:pt x="2458" y="1153"/>
                    <a:pt x="2364" y="271"/>
                    <a:pt x="1734" y="51"/>
                  </a:cubicBezTo>
                  <a:cubicBezTo>
                    <a:pt x="1641" y="16"/>
                    <a:pt x="1546" y="0"/>
                    <a:pt x="14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87"/>
            <p:cNvSpPr/>
            <p:nvPr/>
          </p:nvSpPr>
          <p:spPr>
            <a:xfrm>
              <a:off x="-17064400" y="3870925"/>
              <a:ext cx="93750" cy="106200"/>
            </a:xfrm>
            <a:custGeom>
              <a:avLst/>
              <a:gdLst/>
              <a:ahLst/>
              <a:cxnLst/>
              <a:rect l="l" t="t" r="r" b="b"/>
              <a:pathLst>
                <a:path w="3750" h="4248" extrusionOk="0">
                  <a:moveTo>
                    <a:pt x="1992" y="0"/>
                  </a:moveTo>
                  <a:cubicBezTo>
                    <a:pt x="1596" y="0"/>
                    <a:pt x="1195" y="152"/>
                    <a:pt x="945" y="435"/>
                  </a:cubicBezTo>
                  <a:cubicBezTo>
                    <a:pt x="221" y="1286"/>
                    <a:pt x="0" y="1727"/>
                    <a:pt x="284" y="4090"/>
                  </a:cubicBezTo>
                  <a:cubicBezTo>
                    <a:pt x="567" y="4216"/>
                    <a:pt x="914" y="4247"/>
                    <a:pt x="1229" y="4247"/>
                  </a:cubicBezTo>
                  <a:lnTo>
                    <a:pt x="1575" y="4247"/>
                  </a:lnTo>
                  <a:lnTo>
                    <a:pt x="1575" y="2609"/>
                  </a:lnTo>
                  <a:lnTo>
                    <a:pt x="1008" y="2010"/>
                  </a:lnTo>
                  <a:cubicBezTo>
                    <a:pt x="914" y="1947"/>
                    <a:pt x="882" y="1853"/>
                    <a:pt x="882" y="1790"/>
                  </a:cubicBezTo>
                  <a:cubicBezTo>
                    <a:pt x="882" y="1191"/>
                    <a:pt x="1355" y="719"/>
                    <a:pt x="1953" y="719"/>
                  </a:cubicBezTo>
                  <a:cubicBezTo>
                    <a:pt x="2552" y="719"/>
                    <a:pt x="3025" y="1191"/>
                    <a:pt x="3025" y="1790"/>
                  </a:cubicBezTo>
                  <a:cubicBezTo>
                    <a:pt x="3025" y="1853"/>
                    <a:pt x="2962" y="1979"/>
                    <a:pt x="2898" y="2010"/>
                  </a:cubicBezTo>
                  <a:lnTo>
                    <a:pt x="2300" y="2609"/>
                  </a:lnTo>
                  <a:lnTo>
                    <a:pt x="2300" y="4247"/>
                  </a:lnTo>
                  <a:lnTo>
                    <a:pt x="2489" y="4247"/>
                  </a:lnTo>
                  <a:cubicBezTo>
                    <a:pt x="2930" y="4247"/>
                    <a:pt x="3277" y="4216"/>
                    <a:pt x="3655" y="4090"/>
                  </a:cubicBezTo>
                  <a:cubicBezTo>
                    <a:pt x="3749" y="2483"/>
                    <a:pt x="3749" y="1664"/>
                    <a:pt x="3434" y="1065"/>
                  </a:cubicBezTo>
                  <a:cubicBezTo>
                    <a:pt x="3308" y="845"/>
                    <a:pt x="3119" y="593"/>
                    <a:pt x="2930" y="372"/>
                  </a:cubicBezTo>
                  <a:cubicBezTo>
                    <a:pt x="2693" y="120"/>
                    <a:pt x="2344" y="0"/>
                    <a:pt x="19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87"/>
            <p:cNvSpPr/>
            <p:nvPr/>
          </p:nvSpPr>
          <p:spPr>
            <a:xfrm>
              <a:off x="-17025025" y="3907200"/>
              <a:ext cx="15775" cy="13200"/>
            </a:xfrm>
            <a:custGeom>
              <a:avLst/>
              <a:gdLst/>
              <a:ahLst/>
              <a:cxnLst/>
              <a:rect l="l" t="t" r="r" b="b"/>
              <a:pathLst>
                <a:path w="631" h="528" extrusionOk="0">
                  <a:moveTo>
                    <a:pt x="327" y="0"/>
                  </a:moveTo>
                  <a:cubicBezTo>
                    <a:pt x="189" y="0"/>
                    <a:pt x="48" y="71"/>
                    <a:pt x="0" y="213"/>
                  </a:cubicBezTo>
                  <a:lnTo>
                    <a:pt x="315" y="528"/>
                  </a:lnTo>
                  <a:lnTo>
                    <a:pt x="630" y="213"/>
                  </a:lnTo>
                  <a:cubicBezTo>
                    <a:pt x="599" y="71"/>
                    <a:pt x="465" y="0"/>
                    <a:pt x="3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87"/>
            <p:cNvSpPr/>
            <p:nvPr/>
          </p:nvSpPr>
          <p:spPr>
            <a:xfrm>
              <a:off x="-16995100" y="3817825"/>
              <a:ext cx="63025" cy="69900"/>
            </a:xfrm>
            <a:custGeom>
              <a:avLst/>
              <a:gdLst/>
              <a:ahLst/>
              <a:cxnLst/>
              <a:rect l="l" t="t" r="r" b="b"/>
              <a:pathLst>
                <a:path w="2521" h="2796" extrusionOk="0">
                  <a:moveTo>
                    <a:pt x="1292" y="1425"/>
                  </a:moveTo>
                  <a:cubicBezTo>
                    <a:pt x="1481" y="1425"/>
                    <a:pt x="1670" y="1582"/>
                    <a:pt x="1670" y="1771"/>
                  </a:cubicBezTo>
                  <a:cubicBezTo>
                    <a:pt x="1639" y="1992"/>
                    <a:pt x="1481" y="2149"/>
                    <a:pt x="1292" y="2149"/>
                  </a:cubicBezTo>
                  <a:cubicBezTo>
                    <a:pt x="1103" y="2149"/>
                    <a:pt x="946" y="1992"/>
                    <a:pt x="946" y="1771"/>
                  </a:cubicBezTo>
                  <a:cubicBezTo>
                    <a:pt x="946" y="1582"/>
                    <a:pt x="1103" y="1425"/>
                    <a:pt x="1292" y="1425"/>
                  </a:cubicBezTo>
                  <a:close/>
                  <a:moveTo>
                    <a:pt x="1017" y="0"/>
                  </a:moveTo>
                  <a:cubicBezTo>
                    <a:pt x="931" y="0"/>
                    <a:pt x="844" y="12"/>
                    <a:pt x="757" y="39"/>
                  </a:cubicBezTo>
                  <a:cubicBezTo>
                    <a:pt x="158" y="259"/>
                    <a:pt x="0" y="1047"/>
                    <a:pt x="190" y="1708"/>
                  </a:cubicBezTo>
                  <a:cubicBezTo>
                    <a:pt x="347" y="1771"/>
                    <a:pt x="505" y="1897"/>
                    <a:pt x="631" y="2023"/>
                  </a:cubicBezTo>
                  <a:cubicBezTo>
                    <a:pt x="851" y="2244"/>
                    <a:pt x="1072" y="2496"/>
                    <a:pt x="1229" y="2748"/>
                  </a:cubicBezTo>
                  <a:cubicBezTo>
                    <a:pt x="1308" y="2780"/>
                    <a:pt x="1395" y="2795"/>
                    <a:pt x="1481" y="2795"/>
                  </a:cubicBezTo>
                  <a:cubicBezTo>
                    <a:pt x="1568" y="2795"/>
                    <a:pt x="1654" y="2780"/>
                    <a:pt x="1733" y="2748"/>
                  </a:cubicBezTo>
                  <a:cubicBezTo>
                    <a:pt x="2269" y="2527"/>
                    <a:pt x="2521" y="1771"/>
                    <a:pt x="2237" y="1047"/>
                  </a:cubicBezTo>
                  <a:cubicBezTo>
                    <a:pt x="2047" y="477"/>
                    <a:pt x="1553" y="0"/>
                    <a:pt x="10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87"/>
            <p:cNvSpPr/>
            <p:nvPr/>
          </p:nvSpPr>
          <p:spPr>
            <a:xfrm>
              <a:off x="-17150275" y="3728200"/>
              <a:ext cx="267825" cy="236300"/>
            </a:xfrm>
            <a:custGeom>
              <a:avLst/>
              <a:gdLst/>
              <a:ahLst/>
              <a:cxnLst/>
              <a:rect l="l" t="t" r="r" b="b"/>
              <a:pathLst>
                <a:path w="10713" h="9452" extrusionOk="0">
                  <a:moveTo>
                    <a:pt x="5325" y="1"/>
                  </a:moveTo>
                  <a:cubicBezTo>
                    <a:pt x="2395" y="1"/>
                    <a:pt x="1" y="2269"/>
                    <a:pt x="1" y="5010"/>
                  </a:cubicBezTo>
                  <a:cubicBezTo>
                    <a:pt x="1" y="6900"/>
                    <a:pt x="1135" y="8601"/>
                    <a:pt x="2899" y="9452"/>
                  </a:cubicBezTo>
                  <a:cubicBezTo>
                    <a:pt x="2773" y="8412"/>
                    <a:pt x="2773" y="7688"/>
                    <a:pt x="2994" y="7089"/>
                  </a:cubicBezTo>
                  <a:lnTo>
                    <a:pt x="2931" y="7089"/>
                  </a:lnTo>
                  <a:cubicBezTo>
                    <a:pt x="2742" y="7089"/>
                    <a:pt x="2584" y="7058"/>
                    <a:pt x="2427" y="7026"/>
                  </a:cubicBezTo>
                  <a:cubicBezTo>
                    <a:pt x="1482" y="6680"/>
                    <a:pt x="1104" y="5482"/>
                    <a:pt x="1482" y="4380"/>
                  </a:cubicBezTo>
                  <a:cubicBezTo>
                    <a:pt x="1822" y="3490"/>
                    <a:pt x="2596" y="2883"/>
                    <a:pt x="3390" y="2883"/>
                  </a:cubicBezTo>
                  <a:cubicBezTo>
                    <a:pt x="3553" y="2883"/>
                    <a:pt x="3716" y="2909"/>
                    <a:pt x="3876" y="2962"/>
                  </a:cubicBezTo>
                  <a:cubicBezTo>
                    <a:pt x="4601" y="3214"/>
                    <a:pt x="5105" y="4002"/>
                    <a:pt x="4947" y="5041"/>
                  </a:cubicBezTo>
                  <a:cubicBezTo>
                    <a:pt x="5073" y="5010"/>
                    <a:pt x="5231" y="5010"/>
                    <a:pt x="5388" y="5010"/>
                  </a:cubicBezTo>
                  <a:cubicBezTo>
                    <a:pt x="5451" y="5010"/>
                    <a:pt x="5546" y="5010"/>
                    <a:pt x="5672" y="5041"/>
                  </a:cubicBezTo>
                  <a:cubicBezTo>
                    <a:pt x="5546" y="4002"/>
                    <a:pt x="6018" y="3246"/>
                    <a:pt x="6712" y="2962"/>
                  </a:cubicBezTo>
                  <a:cubicBezTo>
                    <a:pt x="6883" y="2899"/>
                    <a:pt x="7058" y="2870"/>
                    <a:pt x="7233" y="2870"/>
                  </a:cubicBezTo>
                  <a:cubicBezTo>
                    <a:pt x="8023" y="2870"/>
                    <a:pt x="8802" y="3477"/>
                    <a:pt x="9137" y="4380"/>
                  </a:cubicBezTo>
                  <a:cubicBezTo>
                    <a:pt x="9515" y="5482"/>
                    <a:pt x="9074" y="6680"/>
                    <a:pt x="8161" y="7026"/>
                  </a:cubicBezTo>
                  <a:cubicBezTo>
                    <a:pt x="8003" y="7058"/>
                    <a:pt x="7877" y="7089"/>
                    <a:pt x="7751" y="7089"/>
                  </a:cubicBezTo>
                  <a:cubicBezTo>
                    <a:pt x="7909" y="7688"/>
                    <a:pt x="7909" y="8444"/>
                    <a:pt x="7783" y="9452"/>
                  </a:cubicBezTo>
                  <a:cubicBezTo>
                    <a:pt x="9547" y="8633"/>
                    <a:pt x="10713" y="6900"/>
                    <a:pt x="10713" y="5010"/>
                  </a:cubicBezTo>
                  <a:cubicBezTo>
                    <a:pt x="10681" y="2269"/>
                    <a:pt x="8287"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87"/>
            <p:cNvSpPr/>
            <p:nvPr/>
          </p:nvSpPr>
          <p:spPr>
            <a:xfrm>
              <a:off x="-17168375" y="3692750"/>
              <a:ext cx="99250" cy="92975"/>
            </a:xfrm>
            <a:custGeom>
              <a:avLst/>
              <a:gdLst/>
              <a:ahLst/>
              <a:cxnLst/>
              <a:rect l="l" t="t" r="r" b="b"/>
              <a:pathLst>
                <a:path w="3970" h="3719" extrusionOk="0">
                  <a:moveTo>
                    <a:pt x="2111" y="1"/>
                  </a:moveTo>
                  <a:cubicBezTo>
                    <a:pt x="946" y="1"/>
                    <a:pt x="0" y="946"/>
                    <a:pt x="0" y="2143"/>
                  </a:cubicBezTo>
                  <a:cubicBezTo>
                    <a:pt x="0" y="2773"/>
                    <a:pt x="284" y="3309"/>
                    <a:pt x="693" y="3718"/>
                  </a:cubicBezTo>
                  <a:cubicBezTo>
                    <a:pt x="1418" y="2521"/>
                    <a:pt x="2552" y="1545"/>
                    <a:pt x="3970" y="1072"/>
                  </a:cubicBezTo>
                  <a:cubicBezTo>
                    <a:pt x="3623" y="442"/>
                    <a:pt x="2899"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7" name="Google Shape;7257;p87"/>
          <p:cNvGrpSpPr/>
          <p:nvPr/>
        </p:nvGrpSpPr>
        <p:grpSpPr>
          <a:xfrm>
            <a:off x="6830246" y="2796852"/>
            <a:ext cx="456308" cy="449325"/>
            <a:chOff x="-17170750" y="4058800"/>
            <a:chExt cx="308775" cy="304050"/>
          </a:xfrm>
        </p:grpSpPr>
        <p:sp>
          <p:nvSpPr>
            <p:cNvPr id="7258" name="Google Shape;7258;p87"/>
            <p:cNvSpPr/>
            <p:nvPr/>
          </p:nvSpPr>
          <p:spPr>
            <a:xfrm>
              <a:off x="-17041575" y="4058800"/>
              <a:ext cx="49650" cy="49850"/>
            </a:xfrm>
            <a:custGeom>
              <a:avLst/>
              <a:gdLst/>
              <a:ahLst/>
              <a:cxnLst/>
              <a:rect l="l" t="t" r="r" b="b"/>
              <a:pathLst>
                <a:path w="1986" h="1994" extrusionOk="0">
                  <a:moveTo>
                    <a:pt x="989" y="1"/>
                  </a:moveTo>
                  <a:cubicBezTo>
                    <a:pt x="859" y="1"/>
                    <a:pt x="725" y="56"/>
                    <a:pt x="662" y="166"/>
                  </a:cubicBezTo>
                  <a:lnTo>
                    <a:pt x="1" y="1521"/>
                  </a:lnTo>
                  <a:lnTo>
                    <a:pt x="32" y="1521"/>
                  </a:lnTo>
                  <a:lnTo>
                    <a:pt x="977" y="1993"/>
                  </a:lnTo>
                  <a:lnTo>
                    <a:pt x="1954" y="1521"/>
                  </a:lnTo>
                  <a:lnTo>
                    <a:pt x="1985" y="1521"/>
                  </a:lnTo>
                  <a:lnTo>
                    <a:pt x="1292" y="166"/>
                  </a:lnTo>
                  <a:cubicBezTo>
                    <a:pt x="1245" y="56"/>
                    <a:pt x="1119" y="1"/>
                    <a:pt x="9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87"/>
            <p:cNvSpPr/>
            <p:nvPr/>
          </p:nvSpPr>
          <p:spPr>
            <a:xfrm>
              <a:off x="-17041575" y="4312625"/>
              <a:ext cx="49650" cy="50225"/>
            </a:xfrm>
            <a:custGeom>
              <a:avLst/>
              <a:gdLst/>
              <a:ahLst/>
              <a:cxnLst/>
              <a:rect l="l" t="t" r="r" b="b"/>
              <a:pathLst>
                <a:path w="1986" h="2009" extrusionOk="0">
                  <a:moveTo>
                    <a:pt x="977" y="0"/>
                  </a:moveTo>
                  <a:lnTo>
                    <a:pt x="32" y="473"/>
                  </a:lnTo>
                  <a:lnTo>
                    <a:pt x="1" y="473"/>
                  </a:lnTo>
                  <a:lnTo>
                    <a:pt x="662" y="1796"/>
                  </a:lnTo>
                  <a:cubicBezTo>
                    <a:pt x="757" y="1938"/>
                    <a:pt x="891" y="2009"/>
                    <a:pt x="1013" y="2009"/>
                  </a:cubicBezTo>
                  <a:cubicBezTo>
                    <a:pt x="1135" y="2009"/>
                    <a:pt x="1245" y="1938"/>
                    <a:pt x="1292" y="1796"/>
                  </a:cubicBezTo>
                  <a:lnTo>
                    <a:pt x="1985" y="473"/>
                  </a:lnTo>
                  <a:lnTo>
                    <a:pt x="1954" y="473"/>
                  </a:ln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87"/>
            <p:cNvSpPr/>
            <p:nvPr/>
          </p:nvSpPr>
          <p:spPr>
            <a:xfrm>
              <a:off x="-17170750" y="4186600"/>
              <a:ext cx="52800" cy="48075"/>
            </a:xfrm>
            <a:custGeom>
              <a:avLst/>
              <a:gdLst/>
              <a:ahLst/>
              <a:cxnLst/>
              <a:rect l="l" t="t" r="r" b="b"/>
              <a:pathLst>
                <a:path w="2112" h="1923" extrusionOk="0">
                  <a:moveTo>
                    <a:pt x="1639" y="0"/>
                  </a:moveTo>
                  <a:lnTo>
                    <a:pt x="284" y="630"/>
                  </a:lnTo>
                  <a:cubicBezTo>
                    <a:pt x="1" y="788"/>
                    <a:pt x="1" y="1135"/>
                    <a:pt x="284" y="1261"/>
                  </a:cubicBezTo>
                  <a:lnTo>
                    <a:pt x="1639" y="1922"/>
                  </a:lnTo>
                  <a:lnTo>
                    <a:pt x="1639" y="1891"/>
                  </a:lnTo>
                  <a:lnTo>
                    <a:pt x="2112" y="946"/>
                  </a:lnTo>
                  <a:lnTo>
                    <a:pt x="163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87"/>
            <p:cNvSpPr/>
            <p:nvPr/>
          </p:nvSpPr>
          <p:spPr>
            <a:xfrm>
              <a:off x="-16914775" y="4185025"/>
              <a:ext cx="52800" cy="49650"/>
            </a:xfrm>
            <a:custGeom>
              <a:avLst/>
              <a:gdLst/>
              <a:ahLst/>
              <a:cxnLst/>
              <a:rect l="l" t="t" r="r" b="b"/>
              <a:pathLst>
                <a:path w="2112" h="1986" extrusionOk="0">
                  <a:moveTo>
                    <a:pt x="474" y="0"/>
                  </a:moveTo>
                  <a:lnTo>
                    <a:pt x="474" y="63"/>
                  </a:lnTo>
                  <a:lnTo>
                    <a:pt x="1" y="1009"/>
                  </a:lnTo>
                  <a:lnTo>
                    <a:pt x="474" y="1954"/>
                  </a:lnTo>
                  <a:lnTo>
                    <a:pt x="474" y="1985"/>
                  </a:lnTo>
                  <a:lnTo>
                    <a:pt x="1828" y="1324"/>
                  </a:lnTo>
                  <a:cubicBezTo>
                    <a:pt x="2112" y="1198"/>
                    <a:pt x="2112" y="851"/>
                    <a:pt x="1828" y="693"/>
                  </a:cubicBezTo>
                  <a:lnTo>
                    <a:pt x="4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87"/>
            <p:cNvSpPr/>
            <p:nvPr/>
          </p:nvSpPr>
          <p:spPr>
            <a:xfrm>
              <a:off x="-17127800" y="4273225"/>
              <a:ext cx="47650" cy="46500"/>
            </a:xfrm>
            <a:custGeom>
              <a:avLst/>
              <a:gdLst/>
              <a:ahLst/>
              <a:cxnLst/>
              <a:rect l="l" t="t" r="r" b="b"/>
              <a:pathLst>
                <a:path w="1906" h="1860" extrusionOk="0">
                  <a:moveTo>
                    <a:pt x="551" y="1"/>
                  </a:moveTo>
                  <a:lnTo>
                    <a:pt x="79" y="1419"/>
                  </a:lnTo>
                  <a:cubicBezTo>
                    <a:pt x="0" y="1628"/>
                    <a:pt x="183" y="1859"/>
                    <a:pt x="373" y="1859"/>
                  </a:cubicBezTo>
                  <a:cubicBezTo>
                    <a:pt x="412" y="1859"/>
                    <a:pt x="451" y="1850"/>
                    <a:pt x="488" y="1828"/>
                  </a:cubicBezTo>
                  <a:lnTo>
                    <a:pt x="1906" y="1356"/>
                  </a:lnTo>
                  <a:lnTo>
                    <a:pt x="1906" y="1324"/>
                  </a:lnTo>
                  <a:lnTo>
                    <a:pt x="1591" y="347"/>
                  </a:lnTo>
                  <a:lnTo>
                    <a:pt x="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87"/>
            <p:cNvSpPr/>
            <p:nvPr/>
          </p:nvSpPr>
          <p:spPr>
            <a:xfrm>
              <a:off x="-16952575" y="4100775"/>
              <a:ext cx="47675" cy="47250"/>
            </a:xfrm>
            <a:custGeom>
              <a:avLst/>
              <a:gdLst/>
              <a:ahLst/>
              <a:cxnLst/>
              <a:rect l="l" t="t" r="r" b="b"/>
              <a:pathLst>
                <a:path w="1907" h="1890" extrusionOk="0">
                  <a:moveTo>
                    <a:pt x="1544" y="0"/>
                  </a:moveTo>
                  <a:cubicBezTo>
                    <a:pt x="1503" y="0"/>
                    <a:pt x="1461" y="10"/>
                    <a:pt x="1418" y="31"/>
                  </a:cubicBezTo>
                  <a:lnTo>
                    <a:pt x="1" y="503"/>
                  </a:lnTo>
                  <a:lnTo>
                    <a:pt x="1" y="535"/>
                  </a:lnTo>
                  <a:lnTo>
                    <a:pt x="316" y="1543"/>
                  </a:lnTo>
                  <a:lnTo>
                    <a:pt x="1324" y="1890"/>
                  </a:lnTo>
                  <a:lnTo>
                    <a:pt x="1355" y="1890"/>
                  </a:lnTo>
                  <a:lnTo>
                    <a:pt x="1828" y="472"/>
                  </a:lnTo>
                  <a:cubicBezTo>
                    <a:pt x="1907" y="236"/>
                    <a:pt x="1745" y="0"/>
                    <a:pt x="15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87"/>
            <p:cNvSpPr/>
            <p:nvPr/>
          </p:nvSpPr>
          <p:spPr>
            <a:xfrm>
              <a:off x="-16954150" y="4273225"/>
              <a:ext cx="49200" cy="47800"/>
            </a:xfrm>
            <a:custGeom>
              <a:avLst/>
              <a:gdLst/>
              <a:ahLst/>
              <a:cxnLst/>
              <a:rect l="l" t="t" r="r" b="b"/>
              <a:pathLst>
                <a:path w="1968" h="1912" extrusionOk="0">
                  <a:moveTo>
                    <a:pt x="1387" y="1"/>
                  </a:moveTo>
                  <a:lnTo>
                    <a:pt x="379" y="347"/>
                  </a:lnTo>
                  <a:lnTo>
                    <a:pt x="1" y="1356"/>
                  </a:lnTo>
                  <a:lnTo>
                    <a:pt x="1" y="1419"/>
                  </a:lnTo>
                  <a:lnTo>
                    <a:pt x="1418" y="1891"/>
                  </a:lnTo>
                  <a:cubicBezTo>
                    <a:pt x="1460" y="1905"/>
                    <a:pt x="1501" y="1911"/>
                    <a:pt x="1541" y="1911"/>
                  </a:cubicBezTo>
                  <a:cubicBezTo>
                    <a:pt x="1776" y="1911"/>
                    <a:pt x="1967" y="1692"/>
                    <a:pt x="1860" y="1450"/>
                  </a:cubicBez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87"/>
            <p:cNvSpPr/>
            <p:nvPr/>
          </p:nvSpPr>
          <p:spPr>
            <a:xfrm>
              <a:off x="-17128625" y="4101275"/>
              <a:ext cx="48475" cy="46750"/>
            </a:xfrm>
            <a:custGeom>
              <a:avLst/>
              <a:gdLst/>
              <a:ahLst/>
              <a:cxnLst/>
              <a:rect l="l" t="t" r="r" b="b"/>
              <a:pathLst>
                <a:path w="1939" h="1870" extrusionOk="0">
                  <a:moveTo>
                    <a:pt x="433" y="0"/>
                  </a:moveTo>
                  <a:cubicBezTo>
                    <a:pt x="209" y="0"/>
                    <a:pt x="0" y="201"/>
                    <a:pt x="112" y="452"/>
                  </a:cubicBezTo>
                  <a:lnTo>
                    <a:pt x="584" y="1870"/>
                  </a:lnTo>
                  <a:lnTo>
                    <a:pt x="1592" y="1523"/>
                  </a:lnTo>
                  <a:lnTo>
                    <a:pt x="1939" y="483"/>
                  </a:lnTo>
                  <a:lnTo>
                    <a:pt x="521" y="11"/>
                  </a:lnTo>
                  <a:cubicBezTo>
                    <a:pt x="492" y="4"/>
                    <a:pt x="462" y="0"/>
                    <a:pt x="4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87"/>
            <p:cNvSpPr/>
            <p:nvPr/>
          </p:nvSpPr>
          <p:spPr>
            <a:xfrm>
              <a:off x="-17043150" y="4183450"/>
              <a:ext cx="52800" cy="52800"/>
            </a:xfrm>
            <a:custGeom>
              <a:avLst/>
              <a:gdLst/>
              <a:ahLst/>
              <a:cxnLst/>
              <a:rect l="l" t="t" r="r" b="b"/>
              <a:pathLst>
                <a:path w="2112" h="2112" extrusionOk="0">
                  <a:moveTo>
                    <a:pt x="1040" y="0"/>
                  </a:moveTo>
                  <a:cubicBezTo>
                    <a:pt x="473" y="0"/>
                    <a:pt x="1" y="473"/>
                    <a:pt x="1" y="1072"/>
                  </a:cubicBezTo>
                  <a:cubicBezTo>
                    <a:pt x="1" y="1639"/>
                    <a:pt x="473" y="2111"/>
                    <a:pt x="1040" y="2111"/>
                  </a:cubicBezTo>
                  <a:cubicBezTo>
                    <a:pt x="1639" y="2111"/>
                    <a:pt x="2112" y="1639"/>
                    <a:pt x="2112" y="1072"/>
                  </a:cubicBezTo>
                  <a:cubicBezTo>
                    <a:pt x="2112" y="504"/>
                    <a:pt x="163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87"/>
            <p:cNvSpPr/>
            <p:nvPr/>
          </p:nvSpPr>
          <p:spPr>
            <a:xfrm>
              <a:off x="-17070725" y="4111975"/>
              <a:ext cx="44925" cy="60475"/>
            </a:xfrm>
            <a:custGeom>
              <a:avLst/>
              <a:gdLst/>
              <a:ahLst/>
              <a:cxnLst/>
              <a:rect l="l" t="t" r="r" b="b"/>
              <a:pathLst>
                <a:path w="1797" h="2419" extrusionOk="0">
                  <a:moveTo>
                    <a:pt x="722" y="0"/>
                  </a:moveTo>
                  <a:cubicBezTo>
                    <a:pt x="663" y="0"/>
                    <a:pt x="600" y="8"/>
                    <a:pt x="537" y="24"/>
                  </a:cubicBezTo>
                  <a:cubicBezTo>
                    <a:pt x="411" y="55"/>
                    <a:pt x="348" y="150"/>
                    <a:pt x="316" y="244"/>
                  </a:cubicBezTo>
                  <a:lnTo>
                    <a:pt x="1" y="1253"/>
                  </a:lnTo>
                  <a:lnTo>
                    <a:pt x="1167" y="2418"/>
                  </a:lnTo>
                  <a:cubicBezTo>
                    <a:pt x="1356" y="2355"/>
                    <a:pt x="1576" y="2229"/>
                    <a:pt x="1797" y="2198"/>
                  </a:cubicBezTo>
                  <a:lnTo>
                    <a:pt x="1797" y="496"/>
                  </a:lnTo>
                  <a:lnTo>
                    <a:pt x="883" y="24"/>
                  </a:lnTo>
                  <a:cubicBezTo>
                    <a:pt x="836" y="8"/>
                    <a:pt x="781" y="0"/>
                    <a:pt x="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87"/>
            <p:cNvSpPr/>
            <p:nvPr/>
          </p:nvSpPr>
          <p:spPr>
            <a:xfrm>
              <a:off x="-16979350" y="4156675"/>
              <a:ext cx="60675" cy="45700"/>
            </a:xfrm>
            <a:custGeom>
              <a:avLst/>
              <a:gdLst/>
              <a:ahLst/>
              <a:cxnLst/>
              <a:rect l="l" t="t" r="r" b="b"/>
              <a:pathLst>
                <a:path w="2427" h="1828" extrusionOk="0">
                  <a:moveTo>
                    <a:pt x="1166" y="0"/>
                  </a:moveTo>
                  <a:lnTo>
                    <a:pt x="1" y="1166"/>
                  </a:lnTo>
                  <a:cubicBezTo>
                    <a:pt x="127" y="1386"/>
                    <a:pt x="190" y="1575"/>
                    <a:pt x="284" y="1827"/>
                  </a:cubicBezTo>
                  <a:lnTo>
                    <a:pt x="1954" y="1827"/>
                  </a:lnTo>
                  <a:lnTo>
                    <a:pt x="2426" y="914"/>
                  </a:lnTo>
                  <a:cubicBezTo>
                    <a:pt x="2426" y="756"/>
                    <a:pt x="2426" y="630"/>
                    <a:pt x="2395" y="567"/>
                  </a:cubicBezTo>
                  <a:cubicBezTo>
                    <a:pt x="2363" y="441"/>
                    <a:pt x="2269" y="347"/>
                    <a:pt x="2174" y="315"/>
                  </a:cubicBezTo>
                  <a:lnTo>
                    <a:pt x="11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87"/>
            <p:cNvSpPr/>
            <p:nvPr/>
          </p:nvSpPr>
          <p:spPr>
            <a:xfrm>
              <a:off x="-17116400" y="4155875"/>
              <a:ext cx="63050" cy="44125"/>
            </a:xfrm>
            <a:custGeom>
              <a:avLst/>
              <a:gdLst/>
              <a:ahLst/>
              <a:cxnLst/>
              <a:rect l="l" t="t" r="r" b="b"/>
              <a:pathLst>
                <a:path w="2522" h="1765" extrusionOk="0">
                  <a:moveTo>
                    <a:pt x="1292" y="1"/>
                  </a:moveTo>
                  <a:lnTo>
                    <a:pt x="316" y="316"/>
                  </a:lnTo>
                  <a:cubicBezTo>
                    <a:pt x="190" y="347"/>
                    <a:pt x="127" y="442"/>
                    <a:pt x="95" y="536"/>
                  </a:cubicBezTo>
                  <a:cubicBezTo>
                    <a:pt x="32" y="662"/>
                    <a:pt x="1" y="788"/>
                    <a:pt x="95" y="851"/>
                  </a:cubicBezTo>
                  <a:lnTo>
                    <a:pt x="568" y="1765"/>
                  </a:lnTo>
                  <a:lnTo>
                    <a:pt x="2238" y="1765"/>
                  </a:lnTo>
                  <a:cubicBezTo>
                    <a:pt x="2301" y="1544"/>
                    <a:pt x="2364" y="1324"/>
                    <a:pt x="2521" y="1135"/>
                  </a:cubicBezTo>
                  <a:lnTo>
                    <a:pt x="12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87"/>
            <p:cNvSpPr/>
            <p:nvPr/>
          </p:nvSpPr>
          <p:spPr>
            <a:xfrm>
              <a:off x="-17007700" y="4112450"/>
              <a:ext cx="44925" cy="60775"/>
            </a:xfrm>
            <a:custGeom>
              <a:avLst/>
              <a:gdLst/>
              <a:ahLst/>
              <a:cxnLst/>
              <a:rect l="l" t="t" r="r" b="b"/>
              <a:pathLst>
                <a:path w="1797" h="2431" extrusionOk="0">
                  <a:moveTo>
                    <a:pt x="1042" y="0"/>
                  </a:moveTo>
                  <a:cubicBezTo>
                    <a:pt x="989" y="0"/>
                    <a:pt x="936" y="10"/>
                    <a:pt x="883" y="36"/>
                  </a:cubicBezTo>
                  <a:lnTo>
                    <a:pt x="0" y="509"/>
                  </a:lnTo>
                  <a:lnTo>
                    <a:pt x="0" y="2179"/>
                  </a:lnTo>
                  <a:cubicBezTo>
                    <a:pt x="221" y="2210"/>
                    <a:pt x="410" y="2273"/>
                    <a:pt x="630" y="2431"/>
                  </a:cubicBezTo>
                  <a:lnTo>
                    <a:pt x="1796" y="1265"/>
                  </a:lnTo>
                  <a:lnTo>
                    <a:pt x="1481" y="288"/>
                  </a:lnTo>
                  <a:cubicBezTo>
                    <a:pt x="1450" y="162"/>
                    <a:pt x="1355" y="68"/>
                    <a:pt x="1261" y="36"/>
                  </a:cubicBezTo>
                  <a:cubicBezTo>
                    <a:pt x="1188" y="18"/>
                    <a:pt x="1115" y="0"/>
                    <a:pt x="1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87"/>
            <p:cNvSpPr/>
            <p:nvPr/>
          </p:nvSpPr>
          <p:spPr>
            <a:xfrm>
              <a:off x="-17007700" y="4248025"/>
              <a:ext cx="44925" cy="61475"/>
            </a:xfrm>
            <a:custGeom>
              <a:avLst/>
              <a:gdLst/>
              <a:ahLst/>
              <a:cxnLst/>
              <a:rect l="l" t="t" r="r" b="b"/>
              <a:pathLst>
                <a:path w="1797" h="2459" extrusionOk="0">
                  <a:moveTo>
                    <a:pt x="630" y="1"/>
                  </a:moveTo>
                  <a:cubicBezTo>
                    <a:pt x="473" y="95"/>
                    <a:pt x="221" y="221"/>
                    <a:pt x="0" y="253"/>
                  </a:cubicBezTo>
                  <a:lnTo>
                    <a:pt x="0" y="1954"/>
                  </a:lnTo>
                  <a:lnTo>
                    <a:pt x="883" y="2427"/>
                  </a:lnTo>
                  <a:cubicBezTo>
                    <a:pt x="946" y="2458"/>
                    <a:pt x="1009" y="2458"/>
                    <a:pt x="1040" y="2458"/>
                  </a:cubicBezTo>
                  <a:cubicBezTo>
                    <a:pt x="1135" y="2458"/>
                    <a:pt x="1198" y="2427"/>
                    <a:pt x="1261" y="2364"/>
                  </a:cubicBezTo>
                  <a:cubicBezTo>
                    <a:pt x="1324" y="2332"/>
                    <a:pt x="1450" y="2269"/>
                    <a:pt x="1481" y="2175"/>
                  </a:cubicBezTo>
                  <a:lnTo>
                    <a:pt x="1796" y="1198"/>
                  </a:ln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87"/>
            <p:cNvSpPr/>
            <p:nvPr/>
          </p:nvSpPr>
          <p:spPr>
            <a:xfrm>
              <a:off x="-16980125" y="4219675"/>
              <a:ext cx="61450" cy="45700"/>
            </a:xfrm>
            <a:custGeom>
              <a:avLst/>
              <a:gdLst/>
              <a:ahLst/>
              <a:cxnLst/>
              <a:rect l="l" t="t" r="r" b="b"/>
              <a:pathLst>
                <a:path w="2458" h="1828" extrusionOk="0">
                  <a:moveTo>
                    <a:pt x="252" y="1"/>
                  </a:moveTo>
                  <a:cubicBezTo>
                    <a:pt x="221" y="253"/>
                    <a:pt x="158" y="442"/>
                    <a:pt x="0" y="631"/>
                  </a:cubicBezTo>
                  <a:lnTo>
                    <a:pt x="1166" y="1828"/>
                  </a:lnTo>
                  <a:lnTo>
                    <a:pt x="2142" y="1513"/>
                  </a:lnTo>
                  <a:cubicBezTo>
                    <a:pt x="2268" y="1450"/>
                    <a:pt x="2363" y="1387"/>
                    <a:pt x="2394" y="1261"/>
                  </a:cubicBezTo>
                  <a:cubicBezTo>
                    <a:pt x="2426" y="1135"/>
                    <a:pt x="2457" y="1009"/>
                    <a:pt x="2394" y="946"/>
                  </a:cubicBezTo>
                  <a:lnTo>
                    <a:pt x="19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87"/>
            <p:cNvSpPr/>
            <p:nvPr/>
          </p:nvSpPr>
          <p:spPr>
            <a:xfrm>
              <a:off x="-17070725" y="4247250"/>
              <a:ext cx="44925" cy="61300"/>
            </a:xfrm>
            <a:custGeom>
              <a:avLst/>
              <a:gdLst/>
              <a:ahLst/>
              <a:cxnLst/>
              <a:rect l="l" t="t" r="r" b="b"/>
              <a:pathLst>
                <a:path w="1797" h="2452" extrusionOk="0">
                  <a:moveTo>
                    <a:pt x="1167" y="0"/>
                  </a:moveTo>
                  <a:lnTo>
                    <a:pt x="1" y="1197"/>
                  </a:lnTo>
                  <a:lnTo>
                    <a:pt x="316" y="2174"/>
                  </a:lnTo>
                  <a:cubicBezTo>
                    <a:pt x="348" y="2300"/>
                    <a:pt x="411" y="2332"/>
                    <a:pt x="505" y="2363"/>
                  </a:cubicBezTo>
                  <a:cubicBezTo>
                    <a:pt x="578" y="2418"/>
                    <a:pt x="641" y="2452"/>
                    <a:pt x="711" y="2452"/>
                  </a:cubicBezTo>
                  <a:cubicBezTo>
                    <a:pt x="762" y="2452"/>
                    <a:pt x="817" y="2434"/>
                    <a:pt x="883" y="2395"/>
                  </a:cubicBezTo>
                  <a:lnTo>
                    <a:pt x="1797" y="1922"/>
                  </a:lnTo>
                  <a:lnTo>
                    <a:pt x="1797" y="284"/>
                  </a:lnTo>
                  <a:cubicBezTo>
                    <a:pt x="1576" y="221"/>
                    <a:pt x="1356" y="158"/>
                    <a:pt x="11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87"/>
            <p:cNvSpPr/>
            <p:nvPr/>
          </p:nvSpPr>
          <p:spPr>
            <a:xfrm>
              <a:off x="-17115600" y="4218900"/>
              <a:ext cx="61450" cy="44900"/>
            </a:xfrm>
            <a:custGeom>
              <a:avLst/>
              <a:gdLst/>
              <a:ahLst/>
              <a:cxnLst/>
              <a:rect l="l" t="t" r="r" b="b"/>
              <a:pathLst>
                <a:path w="2458" h="1796" extrusionOk="0">
                  <a:moveTo>
                    <a:pt x="536" y="0"/>
                  </a:moveTo>
                  <a:lnTo>
                    <a:pt x="536" y="32"/>
                  </a:lnTo>
                  <a:lnTo>
                    <a:pt x="63" y="945"/>
                  </a:lnTo>
                  <a:cubicBezTo>
                    <a:pt x="0" y="1071"/>
                    <a:pt x="0" y="1166"/>
                    <a:pt x="63" y="1260"/>
                  </a:cubicBezTo>
                  <a:cubicBezTo>
                    <a:pt x="95" y="1386"/>
                    <a:pt x="158" y="1449"/>
                    <a:pt x="284" y="1481"/>
                  </a:cubicBezTo>
                  <a:lnTo>
                    <a:pt x="1260" y="1796"/>
                  </a:lnTo>
                  <a:lnTo>
                    <a:pt x="2458" y="630"/>
                  </a:lnTo>
                  <a:cubicBezTo>
                    <a:pt x="2332" y="441"/>
                    <a:pt x="2269" y="221"/>
                    <a:pt x="21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5" name="Google Shape;7275;p87"/>
          <p:cNvGrpSpPr/>
          <p:nvPr/>
        </p:nvGrpSpPr>
        <p:grpSpPr>
          <a:xfrm>
            <a:off x="5692143" y="3343358"/>
            <a:ext cx="450470" cy="446998"/>
            <a:chOff x="-15688425" y="3707725"/>
            <a:chExt cx="304825" cy="302475"/>
          </a:xfrm>
        </p:grpSpPr>
        <p:sp>
          <p:nvSpPr>
            <p:cNvPr id="7276" name="Google Shape;7276;p87"/>
            <p:cNvSpPr/>
            <p:nvPr/>
          </p:nvSpPr>
          <p:spPr>
            <a:xfrm>
              <a:off x="-15687650" y="3884950"/>
              <a:ext cx="304050" cy="125250"/>
            </a:xfrm>
            <a:custGeom>
              <a:avLst/>
              <a:gdLst/>
              <a:ahLst/>
              <a:cxnLst/>
              <a:rect l="l" t="t" r="r" b="b"/>
              <a:pathLst>
                <a:path w="12162" h="5010" extrusionOk="0">
                  <a:moveTo>
                    <a:pt x="347" y="0"/>
                  </a:moveTo>
                  <a:cubicBezTo>
                    <a:pt x="158" y="0"/>
                    <a:pt x="1" y="158"/>
                    <a:pt x="1" y="347"/>
                  </a:cubicBezTo>
                  <a:cubicBezTo>
                    <a:pt x="1" y="567"/>
                    <a:pt x="158" y="725"/>
                    <a:pt x="347" y="725"/>
                  </a:cubicBezTo>
                  <a:lnTo>
                    <a:pt x="851" y="725"/>
                  </a:lnTo>
                  <a:lnTo>
                    <a:pt x="1481" y="1922"/>
                  </a:lnTo>
                  <a:cubicBezTo>
                    <a:pt x="1576" y="2048"/>
                    <a:pt x="1702" y="2142"/>
                    <a:pt x="1796" y="2142"/>
                  </a:cubicBezTo>
                  <a:lnTo>
                    <a:pt x="3057" y="2142"/>
                  </a:lnTo>
                  <a:lnTo>
                    <a:pt x="3624" y="2835"/>
                  </a:lnTo>
                  <a:lnTo>
                    <a:pt x="6113" y="2835"/>
                  </a:lnTo>
                  <a:cubicBezTo>
                    <a:pt x="6302" y="2835"/>
                    <a:pt x="6459" y="2993"/>
                    <a:pt x="6459" y="3182"/>
                  </a:cubicBezTo>
                  <a:cubicBezTo>
                    <a:pt x="6459" y="3403"/>
                    <a:pt x="6302" y="3560"/>
                    <a:pt x="6113" y="3560"/>
                  </a:cubicBezTo>
                  <a:lnTo>
                    <a:pt x="4128" y="3560"/>
                  </a:lnTo>
                  <a:lnTo>
                    <a:pt x="5073" y="4852"/>
                  </a:lnTo>
                  <a:cubicBezTo>
                    <a:pt x="5168" y="4915"/>
                    <a:pt x="5231" y="5009"/>
                    <a:pt x="5357" y="5009"/>
                  </a:cubicBezTo>
                  <a:lnTo>
                    <a:pt x="6774" y="5009"/>
                  </a:lnTo>
                  <a:cubicBezTo>
                    <a:pt x="6900" y="5009"/>
                    <a:pt x="7058" y="4915"/>
                    <a:pt x="7089" y="4820"/>
                  </a:cubicBezTo>
                  <a:lnTo>
                    <a:pt x="7719" y="3560"/>
                  </a:lnTo>
                  <a:lnTo>
                    <a:pt x="8948" y="3560"/>
                  </a:lnTo>
                  <a:cubicBezTo>
                    <a:pt x="9043" y="3560"/>
                    <a:pt x="9169" y="3497"/>
                    <a:pt x="9200" y="3403"/>
                  </a:cubicBezTo>
                  <a:lnTo>
                    <a:pt x="10145" y="2079"/>
                  </a:lnTo>
                  <a:lnTo>
                    <a:pt x="8948" y="2079"/>
                  </a:lnTo>
                  <a:lnTo>
                    <a:pt x="8948" y="2142"/>
                  </a:lnTo>
                  <a:cubicBezTo>
                    <a:pt x="8728" y="2142"/>
                    <a:pt x="8570" y="1985"/>
                    <a:pt x="8570" y="1764"/>
                  </a:cubicBezTo>
                  <a:cubicBezTo>
                    <a:pt x="8570" y="1575"/>
                    <a:pt x="8728" y="1418"/>
                    <a:pt x="8948" y="1418"/>
                  </a:cubicBezTo>
                  <a:lnTo>
                    <a:pt x="10712" y="1418"/>
                  </a:lnTo>
                  <a:lnTo>
                    <a:pt x="11248" y="725"/>
                  </a:lnTo>
                  <a:lnTo>
                    <a:pt x="11815" y="725"/>
                  </a:lnTo>
                  <a:cubicBezTo>
                    <a:pt x="12004" y="725"/>
                    <a:pt x="12162" y="567"/>
                    <a:pt x="12162" y="347"/>
                  </a:cubicBezTo>
                  <a:cubicBezTo>
                    <a:pt x="12162" y="158"/>
                    <a:pt x="12004" y="0"/>
                    <a:pt x="118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87"/>
            <p:cNvSpPr/>
            <p:nvPr/>
          </p:nvSpPr>
          <p:spPr>
            <a:xfrm>
              <a:off x="-15634875" y="3956600"/>
              <a:ext cx="49650" cy="18150"/>
            </a:xfrm>
            <a:custGeom>
              <a:avLst/>
              <a:gdLst/>
              <a:ahLst/>
              <a:cxnLst/>
              <a:rect l="l" t="t" r="r" b="b"/>
              <a:pathLst>
                <a:path w="1986" h="726" extrusionOk="0">
                  <a:moveTo>
                    <a:pt x="379" y="1"/>
                  </a:moveTo>
                  <a:cubicBezTo>
                    <a:pt x="158" y="1"/>
                    <a:pt x="1" y="158"/>
                    <a:pt x="1" y="348"/>
                  </a:cubicBezTo>
                  <a:cubicBezTo>
                    <a:pt x="1" y="568"/>
                    <a:pt x="158" y="726"/>
                    <a:pt x="379" y="726"/>
                  </a:cubicBezTo>
                  <a:lnTo>
                    <a:pt x="1985" y="726"/>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87"/>
            <p:cNvSpPr/>
            <p:nvPr/>
          </p:nvSpPr>
          <p:spPr>
            <a:xfrm>
              <a:off x="-15434025" y="3920375"/>
              <a:ext cx="31525" cy="18150"/>
            </a:xfrm>
            <a:custGeom>
              <a:avLst/>
              <a:gdLst/>
              <a:ahLst/>
              <a:cxnLst/>
              <a:rect l="l" t="t" r="r" b="b"/>
              <a:pathLst>
                <a:path w="1261" h="726" extrusionOk="0">
                  <a:moveTo>
                    <a:pt x="567" y="1"/>
                  </a:moveTo>
                  <a:lnTo>
                    <a:pt x="0" y="725"/>
                  </a:lnTo>
                  <a:lnTo>
                    <a:pt x="914" y="725"/>
                  </a:lnTo>
                  <a:cubicBezTo>
                    <a:pt x="1103" y="725"/>
                    <a:pt x="1261" y="568"/>
                    <a:pt x="1261" y="347"/>
                  </a:cubicBezTo>
                  <a:cubicBezTo>
                    <a:pt x="1261" y="158"/>
                    <a:pt x="1103" y="1"/>
                    <a:pt x="9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87"/>
            <p:cNvSpPr/>
            <p:nvPr/>
          </p:nvSpPr>
          <p:spPr>
            <a:xfrm>
              <a:off x="-15436400" y="3974725"/>
              <a:ext cx="52800" cy="17350"/>
            </a:xfrm>
            <a:custGeom>
              <a:avLst/>
              <a:gdLst/>
              <a:ahLst/>
              <a:cxnLst/>
              <a:rect l="l" t="t" r="r" b="b"/>
              <a:pathLst>
                <a:path w="2112" h="694" extrusionOk="0">
                  <a:moveTo>
                    <a:pt x="347" y="1"/>
                  </a:moveTo>
                  <a:cubicBezTo>
                    <a:pt x="158" y="1"/>
                    <a:pt x="1" y="158"/>
                    <a:pt x="1" y="347"/>
                  </a:cubicBezTo>
                  <a:cubicBezTo>
                    <a:pt x="1" y="536"/>
                    <a:pt x="158" y="694"/>
                    <a:pt x="347" y="694"/>
                  </a:cubicBezTo>
                  <a:lnTo>
                    <a:pt x="1765" y="694"/>
                  </a:lnTo>
                  <a:cubicBezTo>
                    <a:pt x="1954" y="694"/>
                    <a:pt x="2112" y="536"/>
                    <a:pt x="2112" y="347"/>
                  </a:cubicBezTo>
                  <a:cubicBezTo>
                    <a:pt x="2112"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87"/>
            <p:cNvSpPr/>
            <p:nvPr/>
          </p:nvSpPr>
          <p:spPr>
            <a:xfrm>
              <a:off x="-15688425" y="3992050"/>
              <a:ext cx="54350" cy="18150"/>
            </a:xfrm>
            <a:custGeom>
              <a:avLst/>
              <a:gdLst/>
              <a:ahLst/>
              <a:cxnLst/>
              <a:rect l="l" t="t" r="r" b="b"/>
              <a:pathLst>
                <a:path w="2174" h="726" extrusionOk="0">
                  <a:moveTo>
                    <a:pt x="347" y="1"/>
                  </a:moveTo>
                  <a:cubicBezTo>
                    <a:pt x="158" y="1"/>
                    <a:pt x="0" y="158"/>
                    <a:pt x="0" y="379"/>
                  </a:cubicBezTo>
                  <a:cubicBezTo>
                    <a:pt x="0" y="568"/>
                    <a:pt x="158" y="725"/>
                    <a:pt x="347" y="725"/>
                  </a:cubicBezTo>
                  <a:lnTo>
                    <a:pt x="1796" y="725"/>
                  </a:lnTo>
                  <a:cubicBezTo>
                    <a:pt x="1985" y="725"/>
                    <a:pt x="2174" y="568"/>
                    <a:pt x="2174" y="379"/>
                  </a:cubicBezTo>
                  <a:cubicBezTo>
                    <a:pt x="2174" y="158"/>
                    <a:pt x="1985" y="1"/>
                    <a:pt x="1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87"/>
            <p:cNvSpPr/>
            <p:nvPr/>
          </p:nvSpPr>
          <p:spPr>
            <a:xfrm>
              <a:off x="-15664800" y="3707725"/>
              <a:ext cx="252850" cy="161475"/>
            </a:xfrm>
            <a:custGeom>
              <a:avLst/>
              <a:gdLst/>
              <a:ahLst/>
              <a:cxnLst/>
              <a:rect l="l" t="t" r="r" b="b"/>
              <a:pathLst>
                <a:path w="10114" h="6459" extrusionOk="0">
                  <a:moveTo>
                    <a:pt x="4443" y="0"/>
                  </a:moveTo>
                  <a:cubicBezTo>
                    <a:pt x="4285" y="0"/>
                    <a:pt x="4159" y="95"/>
                    <a:pt x="4096" y="252"/>
                  </a:cubicBezTo>
                  <a:lnTo>
                    <a:pt x="3686" y="1450"/>
                  </a:lnTo>
                  <a:lnTo>
                    <a:pt x="5136" y="1450"/>
                  </a:lnTo>
                  <a:cubicBezTo>
                    <a:pt x="5356" y="1450"/>
                    <a:pt x="5514" y="1607"/>
                    <a:pt x="5514" y="1828"/>
                  </a:cubicBezTo>
                  <a:cubicBezTo>
                    <a:pt x="5514" y="2017"/>
                    <a:pt x="5356" y="2174"/>
                    <a:pt x="5136" y="2174"/>
                  </a:cubicBezTo>
                  <a:lnTo>
                    <a:pt x="2993" y="2174"/>
                  </a:lnTo>
                  <a:cubicBezTo>
                    <a:pt x="2867" y="2174"/>
                    <a:pt x="2710" y="2237"/>
                    <a:pt x="2678" y="2363"/>
                  </a:cubicBezTo>
                  <a:lnTo>
                    <a:pt x="1985" y="3718"/>
                  </a:lnTo>
                  <a:lnTo>
                    <a:pt x="662" y="4380"/>
                  </a:lnTo>
                  <a:cubicBezTo>
                    <a:pt x="567" y="4411"/>
                    <a:pt x="504" y="4506"/>
                    <a:pt x="473" y="4600"/>
                  </a:cubicBezTo>
                  <a:lnTo>
                    <a:pt x="0" y="6459"/>
                  </a:lnTo>
                  <a:lnTo>
                    <a:pt x="3497" y="6459"/>
                  </a:lnTo>
                  <a:lnTo>
                    <a:pt x="4096" y="3813"/>
                  </a:lnTo>
                  <a:cubicBezTo>
                    <a:pt x="4122" y="3657"/>
                    <a:pt x="4255" y="3544"/>
                    <a:pt x="4406" y="3544"/>
                  </a:cubicBezTo>
                  <a:cubicBezTo>
                    <a:pt x="4439" y="3544"/>
                    <a:pt x="4472" y="3549"/>
                    <a:pt x="4506" y="3560"/>
                  </a:cubicBezTo>
                  <a:cubicBezTo>
                    <a:pt x="4726" y="3592"/>
                    <a:pt x="4821" y="3781"/>
                    <a:pt x="4789" y="3970"/>
                  </a:cubicBezTo>
                  <a:lnTo>
                    <a:pt x="4317" y="6427"/>
                  </a:lnTo>
                  <a:lnTo>
                    <a:pt x="5860" y="6427"/>
                  </a:lnTo>
                  <a:lnTo>
                    <a:pt x="5545" y="5482"/>
                  </a:lnTo>
                  <a:cubicBezTo>
                    <a:pt x="5451" y="5293"/>
                    <a:pt x="5577" y="5073"/>
                    <a:pt x="5766" y="5041"/>
                  </a:cubicBezTo>
                  <a:cubicBezTo>
                    <a:pt x="5811" y="5028"/>
                    <a:pt x="5855" y="5022"/>
                    <a:pt x="5896" y="5022"/>
                  </a:cubicBezTo>
                  <a:cubicBezTo>
                    <a:pt x="6057" y="5022"/>
                    <a:pt x="6182" y="5118"/>
                    <a:pt x="6207" y="5293"/>
                  </a:cubicBezTo>
                  <a:lnTo>
                    <a:pt x="6616" y="6459"/>
                  </a:lnTo>
                  <a:lnTo>
                    <a:pt x="10113" y="6459"/>
                  </a:lnTo>
                  <a:lnTo>
                    <a:pt x="9042" y="3813"/>
                  </a:lnTo>
                  <a:cubicBezTo>
                    <a:pt x="9011" y="3750"/>
                    <a:pt x="8979" y="3655"/>
                    <a:pt x="8885" y="3623"/>
                  </a:cubicBezTo>
                  <a:lnTo>
                    <a:pt x="7562" y="2962"/>
                  </a:lnTo>
                  <a:lnTo>
                    <a:pt x="6175" y="189"/>
                  </a:lnTo>
                  <a:cubicBezTo>
                    <a:pt x="6081" y="95"/>
                    <a:pt x="5986" y="0"/>
                    <a:pt x="58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2" name="Google Shape;7282;p87"/>
          <p:cNvGrpSpPr/>
          <p:nvPr/>
        </p:nvGrpSpPr>
        <p:grpSpPr>
          <a:xfrm>
            <a:off x="1836300" y="1690441"/>
            <a:ext cx="451653" cy="447589"/>
            <a:chOff x="-20572500" y="3319025"/>
            <a:chExt cx="305625" cy="302875"/>
          </a:xfrm>
        </p:grpSpPr>
        <p:sp>
          <p:nvSpPr>
            <p:cNvPr id="7283" name="Google Shape;7283;p87"/>
            <p:cNvSpPr/>
            <p:nvPr/>
          </p:nvSpPr>
          <p:spPr>
            <a:xfrm>
              <a:off x="-20429150" y="3569900"/>
              <a:ext cx="18150" cy="52000"/>
            </a:xfrm>
            <a:custGeom>
              <a:avLst/>
              <a:gdLst/>
              <a:ahLst/>
              <a:cxnLst/>
              <a:rect l="l" t="t" r="r" b="b"/>
              <a:pathLst>
                <a:path w="726" h="2080" extrusionOk="0">
                  <a:moveTo>
                    <a:pt x="347" y="0"/>
                  </a:moveTo>
                  <a:lnTo>
                    <a:pt x="1" y="126"/>
                  </a:lnTo>
                  <a:lnTo>
                    <a:pt x="1" y="1733"/>
                  </a:lnTo>
                  <a:cubicBezTo>
                    <a:pt x="1" y="1922"/>
                    <a:pt x="158" y="2079"/>
                    <a:pt x="347" y="2079"/>
                  </a:cubicBezTo>
                  <a:cubicBezTo>
                    <a:pt x="568" y="2079"/>
                    <a:pt x="725" y="1922"/>
                    <a:pt x="725" y="1733"/>
                  </a:cubicBezTo>
                  <a:lnTo>
                    <a:pt x="725" y="126"/>
                  </a:lnTo>
                  <a:lnTo>
                    <a:pt x="3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87"/>
            <p:cNvSpPr/>
            <p:nvPr/>
          </p:nvSpPr>
          <p:spPr>
            <a:xfrm>
              <a:off x="-20572500" y="3319025"/>
              <a:ext cx="305625" cy="267350"/>
            </a:xfrm>
            <a:custGeom>
              <a:avLst/>
              <a:gdLst/>
              <a:ahLst/>
              <a:cxnLst/>
              <a:rect l="l" t="t" r="r" b="b"/>
              <a:pathLst>
                <a:path w="12225" h="10694" extrusionOk="0">
                  <a:moveTo>
                    <a:pt x="6097" y="1"/>
                  </a:moveTo>
                  <a:cubicBezTo>
                    <a:pt x="5979" y="1"/>
                    <a:pt x="5861" y="48"/>
                    <a:pt x="5798" y="143"/>
                  </a:cubicBezTo>
                  <a:lnTo>
                    <a:pt x="5168" y="1119"/>
                  </a:lnTo>
                  <a:cubicBezTo>
                    <a:pt x="4758" y="1749"/>
                    <a:pt x="4034" y="2159"/>
                    <a:pt x="3246" y="2159"/>
                  </a:cubicBezTo>
                  <a:cubicBezTo>
                    <a:pt x="2931" y="2159"/>
                    <a:pt x="2773" y="2537"/>
                    <a:pt x="3025" y="2757"/>
                  </a:cubicBezTo>
                  <a:cubicBezTo>
                    <a:pt x="3593" y="3388"/>
                    <a:pt x="3813" y="4900"/>
                    <a:pt x="3403" y="5813"/>
                  </a:cubicBezTo>
                  <a:cubicBezTo>
                    <a:pt x="2931" y="5656"/>
                    <a:pt x="2490" y="5372"/>
                    <a:pt x="2143" y="5057"/>
                  </a:cubicBezTo>
                  <a:cubicBezTo>
                    <a:pt x="2080" y="4994"/>
                    <a:pt x="2006" y="4966"/>
                    <a:pt x="1932" y="4966"/>
                  </a:cubicBezTo>
                  <a:cubicBezTo>
                    <a:pt x="1823" y="4966"/>
                    <a:pt x="1714" y="5026"/>
                    <a:pt x="1639" y="5120"/>
                  </a:cubicBezTo>
                  <a:cubicBezTo>
                    <a:pt x="1293" y="5624"/>
                    <a:pt x="789" y="6034"/>
                    <a:pt x="221" y="6286"/>
                  </a:cubicBezTo>
                  <a:cubicBezTo>
                    <a:pt x="64" y="6381"/>
                    <a:pt x="1" y="6570"/>
                    <a:pt x="64" y="6759"/>
                  </a:cubicBezTo>
                  <a:cubicBezTo>
                    <a:pt x="284" y="7326"/>
                    <a:pt x="411" y="7956"/>
                    <a:pt x="379" y="8523"/>
                  </a:cubicBezTo>
                  <a:cubicBezTo>
                    <a:pt x="379" y="8743"/>
                    <a:pt x="537" y="8932"/>
                    <a:pt x="726" y="8932"/>
                  </a:cubicBezTo>
                  <a:lnTo>
                    <a:pt x="883" y="8932"/>
                  </a:lnTo>
                  <a:cubicBezTo>
                    <a:pt x="1293" y="8932"/>
                    <a:pt x="1671" y="8964"/>
                    <a:pt x="2049" y="9121"/>
                  </a:cubicBezTo>
                  <a:lnTo>
                    <a:pt x="1482" y="10193"/>
                  </a:lnTo>
                  <a:cubicBezTo>
                    <a:pt x="1349" y="10432"/>
                    <a:pt x="1530" y="10694"/>
                    <a:pt x="1779" y="10694"/>
                  </a:cubicBezTo>
                  <a:cubicBezTo>
                    <a:pt x="1825" y="10694"/>
                    <a:pt x="1874" y="10685"/>
                    <a:pt x="1923" y="10665"/>
                  </a:cubicBezTo>
                  <a:lnTo>
                    <a:pt x="5735" y="9405"/>
                  </a:lnTo>
                  <a:lnTo>
                    <a:pt x="5735" y="9153"/>
                  </a:lnTo>
                  <a:lnTo>
                    <a:pt x="2395" y="7830"/>
                  </a:lnTo>
                  <a:cubicBezTo>
                    <a:pt x="2206" y="7735"/>
                    <a:pt x="2112" y="7546"/>
                    <a:pt x="2206" y="7357"/>
                  </a:cubicBezTo>
                  <a:cubicBezTo>
                    <a:pt x="2252" y="7219"/>
                    <a:pt x="2366" y="7131"/>
                    <a:pt x="2498" y="7131"/>
                  </a:cubicBezTo>
                  <a:cubicBezTo>
                    <a:pt x="2546" y="7131"/>
                    <a:pt x="2597" y="7143"/>
                    <a:pt x="2647" y="7168"/>
                  </a:cubicBezTo>
                  <a:lnTo>
                    <a:pt x="5735" y="8397"/>
                  </a:lnTo>
                  <a:lnTo>
                    <a:pt x="5735" y="3923"/>
                  </a:lnTo>
                  <a:cubicBezTo>
                    <a:pt x="5735" y="3734"/>
                    <a:pt x="5892" y="3577"/>
                    <a:pt x="6081" y="3577"/>
                  </a:cubicBezTo>
                  <a:cubicBezTo>
                    <a:pt x="6302" y="3577"/>
                    <a:pt x="6459" y="3734"/>
                    <a:pt x="6459" y="3923"/>
                  </a:cubicBezTo>
                  <a:lnTo>
                    <a:pt x="6459" y="8397"/>
                  </a:lnTo>
                  <a:lnTo>
                    <a:pt x="9515" y="7168"/>
                  </a:lnTo>
                  <a:cubicBezTo>
                    <a:pt x="9566" y="7143"/>
                    <a:pt x="9619" y="7131"/>
                    <a:pt x="9671" y="7131"/>
                  </a:cubicBezTo>
                  <a:cubicBezTo>
                    <a:pt x="9811" y="7131"/>
                    <a:pt x="9942" y="7219"/>
                    <a:pt x="9988" y="7357"/>
                  </a:cubicBezTo>
                  <a:cubicBezTo>
                    <a:pt x="10083" y="7546"/>
                    <a:pt x="9988" y="7735"/>
                    <a:pt x="9799" y="7830"/>
                  </a:cubicBezTo>
                  <a:lnTo>
                    <a:pt x="6459" y="9153"/>
                  </a:lnTo>
                  <a:lnTo>
                    <a:pt x="6459" y="9405"/>
                  </a:lnTo>
                  <a:lnTo>
                    <a:pt x="10272" y="10665"/>
                  </a:lnTo>
                  <a:cubicBezTo>
                    <a:pt x="10311" y="10685"/>
                    <a:pt x="10352" y="10694"/>
                    <a:pt x="10394" y="10694"/>
                  </a:cubicBezTo>
                  <a:cubicBezTo>
                    <a:pt x="10619" y="10694"/>
                    <a:pt x="10841" y="10432"/>
                    <a:pt x="10681" y="10193"/>
                  </a:cubicBezTo>
                  <a:lnTo>
                    <a:pt x="10146" y="9121"/>
                  </a:lnTo>
                  <a:cubicBezTo>
                    <a:pt x="10492" y="8995"/>
                    <a:pt x="10902" y="8932"/>
                    <a:pt x="11280" y="8932"/>
                  </a:cubicBezTo>
                  <a:lnTo>
                    <a:pt x="11437" y="8932"/>
                  </a:lnTo>
                  <a:cubicBezTo>
                    <a:pt x="11658" y="8932"/>
                    <a:pt x="11847" y="8806"/>
                    <a:pt x="11847" y="8523"/>
                  </a:cubicBezTo>
                  <a:cubicBezTo>
                    <a:pt x="11815" y="7956"/>
                    <a:pt x="11910" y="7326"/>
                    <a:pt x="12162" y="6759"/>
                  </a:cubicBezTo>
                  <a:cubicBezTo>
                    <a:pt x="12225" y="6570"/>
                    <a:pt x="12162" y="6381"/>
                    <a:pt x="12004" y="6286"/>
                  </a:cubicBezTo>
                  <a:cubicBezTo>
                    <a:pt x="11437" y="6034"/>
                    <a:pt x="10933" y="5624"/>
                    <a:pt x="10587" y="5120"/>
                  </a:cubicBezTo>
                  <a:cubicBezTo>
                    <a:pt x="10518" y="5001"/>
                    <a:pt x="10404" y="4946"/>
                    <a:pt x="10293" y="4946"/>
                  </a:cubicBezTo>
                  <a:cubicBezTo>
                    <a:pt x="10200" y="4946"/>
                    <a:pt x="10109" y="4985"/>
                    <a:pt x="10051" y="5057"/>
                  </a:cubicBezTo>
                  <a:cubicBezTo>
                    <a:pt x="9704" y="5372"/>
                    <a:pt x="9263" y="5656"/>
                    <a:pt x="8791" y="5813"/>
                  </a:cubicBezTo>
                  <a:cubicBezTo>
                    <a:pt x="8413" y="4900"/>
                    <a:pt x="8602" y="3325"/>
                    <a:pt x="9200" y="2757"/>
                  </a:cubicBezTo>
                  <a:cubicBezTo>
                    <a:pt x="9421" y="2537"/>
                    <a:pt x="9263" y="2159"/>
                    <a:pt x="8948" y="2159"/>
                  </a:cubicBezTo>
                  <a:cubicBezTo>
                    <a:pt x="8161" y="2159"/>
                    <a:pt x="7468" y="1749"/>
                    <a:pt x="7027" y="1119"/>
                  </a:cubicBezTo>
                  <a:lnTo>
                    <a:pt x="6396" y="143"/>
                  </a:lnTo>
                  <a:cubicBezTo>
                    <a:pt x="6333" y="48"/>
                    <a:pt x="6215" y="1"/>
                    <a:pt x="60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5" name="Google Shape;7285;p87"/>
          <p:cNvGrpSpPr/>
          <p:nvPr/>
        </p:nvGrpSpPr>
        <p:grpSpPr>
          <a:xfrm>
            <a:off x="1837463" y="2305410"/>
            <a:ext cx="449325" cy="325670"/>
            <a:chOff x="-20571700" y="3722875"/>
            <a:chExt cx="304050" cy="220375"/>
          </a:xfrm>
        </p:grpSpPr>
        <p:sp>
          <p:nvSpPr>
            <p:cNvPr id="7286" name="Google Shape;7286;p87"/>
            <p:cNvSpPr/>
            <p:nvPr/>
          </p:nvSpPr>
          <p:spPr>
            <a:xfrm>
              <a:off x="-20333850" y="3728200"/>
              <a:ext cx="66200" cy="35475"/>
            </a:xfrm>
            <a:custGeom>
              <a:avLst/>
              <a:gdLst/>
              <a:ahLst/>
              <a:cxnLst/>
              <a:rect l="l" t="t" r="r" b="b"/>
              <a:pathLst>
                <a:path w="2648" h="1419" extrusionOk="0">
                  <a:moveTo>
                    <a:pt x="2301" y="1"/>
                  </a:moveTo>
                  <a:cubicBezTo>
                    <a:pt x="1324" y="1"/>
                    <a:pt x="411" y="599"/>
                    <a:pt x="1" y="1418"/>
                  </a:cubicBezTo>
                  <a:lnTo>
                    <a:pt x="820" y="1418"/>
                  </a:lnTo>
                  <a:cubicBezTo>
                    <a:pt x="1135" y="1040"/>
                    <a:pt x="1702" y="725"/>
                    <a:pt x="2301" y="725"/>
                  </a:cubicBezTo>
                  <a:cubicBezTo>
                    <a:pt x="2490" y="725"/>
                    <a:pt x="2647" y="568"/>
                    <a:pt x="2647" y="379"/>
                  </a:cubicBezTo>
                  <a:cubicBezTo>
                    <a:pt x="2647" y="158"/>
                    <a:pt x="2490" y="1"/>
                    <a:pt x="23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87"/>
            <p:cNvSpPr/>
            <p:nvPr/>
          </p:nvSpPr>
          <p:spPr>
            <a:xfrm>
              <a:off x="-20571700" y="3782550"/>
              <a:ext cx="49650" cy="51225"/>
            </a:xfrm>
            <a:custGeom>
              <a:avLst/>
              <a:gdLst/>
              <a:ahLst/>
              <a:cxnLst/>
              <a:rect l="l" t="t" r="r" b="b"/>
              <a:pathLst>
                <a:path w="1986" h="2049" extrusionOk="0">
                  <a:moveTo>
                    <a:pt x="379" y="0"/>
                  </a:moveTo>
                  <a:cubicBezTo>
                    <a:pt x="189" y="0"/>
                    <a:pt x="32" y="158"/>
                    <a:pt x="32" y="347"/>
                  </a:cubicBezTo>
                  <a:cubicBezTo>
                    <a:pt x="0" y="473"/>
                    <a:pt x="0" y="599"/>
                    <a:pt x="32" y="725"/>
                  </a:cubicBezTo>
                  <a:cubicBezTo>
                    <a:pt x="158" y="1355"/>
                    <a:pt x="662" y="1891"/>
                    <a:pt x="1292" y="2048"/>
                  </a:cubicBezTo>
                  <a:lnTo>
                    <a:pt x="198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87"/>
            <p:cNvSpPr/>
            <p:nvPr/>
          </p:nvSpPr>
          <p:spPr>
            <a:xfrm>
              <a:off x="-20320450" y="3782550"/>
              <a:ext cx="52800" cy="52800"/>
            </a:xfrm>
            <a:custGeom>
              <a:avLst/>
              <a:gdLst/>
              <a:ahLst/>
              <a:cxnLst/>
              <a:rect l="l" t="t" r="r" b="b"/>
              <a:pathLst>
                <a:path w="2112" h="2112" extrusionOk="0">
                  <a:moveTo>
                    <a:pt x="1040" y="0"/>
                  </a:moveTo>
                  <a:cubicBezTo>
                    <a:pt x="442" y="0"/>
                    <a:pt x="1" y="473"/>
                    <a:pt x="1" y="1072"/>
                  </a:cubicBezTo>
                  <a:cubicBezTo>
                    <a:pt x="1" y="1670"/>
                    <a:pt x="442" y="2111"/>
                    <a:pt x="1040" y="2111"/>
                  </a:cubicBezTo>
                  <a:cubicBezTo>
                    <a:pt x="1639" y="2111"/>
                    <a:pt x="2111" y="1670"/>
                    <a:pt x="2111" y="1072"/>
                  </a:cubicBezTo>
                  <a:cubicBezTo>
                    <a:pt x="2111" y="473"/>
                    <a:pt x="163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87"/>
            <p:cNvSpPr/>
            <p:nvPr/>
          </p:nvSpPr>
          <p:spPr>
            <a:xfrm>
              <a:off x="-20571700" y="3722875"/>
              <a:ext cx="178025" cy="220375"/>
            </a:xfrm>
            <a:custGeom>
              <a:avLst/>
              <a:gdLst/>
              <a:ahLst/>
              <a:cxnLst/>
              <a:rect l="l" t="t" r="r" b="b"/>
              <a:pathLst>
                <a:path w="7121" h="8815" extrusionOk="0">
                  <a:moveTo>
                    <a:pt x="4017" y="1"/>
                  </a:moveTo>
                  <a:cubicBezTo>
                    <a:pt x="3729" y="1"/>
                    <a:pt x="3444" y="168"/>
                    <a:pt x="3340" y="497"/>
                  </a:cubicBezTo>
                  <a:lnTo>
                    <a:pt x="820" y="8090"/>
                  </a:lnTo>
                  <a:lnTo>
                    <a:pt x="347" y="8090"/>
                  </a:lnTo>
                  <a:cubicBezTo>
                    <a:pt x="158" y="8090"/>
                    <a:pt x="0" y="8247"/>
                    <a:pt x="0" y="8436"/>
                  </a:cubicBezTo>
                  <a:cubicBezTo>
                    <a:pt x="0" y="8657"/>
                    <a:pt x="158" y="8814"/>
                    <a:pt x="347" y="8814"/>
                  </a:cubicBezTo>
                  <a:lnTo>
                    <a:pt x="1040" y="8814"/>
                  </a:lnTo>
                  <a:cubicBezTo>
                    <a:pt x="1198" y="8814"/>
                    <a:pt x="1324" y="8720"/>
                    <a:pt x="1418" y="8562"/>
                  </a:cubicBezTo>
                  <a:lnTo>
                    <a:pt x="3781" y="1442"/>
                  </a:lnTo>
                  <a:lnTo>
                    <a:pt x="4285" y="5002"/>
                  </a:lnTo>
                  <a:cubicBezTo>
                    <a:pt x="4348" y="5664"/>
                    <a:pt x="4884" y="6199"/>
                    <a:pt x="5545" y="6294"/>
                  </a:cubicBezTo>
                  <a:cubicBezTo>
                    <a:pt x="5583" y="6297"/>
                    <a:pt x="5620" y="6298"/>
                    <a:pt x="5657" y="6298"/>
                  </a:cubicBezTo>
                  <a:cubicBezTo>
                    <a:pt x="6459" y="6298"/>
                    <a:pt x="7121" y="5659"/>
                    <a:pt x="7121" y="4876"/>
                  </a:cubicBezTo>
                  <a:cubicBezTo>
                    <a:pt x="7121" y="4593"/>
                    <a:pt x="7026" y="4372"/>
                    <a:pt x="6932" y="4120"/>
                  </a:cubicBezTo>
                  <a:lnTo>
                    <a:pt x="4632" y="340"/>
                  </a:lnTo>
                  <a:cubicBezTo>
                    <a:pt x="4490" y="113"/>
                    <a:pt x="4252" y="1"/>
                    <a:pt x="40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87"/>
            <p:cNvSpPr/>
            <p:nvPr/>
          </p:nvSpPr>
          <p:spPr>
            <a:xfrm>
              <a:off x="-20404725" y="3782550"/>
              <a:ext cx="28375" cy="41775"/>
            </a:xfrm>
            <a:custGeom>
              <a:avLst/>
              <a:gdLst/>
              <a:ahLst/>
              <a:cxnLst/>
              <a:rect l="l" t="t" r="r" b="b"/>
              <a:pathLst>
                <a:path w="1135" h="1671" extrusionOk="0">
                  <a:moveTo>
                    <a:pt x="0" y="0"/>
                  </a:moveTo>
                  <a:lnTo>
                    <a:pt x="820" y="1387"/>
                  </a:lnTo>
                  <a:cubicBezTo>
                    <a:pt x="914" y="1450"/>
                    <a:pt x="914" y="1576"/>
                    <a:pt x="946" y="1670"/>
                  </a:cubicBezTo>
                  <a:cubicBezTo>
                    <a:pt x="1072" y="1513"/>
                    <a:pt x="1135" y="1292"/>
                    <a:pt x="1135" y="1072"/>
                  </a:cubicBezTo>
                  <a:lnTo>
                    <a:pt x="11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87"/>
            <p:cNvSpPr/>
            <p:nvPr/>
          </p:nvSpPr>
          <p:spPr>
            <a:xfrm>
              <a:off x="-20502400" y="3887300"/>
              <a:ext cx="1600" cy="25"/>
            </a:xfrm>
            <a:custGeom>
              <a:avLst/>
              <a:gdLst/>
              <a:ahLst/>
              <a:cxnLst/>
              <a:rect l="l" t="t" r="r" b="b"/>
              <a:pathLst>
                <a:path w="64" h="1" extrusionOk="0">
                  <a:moveTo>
                    <a:pt x="64" y="1"/>
                  </a:moveTo>
                  <a:cubicBezTo>
                    <a:pt x="1" y="1"/>
                    <a:pt x="1" y="1"/>
                    <a:pt x="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87"/>
            <p:cNvSpPr/>
            <p:nvPr/>
          </p:nvSpPr>
          <p:spPr>
            <a:xfrm>
              <a:off x="-20500825" y="3782550"/>
              <a:ext cx="220575" cy="159125"/>
            </a:xfrm>
            <a:custGeom>
              <a:avLst/>
              <a:gdLst/>
              <a:ahLst/>
              <a:cxnLst/>
              <a:rect l="l" t="t" r="r" b="b"/>
              <a:pathLst>
                <a:path w="8823" h="6365" extrusionOk="0">
                  <a:moveTo>
                    <a:pt x="5703" y="0"/>
                  </a:moveTo>
                  <a:lnTo>
                    <a:pt x="5703" y="1072"/>
                  </a:lnTo>
                  <a:cubicBezTo>
                    <a:pt x="5703" y="1670"/>
                    <a:pt x="5420" y="2174"/>
                    <a:pt x="4979" y="2489"/>
                  </a:cubicBezTo>
                  <a:cubicBezTo>
                    <a:pt x="4979" y="3655"/>
                    <a:pt x="4034" y="4600"/>
                    <a:pt x="2868" y="4600"/>
                  </a:cubicBezTo>
                  <a:cubicBezTo>
                    <a:pt x="1828" y="4600"/>
                    <a:pt x="946" y="3875"/>
                    <a:pt x="789" y="2836"/>
                  </a:cubicBezTo>
                  <a:cubicBezTo>
                    <a:pt x="694" y="2489"/>
                    <a:pt x="694" y="2395"/>
                    <a:pt x="662" y="2111"/>
                  </a:cubicBezTo>
                  <a:cubicBezTo>
                    <a:pt x="631" y="2206"/>
                    <a:pt x="32" y="4065"/>
                    <a:pt x="1" y="4159"/>
                  </a:cubicBezTo>
                  <a:cubicBezTo>
                    <a:pt x="473" y="4632"/>
                    <a:pt x="1104" y="4947"/>
                    <a:pt x="1797" y="4947"/>
                  </a:cubicBezTo>
                  <a:lnTo>
                    <a:pt x="3971" y="4947"/>
                  </a:lnTo>
                  <a:lnTo>
                    <a:pt x="3687" y="5671"/>
                  </a:lnTo>
                  <a:lnTo>
                    <a:pt x="3214" y="5671"/>
                  </a:lnTo>
                  <a:cubicBezTo>
                    <a:pt x="3025" y="5671"/>
                    <a:pt x="2868" y="5829"/>
                    <a:pt x="2868" y="6018"/>
                  </a:cubicBezTo>
                  <a:cubicBezTo>
                    <a:pt x="2868" y="6207"/>
                    <a:pt x="3025" y="6364"/>
                    <a:pt x="3214" y="6364"/>
                  </a:cubicBezTo>
                  <a:lnTo>
                    <a:pt x="3939" y="6364"/>
                  </a:lnTo>
                  <a:cubicBezTo>
                    <a:pt x="4097" y="6364"/>
                    <a:pt x="4191" y="6301"/>
                    <a:pt x="4254" y="6144"/>
                  </a:cubicBezTo>
                  <a:lnTo>
                    <a:pt x="4727" y="4915"/>
                  </a:lnTo>
                  <a:lnTo>
                    <a:pt x="5924" y="4915"/>
                  </a:lnTo>
                  <a:lnTo>
                    <a:pt x="6396" y="6144"/>
                  </a:lnTo>
                  <a:cubicBezTo>
                    <a:pt x="6459" y="6270"/>
                    <a:pt x="6617" y="6364"/>
                    <a:pt x="6711" y="6364"/>
                  </a:cubicBezTo>
                  <a:lnTo>
                    <a:pt x="7436" y="6364"/>
                  </a:lnTo>
                  <a:cubicBezTo>
                    <a:pt x="7625" y="6364"/>
                    <a:pt x="7783" y="6207"/>
                    <a:pt x="7783" y="6018"/>
                  </a:cubicBezTo>
                  <a:cubicBezTo>
                    <a:pt x="7783" y="5829"/>
                    <a:pt x="7625" y="5671"/>
                    <a:pt x="7436" y="5671"/>
                  </a:cubicBezTo>
                  <a:lnTo>
                    <a:pt x="6963" y="5671"/>
                  </a:lnTo>
                  <a:lnTo>
                    <a:pt x="6680" y="4947"/>
                  </a:lnTo>
                  <a:lnTo>
                    <a:pt x="6743" y="4947"/>
                  </a:lnTo>
                  <a:cubicBezTo>
                    <a:pt x="7310" y="4947"/>
                    <a:pt x="7846" y="4632"/>
                    <a:pt x="8066" y="4128"/>
                  </a:cubicBezTo>
                  <a:lnTo>
                    <a:pt x="8822" y="2710"/>
                  </a:lnTo>
                  <a:lnTo>
                    <a:pt x="8822" y="2710"/>
                  </a:lnTo>
                  <a:cubicBezTo>
                    <a:pt x="8633" y="2804"/>
                    <a:pt x="8381" y="2836"/>
                    <a:pt x="8192" y="2836"/>
                  </a:cubicBezTo>
                  <a:cubicBezTo>
                    <a:pt x="7279" y="2836"/>
                    <a:pt x="6491" y="2048"/>
                    <a:pt x="6491" y="1072"/>
                  </a:cubicBezTo>
                  <a:cubicBezTo>
                    <a:pt x="6491" y="662"/>
                    <a:pt x="6648" y="284"/>
                    <a:pt x="68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3" name="Google Shape;7293;p87"/>
          <p:cNvGrpSpPr/>
          <p:nvPr/>
        </p:nvGrpSpPr>
        <p:grpSpPr>
          <a:xfrm>
            <a:off x="1836891" y="2796278"/>
            <a:ext cx="450470" cy="450470"/>
            <a:chOff x="-20571700" y="4066875"/>
            <a:chExt cx="304825" cy="304825"/>
          </a:xfrm>
        </p:grpSpPr>
        <p:sp>
          <p:nvSpPr>
            <p:cNvPr id="7294" name="Google Shape;7294;p87"/>
            <p:cNvSpPr/>
            <p:nvPr/>
          </p:nvSpPr>
          <p:spPr>
            <a:xfrm>
              <a:off x="-20385825" y="4211025"/>
              <a:ext cx="118950" cy="160675"/>
            </a:xfrm>
            <a:custGeom>
              <a:avLst/>
              <a:gdLst/>
              <a:ahLst/>
              <a:cxnLst/>
              <a:rect l="l" t="t" r="r" b="b"/>
              <a:pathLst>
                <a:path w="4758" h="6427" extrusionOk="0">
                  <a:moveTo>
                    <a:pt x="757" y="0"/>
                  </a:moveTo>
                  <a:cubicBezTo>
                    <a:pt x="473" y="0"/>
                    <a:pt x="221" y="63"/>
                    <a:pt x="1" y="189"/>
                  </a:cubicBezTo>
                  <a:lnTo>
                    <a:pt x="2836" y="6427"/>
                  </a:lnTo>
                  <a:lnTo>
                    <a:pt x="4380" y="6427"/>
                  </a:lnTo>
                  <a:cubicBezTo>
                    <a:pt x="4474" y="6427"/>
                    <a:pt x="4600" y="6332"/>
                    <a:pt x="4695" y="6269"/>
                  </a:cubicBezTo>
                  <a:cubicBezTo>
                    <a:pt x="4758" y="6143"/>
                    <a:pt x="4758" y="6017"/>
                    <a:pt x="4695" y="5891"/>
                  </a:cubicBezTo>
                  <a:lnTo>
                    <a:pt x="2111" y="819"/>
                  </a:lnTo>
                  <a:cubicBezTo>
                    <a:pt x="1891" y="315"/>
                    <a:pt x="138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87"/>
            <p:cNvSpPr/>
            <p:nvPr/>
          </p:nvSpPr>
          <p:spPr>
            <a:xfrm>
              <a:off x="-20412600" y="4084875"/>
              <a:ext cx="109500" cy="89925"/>
            </a:xfrm>
            <a:custGeom>
              <a:avLst/>
              <a:gdLst/>
              <a:ahLst/>
              <a:cxnLst/>
              <a:rect l="l" t="t" r="r" b="b"/>
              <a:pathLst>
                <a:path w="4380" h="3597" extrusionOk="0">
                  <a:moveTo>
                    <a:pt x="2203" y="0"/>
                  </a:moveTo>
                  <a:cubicBezTo>
                    <a:pt x="2118" y="0"/>
                    <a:pt x="2029" y="10"/>
                    <a:pt x="1922" y="37"/>
                  </a:cubicBezTo>
                  <a:cubicBezTo>
                    <a:pt x="1261" y="194"/>
                    <a:pt x="788" y="824"/>
                    <a:pt x="788" y="1486"/>
                  </a:cubicBezTo>
                  <a:cubicBezTo>
                    <a:pt x="284" y="1707"/>
                    <a:pt x="0" y="2211"/>
                    <a:pt x="126" y="2715"/>
                  </a:cubicBezTo>
                  <a:cubicBezTo>
                    <a:pt x="252" y="3219"/>
                    <a:pt x="694" y="3597"/>
                    <a:pt x="1198" y="3597"/>
                  </a:cubicBezTo>
                  <a:lnTo>
                    <a:pt x="3308" y="3597"/>
                  </a:lnTo>
                  <a:cubicBezTo>
                    <a:pt x="3876" y="3597"/>
                    <a:pt x="4380" y="3124"/>
                    <a:pt x="4380" y="2526"/>
                  </a:cubicBezTo>
                  <a:cubicBezTo>
                    <a:pt x="4380" y="2179"/>
                    <a:pt x="4222" y="1801"/>
                    <a:pt x="3813" y="1580"/>
                  </a:cubicBezTo>
                  <a:cubicBezTo>
                    <a:pt x="3718" y="1549"/>
                    <a:pt x="3655" y="1423"/>
                    <a:pt x="3624" y="1297"/>
                  </a:cubicBezTo>
                  <a:cubicBezTo>
                    <a:pt x="3561" y="635"/>
                    <a:pt x="3119" y="194"/>
                    <a:pt x="2552" y="37"/>
                  </a:cubicBezTo>
                  <a:cubicBezTo>
                    <a:pt x="2425" y="19"/>
                    <a:pt x="2319" y="0"/>
                    <a:pt x="22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87"/>
            <p:cNvSpPr/>
            <p:nvPr/>
          </p:nvSpPr>
          <p:spPr>
            <a:xfrm>
              <a:off x="-20332275" y="4066875"/>
              <a:ext cx="64625" cy="80375"/>
            </a:xfrm>
            <a:custGeom>
              <a:avLst/>
              <a:gdLst/>
              <a:ahLst/>
              <a:cxnLst/>
              <a:rect l="l" t="t" r="r" b="b"/>
              <a:pathLst>
                <a:path w="2585" h="3215" extrusionOk="0">
                  <a:moveTo>
                    <a:pt x="820" y="1"/>
                  </a:moveTo>
                  <a:cubicBezTo>
                    <a:pt x="505" y="1"/>
                    <a:pt x="221" y="95"/>
                    <a:pt x="1" y="253"/>
                  </a:cubicBezTo>
                  <a:cubicBezTo>
                    <a:pt x="253" y="379"/>
                    <a:pt x="505" y="568"/>
                    <a:pt x="726" y="851"/>
                  </a:cubicBezTo>
                  <a:cubicBezTo>
                    <a:pt x="915" y="1103"/>
                    <a:pt x="1072" y="1418"/>
                    <a:pt x="1135" y="1733"/>
                  </a:cubicBezTo>
                  <a:cubicBezTo>
                    <a:pt x="1356" y="1891"/>
                    <a:pt x="1608" y="2174"/>
                    <a:pt x="1702" y="2490"/>
                  </a:cubicBezTo>
                  <a:cubicBezTo>
                    <a:pt x="1797" y="2679"/>
                    <a:pt x="1860" y="2962"/>
                    <a:pt x="1860" y="3214"/>
                  </a:cubicBezTo>
                  <a:cubicBezTo>
                    <a:pt x="2301" y="2899"/>
                    <a:pt x="2584" y="2363"/>
                    <a:pt x="2584" y="1796"/>
                  </a:cubicBezTo>
                  <a:cubicBezTo>
                    <a:pt x="2584" y="788"/>
                    <a:pt x="1797"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87"/>
            <p:cNvSpPr/>
            <p:nvPr/>
          </p:nvSpPr>
          <p:spPr>
            <a:xfrm>
              <a:off x="-20553575" y="4103900"/>
              <a:ext cx="107925" cy="89025"/>
            </a:xfrm>
            <a:custGeom>
              <a:avLst/>
              <a:gdLst/>
              <a:ahLst/>
              <a:cxnLst/>
              <a:rect l="l" t="t" r="r" b="b"/>
              <a:pathLst>
                <a:path w="4317" h="3561" extrusionOk="0">
                  <a:moveTo>
                    <a:pt x="2174" y="0"/>
                  </a:moveTo>
                  <a:cubicBezTo>
                    <a:pt x="1386" y="0"/>
                    <a:pt x="756" y="630"/>
                    <a:pt x="756" y="1418"/>
                  </a:cubicBezTo>
                  <a:lnTo>
                    <a:pt x="756" y="1481"/>
                  </a:lnTo>
                  <a:cubicBezTo>
                    <a:pt x="284" y="1639"/>
                    <a:pt x="63" y="2048"/>
                    <a:pt x="63" y="2458"/>
                  </a:cubicBezTo>
                  <a:cubicBezTo>
                    <a:pt x="0" y="3088"/>
                    <a:pt x="473" y="3560"/>
                    <a:pt x="1071" y="3560"/>
                  </a:cubicBezTo>
                  <a:lnTo>
                    <a:pt x="3214" y="3560"/>
                  </a:lnTo>
                  <a:cubicBezTo>
                    <a:pt x="3686" y="3560"/>
                    <a:pt x="4159" y="3214"/>
                    <a:pt x="4253" y="2710"/>
                  </a:cubicBezTo>
                  <a:cubicBezTo>
                    <a:pt x="4253" y="2615"/>
                    <a:pt x="4316" y="2552"/>
                    <a:pt x="4316" y="2521"/>
                  </a:cubicBezTo>
                  <a:cubicBezTo>
                    <a:pt x="4316" y="2080"/>
                    <a:pt x="4033" y="1670"/>
                    <a:pt x="3592" y="1481"/>
                  </a:cubicBezTo>
                  <a:cubicBezTo>
                    <a:pt x="3592" y="1135"/>
                    <a:pt x="3529" y="819"/>
                    <a:pt x="3308" y="536"/>
                  </a:cubicBezTo>
                  <a:cubicBezTo>
                    <a:pt x="3056" y="189"/>
                    <a:pt x="2646" y="0"/>
                    <a:pt x="21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87"/>
            <p:cNvSpPr/>
            <p:nvPr/>
          </p:nvSpPr>
          <p:spPr>
            <a:xfrm>
              <a:off x="-20515000" y="4168475"/>
              <a:ext cx="119750" cy="91400"/>
            </a:xfrm>
            <a:custGeom>
              <a:avLst/>
              <a:gdLst/>
              <a:ahLst/>
              <a:cxnLst/>
              <a:rect l="l" t="t" r="r" b="b"/>
              <a:pathLst>
                <a:path w="4790" h="3656" extrusionOk="0">
                  <a:moveTo>
                    <a:pt x="3435" y="1"/>
                  </a:moveTo>
                  <a:cubicBezTo>
                    <a:pt x="3435" y="316"/>
                    <a:pt x="3372" y="599"/>
                    <a:pt x="3151" y="914"/>
                  </a:cubicBezTo>
                  <a:cubicBezTo>
                    <a:pt x="2773" y="1450"/>
                    <a:pt x="2206" y="1702"/>
                    <a:pt x="1671" y="1702"/>
                  </a:cubicBezTo>
                  <a:lnTo>
                    <a:pt x="473" y="1702"/>
                  </a:lnTo>
                  <a:lnTo>
                    <a:pt x="1" y="2710"/>
                  </a:lnTo>
                  <a:lnTo>
                    <a:pt x="946" y="3655"/>
                  </a:lnTo>
                  <a:lnTo>
                    <a:pt x="2143" y="2490"/>
                  </a:lnTo>
                  <a:cubicBezTo>
                    <a:pt x="2222" y="2411"/>
                    <a:pt x="2309" y="2371"/>
                    <a:pt x="2395" y="2371"/>
                  </a:cubicBezTo>
                  <a:cubicBezTo>
                    <a:pt x="2482" y="2371"/>
                    <a:pt x="2568" y="2411"/>
                    <a:pt x="2647" y="2490"/>
                  </a:cubicBezTo>
                  <a:lnTo>
                    <a:pt x="3844" y="3655"/>
                  </a:lnTo>
                  <a:lnTo>
                    <a:pt x="4790" y="2710"/>
                  </a:lnTo>
                  <a:lnTo>
                    <a:pt x="3718" y="410"/>
                  </a:lnTo>
                  <a:cubicBezTo>
                    <a:pt x="3624" y="253"/>
                    <a:pt x="3561" y="127"/>
                    <a:pt x="34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87"/>
            <p:cNvSpPr/>
            <p:nvPr/>
          </p:nvSpPr>
          <p:spPr>
            <a:xfrm>
              <a:off x="-20571700" y="4250400"/>
              <a:ext cx="233950" cy="120525"/>
            </a:xfrm>
            <a:custGeom>
              <a:avLst/>
              <a:gdLst/>
              <a:ahLst/>
              <a:cxnLst/>
              <a:rect l="l" t="t" r="r" b="b"/>
              <a:pathLst>
                <a:path w="9358" h="4821" extrusionOk="0">
                  <a:moveTo>
                    <a:pt x="4695" y="0"/>
                  </a:moveTo>
                  <a:lnTo>
                    <a:pt x="3497" y="1166"/>
                  </a:lnTo>
                  <a:cubicBezTo>
                    <a:pt x="3419" y="1245"/>
                    <a:pt x="3332" y="1284"/>
                    <a:pt x="3245" y="1284"/>
                  </a:cubicBezTo>
                  <a:cubicBezTo>
                    <a:pt x="3159" y="1284"/>
                    <a:pt x="3072" y="1245"/>
                    <a:pt x="2993" y="1166"/>
                  </a:cubicBezTo>
                  <a:lnTo>
                    <a:pt x="1954" y="158"/>
                  </a:lnTo>
                  <a:lnTo>
                    <a:pt x="32" y="4316"/>
                  </a:lnTo>
                  <a:cubicBezTo>
                    <a:pt x="0" y="4442"/>
                    <a:pt x="0" y="4568"/>
                    <a:pt x="63" y="4694"/>
                  </a:cubicBezTo>
                  <a:cubicBezTo>
                    <a:pt x="158" y="4789"/>
                    <a:pt x="252" y="4820"/>
                    <a:pt x="379" y="4820"/>
                  </a:cubicBezTo>
                  <a:lnTo>
                    <a:pt x="8979" y="4820"/>
                  </a:lnTo>
                  <a:cubicBezTo>
                    <a:pt x="9105" y="4820"/>
                    <a:pt x="9200" y="4757"/>
                    <a:pt x="9294" y="4694"/>
                  </a:cubicBezTo>
                  <a:cubicBezTo>
                    <a:pt x="9357" y="4568"/>
                    <a:pt x="9357" y="4442"/>
                    <a:pt x="9326" y="4316"/>
                  </a:cubicBezTo>
                  <a:lnTo>
                    <a:pt x="7341" y="158"/>
                  </a:lnTo>
                  <a:lnTo>
                    <a:pt x="6333" y="1166"/>
                  </a:lnTo>
                  <a:cubicBezTo>
                    <a:pt x="6270" y="1260"/>
                    <a:pt x="6175" y="1292"/>
                    <a:pt x="6112" y="1292"/>
                  </a:cubicBezTo>
                  <a:cubicBezTo>
                    <a:pt x="6018" y="1292"/>
                    <a:pt x="5892" y="1260"/>
                    <a:pt x="5860" y="1166"/>
                  </a:cubicBezTo>
                  <a:lnTo>
                    <a:pt x="46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0" name="Google Shape;7300;p87"/>
          <p:cNvGrpSpPr/>
          <p:nvPr/>
        </p:nvGrpSpPr>
        <p:grpSpPr>
          <a:xfrm>
            <a:off x="4603593" y="1688259"/>
            <a:ext cx="453980" cy="451948"/>
            <a:chOff x="-18645175" y="3334200"/>
            <a:chExt cx="307200" cy="305825"/>
          </a:xfrm>
        </p:grpSpPr>
        <p:sp>
          <p:nvSpPr>
            <p:cNvPr id="7301" name="Google Shape;7301;p87"/>
            <p:cNvSpPr/>
            <p:nvPr/>
          </p:nvSpPr>
          <p:spPr>
            <a:xfrm>
              <a:off x="-18627850" y="3424975"/>
              <a:ext cx="289875" cy="215050"/>
            </a:xfrm>
            <a:custGeom>
              <a:avLst/>
              <a:gdLst/>
              <a:ahLst/>
              <a:cxnLst/>
              <a:rect l="l" t="t" r="r" b="b"/>
              <a:pathLst>
                <a:path w="11595" h="8602" extrusionOk="0">
                  <a:moveTo>
                    <a:pt x="7530" y="2111"/>
                  </a:moveTo>
                  <a:cubicBezTo>
                    <a:pt x="7719" y="2111"/>
                    <a:pt x="7877" y="2269"/>
                    <a:pt x="7877" y="2458"/>
                  </a:cubicBezTo>
                  <a:lnTo>
                    <a:pt x="7877" y="4568"/>
                  </a:lnTo>
                  <a:cubicBezTo>
                    <a:pt x="7877" y="4789"/>
                    <a:pt x="7719" y="4946"/>
                    <a:pt x="7530" y="4946"/>
                  </a:cubicBezTo>
                  <a:cubicBezTo>
                    <a:pt x="7341" y="4946"/>
                    <a:pt x="7184" y="4789"/>
                    <a:pt x="7184" y="4568"/>
                  </a:cubicBezTo>
                  <a:lnTo>
                    <a:pt x="7184" y="2458"/>
                  </a:lnTo>
                  <a:cubicBezTo>
                    <a:pt x="7184" y="2269"/>
                    <a:pt x="7341" y="2111"/>
                    <a:pt x="7530" y="2111"/>
                  </a:cubicBezTo>
                  <a:close/>
                  <a:moveTo>
                    <a:pt x="2584" y="0"/>
                  </a:moveTo>
                  <a:cubicBezTo>
                    <a:pt x="2364" y="0"/>
                    <a:pt x="2206" y="158"/>
                    <a:pt x="2206" y="347"/>
                  </a:cubicBezTo>
                  <a:lnTo>
                    <a:pt x="2206" y="1764"/>
                  </a:lnTo>
                  <a:lnTo>
                    <a:pt x="2206" y="2489"/>
                  </a:lnTo>
                  <a:cubicBezTo>
                    <a:pt x="2206" y="2678"/>
                    <a:pt x="2364" y="2836"/>
                    <a:pt x="2584" y="2836"/>
                  </a:cubicBezTo>
                  <a:lnTo>
                    <a:pt x="3624" y="2836"/>
                  </a:lnTo>
                  <a:cubicBezTo>
                    <a:pt x="4821" y="2836"/>
                    <a:pt x="5766" y="3781"/>
                    <a:pt x="5766" y="4978"/>
                  </a:cubicBezTo>
                  <a:cubicBezTo>
                    <a:pt x="5766" y="6144"/>
                    <a:pt x="4821" y="7089"/>
                    <a:pt x="3624" y="7089"/>
                  </a:cubicBezTo>
                  <a:lnTo>
                    <a:pt x="3277" y="7089"/>
                  </a:lnTo>
                  <a:cubicBezTo>
                    <a:pt x="2616" y="7089"/>
                    <a:pt x="1986" y="6931"/>
                    <a:pt x="1387" y="6711"/>
                  </a:cubicBezTo>
                  <a:cubicBezTo>
                    <a:pt x="1072" y="7183"/>
                    <a:pt x="694" y="7593"/>
                    <a:pt x="221" y="7908"/>
                  </a:cubicBezTo>
                  <a:cubicBezTo>
                    <a:pt x="95" y="8002"/>
                    <a:pt x="1" y="8160"/>
                    <a:pt x="64" y="8317"/>
                  </a:cubicBezTo>
                  <a:cubicBezTo>
                    <a:pt x="95" y="8475"/>
                    <a:pt x="253" y="8538"/>
                    <a:pt x="410" y="8538"/>
                  </a:cubicBezTo>
                  <a:lnTo>
                    <a:pt x="3624" y="8538"/>
                  </a:lnTo>
                  <a:lnTo>
                    <a:pt x="3624" y="8191"/>
                  </a:lnTo>
                  <a:cubicBezTo>
                    <a:pt x="3624" y="8002"/>
                    <a:pt x="3781" y="7845"/>
                    <a:pt x="4002" y="7845"/>
                  </a:cubicBezTo>
                  <a:cubicBezTo>
                    <a:pt x="4191" y="7845"/>
                    <a:pt x="4348" y="8002"/>
                    <a:pt x="4348" y="8191"/>
                  </a:cubicBezTo>
                  <a:lnTo>
                    <a:pt x="4348" y="8538"/>
                  </a:lnTo>
                  <a:lnTo>
                    <a:pt x="6522" y="8538"/>
                  </a:lnTo>
                  <a:lnTo>
                    <a:pt x="6522" y="6049"/>
                  </a:lnTo>
                  <a:cubicBezTo>
                    <a:pt x="6522" y="5829"/>
                    <a:pt x="6680" y="5671"/>
                    <a:pt x="6869" y="5671"/>
                  </a:cubicBezTo>
                  <a:cubicBezTo>
                    <a:pt x="7058" y="5671"/>
                    <a:pt x="7215" y="5829"/>
                    <a:pt x="7215" y="6049"/>
                  </a:cubicBezTo>
                  <a:lnTo>
                    <a:pt x="7215" y="8601"/>
                  </a:lnTo>
                  <a:lnTo>
                    <a:pt x="11153" y="8601"/>
                  </a:lnTo>
                  <a:cubicBezTo>
                    <a:pt x="11468" y="8538"/>
                    <a:pt x="11595" y="8128"/>
                    <a:pt x="11311" y="7939"/>
                  </a:cubicBezTo>
                  <a:cubicBezTo>
                    <a:pt x="10208" y="7215"/>
                    <a:pt x="9547" y="5986"/>
                    <a:pt x="9389" y="4726"/>
                  </a:cubicBezTo>
                  <a:lnTo>
                    <a:pt x="10681" y="3434"/>
                  </a:lnTo>
                  <a:cubicBezTo>
                    <a:pt x="10775" y="3371"/>
                    <a:pt x="10807" y="3277"/>
                    <a:pt x="10807" y="3182"/>
                  </a:cubicBezTo>
                  <a:lnTo>
                    <a:pt x="10807" y="1764"/>
                  </a:lnTo>
                  <a:cubicBezTo>
                    <a:pt x="10807" y="1563"/>
                    <a:pt x="10625" y="1422"/>
                    <a:pt x="10440" y="1422"/>
                  </a:cubicBezTo>
                  <a:cubicBezTo>
                    <a:pt x="10394" y="1422"/>
                    <a:pt x="10347" y="1431"/>
                    <a:pt x="10303" y="1449"/>
                  </a:cubicBezTo>
                  <a:lnTo>
                    <a:pt x="9389" y="1922"/>
                  </a:lnTo>
                  <a:lnTo>
                    <a:pt x="9389" y="347"/>
                  </a:lnTo>
                  <a:cubicBezTo>
                    <a:pt x="9389" y="158"/>
                    <a:pt x="9232" y="0"/>
                    <a:pt x="9043" y="0"/>
                  </a:cubicBezTo>
                  <a:lnTo>
                    <a:pt x="6522" y="0"/>
                  </a:lnTo>
                  <a:lnTo>
                    <a:pt x="6522" y="3245"/>
                  </a:lnTo>
                  <a:cubicBezTo>
                    <a:pt x="6522" y="3434"/>
                    <a:pt x="6365" y="3592"/>
                    <a:pt x="6144" y="3592"/>
                  </a:cubicBezTo>
                  <a:cubicBezTo>
                    <a:pt x="5955" y="3592"/>
                    <a:pt x="5798" y="3434"/>
                    <a:pt x="5798" y="3245"/>
                  </a:cubicBezTo>
                  <a:lnTo>
                    <a:pt x="5798" y="0"/>
                  </a:lnTo>
                  <a:lnTo>
                    <a:pt x="4348" y="0"/>
                  </a:lnTo>
                  <a:lnTo>
                    <a:pt x="4348" y="1764"/>
                  </a:lnTo>
                  <a:cubicBezTo>
                    <a:pt x="4348" y="1985"/>
                    <a:pt x="4191" y="2143"/>
                    <a:pt x="4002" y="2143"/>
                  </a:cubicBezTo>
                  <a:cubicBezTo>
                    <a:pt x="3781" y="2143"/>
                    <a:pt x="3624" y="1985"/>
                    <a:pt x="3624" y="1764"/>
                  </a:cubicBezTo>
                  <a:lnTo>
                    <a:pt x="362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87"/>
            <p:cNvSpPr/>
            <p:nvPr/>
          </p:nvSpPr>
          <p:spPr>
            <a:xfrm>
              <a:off x="-18645175" y="3424975"/>
              <a:ext cx="141800" cy="159900"/>
            </a:xfrm>
            <a:custGeom>
              <a:avLst/>
              <a:gdLst/>
              <a:ahLst/>
              <a:cxnLst/>
              <a:rect l="l" t="t" r="r" b="b"/>
              <a:pathLst>
                <a:path w="5672" h="6396" extrusionOk="0">
                  <a:moveTo>
                    <a:pt x="347" y="0"/>
                  </a:moveTo>
                  <a:cubicBezTo>
                    <a:pt x="158" y="0"/>
                    <a:pt x="1" y="158"/>
                    <a:pt x="1" y="347"/>
                  </a:cubicBezTo>
                  <a:lnTo>
                    <a:pt x="1" y="2489"/>
                  </a:lnTo>
                  <a:cubicBezTo>
                    <a:pt x="1" y="4600"/>
                    <a:pt x="1733" y="6396"/>
                    <a:pt x="3907" y="6396"/>
                  </a:cubicBezTo>
                  <a:lnTo>
                    <a:pt x="4254" y="6396"/>
                  </a:lnTo>
                  <a:cubicBezTo>
                    <a:pt x="5041" y="6396"/>
                    <a:pt x="5671" y="5766"/>
                    <a:pt x="5671" y="4978"/>
                  </a:cubicBezTo>
                  <a:cubicBezTo>
                    <a:pt x="5671" y="4190"/>
                    <a:pt x="5041" y="3560"/>
                    <a:pt x="4254" y="3560"/>
                  </a:cubicBezTo>
                  <a:lnTo>
                    <a:pt x="3183" y="3560"/>
                  </a:lnTo>
                  <a:cubicBezTo>
                    <a:pt x="2584" y="3560"/>
                    <a:pt x="2111" y="3088"/>
                    <a:pt x="2111" y="2489"/>
                  </a:cubicBezTo>
                  <a:lnTo>
                    <a:pt x="2111" y="1764"/>
                  </a:lnTo>
                  <a:cubicBezTo>
                    <a:pt x="2111" y="788"/>
                    <a:pt x="132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87"/>
            <p:cNvSpPr/>
            <p:nvPr/>
          </p:nvSpPr>
          <p:spPr>
            <a:xfrm>
              <a:off x="-18466375" y="3334200"/>
              <a:ext cx="54350" cy="71100"/>
            </a:xfrm>
            <a:custGeom>
              <a:avLst/>
              <a:gdLst/>
              <a:ahLst/>
              <a:cxnLst/>
              <a:rect l="l" t="t" r="r" b="b"/>
              <a:pathLst>
                <a:path w="2174" h="2844" extrusionOk="0">
                  <a:moveTo>
                    <a:pt x="1449" y="0"/>
                  </a:moveTo>
                  <a:cubicBezTo>
                    <a:pt x="1371" y="0"/>
                    <a:pt x="1292" y="24"/>
                    <a:pt x="1229" y="71"/>
                  </a:cubicBezTo>
                  <a:cubicBezTo>
                    <a:pt x="1197" y="103"/>
                    <a:pt x="0" y="953"/>
                    <a:pt x="0" y="2150"/>
                  </a:cubicBezTo>
                  <a:cubicBezTo>
                    <a:pt x="0" y="2403"/>
                    <a:pt x="95" y="2623"/>
                    <a:pt x="158" y="2844"/>
                  </a:cubicBezTo>
                  <a:lnTo>
                    <a:pt x="756" y="2844"/>
                  </a:lnTo>
                  <a:cubicBezTo>
                    <a:pt x="882" y="1898"/>
                    <a:pt x="1386" y="1048"/>
                    <a:pt x="2174" y="544"/>
                  </a:cubicBezTo>
                  <a:cubicBezTo>
                    <a:pt x="1954" y="260"/>
                    <a:pt x="1701" y="71"/>
                    <a:pt x="1670" y="71"/>
                  </a:cubicBezTo>
                  <a:cubicBezTo>
                    <a:pt x="1607" y="24"/>
                    <a:pt x="1528" y="0"/>
                    <a:pt x="14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87"/>
            <p:cNvSpPr/>
            <p:nvPr/>
          </p:nvSpPr>
          <p:spPr>
            <a:xfrm>
              <a:off x="-18428575" y="3352500"/>
              <a:ext cx="87450" cy="82725"/>
            </a:xfrm>
            <a:custGeom>
              <a:avLst/>
              <a:gdLst/>
              <a:ahLst/>
              <a:cxnLst/>
              <a:rect l="l" t="t" r="r" b="b"/>
              <a:pathLst>
                <a:path w="3498" h="3309" extrusionOk="0">
                  <a:moveTo>
                    <a:pt x="2426" y="1"/>
                  </a:moveTo>
                  <a:cubicBezTo>
                    <a:pt x="1166" y="1"/>
                    <a:pt x="158" y="946"/>
                    <a:pt x="0" y="2112"/>
                  </a:cubicBezTo>
                  <a:lnTo>
                    <a:pt x="1009" y="2112"/>
                  </a:lnTo>
                  <a:cubicBezTo>
                    <a:pt x="1607" y="2112"/>
                    <a:pt x="2080" y="2584"/>
                    <a:pt x="2080" y="3183"/>
                  </a:cubicBezTo>
                  <a:lnTo>
                    <a:pt x="2080" y="3309"/>
                  </a:lnTo>
                  <a:cubicBezTo>
                    <a:pt x="2899" y="2899"/>
                    <a:pt x="3497" y="2049"/>
                    <a:pt x="3497" y="1072"/>
                  </a:cubicBezTo>
                  <a:lnTo>
                    <a:pt x="3497" y="347"/>
                  </a:lnTo>
                  <a:cubicBezTo>
                    <a:pt x="3497" y="158"/>
                    <a:pt x="3340"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87"/>
            <p:cNvSpPr/>
            <p:nvPr/>
          </p:nvSpPr>
          <p:spPr>
            <a:xfrm>
              <a:off x="-18645175" y="3334400"/>
              <a:ext cx="70900" cy="70900"/>
            </a:xfrm>
            <a:custGeom>
              <a:avLst/>
              <a:gdLst/>
              <a:ahLst/>
              <a:cxnLst/>
              <a:rect l="l" t="t" r="r" b="b"/>
              <a:pathLst>
                <a:path w="2836" h="2836" extrusionOk="0">
                  <a:moveTo>
                    <a:pt x="1765" y="0"/>
                  </a:moveTo>
                  <a:cubicBezTo>
                    <a:pt x="788" y="0"/>
                    <a:pt x="1" y="788"/>
                    <a:pt x="1" y="1796"/>
                  </a:cubicBezTo>
                  <a:lnTo>
                    <a:pt x="1" y="2489"/>
                  </a:lnTo>
                  <a:cubicBezTo>
                    <a:pt x="1" y="2678"/>
                    <a:pt x="158" y="2836"/>
                    <a:pt x="347" y="2836"/>
                  </a:cubicBezTo>
                  <a:lnTo>
                    <a:pt x="1072" y="2836"/>
                  </a:lnTo>
                  <a:cubicBezTo>
                    <a:pt x="2048" y="2836"/>
                    <a:pt x="2836" y="2048"/>
                    <a:pt x="2836" y="1071"/>
                  </a:cubicBezTo>
                  <a:lnTo>
                    <a:pt x="2836" y="347"/>
                  </a:lnTo>
                  <a:cubicBezTo>
                    <a:pt x="2836" y="158"/>
                    <a:pt x="2679"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6" name="Google Shape;7306;p87"/>
          <p:cNvGrpSpPr/>
          <p:nvPr/>
        </p:nvGrpSpPr>
        <p:grpSpPr>
          <a:xfrm>
            <a:off x="4604184" y="2242989"/>
            <a:ext cx="452798" cy="450507"/>
            <a:chOff x="-18645175" y="3708500"/>
            <a:chExt cx="306400" cy="304850"/>
          </a:xfrm>
        </p:grpSpPr>
        <p:sp>
          <p:nvSpPr>
            <p:cNvPr id="7307" name="Google Shape;7307;p87"/>
            <p:cNvSpPr/>
            <p:nvPr/>
          </p:nvSpPr>
          <p:spPr>
            <a:xfrm>
              <a:off x="-18555375" y="3817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87"/>
            <p:cNvSpPr/>
            <p:nvPr/>
          </p:nvSpPr>
          <p:spPr>
            <a:xfrm>
              <a:off x="-18501825" y="3894000"/>
              <a:ext cx="18150" cy="16950"/>
            </a:xfrm>
            <a:custGeom>
              <a:avLst/>
              <a:gdLst/>
              <a:ahLst/>
              <a:cxnLst/>
              <a:rect l="l" t="t" r="r" b="b"/>
              <a:pathLst>
                <a:path w="726" h="678" extrusionOk="0">
                  <a:moveTo>
                    <a:pt x="351" y="0"/>
                  </a:moveTo>
                  <a:cubicBezTo>
                    <a:pt x="197" y="0"/>
                    <a:pt x="48" y="79"/>
                    <a:pt x="0" y="237"/>
                  </a:cubicBezTo>
                  <a:lnTo>
                    <a:pt x="379" y="678"/>
                  </a:lnTo>
                  <a:lnTo>
                    <a:pt x="725" y="237"/>
                  </a:lnTo>
                  <a:cubicBezTo>
                    <a:pt x="662" y="79"/>
                    <a:pt x="505" y="0"/>
                    <a:pt x="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87"/>
            <p:cNvSpPr/>
            <p:nvPr/>
          </p:nvSpPr>
          <p:spPr>
            <a:xfrm>
              <a:off x="-18546725" y="3835325"/>
              <a:ext cx="108725" cy="124450"/>
            </a:xfrm>
            <a:custGeom>
              <a:avLst/>
              <a:gdLst/>
              <a:ahLst/>
              <a:cxnLst/>
              <a:rect l="l" t="t" r="r" b="b"/>
              <a:pathLst>
                <a:path w="4349" h="4978" extrusionOk="0">
                  <a:moveTo>
                    <a:pt x="2175" y="0"/>
                  </a:moveTo>
                  <a:cubicBezTo>
                    <a:pt x="1481" y="0"/>
                    <a:pt x="914" y="473"/>
                    <a:pt x="757" y="1134"/>
                  </a:cubicBezTo>
                  <a:lnTo>
                    <a:pt x="221" y="3151"/>
                  </a:lnTo>
                  <a:cubicBezTo>
                    <a:pt x="1" y="4096"/>
                    <a:pt x="725" y="4978"/>
                    <a:pt x="1639" y="4978"/>
                  </a:cubicBezTo>
                  <a:lnTo>
                    <a:pt x="1796" y="4978"/>
                  </a:lnTo>
                  <a:lnTo>
                    <a:pt x="1796" y="3686"/>
                  </a:lnTo>
                  <a:lnTo>
                    <a:pt x="1198" y="2899"/>
                  </a:lnTo>
                  <a:cubicBezTo>
                    <a:pt x="1135" y="2804"/>
                    <a:pt x="1103" y="2741"/>
                    <a:pt x="1103" y="2647"/>
                  </a:cubicBezTo>
                  <a:cubicBezTo>
                    <a:pt x="1103" y="2048"/>
                    <a:pt x="1576" y="1575"/>
                    <a:pt x="2175" y="1575"/>
                  </a:cubicBezTo>
                  <a:cubicBezTo>
                    <a:pt x="2773" y="1575"/>
                    <a:pt x="3246" y="2048"/>
                    <a:pt x="3246" y="2647"/>
                  </a:cubicBezTo>
                  <a:cubicBezTo>
                    <a:pt x="3246" y="2741"/>
                    <a:pt x="3183" y="2804"/>
                    <a:pt x="3151" y="2899"/>
                  </a:cubicBezTo>
                  <a:lnTo>
                    <a:pt x="2521" y="3686"/>
                  </a:lnTo>
                  <a:lnTo>
                    <a:pt x="2521" y="4978"/>
                  </a:lnTo>
                  <a:lnTo>
                    <a:pt x="2679" y="4978"/>
                  </a:lnTo>
                  <a:cubicBezTo>
                    <a:pt x="3624" y="4978"/>
                    <a:pt x="4348" y="4064"/>
                    <a:pt x="4096" y="3151"/>
                  </a:cubicBezTo>
                  <a:lnTo>
                    <a:pt x="3592" y="1134"/>
                  </a:lnTo>
                  <a:cubicBezTo>
                    <a:pt x="3435" y="441"/>
                    <a:pt x="2836" y="0"/>
                    <a:pt x="21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87"/>
            <p:cNvSpPr/>
            <p:nvPr/>
          </p:nvSpPr>
          <p:spPr>
            <a:xfrm>
              <a:off x="-18644375" y="3728200"/>
              <a:ext cx="305600" cy="285150"/>
            </a:xfrm>
            <a:custGeom>
              <a:avLst/>
              <a:gdLst/>
              <a:ahLst/>
              <a:cxnLst/>
              <a:rect l="l" t="t" r="r" b="b"/>
              <a:pathLst>
                <a:path w="12224" h="11406" extrusionOk="0">
                  <a:moveTo>
                    <a:pt x="8128" y="2836"/>
                  </a:moveTo>
                  <a:cubicBezTo>
                    <a:pt x="8695" y="2836"/>
                    <a:pt x="9168" y="3309"/>
                    <a:pt x="9168" y="3907"/>
                  </a:cubicBezTo>
                  <a:cubicBezTo>
                    <a:pt x="9257" y="4501"/>
                    <a:pt x="8814" y="4984"/>
                    <a:pt x="8182" y="4984"/>
                  </a:cubicBezTo>
                  <a:cubicBezTo>
                    <a:pt x="8143" y="4984"/>
                    <a:pt x="8105" y="4982"/>
                    <a:pt x="8065" y="4978"/>
                  </a:cubicBezTo>
                  <a:lnTo>
                    <a:pt x="8065" y="4978"/>
                  </a:lnTo>
                  <a:cubicBezTo>
                    <a:pt x="8128" y="5041"/>
                    <a:pt x="8160" y="5136"/>
                    <a:pt x="8160" y="5199"/>
                  </a:cubicBezTo>
                  <a:lnTo>
                    <a:pt x="8664" y="7247"/>
                  </a:lnTo>
                  <a:cubicBezTo>
                    <a:pt x="9011" y="8633"/>
                    <a:pt x="7971" y="9988"/>
                    <a:pt x="6553" y="9988"/>
                  </a:cubicBezTo>
                  <a:lnTo>
                    <a:pt x="5513" y="9988"/>
                  </a:lnTo>
                  <a:cubicBezTo>
                    <a:pt x="4096" y="9988"/>
                    <a:pt x="3025" y="8633"/>
                    <a:pt x="3403" y="7247"/>
                  </a:cubicBezTo>
                  <a:lnTo>
                    <a:pt x="3907" y="5199"/>
                  </a:lnTo>
                  <a:cubicBezTo>
                    <a:pt x="3938" y="5136"/>
                    <a:pt x="3938" y="5041"/>
                    <a:pt x="3970" y="4978"/>
                  </a:cubicBezTo>
                  <a:lnTo>
                    <a:pt x="3970" y="4978"/>
                  </a:lnTo>
                  <a:cubicBezTo>
                    <a:pt x="3934" y="4982"/>
                    <a:pt x="3899" y="4983"/>
                    <a:pt x="3864" y="4983"/>
                  </a:cubicBezTo>
                  <a:cubicBezTo>
                    <a:pt x="3255" y="4983"/>
                    <a:pt x="2804" y="4473"/>
                    <a:pt x="2804" y="3907"/>
                  </a:cubicBezTo>
                  <a:cubicBezTo>
                    <a:pt x="2804" y="3309"/>
                    <a:pt x="3277" y="2836"/>
                    <a:pt x="3875" y="2836"/>
                  </a:cubicBezTo>
                  <a:cubicBezTo>
                    <a:pt x="4411" y="2836"/>
                    <a:pt x="4883" y="3277"/>
                    <a:pt x="4915" y="3844"/>
                  </a:cubicBezTo>
                  <a:cubicBezTo>
                    <a:pt x="5230" y="3624"/>
                    <a:pt x="5608" y="3561"/>
                    <a:pt x="5986" y="3561"/>
                  </a:cubicBezTo>
                  <a:cubicBezTo>
                    <a:pt x="6396" y="3561"/>
                    <a:pt x="6742" y="3687"/>
                    <a:pt x="7057" y="3844"/>
                  </a:cubicBezTo>
                  <a:cubicBezTo>
                    <a:pt x="7089" y="3277"/>
                    <a:pt x="7561" y="2836"/>
                    <a:pt x="8128" y="2836"/>
                  </a:cubicBezTo>
                  <a:close/>
                  <a:moveTo>
                    <a:pt x="4285" y="1"/>
                  </a:moveTo>
                  <a:cubicBezTo>
                    <a:pt x="2710" y="1"/>
                    <a:pt x="1449" y="946"/>
                    <a:pt x="1449" y="2143"/>
                  </a:cubicBezTo>
                  <a:lnTo>
                    <a:pt x="1449" y="2773"/>
                  </a:lnTo>
                  <a:cubicBezTo>
                    <a:pt x="1449" y="4380"/>
                    <a:pt x="945" y="5955"/>
                    <a:pt x="95" y="7310"/>
                  </a:cubicBezTo>
                  <a:cubicBezTo>
                    <a:pt x="0" y="7373"/>
                    <a:pt x="0" y="7530"/>
                    <a:pt x="32" y="7625"/>
                  </a:cubicBezTo>
                  <a:cubicBezTo>
                    <a:pt x="945" y="9893"/>
                    <a:pt x="3182" y="11405"/>
                    <a:pt x="5671" y="11405"/>
                  </a:cubicBezTo>
                  <a:lnTo>
                    <a:pt x="6553" y="11405"/>
                  </a:lnTo>
                  <a:cubicBezTo>
                    <a:pt x="9011" y="11405"/>
                    <a:pt x="11216" y="9893"/>
                    <a:pt x="12161" y="7625"/>
                  </a:cubicBezTo>
                  <a:cubicBezTo>
                    <a:pt x="12224" y="7499"/>
                    <a:pt x="12224" y="7373"/>
                    <a:pt x="12129" y="7310"/>
                  </a:cubicBezTo>
                  <a:cubicBezTo>
                    <a:pt x="11184" y="5955"/>
                    <a:pt x="10680" y="4380"/>
                    <a:pt x="10680" y="2773"/>
                  </a:cubicBezTo>
                  <a:lnTo>
                    <a:pt x="10680" y="2143"/>
                  </a:lnTo>
                  <a:cubicBezTo>
                    <a:pt x="10680" y="946"/>
                    <a:pt x="9420" y="1"/>
                    <a:pt x="7845" y="1"/>
                  </a:cubicBezTo>
                  <a:cubicBezTo>
                    <a:pt x="7183" y="1"/>
                    <a:pt x="6553" y="158"/>
                    <a:pt x="6081" y="473"/>
                  </a:cubicBezTo>
                  <a:cubicBezTo>
                    <a:pt x="5545" y="158"/>
                    <a:pt x="4915" y="1"/>
                    <a:pt x="42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87"/>
            <p:cNvSpPr/>
            <p:nvPr/>
          </p:nvSpPr>
          <p:spPr>
            <a:xfrm>
              <a:off x="-18448275" y="38172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5" y="536"/>
                    <a:pt x="725"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87"/>
            <p:cNvSpPr/>
            <p:nvPr/>
          </p:nvSpPr>
          <p:spPr>
            <a:xfrm>
              <a:off x="-18645175" y="3708500"/>
              <a:ext cx="74050" cy="91400"/>
            </a:xfrm>
            <a:custGeom>
              <a:avLst/>
              <a:gdLst/>
              <a:ahLst/>
              <a:cxnLst/>
              <a:rect l="l" t="t" r="r" b="b"/>
              <a:pathLst>
                <a:path w="2962" h="3656" extrusionOk="0">
                  <a:moveTo>
                    <a:pt x="2111" y="1"/>
                  </a:moveTo>
                  <a:cubicBezTo>
                    <a:pt x="946" y="1"/>
                    <a:pt x="1" y="946"/>
                    <a:pt x="1" y="2143"/>
                  </a:cubicBezTo>
                  <a:cubicBezTo>
                    <a:pt x="1" y="2710"/>
                    <a:pt x="221" y="3277"/>
                    <a:pt x="631" y="3656"/>
                  </a:cubicBezTo>
                  <a:lnTo>
                    <a:pt x="631" y="3498"/>
                  </a:lnTo>
                  <a:lnTo>
                    <a:pt x="631" y="2868"/>
                  </a:lnTo>
                  <a:cubicBezTo>
                    <a:pt x="631" y="1608"/>
                    <a:pt x="1576" y="600"/>
                    <a:pt x="2962" y="190"/>
                  </a:cubicBezTo>
                  <a:cubicBezTo>
                    <a:pt x="2679" y="95"/>
                    <a:pt x="2395"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87"/>
            <p:cNvSpPr/>
            <p:nvPr/>
          </p:nvSpPr>
          <p:spPr>
            <a:xfrm>
              <a:off x="-18415975" y="3710075"/>
              <a:ext cx="74850" cy="92975"/>
            </a:xfrm>
            <a:custGeom>
              <a:avLst/>
              <a:gdLst/>
              <a:ahLst/>
              <a:cxnLst/>
              <a:rect l="l" t="t" r="r" b="b"/>
              <a:pathLst>
                <a:path w="2994" h="3719" extrusionOk="0">
                  <a:moveTo>
                    <a:pt x="883" y="1"/>
                  </a:moveTo>
                  <a:cubicBezTo>
                    <a:pt x="568" y="1"/>
                    <a:pt x="284" y="64"/>
                    <a:pt x="1" y="190"/>
                  </a:cubicBezTo>
                  <a:cubicBezTo>
                    <a:pt x="1292" y="568"/>
                    <a:pt x="2206" y="1608"/>
                    <a:pt x="2206" y="2836"/>
                  </a:cubicBezTo>
                  <a:lnTo>
                    <a:pt x="2206" y="3466"/>
                  </a:lnTo>
                  <a:cubicBezTo>
                    <a:pt x="2206" y="3529"/>
                    <a:pt x="2206" y="3656"/>
                    <a:pt x="2237" y="3719"/>
                  </a:cubicBezTo>
                  <a:cubicBezTo>
                    <a:pt x="2710" y="3340"/>
                    <a:pt x="2993" y="2742"/>
                    <a:pt x="2993" y="2112"/>
                  </a:cubicBezTo>
                  <a:cubicBezTo>
                    <a:pt x="2993" y="946"/>
                    <a:pt x="2048" y="1"/>
                    <a:pt x="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4" name="Google Shape;7314;p87"/>
          <p:cNvGrpSpPr/>
          <p:nvPr/>
        </p:nvGrpSpPr>
        <p:grpSpPr>
          <a:xfrm>
            <a:off x="4601857" y="2795630"/>
            <a:ext cx="457453" cy="451763"/>
            <a:chOff x="-18647525" y="4082625"/>
            <a:chExt cx="309550" cy="305700"/>
          </a:xfrm>
        </p:grpSpPr>
        <p:sp>
          <p:nvSpPr>
            <p:cNvPr id="7315" name="Google Shape;7315;p87"/>
            <p:cNvSpPr/>
            <p:nvPr/>
          </p:nvSpPr>
          <p:spPr>
            <a:xfrm>
              <a:off x="-18609725" y="4082625"/>
              <a:ext cx="123675" cy="61475"/>
            </a:xfrm>
            <a:custGeom>
              <a:avLst/>
              <a:gdLst/>
              <a:ahLst/>
              <a:cxnLst/>
              <a:rect l="l" t="t" r="r" b="b"/>
              <a:pathLst>
                <a:path w="4947" h="2459" extrusionOk="0">
                  <a:moveTo>
                    <a:pt x="2473" y="1"/>
                  </a:moveTo>
                  <a:cubicBezTo>
                    <a:pt x="2387" y="1"/>
                    <a:pt x="2300" y="32"/>
                    <a:pt x="2237" y="95"/>
                  </a:cubicBezTo>
                  <a:cubicBezTo>
                    <a:pt x="2206" y="127"/>
                    <a:pt x="1576" y="694"/>
                    <a:pt x="1450" y="1481"/>
                  </a:cubicBezTo>
                  <a:cubicBezTo>
                    <a:pt x="1324" y="1418"/>
                    <a:pt x="1166" y="1418"/>
                    <a:pt x="1071" y="1418"/>
                  </a:cubicBezTo>
                  <a:lnTo>
                    <a:pt x="347" y="1418"/>
                  </a:lnTo>
                  <a:cubicBezTo>
                    <a:pt x="158" y="1418"/>
                    <a:pt x="0" y="1576"/>
                    <a:pt x="0" y="1797"/>
                  </a:cubicBezTo>
                  <a:cubicBezTo>
                    <a:pt x="0" y="2017"/>
                    <a:pt x="32" y="2206"/>
                    <a:pt x="126" y="2427"/>
                  </a:cubicBezTo>
                  <a:cubicBezTo>
                    <a:pt x="1008" y="2175"/>
                    <a:pt x="1922" y="2175"/>
                    <a:pt x="2489" y="2175"/>
                  </a:cubicBezTo>
                  <a:cubicBezTo>
                    <a:pt x="3277" y="2175"/>
                    <a:pt x="4096" y="2206"/>
                    <a:pt x="4852" y="2458"/>
                  </a:cubicBezTo>
                  <a:cubicBezTo>
                    <a:pt x="4915" y="2269"/>
                    <a:pt x="4947" y="2017"/>
                    <a:pt x="4947" y="1797"/>
                  </a:cubicBezTo>
                  <a:cubicBezTo>
                    <a:pt x="4947" y="1576"/>
                    <a:pt x="4789" y="1418"/>
                    <a:pt x="4600" y="1418"/>
                  </a:cubicBezTo>
                  <a:lnTo>
                    <a:pt x="3907" y="1418"/>
                  </a:lnTo>
                  <a:cubicBezTo>
                    <a:pt x="3781" y="1418"/>
                    <a:pt x="3623" y="1418"/>
                    <a:pt x="3497" y="1481"/>
                  </a:cubicBezTo>
                  <a:cubicBezTo>
                    <a:pt x="3340" y="694"/>
                    <a:pt x="2710" y="127"/>
                    <a:pt x="2710" y="95"/>
                  </a:cubicBezTo>
                  <a:cubicBezTo>
                    <a:pt x="2647" y="32"/>
                    <a:pt x="2560" y="1"/>
                    <a:pt x="24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87"/>
            <p:cNvSpPr/>
            <p:nvPr/>
          </p:nvSpPr>
          <p:spPr>
            <a:xfrm>
              <a:off x="-18647525" y="4155875"/>
              <a:ext cx="148075" cy="195350"/>
            </a:xfrm>
            <a:custGeom>
              <a:avLst/>
              <a:gdLst/>
              <a:ahLst/>
              <a:cxnLst/>
              <a:rect l="l" t="t" r="r" b="b"/>
              <a:pathLst>
                <a:path w="5923" h="7814" extrusionOk="0">
                  <a:moveTo>
                    <a:pt x="1859" y="2836"/>
                  </a:moveTo>
                  <a:cubicBezTo>
                    <a:pt x="2048" y="2836"/>
                    <a:pt x="2205" y="2994"/>
                    <a:pt x="2205" y="3183"/>
                  </a:cubicBezTo>
                  <a:lnTo>
                    <a:pt x="2205" y="3907"/>
                  </a:lnTo>
                  <a:cubicBezTo>
                    <a:pt x="2205" y="4096"/>
                    <a:pt x="2048" y="4254"/>
                    <a:pt x="1859" y="4254"/>
                  </a:cubicBezTo>
                  <a:cubicBezTo>
                    <a:pt x="1670" y="4254"/>
                    <a:pt x="1512" y="4096"/>
                    <a:pt x="1512" y="3907"/>
                  </a:cubicBezTo>
                  <a:lnTo>
                    <a:pt x="1512" y="3183"/>
                  </a:lnTo>
                  <a:cubicBezTo>
                    <a:pt x="1512" y="2994"/>
                    <a:pt x="1670" y="2836"/>
                    <a:pt x="1859" y="2836"/>
                  </a:cubicBezTo>
                  <a:close/>
                  <a:moveTo>
                    <a:pt x="3938" y="1"/>
                  </a:moveTo>
                  <a:cubicBezTo>
                    <a:pt x="2678" y="1"/>
                    <a:pt x="0" y="1"/>
                    <a:pt x="0" y="2836"/>
                  </a:cubicBezTo>
                  <a:cubicBezTo>
                    <a:pt x="0" y="4569"/>
                    <a:pt x="914" y="6774"/>
                    <a:pt x="2205" y="7814"/>
                  </a:cubicBezTo>
                  <a:cubicBezTo>
                    <a:pt x="2016" y="6995"/>
                    <a:pt x="1985" y="6018"/>
                    <a:pt x="2268" y="4915"/>
                  </a:cubicBezTo>
                  <a:cubicBezTo>
                    <a:pt x="2457" y="4222"/>
                    <a:pt x="2741" y="3466"/>
                    <a:pt x="3088" y="2805"/>
                  </a:cubicBezTo>
                  <a:cubicBezTo>
                    <a:pt x="2962" y="2710"/>
                    <a:pt x="2899" y="2647"/>
                    <a:pt x="2899" y="2490"/>
                  </a:cubicBezTo>
                  <a:lnTo>
                    <a:pt x="2899" y="1765"/>
                  </a:lnTo>
                  <a:cubicBezTo>
                    <a:pt x="2899" y="1576"/>
                    <a:pt x="3056" y="1418"/>
                    <a:pt x="3245" y="1418"/>
                  </a:cubicBezTo>
                  <a:cubicBezTo>
                    <a:pt x="3434" y="1418"/>
                    <a:pt x="3592" y="1576"/>
                    <a:pt x="3592" y="1765"/>
                  </a:cubicBezTo>
                  <a:lnTo>
                    <a:pt x="3592" y="1954"/>
                  </a:lnTo>
                  <a:cubicBezTo>
                    <a:pt x="3781" y="1702"/>
                    <a:pt x="4033" y="1450"/>
                    <a:pt x="4222" y="1229"/>
                  </a:cubicBezTo>
                  <a:cubicBezTo>
                    <a:pt x="4726" y="694"/>
                    <a:pt x="5324" y="347"/>
                    <a:pt x="5923" y="190"/>
                  </a:cubicBezTo>
                  <a:cubicBezTo>
                    <a:pt x="5293" y="32"/>
                    <a:pt x="4631" y="1"/>
                    <a:pt x="39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87"/>
            <p:cNvSpPr/>
            <p:nvPr/>
          </p:nvSpPr>
          <p:spPr>
            <a:xfrm>
              <a:off x="-18442750" y="4150575"/>
              <a:ext cx="102400" cy="100625"/>
            </a:xfrm>
            <a:custGeom>
              <a:avLst/>
              <a:gdLst/>
              <a:ahLst/>
              <a:cxnLst/>
              <a:rect l="l" t="t" r="r" b="b"/>
              <a:pathLst>
                <a:path w="4096" h="4025" extrusionOk="0">
                  <a:moveTo>
                    <a:pt x="630" y="0"/>
                  </a:moveTo>
                  <a:cubicBezTo>
                    <a:pt x="544" y="0"/>
                    <a:pt x="457" y="39"/>
                    <a:pt x="378" y="118"/>
                  </a:cubicBezTo>
                  <a:cubicBezTo>
                    <a:pt x="221" y="276"/>
                    <a:pt x="95" y="496"/>
                    <a:pt x="0" y="685"/>
                  </a:cubicBezTo>
                  <a:cubicBezTo>
                    <a:pt x="851" y="1063"/>
                    <a:pt x="1481" y="1725"/>
                    <a:pt x="1891" y="2134"/>
                  </a:cubicBezTo>
                  <a:cubicBezTo>
                    <a:pt x="2300" y="2513"/>
                    <a:pt x="2962" y="3206"/>
                    <a:pt x="3371" y="4025"/>
                  </a:cubicBezTo>
                  <a:cubicBezTo>
                    <a:pt x="3560" y="3962"/>
                    <a:pt x="3749" y="3836"/>
                    <a:pt x="3907" y="3647"/>
                  </a:cubicBezTo>
                  <a:cubicBezTo>
                    <a:pt x="4096" y="3552"/>
                    <a:pt x="4096" y="3332"/>
                    <a:pt x="3938" y="3206"/>
                  </a:cubicBezTo>
                  <a:lnTo>
                    <a:pt x="3434" y="2702"/>
                  </a:lnTo>
                  <a:cubicBezTo>
                    <a:pt x="3371" y="2607"/>
                    <a:pt x="3245" y="2544"/>
                    <a:pt x="3119" y="2450"/>
                  </a:cubicBezTo>
                  <a:cubicBezTo>
                    <a:pt x="3560" y="1788"/>
                    <a:pt x="3529" y="937"/>
                    <a:pt x="3529" y="906"/>
                  </a:cubicBezTo>
                  <a:cubicBezTo>
                    <a:pt x="3529" y="717"/>
                    <a:pt x="3371" y="591"/>
                    <a:pt x="3151" y="559"/>
                  </a:cubicBezTo>
                  <a:cubicBezTo>
                    <a:pt x="3147" y="559"/>
                    <a:pt x="3130" y="559"/>
                    <a:pt x="3103" y="559"/>
                  </a:cubicBezTo>
                  <a:cubicBezTo>
                    <a:pt x="2910" y="559"/>
                    <a:pt x="2190" y="583"/>
                    <a:pt x="1639" y="969"/>
                  </a:cubicBezTo>
                  <a:cubicBezTo>
                    <a:pt x="1544" y="843"/>
                    <a:pt x="1481" y="748"/>
                    <a:pt x="1387" y="654"/>
                  </a:cubicBezTo>
                  <a:lnTo>
                    <a:pt x="882" y="118"/>
                  </a:lnTo>
                  <a:cubicBezTo>
                    <a:pt x="804" y="39"/>
                    <a:pt x="717" y="0"/>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87"/>
            <p:cNvSpPr/>
            <p:nvPr/>
          </p:nvSpPr>
          <p:spPr>
            <a:xfrm>
              <a:off x="-18581375" y="4176775"/>
              <a:ext cx="243400" cy="211550"/>
            </a:xfrm>
            <a:custGeom>
              <a:avLst/>
              <a:gdLst/>
              <a:ahLst/>
              <a:cxnLst/>
              <a:rect l="l" t="t" r="r" b="b"/>
              <a:pathLst>
                <a:path w="9736" h="8462" extrusionOk="0">
                  <a:moveTo>
                    <a:pt x="4191" y="1000"/>
                  </a:moveTo>
                  <a:cubicBezTo>
                    <a:pt x="4277" y="1000"/>
                    <a:pt x="4364" y="1039"/>
                    <a:pt x="4443" y="1118"/>
                  </a:cubicBezTo>
                  <a:cubicBezTo>
                    <a:pt x="4600" y="1275"/>
                    <a:pt x="4600" y="1465"/>
                    <a:pt x="4443" y="1654"/>
                  </a:cubicBezTo>
                  <a:lnTo>
                    <a:pt x="3939" y="2158"/>
                  </a:lnTo>
                  <a:cubicBezTo>
                    <a:pt x="3860" y="2236"/>
                    <a:pt x="3765" y="2276"/>
                    <a:pt x="3675" y="2276"/>
                  </a:cubicBezTo>
                  <a:cubicBezTo>
                    <a:pt x="3584" y="2276"/>
                    <a:pt x="3498" y="2236"/>
                    <a:pt x="3435" y="2158"/>
                  </a:cubicBezTo>
                  <a:cubicBezTo>
                    <a:pt x="3277" y="2000"/>
                    <a:pt x="3277" y="1811"/>
                    <a:pt x="3435" y="1654"/>
                  </a:cubicBezTo>
                  <a:lnTo>
                    <a:pt x="3939" y="1118"/>
                  </a:lnTo>
                  <a:cubicBezTo>
                    <a:pt x="4017" y="1039"/>
                    <a:pt x="4104" y="1000"/>
                    <a:pt x="4191" y="1000"/>
                  </a:cubicBezTo>
                  <a:close/>
                  <a:moveTo>
                    <a:pt x="5230" y="3048"/>
                  </a:moveTo>
                  <a:cubicBezTo>
                    <a:pt x="5317" y="3048"/>
                    <a:pt x="5404" y="3087"/>
                    <a:pt x="5482" y="3166"/>
                  </a:cubicBezTo>
                  <a:cubicBezTo>
                    <a:pt x="5640" y="3323"/>
                    <a:pt x="5640" y="3512"/>
                    <a:pt x="5482" y="3701"/>
                  </a:cubicBezTo>
                  <a:lnTo>
                    <a:pt x="4978" y="4205"/>
                  </a:lnTo>
                  <a:cubicBezTo>
                    <a:pt x="4900" y="4284"/>
                    <a:pt x="4805" y="4324"/>
                    <a:pt x="4710" y="4324"/>
                  </a:cubicBezTo>
                  <a:cubicBezTo>
                    <a:pt x="4616" y="4324"/>
                    <a:pt x="4521" y="4284"/>
                    <a:pt x="4443" y="4205"/>
                  </a:cubicBezTo>
                  <a:cubicBezTo>
                    <a:pt x="4285" y="4048"/>
                    <a:pt x="4285" y="3796"/>
                    <a:pt x="4443" y="3701"/>
                  </a:cubicBezTo>
                  <a:lnTo>
                    <a:pt x="4978" y="3166"/>
                  </a:lnTo>
                  <a:cubicBezTo>
                    <a:pt x="5057" y="3087"/>
                    <a:pt x="5144" y="3048"/>
                    <a:pt x="5230" y="3048"/>
                  </a:cubicBezTo>
                  <a:close/>
                  <a:moveTo>
                    <a:pt x="2674" y="3583"/>
                  </a:moveTo>
                  <a:cubicBezTo>
                    <a:pt x="2765" y="3583"/>
                    <a:pt x="2852" y="3623"/>
                    <a:pt x="2930" y="3701"/>
                  </a:cubicBezTo>
                  <a:cubicBezTo>
                    <a:pt x="3088" y="3796"/>
                    <a:pt x="3088" y="4048"/>
                    <a:pt x="2930" y="4205"/>
                  </a:cubicBezTo>
                  <a:lnTo>
                    <a:pt x="2395" y="4710"/>
                  </a:lnTo>
                  <a:cubicBezTo>
                    <a:pt x="2316" y="4788"/>
                    <a:pt x="2229" y="4828"/>
                    <a:pt x="2143" y="4828"/>
                  </a:cubicBezTo>
                  <a:cubicBezTo>
                    <a:pt x="2056" y="4828"/>
                    <a:pt x="1970" y="4788"/>
                    <a:pt x="1891" y="4710"/>
                  </a:cubicBezTo>
                  <a:cubicBezTo>
                    <a:pt x="1733" y="4552"/>
                    <a:pt x="1733" y="4363"/>
                    <a:pt x="1891" y="4205"/>
                  </a:cubicBezTo>
                  <a:lnTo>
                    <a:pt x="2395" y="3701"/>
                  </a:lnTo>
                  <a:cubicBezTo>
                    <a:pt x="2489" y="3623"/>
                    <a:pt x="2584" y="3583"/>
                    <a:pt x="2674" y="3583"/>
                  </a:cubicBezTo>
                  <a:close/>
                  <a:moveTo>
                    <a:pt x="7207" y="4087"/>
                  </a:moveTo>
                  <a:cubicBezTo>
                    <a:pt x="7302" y="4087"/>
                    <a:pt x="7388" y="4127"/>
                    <a:pt x="7436" y="4205"/>
                  </a:cubicBezTo>
                  <a:cubicBezTo>
                    <a:pt x="7625" y="4363"/>
                    <a:pt x="7625" y="4552"/>
                    <a:pt x="7436" y="4710"/>
                  </a:cubicBezTo>
                  <a:lnTo>
                    <a:pt x="6932" y="5214"/>
                  </a:lnTo>
                  <a:cubicBezTo>
                    <a:pt x="6853" y="5292"/>
                    <a:pt x="6766" y="5332"/>
                    <a:pt x="6680" y="5332"/>
                  </a:cubicBezTo>
                  <a:cubicBezTo>
                    <a:pt x="6593" y="5332"/>
                    <a:pt x="6506" y="5292"/>
                    <a:pt x="6427" y="5214"/>
                  </a:cubicBezTo>
                  <a:cubicBezTo>
                    <a:pt x="6270" y="5056"/>
                    <a:pt x="6270" y="4867"/>
                    <a:pt x="6427" y="4710"/>
                  </a:cubicBezTo>
                  <a:lnTo>
                    <a:pt x="6932" y="4205"/>
                  </a:lnTo>
                  <a:cubicBezTo>
                    <a:pt x="7010" y="4127"/>
                    <a:pt x="7113" y="4087"/>
                    <a:pt x="7207" y="4087"/>
                  </a:cubicBezTo>
                  <a:close/>
                  <a:moveTo>
                    <a:pt x="5388" y="4875"/>
                  </a:moveTo>
                  <a:cubicBezTo>
                    <a:pt x="5474" y="4875"/>
                    <a:pt x="5561" y="4914"/>
                    <a:pt x="5640" y="4993"/>
                  </a:cubicBezTo>
                  <a:cubicBezTo>
                    <a:pt x="5797" y="5151"/>
                    <a:pt x="5797" y="5340"/>
                    <a:pt x="5640" y="5497"/>
                  </a:cubicBezTo>
                  <a:lnTo>
                    <a:pt x="5136" y="6001"/>
                  </a:lnTo>
                  <a:cubicBezTo>
                    <a:pt x="5057" y="6080"/>
                    <a:pt x="4963" y="6119"/>
                    <a:pt x="4868" y="6119"/>
                  </a:cubicBezTo>
                  <a:cubicBezTo>
                    <a:pt x="4773" y="6119"/>
                    <a:pt x="4679" y="6080"/>
                    <a:pt x="4600" y="6001"/>
                  </a:cubicBezTo>
                  <a:cubicBezTo>
                    <a:pt x="4443" y="5844"/>
                    <a:pt x="4443" y="5655"/>
                    <a:pt x="4600" y="5497"/>
                  </a:cubicBezTo>
                  <a:lnTo>
                    <a:pt x="5136" y="4993"/>
                  </a:lnTo>
                  <a:cubicBezTo>
                    <a:pt x="5215" y="4914"/>
                    <a:pt x="5301" y="4875"/>
                    <a:pt x="5388" y="4875"/>
                  </a:cubicBezTo>
                  <a:close/>
                  <a:moveTo>
                    <a:pt x="2674" y="5568"/>
                  </a:moveTo>
                  <a:cubicBezTo>
                    <a:pt x="2765" y="5568"/>
                    <a:pt x="2852" y="5607"/>
                    <a:pt x="2930" y="5686"/>
                  </a:cubicBezTo>
                  <a:cubicBezTo>
                    <a:pt x="3088" y="5844"/>
                    <a:pt x="3088" y="6064"/>
                    <a:pt x="2930" y="6222"/>
                  </a:cubicBezTo>
                  <a:lnTo>
                    <a:pt x="2395" y="6726"/>
                  </a:lnTo>
                  <a:cubicBezTo>
                    <a:pt x="2316" y="6805"/>
                    <a:pt x="2229" y="6844"/>
                    <a:pt x="2143" y="6844"/>
                  </a:cubicBezTo>
                  <a:cubicBezTo>
                    <a:pt x="2056" y="6844"/>
                    <a:pt x="1970" y="6805"/>
                    <a:pt x="1891" y="6726"/>
                  </a:cubicBezTo>
                  <a:cubicBezTo>
                    <a:pt x="1733" y="6568"/>
                    <a:pt x="1733" y="6379"/>
                    <a:pt x="1891" y="6222"/>
                  </a:cubicBezTo>
                  <a:lnTo>
                    <a:pt x="2395" y="5686"/>
                  </a:lnTo>
                  <a:cubicBezTo>
                    <a:pt x="2489" y="5607"/>
                    <a:pt x="2584" y="5568"/>
                    <a:pt x="2674" y="5568"/>
                  </a:cubicBezTo>
                  <a:close/>
                  <a:moveTo>
                    <a:pt x="4065" y="1"/>
                  </a:moveTo>
                  <a:cubicBezTo>
                    <a:pt x="3468" y="1"/>
                    <a:pt x="2828" y="244"/>
                    <a:pt x="2174" y="897"/>
                  </a:cubicBezTo>
                  <a:cubicBezTo>
                    <a:pt x="1355" y="1717"/>
                    <a:pt x="662" y="2977"/>
                    <a:pt x="347" y="4268"/>
                  </a:cubicBezTo>
                  <a:cubicBezTo>
                    <a:pt x="0" y="5781"/>
                    <a:pt x="190" y="7009"/>
                    <a:pt x="914" y="7702"/>
                  </a:cubicBezTo>
                  <a:cubicBezTo>
                    <a:pt x="1466" y="8255"/>
                    <a:pt x="2204" y="8461"/>
                    <a:pt x="2972" y="8461"/>
                  </a:cubicBezTo>
                  <a:cubicBezTo>
                    <a:pt x="3430" y="8461"/>
                    <a:pt x="3900" y="8387"/>
                    <a:pt x="4348" y="8270"/>
                  </a:cubicBezTo>
                  <a:cubicBezTo>
                    <a:pt x="5608" y="7955"/>
                    <a:pt x="6900" y="7230"/>
                    <a:pt x="7719" y="6442"/>
                  </a:cubicBezTo>
                  <a:cubicBezTo>
                    <a:pt x="9736" y="4426"/>
                    <a:pt x="7845" y="2536"/>
                    <a:pt x="6963" y="1654"/>
                  </a:cubicBezTo>
                  <a:cubicBezTo>
                    <a:pt x="6367" y="1057"/>
                    <a:pt x="5310" y="1"/>
                    <a:pt x="4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9" name="Google Shape;7319;p87"/>
          <p:cNvGrpSpPr/>
          <p:nvPr/>
        </p:nvGrpSpPr>
        <p:grpSpPr>
          <a:xfrm>
            <a:off x="7412241" y="1689592"/>
            <a:ext cx="395755" cy="449288"/>
            <a:chOff x="-16775350" y="3309200"/>
            <a:chExt cx="267800" cy="304025"/>
          </a:xfrm>
        </p:grpSpPr>
        <p:sp>
          <p:nvSpPr>
            <p:cNvPr id="7320" name="Google Shape;7320;p87"/>
            <p:cNvSpPr/>
            <p:nvPr/>
          </p:nvSpPr>
          <p:spPr>
            <a:xfrm>
              <a:off x="-16775350" y="3309200"/>
              <a:ext cx="267800" cy="160675"/>
            </a:xfrm>
            <a:custGeom>
              <a:avLst/>
              <a:gdLst/>
              <a:ahLst/>
              <a:cxnLst/>
              <a:rect l="l" t="t" r="r" b="b"/>
              <a:pathLst>
                <a:path w="10712" h="6427" extrusionOk="0">
                  <a:moveTo>
                    <a:pt x="4978" y="1418"/>
                  </a:moveTo>
                  <a:cubicBezTo>
                    <a:pt x="5388" y="1418"/>
                    <a:pt x="5703" y="1733"/>
                    <a:pt x="5703" y="2111"/>
                  </a:cubicBezTo>
                  <a:cubicBezTo>
                    <a:pt x="5703" y="2520"/>
                    <a:pt x="5388" y="2835"/>
                    <a:pt x="4978" y="2835"/>
                  </a:cubicBezTo>
                  <a:cubicBezTo>
                    <a:pt x="4600" y="2835"/>
                    <a:pt x="4285" y="2520"/>
                    <a:pt x="4285" y="2111"/>
                  </a:cubicBezTo>
                  <a:cubicBezTo>
                    <a:pt x="4285" y="1733"/>
                    <a:pt x="4600" y="1418"/>
                    <a:pt x="4978" y="1418"/>
                  </a:cubicBezTo>
                  <a:close/>
                  <a:moveTo>
                    <a:pt x="3182" y="2867"/>
                  </a:moveTo>
                  <a:cubicBezTo>
                    <a:pt x="3781" y="2867"/>
                    <a:pt x="4254" y="3340"/>
                    <a:pt x="4254" y="3938"/>
                  </a:cubicBezTo>
                  <a:cubicBezTo>
                    <a:pt x="4285" y="4505"/>
                    <a:pt x="3781" y="5009"/>
                    <a:pt x="3182" y="5009"/>
                  </a:cubicBezTo>
                  <a:cubicBezTo>
                    <a:pt x="2584" y="5009"/>
                    <a:pt x="2111" y="4537"/>
                    <a:pt x="2111" y="3938"/>
                  </a:cubicBezTo>
                  <a:cubicBezTo>
                    <a:pt x="2111" y="3340"/>
                    <a:pt x="2584" y="2867"/>
                    <a:pt x="3182" y="2867"/>
                  </a:cubicBezTo>
                  <a:close/>
                  <a:moveTo>
                    <a:pt x="5356" y="0"/>
                  </a:moveTo>
                  <a:cubicBezTo>
                    <a:pt x="2395" y="0"/>
                    <a:pt x="0" y="2394"/>
                    <a:pt x="0" y="5356"/>
                  </a:cubicBezTo>
                  <a:cubicBezTo>
                    <a:pt x="0" y="5954"/>
                    <a:pt x="473" y="6427"/>
                    <a:pt x="1040" y="6427"/>
                  </a:cubicBezTo>
                  <a:lnTo>
                    <a:pt x="9609" y="6427"/>
                  </a:lnTo>
                  <a:cubicBezTo>
                    <a:pt x="10208" y="6427"/>
                    <a:pt x="10681" y="5954"/>
                    <a:pt x="10681" y="5356"/>
                  </a:cubicBezTo>
                  <a:cubicBezTo>
                    <a:pt x="10712" y="2394"/>
                    <a:pt x="8286"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87"/>
            <p:cNvSpPr/>
            <p:nvPr/>
          </p:nvSpPr>
          <p:spPr>
            <a:xfrm>
              <a:off x="-16704475" y="3398975"/>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87"/>
            <p:cNvSpPr/>
            <p:nvPr/>
          </p:nvSpPr>
          <p:spPr>
            <a:xfrm>
              <a:off x="-16707625" y="3487200"/>
              <a:ext cx="129200" cy="126025"/>
            </a:xfrm>
            <a:custGeom>
              <a:avLst/>
              <a:gdLst/>
              <a:ahLst/>
              <a:cxnLst/>
              <a:rect l="l" t="t" r="r" b="b"/>
              <a:pathLst>
                <a:path w="5168" h="5041" extrusionOk="0">
                  <a:moveTo>
                    <a:pt x="1135" y="0"/>
                  </a:moveTo>
                  <a:cubicBezTo>
                    <a:pt x="1072" y="725"/>
                    <a:pt x="914" y="1449"/>
                    <a:pt x="631" y="2079"/>
                  </a:cubicBezTo>
                  <a:cubicBezTo>
                    <a:pt x="1" y="3592"/>
                    <a:pt x="1103" y="5041"/>
                    <a:pt x="2584" y="5041"/>
                  </a:cubicBezTo>
                  <a:cubicBezTo>
                    <a:pt x="3939" y="5041"/>
                    <a:pt x="5168" y="3875"/>
                    <a:pt x="4632" y="2237"/>
                  </a:cubicBezTo>
                  <a:cubicBezTo>
                    <a:pt x="4411" y="1449"/>
                    <a:pt x="4222" y="725"/>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3" name="Google Shape;7323;p87"/>
          <p:cNvGrpSpPr/>
          <p:nvPr/>
        </p:nvGrpSpPr>
        <p:grpSpPr>
          <a:xfrm>
            <a:off x="7412241" y="2241827"/>
            <a:ext cx="395755" cy="452835"/>
            <a:chOff x="-16775350" y="3683300"/>
            <a:chExt cx="267800" cy="306425"/>
          </a:xfrm>
        </p:grpSpPr>
        <p:sp>
          <p:nvSpPr>
            <p:cNvPr id="7324" name="Google Shape;7324;p87"/>
            <p:cNvSpPr/>
            <p:nvPr/>
          </p:nvSpPr>
          <p:spPr>
            <a:xfrm>
              <a:off x="-16775350" y="3683300"/>
              <a:ext cx="267800" cy="306425"/>
            </a:xfrm>
            <a:custGeom>
              <a:avLst/>
              <a:gdLst/>
              <a:ahLst/>
              <a:cxnLst/>
              <a:rect l="l" t="t" r="r" b="b"/>
              <a:pathLst>
                <a:path w="10712" h="12257" extrusionOk="0">
                  <a:moveTo>
                    <a:pt x="5356" y="1"/>
                  </a:moveTo>
                  <a:cubicBezTo>
                    <a:pt x="2395" y="1"/>
                    <a:pt x="0" y="2395"/>
                    <a:pt x="0" y="5357"/>
                  </a:cubicBezTo>
                  <a:lnTo>
                    <a:pt x="0" y="11847"/>
                  </a:lnTo>
                  <a:cubicBezTo>
                    <a:pt x="0" y="12036"/>
                    <a:pt x="158" y="12193"/>
                    <a:pt x="347" y="12193"/>
                  </a:cubicBezTo>
                  <a:lnTo>
                    <a:pt x="1418" y="12193"/>
                  </a:lnTo>
                  <a:lnTo>
                    <a:pt x="1418" y="11153"/>
                  </a:lnTo>
                  <a:cubicBezTo>
                    <a:pt x="1418" y="10303"/>
                    <a:pt x="1702" y="9578"/>
                    <a:pt x="2206" y="8917"/>
                  </a:cubicBezTo>
                  <a:lnTo>
                    <a:pt x="2741" y="8224"/>
                  </a:lnTo>
                  <a:lnTo>
                    <a:pt x="2017" y="7121"/>
                  </a:lnTo>
                  <a:cubicBezTo>
                    <a:pt x="1607" y="6522"/>
                    <a:pt x="1418" y="5829"/>
                    <a:pt x="1418" y="5136"/>
                  </a:cubicBezTo>
                  <a:cubicBezTo>
                    <a:pt x="1418" y="4128"/>
                    <a:pt x="2080" y="3183"/>
                    <a:pt x="3025" y="2994"/>
                  </a:cubicBezTo>
                  <a:cubicBezTo>
                    <a:pt x="3197" y="2953"/>
                    <a:pt x="3371" y="2933"/>
                    <a:pt x="3544" y="2933"/>
                  </a:cubicBezTo>
                  <a:cubicBezTo>
                    <a:pt x="4034" y="2933"/>
                    <a:pt x="4511" y="3092"/>
                    <a:pt x="4884" y="3372"/>
                  </a:cubicBezTo>
                  <a:cubicBezTo>
                    <a:pt x="5041" y="3529"/>
                    <a:pt x="5199" y="3687"/>
                    <a:pt x="5293" y="3844"/>
                  </a:cubicBezTo>
                  <a:cubicBezTo>
                    <a:pt x="5388" y="3687"/>
                    <a:pt x="5514" y="3561"/>
                    <a:pt x="5671" y="3466"/>
                  </a:cubicBezTo>
                  <a:cubicBezTo>
                    <a:pt x="6052" y="3086"/>
                    <a:pt x="6649" y="2896"/>
                    <a:pt x="7187" y="2896"/>
                  </a:cubicBezTo>
                  <a:cubicBezTo>
                    <a:pt x="7228" y="2896"/>
                    <a:pt x="7269" y="2897"/>
                    <a:pt x="7310" y="2899"/>
                  </a:cubicBezTo>
                  <a:cubicBezTo>
                    <a:pt x="8412" y="3025"/>
                    <a:pt x="9263" y="4002"/>
                    <a:pt x="9263" y="5136"/>
                  </a:cubicBezTo>
                  <a:cubicBezTo>
                    <a:pt x="9263" y="5735"/>
                    <a:pt x="9137" y="6302"/>
                    <a:pt x="8885" y="6837"/>
                  </a:cubicBezTo>
                  <a:cubicBezTo>
                    <a:pt x="8664" y="7404"/>
                    <a:pt x="8349" y="7877"/>
                    <a:pt x="7940" y="8255"/>
                  </a:cubicBezTo>
                  <a:cubicBezTo>
                    <a:pt x="8349" y="8665"/>
                    <a:pt x="8664" y="9137"/>
                    <a:pt x="8885" y="9673"/>
                  </a:cubicBezTo>
                  <a:cubicBezTo>
                    <a:pt x="9137" y="10240"/>
                    <a:pt x="9263" y="10775"/>
                    <a:pt x="9263" y="11374"/>
                  </a:cubicBezTo>
                  <a:lnTo>
                    <a:pt x="9263" y="12256"/>
                  </a:lnTo>
                  <a:lnTo>
                    <a:pt x="10302" y="12256"/>
                  </a:lnTo>
                  <a:cubicBezTo>
                    <a:pt x="10523" y="12256"/>
                    <a:pt x="10681" y="12099"/>
                    <a:pt x="10681" y="11878"/>
                  </a:cubicBezTo>
                  <a:lnTo>
                    <a:pt x="10681" y="5420"/>
                  </a:lnTo>
                  <a:cubicBezTo>
                    <a:pt x="10712" y="2395"/>
                    <a:pt x="8286" y="1"/>
                    <a:pt x="5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87"/>
            <p:cNvSpPr/>
            <p:nvPr/>
          </p:nvSpPr>
          <p:spPr>
            <a:xfrm>
              <a:off x="-16648550" y="3847925"/>
              <a:ext cx="13425" cy="21275"/>
            </a:xfrm>
            <a:custGeom>
              <a:avLst/>
              <a:gdLst/>
              <a:ahLst/>
              <a:cxnLst/>
              <a:rect l="l" t="t" r="r" b="b"/>
              <a:pathLst>
                <a:path w="537" h="851" extrusionOk="0">
                  <a:moveTo>
                    <a:pt x="284" y="0"/>
                  </a:moveTo>
                  <a:lnTo>
                    <a:pt x="1" y="252"/>
                  </a:lnTo>
                  <a:lnTo>
                    <a:pt x="284" y="851"/>
                  </a:lnTo>
                  <a:lnTo>
                    <a:pt x="536" y="252"/>
                  </a:lnTo>
                  <a:lnTo>
                    <a:pt x="2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87"/>
            <p:cNvSpPr/>
            <p:nvPr/>
          </p:nvSpPr>
          <p:spPr>
            <a:xfrm>
              <a:off x="-16722575" y="3771400"/>
              <a:ext cx="161475" cy="215950"/>
            </a:xfrm>
            <a:custGeom>
              <a:avLst/>
              <a:gdLst/>
              <a:ahLst/>
              <a:cxnLst/>
              <a:rect l="l" t="t" r="r" b="b"/>
              <a:pathLst>
                <a:path w="6459" h="8638" extrusionOk="0">
                  <a:moveTo>
                    <a:pt x="1827" y="1486"/>
                  </a:moveTo>
                  <a:cubicBezTo>
                    <a:pt x="2017" y="1486"/>
                    <a:pt x="2174" y="1644"/>
                    <a:pt x="2174" y="1833"/>
                  </a:cubicBezTo>
                  <a:cubicBezTo>
                    <a:pt x="2174" y="2022"/>
                    <a:pt x="2017" y="2179"/>
                    <a:pt x="1827" y="2179"/>
                  </a:cubicBezTo>
                  <a:cubicBezTo>
                    <a:pt x="1607" y="2179"/>
                    <a:pt x="1449" y="2022"/>
                    <a:pt x="1449" y="1833"/>
                  </a:cubicBezTo>
                  <a:cubicBezTo>
                    <a:pt x="1449" y="1644"/>
                    <a:pt x="1607" y="1486"/>
                    <a:pt x="1827" y="1486"/>
                  </a:cubicBezTo>
                  <a:close/>
                  <a:moveTo>
                    <a:pt x="4663" y="1486"/>
                  </a:moveTo>
                  <a:cubicBezTo>
                    <a:pt x="4852" y="1486"/>
                    <a:pt x="5009" y="1644"/>
                    <a:pt x="5009" y="1833"/>
                  </a:cubicBezTo>
                  <a:cubicBezTo>
                    <a:pt x="5009" y="2022"/>
                    <a:pt x="4852" y="2179"/>
                    <a:pt x="4663" y="2179"/>
                  </a:cubicBezTo>
                  <a:cubicBezTo>
                    <a:pt x="4442" y="2179"/>
                    <a:pt x="4285" y="2022"/>
                    <a:pt x="4285" y="1833"/>
                  </a:cubicBezTo>
                  <a:cubicBezTo>
                    <a:pt x="4285" y="1644"/>
                    <a:pt x="4442" y="1486"/>
                    <a:pt x="4663" y="1486"/>
                  </a:cubicBezTo>
                  <a:close/>
                  <a:moveTo>
                    <a:pt x="3257" y="2219"/>
                  </a:moveTo>
                  <a:cubicBezTo>
                    <a:pt x="3348" y="2219"/>
                    <a:pt x="3434" y="2258"/>
                    <a:pt x="3497" y="2337"/>
                  </a:cubicBezTo>
                  <a:lnTo>
                    <a:pt x="4222" y="3061"/>
                  </a:lnTo>
                  <a:cubicBezTo>
                    <a:pt x="4285" y="3124"/>
                    <a:pt x="4348" y="3282"/>
                    <a:pt x="4253" y="3439"/>
                  </a:cubicBezTo>
                  <a:lnTo>
                    <a:pt x="3560" y="4857"/>
                  </a:lnTo>
                  <a:cubicBezTo>
                    <a:pt x="3466" y="4983"/>
                    <a:pt x="3340" y="5046"/>
                    <a:pt x="3245" y="5046"/>
                  </a:cubicBezTo>
                  <a:cubicBezTo>
                    <a:pt x="3119" y="5046"/>
                    <a:pt x="2962" y="4983"/>
                    <a:pt x="2930" y="4857"/>
                  </a:cubicBezTo>
                  <a:lnTo>
                    <a:pt x="2206" y="3439"/>
                  </a:lnTo>
                  <a:cubicBezTo>
                    <a:pt x="2143" y="3313"/>
                    <a:pt x="2174" y="3124"/>
                    <a:pt x="2300" y="3061"/>
                  </a:cubicBezTo>
                  <a:lnTo>
                    <a:pt x="2993" y="2337"/>
                  </a:lnTo>
                  <a:cubicBezTo>
                    <a:pt x="3072" y="2258"/>
                    <a:pt x="3166" y="2219"/>
                    <a:pt x="3257" y="2219"/>
                  </a:cubicBezTo>
                  <a:close/>
                  <a:moveTo>
                    <a:pt x="5044" y="1"/>
                  </a:moveTo>
                  <a:cubicBezTo>
                    <a:pt x="4682" y="1"/>
                    <a:pt x="4348" y="125"/>
                    <a:pt x="4064" y="352"/>
                  </a:cubicBezTo>
                  <a:cubicBezTo>
                    <a:pt x="3749" y="635"/>
                    <a:pt x="3592" y="1045"/>
                    <a:pt x="3592" y="1423"/>
                  </a:cubicBezTo>
                  <a:cubicBezTo>
                    <a:pt x="3592" y="1612"/>
                    <a:pt x="3434" y="1770"/>
                    <a:pt x="3245" y="1770"/>
                  </a:cubicBezTo>
                  <a:cubicBezTo>
                    <a:pt x="3025" y="1770"/>
                    <a:pt x="2867" y="1612"/>
                    <a:pt x="2867" y="1423"/>
                  </a:cubicBezTo>
                  <a:cubicBezTo>
                    <a:pt x="2867" y="982"/>
                    <a:pt x="2678" y="604"/>
                    <a:pt x="2332" y="320"/>
                  </a:cubicBezTo>
                  <a:cubicBezTo>
                    <a:pt x="2072" y="108"/>
                    <a:pt x="1759" y="1"/>
                    <a:pt x="1419" y="1"/>
                  </a:cubicBezTo>
                  <a:cubicBezTo>
                    <a:pt x="1306" y="1"/>
                    <a:pt x="1190" y="13"/>
                    <a:pt x="1071" y="37"/>
                  </a:cubicBezTo>
                  <a:cubicBezTo>
                    <a:pt x="410" y="194"/>
                    <a:pt x="0" y="887"/>
                    <a:pt x="0" y="1549"/>
                  </a:cubicBezTo>
                  <a:cubicBezTo>
                    <a:pt x="0" y="2085"/>
                    <a:pt x="158" y="2652"/>
                    <a:pt x="473" y="3124"/>
                  </a:cubicBezTo>
                  <a:lnTo>
                    <a:pt x="1386" y="4448"/>
                  </a:lnTo>
                  <a:cubicBezTo>
                    <a:pt x="1449" y="4574"/>
                    <a:pt x="1449" y="4763"/>
                    <a:pt x="1386" y="4889"/>
                  </a:cubicBezTo>
                  <a:lnTo>
                    <a:pt x="662" y="5802"/>
                  </a:lnTo>
                  <a:cubicBezTo>
                    <a:pt x="284" y="6275"/>
                    <a:pt x="32" y="6905"/>
                    <a:pt x="32" y="7566"/>
                  </a:cubicBezTo>
                  <a:lnTo>
                    <a:pt x="32" y="8638"/>
                  </a:lnTo>
                  <a:lnTo>
                    <a:pt x="6459" y="8638"/>
                  </a:lnTo>
                  <a:lnTo>
                    <a:pt x="6459" y="7756"/>
                  </a:lnTo>
                  <a:cubicBezTo>
                    <a:pt x="6459" y="7283"/>
                    <a:pt x="6396" y="6779"/>
                    <a:pt x="6175" y="6338"/>
                  </a:cubicBezTo>
                  <a:cubicBezTo>
                    <a:pt x="5860" y="5708"/>
                    <a:pt x="5545" y="5424"/>
                    <a:pt x="5136" y="4920"/>
                  </a:cubicBezTo>
                  <a:cubicBezTo>
                    <a:pt x="4978" y="4794"/>
                    <a:pt x="4978" y="4574"/>
                    <a:pt x="5136" y="4416"/>
                  </a:cubicBezTo>
                  <a:cubicBezTo>
                    <a:pt x="5608" y="3943"/>
                    <a:pt x="5860" y="3691"/>
                    <a:pt x="6144" y="2967"/>
                  </a:cubicBezTo>
                  <a:cubicBezTo>
                    <a:pt x="6333" y="2526"/>
                    <a:pt x="6427" y="2022"/>
                    <a:pt x="6427" y="1549"/>
                  </a:cubicBezTo>
                  <a:cubicBezTo>
                    <a:pt x="6427" y="793"/>
                    <a:pt x="5860" y="100"/>
                    <a:pt x="5167" y="5"/>
                  </a:cubicBezTo>
                  <a:cubicBezTo>
                    <a:pt x="5126" y="2"/>
                    <a:pt x="5085" y="1"/>
                    <a:pt x="50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7" name="Google Shape;7327;p87"/>
          <p:cNvGrpSpPr/>
          <p:nvPr/>
        </p:nvGrpSpPr>
        <p:grpSpPr>
          <a:xfrm>
            <a:off x="7384292" y="2796870"/>
            <a:ext cx="451653" cy="449288"/>
            <a:chOff x="-16794250" y="4058225"/>
            <a:chExt cx="305625" cy="304025"/>
          </a:xfrm>
        </p:grpSpPr>
        <p:sp>
          <p:nvSpPr>
            <p:cNvPr id="7328" name="Google Shape;7328;p87"/>
            <p:cNvSpPr/>
            <p:nvPr/>
          </p:nvSpPr>
          <p:spPr>
            <a:xfrm>
              <a:off x="-16793475" y="4309475"/>
              <a:ext cx="70925" cy="17350"/>
            </a:xfrm>
            <a:custGeom>
              <a:avLst/>
              <a:gdLst/>
              <a:ahLst/>
              <a:cxnLst/>
              <a:rect l="l" t="t" r="r" b="b"/>
              <a:pathLst>
                <a:path w="2837" h="694" extrusionOk="0">
                  <a:moveTo>
                    <a:pt x="347" y="0"/>
                  </a:moveTo>
                  <a:cubicBezTo>
                    <a:pt x="158" y="0"/>
                    <a:pt x="1" y="158"/>
                    <a:pt x="1" y="347"/>
                  </a:cubicBezTo>
                  <a:cubicBezTo>
                    <a:pt x="1" y="536"/>
                    <a:pt x="158" y="693"/>
                    <a:pt x="347" y="693"/>
                  </a:cubicBezTo>
                  <a:lnTo>
                    <a:pt x="2490" y="693"/>
                  </a:lnTo>
                  <a:cubicBezTo>
                    <a:pt x="2679" y="693"/>
                    <a:pt x="2836" y="536"/>
                    <a:pt x="2836" y="347"/>
                  </a:cubicBezTo>
                  <a:cubicBezTo>
                    <a:pt x="2836" y="158"/>
                    <a:pt x="2679" y="0"/>
                    <a:pt x="24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87"/>
            <p:cNvSpPr/>
            <p:nvPr/>
          </p:nvSpPr>
          <p:spPr>
            <a:xfrm>
              <a:off x="-16758025" y="4344900"/>
              <a:ext cx="89800" cy="17350"/>
            </a:xfrm>
            <a:custGeom>
              <a:avLst/>
              <a:gdLst/>
              <a:ahLst/>
              <a:cxnLst/>
              <a:rect l="l" t="t" r="r" b="b"/>
              <a:pathLst>
                <a:path w="3592" h="694" extrusionOk="0">
                  <a:moveTo>
                    <a:pt x="347" y="1"/>
                  </a:moveTo>
                  <a:cubicBezTo>
                    <a:pt x="158" y="1"/>
                    <a:pt x="0" y="158"/>
                    <a:pt x="0" y="347"/>
                  </a:cubicBezTo>
                  <a:cubicBezTo>
                    <a:pt x="0" y="536"/>
                    <a:pt x="158" y="694"/>
                    <a:pt x="347" y="694"/>
                  </a:cubicBezTo>
                  <a:lnTo>
                    <a:pt x="3245" y="694"/>
                  </a:lnTo>
                  <a:cubicBezTo>
                    <a:pt x="3435" y="694"/>
                    <a:pt x="3592" y="536"/>
                    <a:pt x="3592" y="347"/>
                  </a:cubicBezTo>
                  <a:cubicBezTo>
                    <a:pt x="3592" y="158"/>
                    <a:pt x="3435" y="1"/>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87"/>
            <p:cNvSpPr/>
            <p:nvPr/>
          </p:nvSpPr>
          <p:spPr>
            <a:xfrm>
              <a:off x="-16615475" y="4344900"/>
              <a:ext cx="89825" cy="17350"/>
            </a:xfrm>
            <a:custGeom>
              <a:avLst/>
              <a:gdLst/>
              <a:ahLst/>
              <a:cxnLst/>
              <a:rect l="l" t="t" r="r" b="b"/>
              <a:pathLst>
                <a:path w="3593" h="694" extrusionOk="0">
                  <a:moveTo>
                    <a:pt x="379" y="1"/>
                  </a:moveTo>
                  <a:cubicBezTo>
                    <a:pt x="158" y="1"/>
                    <a:pt x="1" y="158"/>
                    <a:pt x="1" y="347"/>
                  </a:cubicBezTo>
                  <a:cubicBezTo>
                    <a:pt x="1" y="536"/>
                    <a:pt x="158" y="694"/>
                    <a:pt x="379" y="694"/>
                  </a:cubicBezTo>
                  <a:lnTo>
                    <a:pt x="3246" y="694"/>
                  </a:lnTo>
                  <a:cubicBezTo>
                    <a:pt x="3435" y="694"/>
                    <a:pt x="3592" y="536"/>
                    <a:pt x="3592" y="347"/>
                  </a:cubicBezTo>
                  <a:cubicBezTo>
                    <a:pt x="3592" y="158"/>
                    <a:pt x="3435" y="1"/>
                    <a:pt x="32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87"/>
            <p:cNvSpPr/>
            <p:nvPr/>
          </p:nvSpPr>
          <p:spPr>
            <a:xfrm>
              <a:off x="-16561900" y="4309475"/>
              <a:ext cx="71700" cy="17350"/>
            </a:xfrm>
            <a:custGeom>
              <a:avLst/>
              <a:gdLst/>
              <a:ahLst/>
              <a:cxnLst/>
              <a:rect l="l" t="t" r="r" b="b"/>
              <a:pathLst>
                <a:path w="2868" h="694" extrusionOk="0">
                  <a:moveTo>
                    <a:pt x="347" y="0"/>
                  </a:moveTo>
                  <a:cubicBezTo>
                    <a:pt x="158" y="0"/>
                    <a:pt x="0" y="158"/>
                    <a:pt x="0" y="347"/>
                  </a:cubicBezTo>
                  <a:cubicBezTo>
                    <a:pt x="0" y="536"/>
                    <a:pt x="158" y="693"/>
                    <a:pt x="347" y="693"/>
                  </a:cubicBezTo>
                  <a:lnTo>
                    <a:pt x="2521" y="693"/>
                  </a:lnTo>
                  <a:cubicBezTo>
                    <a:pt x="2710" y="693"/>
                    <a:pt x="2867" y="536"/>
                    <a:pt x="2867" y="347"/>
                  </a:cubicBezTo>
                  <a:cubicBezTo>
                    <a:pt x="2867" y="158"/>
                    <a:pt x="2710" y="0"/>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87"/>
            <p:cNvSpPr/>
            <p:nvPr/>
          </p:nvSpPr>
          <p:spPr>
            <a:xfrm>
              <a:off x="-16704475" y="4309475"/>
              <a:ext cx="125275" cy="17350"/>
            </a:xfrm>
            <a:custGeom>
              <a:avLst/>
              <a:gdLst/>
              <a:ahLst/>
              <a:cxnLst/>
              <a:rect l="l" t="t" r="r" b="b"/>
              <a:pathLst>
                <a:path w="5011" h="694" extrusionOk="0">
                  <a:moveTo>
                    <a:pt x="347" y="0"/>
                  </a:moveTo>
                  <a:cubicBezTo>
                    <a:pt x="158" y="0"/>
                    <a:pt x="1" y="158"/>
                    <a:pt x="1" y="347"/>
                  </a:cubicBezTo>
                  <a:cubicBezTo>
                    <a:pt x="1" y="536"/>
                    <a:pt x="158" y="693"/>
                    <a:pt x="347" y="693"/>
                  </a:cubicBezTo>
                  <a:lnTo>
                    <a:pt x="4632" y="693"/>
                  </a:lnTo>
                  <a:cubicBezTo>
                    <a:pt x="4821" y="693"/>
                    <a:pt x="5010" y="536"/>
                    <a:pt x="5010" y="347"/>
                  </a:cubicBezTo>
                  <a:cubicBezTo>
                    <a:pt x="5010" y="158"/>
                    <a:pt x="4821" y="0"/>
                    <a:pt x="46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87"/>
            <p:cNvSpPr/>
            <p:nvPr/>
          </p:nvSpPr>
          <p:spPr>
            <a:xfrm>
              <a:off x="-16704475" y="4074750"/>
              <a:ext cx="126050" cy="165425"/>
            </a:xfrm>
            <a:custGeom>
              <a:avLst/>
              <a:gdLst/>
              <a:ahLst/>
              <a:cxnLst/>
              <a:rect l="l" t="t" r="r" b="b"/>
              <a:pathLst>
                <a:path w="5042" h="6617" extrusionOk="0">
                  <a:moveTo>
                    <a:pt x="1072" y="2931"/>
                  </a:moveTo>
                  <a:cubicBezTo>
                    <a:pt x="1261" y="2931"/>
                    <a:pt x="1419" y="3088"/>
                    <a:pt x="1419" y="3277"/>
                  </a:cubicBezTo>
                  <a:lnTo>
                    <a:pt x="1419" y="5483"/>
                  </a:lnTo>
                  <a:cubicBezTo>
                    <a:pt x="1419" y="5672"/>
                    <a:pt x="1261" y="5829"/>
                    <a:pt x="1072" y="5829"/>
                  </a:cubicBezTo>
                  <a:cubicBezTo>
                    <a:pt x="851" y="5829"/>
                    <a:pt x="694" y="5672"/>
                    <a:pt x="694" y="5483"/>
                  </a:cubicBezTo>
                  <a:lnTo>
                    <a:pt x="694" y="3277"/>
                  </a:lnTo>
                  <a:cubicBezTo>
                    <a:pt x="694" y="3088"/>
                    <a:pt x="851" y="2931"/>
                    <a:pt x="1072" y="2931"/>
                  </a:cubicBezTo>
                  <a:close/>
                  <a:moveTo>
                    <a:pt x="3939" y="2931"/>
                  </a:moveTo>
                  <a:cubicBezTo>
                    <a:pt x="4128" y="2931"/>
                    <a:pt x="4285" y="3088"/>
                    <a:pt x="4285" y="3277"/>
                  </a:cubicBezTo>
                  <a:lnTo>
                    <a:pt x="4285" y="5483"/>
                  </a:lnTo>
                  <a:cubicBezTo>
                    <a:pt x="4285" y="5672"/>
                    <a:pt x="4128" y="5829"/>
                    <a:pt x="3939" y="5829"/>
                  </a:cubicBezTo>
                  <a:cubicBezTo>
                    <a:pt x="3718" y="5829"/>
                    <a:pt x="3561" y="5672"/>
                    <a:pt x="3561" y="5483"/>
                  </a:cubicBezTo>
                  <a:lnTo>
                    <a:pt x="3561" y="3277"/>
                  </a:lnTo>
                  <a:cubicBezTo>
                    <a:pt x="3561" y="3088"/>
                    <a:pt x="3718" y="2931"/>
                    <a:pt x="3939" y="2931"/>
                  </a:cubicBezTo>
                  <a:close/>
                  <a:moveTo>
                    <a:pt x="1" y="1"/>
                  </a:moveTo>
                  <a:lnTo>
                    <a:pt x="1" y="6554"/>
                  </a:lnTo>
                  <a:cubicBezTo>
                    <a:pt x="116" y="6542"/>
                    <a:pt x="240" y="6535"/>
                    <a:pt x="366" y="6535"/>
                  </a:cubicBezTo>
                  <a:cubicBezTo>
                    <a:pt x="584" y="6535"/>
                    <a:pt x="809" y="6557"/>
                    <a:pt x="1009" y="6617"/>
                  </a:cubicBezTo>
                  <a:cubicBezTo>
                    <a:pt x="1293" y="6207"/>
                    <a:pt x="1671" y="5924"/>
                    <a:pt x="2143" y="5829"/>
                  </a:cubicBezTo>
                  <a:lnTo>
                    <a:pt x="2143" y="3939"/>
                  </a:lnTo>
                  <a:cubicBezTo>
                    <a:pt x="2143" y="3750"/>
                    <a:pt x="2332" y="3592"/>
                    <a:pt x="2521" y="3592"/>
                  </a:cubicBezTo>
                  <a:cubicBezTo>
                    <a:pt x="2710" y="3592"/>
                    <a:pt x="2868" y="3750"/>
                    <a:pt x="2868" y="3939"/>
                  </a:cubicBezTo>
                  <a:lnTo>
                    <a:pt x="2868" y="5829"/>
                  </a:lnTo>
                  <a:cubicBezTo>
                    <a:pt x="3340" y="5955"/>
                    <a:pt x="3750" y="6239"/>
                    <a:pt x="4002" y="6617"/>
                  </a:cubicBezTo>
                  <a:cubicBezTo>
                    <a:pt x="4207" y="6555"/>
                    <a:pt x="4439" y="6507"/>
                    <a:pt x="4672" y="6507"/>
                  </a:cubicBezTo>
                  <a:cubicBezTo>
                    <a:pt x="4796" y="6507"/>
                    <a:pt x="4921" y="6521"/>
                    <a:pt x="5042" y="6554"/>
                  </a:cubicBezTo>
                  <a:lnTo>
                    <a:pt x="5042" y="1"/>
                  </a:lnTo>
                  <a:lnTo>
                    <a:pt x="4285" y="1"/>
                  </a:lnTo>
                  <a:lnTo>
                    <a:pt x="4285" y="1796"/>
                  </a:lnTo>
                  <a:cubicBezTo>
                    <a:pt x="4285" y="1985"/>
                    <a:pt x="4128" y="2143"/>
                    <a:pt x="3939" y="2143"/>
                  </a:cubicBezTo>
                  <a:cubicBezTo>
                    <a:pt x="3718" y="2143"/>
                    <a:pt x="3561" y="1985"/>
                    <a:pt x="3561" y="1796"/>
                  </a:cubicBezTo>
                  <a:lnTo>
                    <a:pt x="3561" y="1"/>
                  </a:lnTo>
                  <a:lnTo>
                    <a:pt x="2868" y="1"/>
                  </a:lnTo>
                  <a:lnTo>
                    <a:pt x="2868" y="2490"/>
                  </a:lnTo>
                  <a:cubicBezTo>
                    <a:pt x="2868" y="2679"/>
                    <a:pt x="2710" y="2836"/>
                    <a:pt x="2521" y="2836"/>
                  </a:cubicBezTo>
                  <a:cubicBezTo>
                    <a:pt x="2301" y="2836"/>
                    <a:pt x="2143" y="2679"/>
                    <a:pt x="2143" y="2490"/>
                  </a:cubicBezTo>
                  <a:lnTo>
                    <a:pt x="2143" y="1"/>
                  </a:lnTo>
                  <a:lnTo>
                    <a:pt x="1450" y="1"/>
                  </a:lnTo>
                  <a:lnTo>
                    <a:pt x="1450" y="1796"/>
                  </a:lnTo>
                  <a:cubicBezTo>
                    <a:pt x="1450" y="1985"/>
                    <a:pt x="1293" y="2143"/>
                    <a:pt x="1103" y="2143"/>
                  </a:cubicBezTo>
                  <a:cubicBezTo>
                    <a:pt x="883" y="2143"/>
                    <a:pt x="725" y="1985"/>
                    <a:pt x="725" y="1796"/>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87"/>
            <p:cNvSpPr/>
            <p:nvPr/>
          </p:nvSpPr>
          <p:spPr>
            <a:xfrm>
              <a:off x="-16725725" y="4237800"/>
              <a:ext cx="164625" cy="53575"/>
            </a:xfrm>
            <a:custGeom>
              <a:avLst/>
              <a:gdLst/>
              <a:ahLst/>
              <a:cxnLst/>
              <a:rect l="l" t="t" r="r" b="b"/>
              <a:pathLst>
                <a:path w="6585" h="2143" extrusionOk="0">
                  <a:moveTo>
                    <a:pt x="3308" y="0"/>
                  </a:moveTo>
                  <a:cubicBezTo>
                    <a:pt x="2867" y="0"/>
                    <a:pt x="2458" y="252"/>
                    <a:pt x="2300" y="693"/>
                  </a:cubicBezTo>
                  <a:cubicBezTo>
                    <a:pt x="2232" y="830"/>
                    <a:pt x="2082" y="933"/>
                    <a:pt x="1921" y="933"/>
                  </a:cubicBezTo>
                  <a:cubicBezTo>
                    <a:pt x="1859" y="933"/>
                    <a:pt x="1795" y="917"/>
                    <a:pt x="1733" y="882"/>
                  </a:cubicBezTo>
                  <a:cubicBezTo>
                    <a:pt x="1570" y="774"/>
                    <a:pt x="1377" y="721"/>
                    <a:pt x="1181" y="721"/>
                  </a:cubicBezTo>
                  <a:cubicBezTo>
                    <a:pt x="809" y="721"/>
                    <a:pt x="427" y="910"/>
                    <a:pt x="221" y="1260"/>
                  </a:cubicBezTo>
                  <a:cubicBezTo>
                    <a:pt x="63" y="1512"/>
                    <a:pt x="0" y="1827"/>
                    <a:pt x="126" y="2143"/>
                  </a:cubicBezTo>
                  <a:lnTo>
                    <a:pt x="6522" y="2143"/>
                  </a:lnTo>
                  <a:cubicBezTo>
                    <a:pt x="6585" y="1890"/>
                    <a:pt x="6585" y="1575"/>
                    <a:pt x="6459" y="1292"/>
                  </a:cubicBezTo>
                  <a:cubicBezTo>
                    <a:pt x="6292" y="918"/>
                    <a:pt x="5893" y="708"/>
                    <a:pt x="5487" y="708"/>
                  </a:cubicBezTo>
                  <a:cubicBezTo>
                    <a:pt x="5278" y="708"/>
                    <a:pt x="5066" y="764"/>
                    <a:pt x="4883" y="882"/>
                  </a:cubicBezTo>
                  <a:cubicBezTo>
                    <a:pt x="4820" y="924"/>
                    <a:pt x="4747" y="945"/>
                    <a:pt x="4675" y="945"/>
                  </a:cubicBezTo>
                  <a:cubicBezTo>
                    <a:pt x="4530" y="945"/>
                    <a:pt x="4390" y="861"/>
                    <a:pt x="4348" y="693"/>
                  </a:cubicBezTo>
                  <a:cubicBezTo>
                    <a:pt x="4190" y="252"/>
                    <a:pt x="3781" y="0"/>
                    <a:pt x="33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87"/>
            <p:cNvSpPr/>
            <p:nvPr/>
          </p:nvSpPr>
          <p:spPr>
            <a:xfrm>
              <a:off x="-16559550" y="4058225"/>
              <a:ext cx="70925" cy="233150"/>
            </a:xfrm>
            <a:custGeom>
              <a:avLst/>
              <a:gdLst/>
              <a:ahLst/>
              <a:cxnLst/>
              <a:rect l="l" t="t" r="r" b="b"/>
              <a:pathLst>
                <a:path w="2837" h="9326" extrusionOk="0">
                  <a:moveTo>
                    <a:pt x="694" y="0"/>
                  </a:moveTo>
                  <a:cubicBezTo>
                    <a:pt x="284" y="0"/>
                    <a:pt x="1" y="315"/>
                    <a:pt x="1" y="725"/>
                  </a:cubicBezTo>
                  <a:lnTo>
                    <a:pt x="1" y="7530"/>
                  </a:lnTo>
                  <a:cubicBezTo>
                    <a:pt x="127" y="7719"/>
                    <a:pt x="347" y="7908"/>
                    <a:pt x="442" y="8160"/>
                  </a:cubicBezTo>
                  <a:cubicBezTo>
                    <a:pt x="662" y="8506"/>
                    <a:pt x="694" y="8947"/>
                    <a:pt x="599" y="9326"/>
                  </a:cubicBezTo>
                  <a:lnTo>
                    <a:pt x="2458" y="9326"/>
                  </a:lnTo>
                  <a:cubicBezTo>
                    <a:pt x="2647" y="9326"/>
                    <a:pt x="2836" y="9168"/>
                    <a:pt x="2836" y="8979"/>
                  </a:cubicBezTo>
                  <a:lnTo>
                    <a:pt x="2836" y="2520"/>
                  </a:lnTo>
                  <a:cubicBezTo>
                    <a:pt x="2836" y="2048"/>
                    <a:pt x="2521" y="1670"/>
                    <a:pt x="2112" y="1512"/>
                  </a:cubicBezTo>
                  <a:lnTo>
                    <a:pt x="2112" y="6112"/>
                  </a:lnTo>
                  <a:cubicBezTo>
                    <a:pt x="2112" y="6301"/>
                    <a:pt x="1954" y="6459"/>
                    <a:pt x="1765" y="6459"/>
                  </a:cubicBezTo>
                  <a:cubicBezTo>
                    <a:pt x="1576" y="6459"/>
                    <a:pt x="1387" y="6301"/>
                    <a:pt x="1387" y="6112"/>
                  </a:cubicBezTo>
                  <a:lnTo>
                    <a:pt x="1387" y="725"/>
                  </a:lnTo>
                  <a:cubicBezTo>
                    <a:pt x="1387" y="315"/>
                    <a:pt x="1040"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87"/>
            <p:cNvSpPr/>
            <p:nvPr/>
          </p:nvSpPr>
          <p:spPr>
            <a:xfrm>
              <a:off x="-16794250" y="4059000"/>
              <a:ext cx="70900" cy="232375"/>
            </a:xfrm>
            <a:custGeom>
              <a:avLst/>
              <a:gdLst/>
              <a:ahLst/>
              <a:cxnLst/>
              <a:rect l="l" t="t" r="r" b="b"/>
              <a:pathLst>
                <a:path w="2836" h="9295" extrusionOk="0">
                  <a:moveTo>
                    <a:pt x="2111" y="1"/>
                  </a:moveTo>
                  <a:cubicBezTo>
                    <a:pt x="1733" y="1"/>
                    <a:pt x="1418" y="316"/>
                    <a:pt x="1418" y="725"/>
                  </a:cubicBezTo>
                  <a:lnTo>
                    <a:pt x="1418" y="6113"/>
                  </a:lnTo>
                  <a:cubicBezTo>
                    <a:pt x="1418" y="6302"/>
                    <a:pt x="1260" y="6459"/>
                    <a:pt x="1071" y="6459"/>
                  </a:cubicBezTo>
                  <a:cubicBezTo>
                    <a:pt x="851" y="6459"/>
                    <a:pt x="693" y="6302"/>
                    <a:pt x="693" y="6113"/>
                  </a:cubicBezTo>
                  <a:lnTo>
                    <a:pt x="693" y="1513"/>
                  </a:lnTo>
                  <a:cubicBezTo>
                    <a:pt x="284" y="1670"/>
                    <a:pt x="0" y="2048"/>
                    <a:pt x="0" y="2521"/>
                  </a:cubicBezTo>
                  <a:lnTo>
                    <a:pt x="0" y="8979"/>
                  </a:lnTo>
                  <a:cubicBezTo>
                    <a:pt x="0" y="9137"/>
                    <a:pt x="158" y="9295"/>
                    <a:pt x="347" y="9295"/>
                  </a:cubicBezTo>
                  <a:lnTo>
                    <a:pt x="2174" y="9295"/>
                  </a:lnTo>
                  <a:cubicBezTo>
                    <a:pt x="2080" y="8885"/>
                    <a:pt x="2111" y="8444"/>
                    <a:pt x="2363" y="8034"/>
                  </a:cubicBezTo>
                  <a:cubicBezTo>
                    <a:pt x="2489" y="7845"/>
                    <a:pt x="2647" y="7688"/>
                    <a:pt x="2836" y="7530"/>
                  </a:cubicBezTo>
                  <a:lnTo>
                    <a:pt x="2836" y="725"/>
                  </a:lnTo>
                  <a:cubicBezTo>
                    <a:pt x="2836" y="316"/>
                    <a:pt x="2489"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37" name="Google Shape;7337;p87"/>
          <p:cNvSpPr/>
          <p:nvPr/>
        </p:nvSpPr>
        <p:spPr>
          <a:xfrm>
            <a:off x="7962960" y="1689084"/>
            <a:ext cx="452798" cy="450470"/>
          </a:xfrm>
          <a:custGeom>
            <a:avLst/>
            <a:gdLst/>
            <a:ahLst/>
            <a:cxnLst/>
            <a:rect l="l" t="t" r="r" b="b"/>
            <a:pathLst>
              <a:path w="12256" h="12193" extrusionOk="0">
                <a:moveTo>
                  <a:pt x="5324" y="2899"/>
                </a:moveTo>
                <a:cubicBezTo>
                  <a:pt x="5513" y="2899"/>
                  <a:pt x="5671" y="3056"/>
                  <a:pt x="5671" y="3245"/>
                </a:cubicBezTo>
                <a:lnTo>
                  <a:pt x="5671" y="3970"/>
                </a:lnTo>
                <a:cubicBezTo>
                  <a:pt x="5671" y="4159"/>
                  <a:pt x="5513" y="4316"/>
                  <a:pt x="5324" y="4316"/>
                </a:cubicBezTo>
                <a:cubicBezTo>
                  <a:pt x="5104" y="4316"/>
                  <a:pt x="4946" y="4159"/>
                  <a:pt x="4946" y="3970"/>
                </a:cubicBezTo>
                <a:lnTo>
                  <a:pt x="4946" y="3245"/>
                </a:lnTo>
                <a:cubicBezTo>
                  <a:pt x="4946" y="3056"/>
                  <a:pt x="5104" y="2899"/>
                  <a:pt x="5324" y="2899"/>
                </a:cubicBezTo>
                <a:close/>
                <a:moveTo>
                  <a:pt x="6742" y="2899"/>
                </a:moveTo>
                <a:cubicBezTo>
                  <a:pt x="6931" y="2899"/>
                  <a:pt x="7089" y="3056"/>
                  <a:pt x="7089" y="3245"/>
                </a:cubicBezTo>
                <a:lnTo>
                  <a:pt x="7089" y="3970"/>
                </a:lnTo>
                <a:cubicBezTo>
                  <a:pt x="7089" y="4159"/>
                  <a:pt x="6931" y="4316"/>
                  <a:pt x="6742" y="4316"/>
                </a:cubicBezTo>
                <a:cubicBezTo>
                  <a:pt x="6522" y="4316"/>
                  <a:pt x="6364" y="4159"/>
                  <a:pt x="6364" y="3970"/>
                </a:cubicBezTo>
                <a:lnTo>
                  <a:pt x="6364" y="3245"/>
                </a:lnTo>
                <a:cubicBezTo>
                  <a:pt x="6364" y="3056"/>
                  <a:pt x="6522" y="2899"/>
                  <a:pt x="6742" y="2899"/>
                </a:cubicBezTo>
                <a:close/>
                <a:moveTo>
                  <a:pt x="6017" y="5041"/>
                </a:moveTo>
                <a:cubicBezTo>
                  <a:pt x="6206" y="5041"/>
                  <a:pt x="6364" y="5198"/>
                  <a:pt x="6364" y="5387"/>
                </a:cubicBezTo>
                <a:lnTo>
                  <a:pt x="6364" y="6081"/>
                </a:lnTo>
                <a:cubicBezTo>
                  <a:pt x="6364" y="6301"/>
                  <a:pt x="6206" y="6427"/>
                  <a:pt x="6017" y="6427"/>
                </a:cubicBezTo>
                <a:cubicBezTo>
                  <a:pt x="5828" y="6427"/>
                  <a:pt x="5671" y="6301"/>
                  <a:pt x="5671" y="6081"/>
                </a:cubicBezTo>
                <a:lnTo>
                  <a:pt x="5671" y="5387"/>
                </a:lnTo>
                <a:cubicBezTo>
                  <a:pt x="5671" y="5198"/>
                  <a:pt x="5828" y="5041"/>
                  <a:pt x="6017" y="5041"/>
                </a:cubicBezTo>
                <a:close/>
                <a:moveTo>
                  <a:pt x="5324" y="7183"/>
                </a:moveTo>
                <a:cubicBezTo>
                  <a:pt x="5513" y="7183"/>
                  <a:pt x="5671" y="7341"/>
                  <a:pt x="5671" y="7561"/>
                </a:cubicBezTo>
                <a:lnTo>
                  <a:pt x="5671" y="8254"/>
                </a:lnTo>
                <a:cubicBezTo>
                  <a:pt x="5671" y="8443"/>
                  <a:pt x="5513" y="8601"/>
                  <a:pt x="5324" y="8601"/>
                </a:cubicBezTo>
                <a:cubicBezTo>
                  <a:pt x="5104" y="8601"/>
                  <a:pt x="4946" y="8443"/>
                  <a:pt x="4946" y="8254"/>
                </a:cubicBezTo>
                <a:lnTo>
                  <a:pt x="4946" y="7561"/>
                </a:lnTo>
                <a:cubicBezTo>
                  <a:pt x="4946" y="7341"/>
                  <a:pt x="5104" y="7183"/>
                  <a:pt x="5324" y="7183"/>
                </a:cubicBezTo>
                <a:close/>
                <a:moveTo>
                  <a:pt x="6742" y="7183"/>
                </a:moveTo>
                <a:cubicBezTo>
                  <a:pt x="6931" y="7183"/>
                  <a:pt x="7089" y="7341"/>
                  <a:pt x="7089" y="7561"/>
                </a:cubicBezTo>
                <a:lnTo>
                  <a:pt x="7089" y="8254"/>
                </a:lnTo>
                <a:cubicBezTo>
                  <a:pt x="7089" y="8443"/>
                  <a:pt x="6931" y="8601"/>
                  <a:pt x="6742" y="8601"/>
                </a:cubicBezTo>
                <a:cubicBezTo>
                  <a:pt x="6522" y="8601"/>
                  <a:pt x="6364" y="8443"/>
                  <a:pt x="6364" y="8254"/>
                </a:cubicBezTo>
                <a:lnTo>
                  <a:pt x="6364" y="7561"/>
                </a:lnTo>
                <a:cubicBezTo>
                  <a:pt x="6364" y="7341"/>
                  <a:pt x="6522" y="7183"/>
                  <a:pt x="6742" y="7183"/>
                </a:cubicBezTo>
                <a:close/>
                <a:moveTo>
                  <a:pt x="6017" y="9326"/>
                </a:moveTo>
                <a:cubicBezTo>
                  <a:pt x="6206" y="9326"/>
                  <a:pt x="6364" y="9483"/>
                  <a:pt x="6364" y="9672"/>
                </a:cubicBezTo>
                <a:lnTo>
                  <a:pt x="6364" y="10397"/>
                </a:lnTo>
                <a:cubicBezTo>
                  <a:pt x="6364" y="10586"/>
                  <a:pt x="6206" y="10743"/>
                  <a:pt x="6017" y="10743"/>
                </a:cubicBezTo>
                <a:cubicBezTo>
                  <a:pt x="5828" y="10743"/>
                  <a:pt x="5671" y="10586"/>
                  <a:pt x="5671" y="10397"/>
                </a:cubicBezTo>
                <a:lnTo>
                  <a:pt x="5671" y="9672"/>
                </a:lnTo>
                <a:cubicBezTo>
                  <a:pt x="5671" y="9483"/>
                  <a:pt x="5828" y="9326"/>
                  <a:pt x="6017" y="9326"/>
                </a:cubicBezTo>
                <a:close/>
                <a:moveTo>
                  <a:pt x="1418" y="0"/>
                </a:moveTo>
                <a:cubicBezTo>
                  <a:pt x="630" y="0"/>
                  <a:pt x="0" y="630"/>
                  <a:pt x="0" y="1418"/>
                </a:cubicBezTo>
                <a:lnTo>
                  <a:pt x="0" y="4631"/>
                </a:lnTo>
                <a:cubicBezTo>
                  <a:pt x="0" y="6396"/>
                  <a:pt x="1449" y="7876"/>
                  <a:pt x="3245" y="7876"/>
                </a:cubicBezTo>
                <a:lnTo>
                  <a:pt x="3623" y="7876"/>
                </a:lnTo>
                <a:lnTo>
                  <a:pt x="3623" y="11499"/>
                </a:lnTo>
                <a:lnTo>
                  <a:pt x="2552" y="11499"/>
                </a:lnTo>
                <a:cubicBezTo>
                  <a:pt x="2363" y="11499"/>
                  <a:pt x="2205" y="11657"/>
                  <a:pt x="2205" y="11846"/>
                </a:cubicBezTo>
                <a:cubicBezTo>
                  <a:pt x="2205" y="12035"/>
                  <a:pt x="2363" y="12193"/>
                  <a:pt x="2552" y="12193"/>
                </a:cubicBezTo>
                <a:lnTo>
                  <a:pt x="9704" y="12193"/>
                </a:lnTo>
                <a:cubicBezTo>
                  <a:pt x="9893" y="12193"/>
                  <a:pt x="10050" y="12035"/>
                  <a:pt x="10050" y="11846"/>
                </a:cubicBezTo>
                <a:cubicBezTo>
                  <a:pt x="10050" y="11657"/>
                  <a:pt x="9893" y="11499"/>
                  <a:pt x="9704" y="11499"/>
                </a:cubicBezTo>
                <a:lnTo>
                  <a:pt x="8632" y="11499"/>
                </a:lnTo>
                <a:lnTo>
                  <a:pt x="8632" y="10743"/>
                </a:lnTo>
                <a:lnTo>
                  <a:pt x="9010" y="10743"/>
                </a:lnTo>
                <a:cubicBezTo>
                  <a:pt x="10775" y="10743"/>
                  <a:pt x="12255" y="9294"/>
                  <a:pt x="12255" y="7498"/>
                </a:cubicBezTo>
                <a:lnTo>
                  <a:pt x="12255" y="5041"/>
                </a:lnTo>
                <a:cubicBezTo>
                  <a:pt x="12129" y="4253"/>
                  <a:pt x="11499" y="3623"/>
                  <a:pt x="10712" y="3623"/>
                </a:cubicBezTo>
                <a:cubicBezTo>
                  <a:pt x="9924" y="3623"/>
                  <a:pt x="9294" y="4253"/>
                  <a:pt x="9294" y="5041"/>
                </a:cubicBezTo>
                <a:lnTo>
                  <a:pt x="9294" y="7498"/>
                </a:lnTo>
                <a:cubicBezTo>
                  <a:pt x="9294" y="7719"/>
                  <a:pt x="9136" y="7876"/>
                  <a:pt x="8947" y="7876"/>
                </a:cubicBezTo>
                <a:lnTo>
                  <a:pt x="8538" y="7876"/>
                </a:lnTo>
                <a:lnTo>
                  <a:pt x="8538" y="3214"/>
                </a:lnTo>
                <a:cubicBezTo>
                  <a:pt x="8538" y="1827"/>
                  <a:pt x="7435" y="725"/>
                  <a:pt x="6049" y="725"/>
                </a:cubicBezTo>
                <a:cubicBezTo>
                  <a:pt x="4694" y="725"/>
                  <a:pt x="3592" y="1827"/>
                  <a:pt x="3592" y="3214"/>
                </a:cubicBezTo>
                <a:lnTo>
                  <a:pt x="3592" y="4978"/>
                </a:lnTo>
                <a:lnTo>
                  <a:pt x="3182" y="4978"/>
                </a:lnTo>
                <a:cubicBezTo>
                  <a:pt x="2993" y="4978"/>
                  <a:pt x="2835" y="4820"/>
                  <a:pt x="2835" y="4631"/>
                </a:cubicBezTo>
                <a:lnTo>
                  <a:pt x="2835" y="1418"/>
                </a:lnTo>
                <a:cubicBezTo>
                  <a:pt x="2835" y="630"/>
                  <a:pt x="220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38" name="Google Shape;7338;p87"/>
          <p:cNvGrpSpPr/>
          <p:nvPr/>
        </p:nvGrpSpPr>
        <p:grpSpPr>
          <a:xfrm>
            <a:off x="2385709" y="1689573"/>
            <a:ext cx="457453" cy="449325"/>
            <a:chOff x="-20199150" y="3317850"/>
            <a:chExt cx="309550" cy="304050"/>
          </a:xfrm>
        </p:grpSpPr>
        <p:sp>
          <p:nvSpPr>
            <p:cNvPr id="7339" name="Google Shape;7339;p87"/>
            <p:cNvSpPr/>
            <p:nvPr/>
          </p:nvSpPr>
          <p:spPr>
            <a:xfrm>
              <a:off x="-20161350" y="3507675"/>
              <a:ext cx="68550" cy="43325"/>
            </a:xfrm>
            <a:custGeom>
              <a:avLst/>
              <a:gdLst/>
              <a:ahLst/>
              <a:cxnLst/>
              <a:rect l="l" t="t" r="r" b="b"/>
              <a:pathLst>
                <a:path w="2742" h="1733" extrusionOk="0">
                  <a:moveTo>
                    <a:pt x="2647" y="0"/>
                  </a:moveTo>
                  <a:cubicBezTo>
                    <a:pt x="2174" y="158"/>
                    <a:pt x="1639" y="284"/>
                    <a:pt x="1072" y="284"/>
                  </a:cubicBezTo>
                  <a:cubicBezTo>
                    <a:pt x="788" y="284"/>
                    <a:pt x="505" y="252"/>
                    <a:pt x="221" y="221"/>
                  </a:cubicBezTo>
                  <a:cubicBezTo>
                    <a:pt x="64" y="567"/>
                    <a:pt x="1" y="945"/>
                    <a:pt x="1" y="1386"/>
                  </a:cubicBezTo>
                  <a:cubicBezTo>
                    <a:pt x="1" y="1575"/>
                    <a:pt x="158" y="1733"/>
                    <a:pt x="347" y="1733"/>
                  </a:cubicBezTo>
                  <a:cubicBezTo>
                    <a:pt x="1292" y="1733"/>
                    <a:pt x="2174" y="1292"/>
                    <a:pt x="2741" y="630"/>
                  </a:cubicBezTo>
                  <a:cubicBezTo>
                    <a:pt x="2710" y="441"/>
                    <a:pt x="2678" y="189"/>
                    <a:pt x="26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87"/>
            <p:cNvSpPr/>
            <p:nvPr/>
          </p:nvSpPr>
          <p:spPr>
            <a:xfrm>
              <a:off x="-20161350" y="3389525"/>
              <a:ext cx="68550" cy="43350"/>
            </a:xfrm>
            <a:custGeom>
              <a:avLst/>
              <a:gdLst/>
              <a:ahLst/>
              <a:cxnLst/>
              <a:rect l="l" t="t" r="r" b="b"/>
              <a:pathLst>
                <a:path w="2742" h="1734" extrusionOk="0">
                  <a:moveTo>
                    <a:pt x="347" y="1"/>
                  </a:moveTo>
                  <a:cubicBezTo>
                    <a:pt x="158" y="1"/>
                    <a:pt x="1" y="158"/>
                    <a:pt x="1" y="379"/>
                  </a:cubicBezTo>
                  <a:cubicBezTo>
                    <a:pt x="1" y="757"/>
                    <a:pt x="64" y="1166"/>
                    <a:pt x="221" y="1544"/>
                  </a:cubicBezTo>
                  <a:cubicBezTo>
                    <a:pt x="505" y="1513"/>
                    <a:pt x="788" y="1481"/>
                    <a:pt x="1072" y="1481"/>
                  </a:cubicBezTo>
                  <a:cubicBezTo>
                    <a:pt x="1639" y="1481"/>
                    <a:pt x="2174" y="1576"/>
                    <a:pt x="2647" y="1733"/>
                  </a:cubicBezTo>
                  <a:cubicBezTo>
                    <a:pt x="2678" y="1544"/>
                    <a:pt x="2741" y="1292"/>
                    <a:pt x="2741" y="1103"/>
                  </a:cubicBezTo>
                  <a:cubicBezTo>
                    <a:pt x="2174" y="442"/>
                    <a:pt x="1292"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87"/>
            <p:cNvSpPr/>
            <p:nvPr/>
          </p:nvSpPr>
          <p:spPr>
            <a:xfrm>
              <a:off x="-20199150" y="3443075"/>
              <a:ext cx="97675" cy="53225"/>
            </a:xfrm>
            <a:custGeom>
              <a:avLst/>
              <a:gdLst/>
              <a:ahLst/>
              <a:cxnLst/>
              <a:rect l="l" t="t" r="r" b="b"/>
              <a:pathLst>
                <a:path w="3907" h="2129" extrusionOk="0">
                  <a:moveTo>
                    <a:pt x="2584" y="1"/>
                  </a:moveTo>
                  <a:cubicBezTo>
                    <a:pt x="1260" y="1"/>
                    <a:pt x="252" y="725"/>
                    <a:pt x="221" y="788"/>
                  </a:cubicBezTo>
                  <a:cubicBezTo>
                    <a:pt x="0" y="914"/>
                    <a:pt x="0" y="1230"/>
                    <a:pt x="221" y="1324"/>
                  </a:cubicBezTo>
                  <a:cubicBezTo>
                    <a:pt x="252" y="1387"/>
                    <a:pt x="1260" y="2112"/>
                    <a:pt x="2584" y="2112"/>
                  </a:cubicBezTo>
                  <a:cubicBezTo>
                    <a:pt x="2669" y="2123"/>
                    <a:pt x="2754" y="2128"/>
                    <a:pt x="2839" y="2128"/>
                  </a:cubicBezTo>
                  <a:cubicBezTo>
                    <a:pt x="3224" y="2128"/>
                    <a:pt x="3597" y="2020"/>
                    <a:pt x="3907" y="1891"/>
                  </a:cubicBezTo>
                  <a:cubicBezTo>
                    <a:pt x="3844" y="1639"/>
                    <a:pt x="3718" y="1450"/>
                    <a:pt x="3592" y="1230"/>
                  </a:cubicBezTo>
                  <a:cubicBezTo>
                    <a:pt x="3560" y="1103"/>
                    <a:pt x="3560" y="1009"/>
                    <a:pt x="3592" y="914"/>
                  </a:cubicBezTo>
                  <a:cubicBezTo>
                    <a:pt x="3718" y="662"/>
                    <a:pt x="3844" y="473"/>
                    <a:pt x="3907" y="221"/>
                  </a:cubicBezTo>
                  <a:cubicBezTo>
                    <a:pt x="3529" y="127"/>
                    <a:pt x="3088" y="1"/>
                    <a:pt x="25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87"/>
            <p:cNvSpPr/>
            <p:nvPr/>
          </p:nvSpPr>
          <p:spPr>
            <a:xfrm>
              <a:off x="-20091250" y="3479325"/>
              <a:ext cx="92175" cy="142575"/>
            </a:xfrm>
            <a:custGeom>
              <a:avLst/>
              <a:gdLst/>
              <a:ahLst/>
              <a:cxnLst/>
              <a:rect l="l" t="t" r="r" b="b"/>
              <a:pathLst>
                <a:path w="3687" h="5703" extrusionOk="0">
                  <a:moveTo>
                    <a:pt x="190" y="0"/>
                  </a:moveTo>
                  <a:cubicBezTo>
                    <a:pt x="946" y="1638"/>
                    <a:pt x="883" y="3592"/>
                    <a:pt x="95" y="5198"/>
                  </a:cubicBezTo>
                  <a:cubicBezTo>
                    <a:pt x="0" y="5450"/>
                    <a:pt x="158" y="5702"/>
                    <a:pt x="442" y="5702"/>
                  </a:cubicBezTo>
                  <a:lnTo>
                    <a:pt x="3245" y="5702"/>
                  </a:lnTo>
                  <a:cubicBezTo>
                    <a:pt x="3529" y="5702"/>
                    <a:pt x="3687" y="5450"/>
                    <a:pt x="3592" y="5198"/>
                  </a:cubicBezTo>
                  <a:cubicBezTo>
                    <a:pt x="2741" y="3592"/>
                    <a:pt x="2741" y="1607"/>
                    <a:pt x="34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87"/>
            <p:cNvSpPr/>
            <p:nvPr/>
          </p:nvSpPr>
          <p:spPr>
            <a:xfrm>
              <a:off x="-20090475" y="3317850"/>
              <a:ext cx="91400" cy="142575"/>
            </a:xfrm>
            <a:custGeom>
              <a:avLst/>
              <a:gdLst/>
              <a:ahLst/>
              <a:cxnLst/>
              <a:rect l="l" t="t" r="r" b="b"/>
              <a:pathLst>
                <a:path w="3656" h="5703" extrusionOk="0">
                  <a:moveTo>
                    <a:pt x="411" y="1"/>
                  </a:moveTo>
                  <a:cubicBezTo>
                    <a:pt x="285" y="1"/>
                    <a:pt x="159" y="95"/>
                    <a:pt x="64" y="158"/>
                  </a:cubicBezTo>
                  <a:cubicBezTo>
                    <a:pt x="1" y="284"/>
                    <a:pt x="1" y="410"/>
                    <a:pt x="64" y="505"/>
                  </a:cubicBezTo>
                  <a:cubicBezTo>
                    <a:pt x="915" y="2143"/>
                    <a:pt x="915" y="4096"/>
                    <a:pt x="159" y="5703"/>
                  </a:cubicBezTo>
                  <a:lnTo>
                    <a:pt x="3467" y="5703"/>
                  </a:lnTo>
                  <a:cubicBezTo>
                    <a:pt x="2710" y="4065"/>
                    <a:pt x="2710" y="2143"/>
                    <a:pt x="3530" y="505"/>
                  </a:cubicBezTo>
                  <a:cubicBezTo>
                    <a:pt x="3656" y="284"/>
                    <a:pt x="3467" y="1"/>
                    <a:pt x="32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87"/>
            <p:cNvSpPr/>
            <p:nvPr/>
          </p:nvSpPr>
          <p:spPr>
            <a:xfrm>
              <a:off x="-19984925" y="3389525"/>
              <a:ext cx="94550" cy="107925"/>
            </a:xfrm>
            <a:custGeom>
              <a:avLst/>
              <a:gdLst/>
              <a:ahLst/>
              <a:cxnLst/>
              <a:rect l="l" t="t" r="r" b="b"/>
              <a:pathLst>
                <a:path w="3782" h="4317" extrusionOk="0">
                  <a:moveTo>
                    <a:pt x="473" y="1"/>
                  </a:moveTo>
                  <a:cubicBezTo>
                    <a:pt x="190" y="1"/>
                    <a:pt x="1" y="316"/>
                    <a:pt x="158" y="568"/>
                  </a:cubicBezTo>
                  <a:cubicBezTo>
                    <a:pt x="946" y="1702"/>
                    <a:pt x="946" y="3119"/>
                    <a:pt x="253" y="4317"/>
                  </a:cubicBezTo>
                  <a:lnTo>
                    <a:pt x="3529" y="4317"/>
                  </a:lnTo>
                  <a:cubicBezTo>
                    <a:pt x="2868" y="3151"/>
                    <a:pt x="2868" y="1702"/>
                    <a:pt x="3624" y="568"/>
                  </a:cubicBezTo>
                  <a:cubicBezTo>
                    <a:pt x="3781" y="316"/>
                    <a:pt x="3624" y="1"/>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87"/>
            <p:cNvSpPr/>
            <p:nvPr/>
          </p:nvSpPr>
          <p:spPr>
            <a:xfrm>
              <a:off x="-19984125" y="3514750"/>
              <a:ext cx="94525" cy="107150"/>
            </a:xfrm>
            <a:custGeom>
              <a:avLst/>
              <a:gdLst/>
              <a:ahLst/>
              <a:cxnLst/>
              <a:rect l="l" t="t" r="r" b="b"/>
              <a:pathLst>
                <a:path w="3781" h="4286" extrusionOk="0">
                  <a:moveTo>
                    <a:pt x="221" y="1"/>
                  </a:moveTo>
                  <a:cubicBezTo>
                    <a:pt x="914" y="1135"/>
                    <a:pt x="914" y="2647"/>
                    <a:pt x="158" y="3750"/>
                  </a:cubicBezTo>
                  <a:cubicBezTo>
                    <a:pt x="0" y="3970"/>
                    <a:pt x="158" y="4285"/>
                    <a:pt x="473" y="4285"/>
                  </a:cubicBezTo>
                  <a:lnTo>
                    <a:pt x="3308" y="4285"/>
                  </a:lnTo>
                  <a:cubicBezTo>
                    <a:pt x="3592" y="4285"/>
                    <a:pt x="3781" y="3970"/>
                    <a:pt x="3623" y="3750"/>
                  </a:cubicBezTo>
                  <a:cubicBezTo>
                    <a:pt x="2836" y="2584"/>
                    <a:pt x="2804" y="1135"/>
                    <a:pt x="34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46" name="Google Shape;7346;p87"/>
          <p:cNvGrpSpPr/>
          <p:nvPr/>
        </p:nvGrpSpPr>
        <p:grpSpPr>
          <a:xfrm>
            <a:off x="2388036" y="2242861"/>
            <a:ext cx="452798" cy="450766"/>
            <a:chOff x="-20199150" y="3693150"/>
            <a:chExt cx="306400" cy="305025"/>
          </a:xfrm>
        </p:grpSpPr>
        <p:sp>
          <p:nvSpPr>
            <p:cNvPr id="7347" name="Google Shape;7347;p87"/>
            <p:cNvSpPr/>
            <p:nvPr/>
          </p:nvSpPr>
          <p:spPr>
            <a:xfrm>
              <a:off x="-20182625" y="3762250"/>
              <a:ext cx="227650" cy="212650"/>
            </a:xfrm>
            <a:custGeom>
              <a:avLst/>
              <a:gdLst/>
              <a:ahLst/>
              <a:cxnLst/>
              <a:rect l="l" t="t" r="r" b="b"/>
              <a:pathLst>
                <a:path w="9106" h="8506" extrusionOk="0">
                  <a:moveTo>
                    <a:pt x="1862" y="1"/>
                  </a:moveTo>
                  <a:cubicBezTo>
                    <a:pt x="1462" y="1"/>
                    <a:pt x="1056" y="148"/>
                    <a:pt x="726" y="466"/>
                  </a:cubicBezTo>
                  <a:cubicBezTo>
                    <a:pt x="1" y="1222"/>
                    <a:pt x="158" y="2514"/>
                    <a:pt x="1104" y="3018"/>
                  </a:cubicBezTo>
                  <a:lnTo>
                    <a:pt x="4097" y="4687"/>
                  </a:lnTo>
                  <a:lnTo>
                    <a:pt x="5735" y="7680"/>
                  </a:lnTo>
                  <a:cubicBezTo>
                    <a:pt x="6024" y="8223"/>
                    <a:pt x="6562" y="8506"/>
                    <a:pt x="7117" y="8506"/>
                  </a:cubicBezTo>
                  <a:cubicBezTo>
                    <a:pt x="7529" y="8506"/>
                    <a:pt x="7951" y="8349"/>
                    <a:pt x="8287" y="8027"/>
                  </a:cubicBezTo>
                  <a:cubicBezTo>
                    <a:pt x="9106" y="7239"/>
                    <a:pt x="8854" y="5853"/>
                    <a:pt x="7783" y="5412"/>
                  </a:cubicBezTo>
                  <a:lnTo>
                    <a:pt x="4632" y="4152"/>
                  </a:lnTo>
                  <a:lnTo>
                    <a:pt x="3372" y="1001"/>
                  </a:lnTo>
                  <a:cubicBezTo>
                    <a:pt x="3102" y="366"/>
                    <a:pt x="2491" y="1"/>
                    <a:pt x="18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87"/>
            <p:cNvSpPr/>
            <p:nvPr/>
          </p:nvSpPr>
          <p:spPr>
            <a:xfrm>
              <a:off x="-20077075" y="3785225"/>
              <a:ext cx="97700" cy="91075"/>
            </a:xfrm>
            <a:custGeom>
              <a:avLst/>
              <a:gdLst/>
              <a:ahLst/>
              <a:cxnLst/>
              <a:rect l="l" t="t" r="r" b="b"/>
              <a:pathLst>
                <a:path w="3908" h="3643" extrusionOk="0">
                  <a:moveTo>
                    <a:pt x="1187" y="1"/>
                  </a:moveTo>
                  <a:cubicBezTo>
                    <a:pt x="799" y="1"/>
                    <a:pt x="395" y="94"/>
                    <a:pt x="1" y="303"/>
                  </a:cubicBezTo>
                  <a:lnTo>
                    <a:pt x="946" y="2697"/>
                  </a:lnTo>
                  <a:lnTo>
                    <a:pt x="3372" y="3642"/>
                  </a:lnTo>
                  <a:cubicBezTo>
                    <a:pt x="3907" y="2571"/>
                    <a:pt x="3624" y="1469"/>
                    <a:pt x="2931" y="713"/>
                  </a:cubicBezTo>
                  <a:cubicBezTo>
                    <a:pt x="2473" y="275"/>
                    <a:pt x="1852" y="1"/>
                    <a:pt x="11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87"/>
            <p:cNvSpPr/>
            <p:nvPr/>
          </p:nvSpPr>
          <p:spPr>
            <a:xfrm>
              <a:off x="-20051875" y="3693150"/>
              <a:ext cx="159125" cy="176850"/>
            </a:xfrm>
            <a:custGeom>
              <a:avLst/>
              <a:gdLst/>
              <a:ahLst/>
              <a:cxnLst/>
              <a:rect l="l" t="t" r="r" b="b"/>
              <a:pathLst>
                <a:path w="6365" h="7074" extrusionOk="0">
                  <a:moveTo>
                    <a:pt x="3159" y="1"/>
                  </a:moveTo>
                  <a:cubicBezTo>
                    <a:pt x="3104" y="1"/>
                    <a:pt x="3057" y="16"/>
                    <a:pt x="3025" y="48"/>
                  </a:cubicBezTo>
                  <a:lnTo>
                    <a:pt x="190" y="1466"/>
                  </a:lnTo>
                  <a:cubicBezTo>
                    <a:pt x="64" y="1529"/>
                    <a:pt x="1" y="1655"/>
                    <a:pt x="1" y="1781"/>
                  </a:cubicBezTo>
                  <a:lnTo>
                    <a:pt x="1" y="2978"/>
                  </a:lnTo>
                  <a:cubicBezTo>
                    <a:pt x="54" y="2975"/>
                    <a:pt x="107" y="2974"/>
                    <a:pt x="159" y="2974"/>
                  </a:cubicBezTo>
                  <a:cubicBezTo>
                    <a:pt x="727" y="2974"/>
                    <a:pt x="1246" y="3128"/>
                    <a:pt x="1765" y="3387"/>
                  </a:cubicBezTo>
                  <a:lnTo>
                    <a:pt x="2206" y="2631"/>
                  </a:lnTo>
                  <a:cubicBezTo>
                    <a:pt x="2249" y="2524"/>
                    <a:pt x="2379" y="2461"/>
                    <a:pt x="2507" y="2461"/>
                  </a:cubicBezTo>
                  <a:cubicBezTo>
                    <a:pt x="2568" y="2461"/>
                    <a:pt x="2628" y="2475"/>
                    <a:pt x="2679" y="2505"/>
                  </a:cubicBezTo>
                  <a:cubicBezTo>
                    <a:pt x="2836" y="2600"/>
                    <a:pt x="2899" y="2820"/>
                    <a:pt x="2773" y="2978"/>
                  </a:cubicBezTo>
                  <a:lnTo>
                    <a:pt x="2301" y="3828"/>
                  </a:lnTo>
                  <a:cubicBezTo>
                    <a:pt x="2553" y="4017"/>
                    <a:pt x="2679" y="4080"/>
                    <a:pt x="2899" y="4490"/>
                  </a:cubicBezTo>
                  <a:lnTo>
                    <a:pt x="3813" y="4238"/>
                  </a:lnTo>
                  <a:cubicBezTo>
                    <a:pt x="3832" y="4235"/>
                    <a:pt x="3852" y="4233"/>
                    <a:pt x="3872" y="4233"/>
                  </a:cubicBezTo>
                  <a:cubicBezTo>
                    <a:pt x="4045" y="4233"/>
                    <a:pt x="4226" y="4352"/>
                    <a:pt x="4254" y="4522"/>
                  </a:cubicBezTo>
                  <a:cubicBezTo>
                    <a:pt x="4285" y="4711"/>
                    <a:pt x="4159" y="4931"/>
                    <a:pt x="3970" y="4963"/>
                  </a:cubicBezTo>
                  <a:lnTo>
                    <a:pt x="3183" y="5152"/>
                  </a:lnTo>
                  <a:cubicBezTo>
                    <a:pt x="3372" y="5750"/>
                    <a:pt x="3435" y="6412"/>
                    <a:pt x="3214" y="7073"/>
                  </a:cubicBezTo>
                  <a:cubicBezTo>
                    <a:pt x="3340" y="7042"/>
                    <a:pt x="6050" y="5719"/>
                    <a:pt x="6176" y="5624"/>
                  </a:cubicBezTo>
                  <a:cubicBezTo>
                    <a:pt x="6302" y="5561"/>
                    <a:pt x="6365" y="5435"/>
                    <a:pt x="6365" y="5309"/>
                  </a:cubicBezTo>
                  <a:lnTo>
                    <a:pt x="6365" y="1718"/>
                  </a:lnTo>
                  <a:cubicBezTo>
                    <a:pt x="6365" y="1623"/>
                    <a:pt x="6302" y="1497"/>
                    <a:pt x="6176" y="1466"/>
                  </a:cubicBezTo>
                  <a:lnTo>
                    <a:pt x="3340" y="48"/>
                  </a:lnTo>
                  <a:cubicBezTo>
                    <a:pt x="3277" y="16"/>
                    <a:pt x="3214" y="1"/>
                    <a:pt x="3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87"/>
            <p:cNvSpPr/>
            <p:nvPr/>
          </p:nvSpPr>
          <p:spPr>
            <a:xfrm>
              <a:off x="-20155825" y="3861300"/>
              <a:ext cx="92950" cy="92175"/>
            </a:xfrm>
            <a:custGeom>
              <a:avLst/>
              <a:gdLst/>
              <a:ahLst/>
              <a:cxnLst/>
              <a:rect l="l" t="t" r="r" b="b"/>
              <a:pathLst>
                <a:path w="3718" h="3687" extrusionOk="0">
                  <a:moveTo>
                    <a:pt x="221" y="1"/>
                  </a:moveTo>
                  <a:lnTo>
                    <a:pt x="63" y="158"/>
                  </a:lnTo>
                  <a:lnTo>
                    <a:pt x="0" y="190"/>
                  </a:lnTo>
                  <a:lnTo>
                    <a:pt x="3529" y="3687"/>
                  </a:lnTo>
                  <a:lnTo>
                    <a:pt x="3560" y="3655"/>
                  </a:lnTo>
                  <a:lnTo>
                    <a:pt x="3718" y="3498"/>
                  </a:lnTo>
                  <a:lnTo>
                    <a:pt x="2457" y="1230"/>
                  </a:lnTo>
                  <a:lnTo>
                    <a:pt x="22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87"/>
            <p:cNvSpPr/>
            <p:nvPr/>
          </p:nvSpPr>
          <p:spPr>
            <a:xfrm>
              <a:off x="-20199150" y="3918025"/>
              <a:ext cx="81150" cy="80150"/>
            </a:xfrm>
            <a:custGeom>
              <a:avLst/>
              <a:gdLst/>
              <a:ahLst/>
              <a:cxnLst/>
              <a:rect l="l" t="t" r="r" b="b"/>
              <a:pathLst>
                <a:path w="3246" h="3206" extrusionOk="0">
                  <a:moveTo>
                    <a:pt x="851" y="0"/>
                  </a:moveTo>
                  <a:lnTo>
                    <a:pt x="851" y="0"/>
                  </a:lnTo>
                  <a:cubicBezTo>
                    <a:pt x="756" y="536"/>
                    <a:pt x="851" y="1134"/>
                    <a:pt x="1071" y="1670"/>
                  </a:cubicBezTo>
                  <a:lnTo>
                    <a:pt x="158" y="2584"/>
                  </a:lnTo>
                  <a:cubicBezTo>
                    <a:pt x="0" y="2741"/>
                    <a:pt x="0" y="2930"/>
                    <a:pt x="158" y="3088"/>
                  </a:cubicBezTo>
                  <a:cubicBezTo>
                    <a:pt x="237" y="3166"/>
                    <a:pt x="331" y="3206"/>
                    <a:pt x="426" y="3206"/>
                  </a:cubicBezTo>
                  <a:cubicBezTo>
                    <a:pt x="520" y="3206"/>
                    <a:pt x="615" y="3166"/>
                    <a:pt x="693" y="3088"/>
                  </a:cubicBezTo>
                  <a:lnTo>
                    <a:pt x="1607" y="2174"/>
                  </a:lnTo>
                  <a:cubicBezTo>
                    <a:pt x="2017" y="2332"/>
                    <a:pt x="2458" y="2458"/>
                    <a:pt x="2899" y="2458"/>
                  </a:cubicBezTo>
                  <a:cubicBezTo>
                    <a:pt x="3025" y="2458"/>
                    <a:pt x="3119" y="2426"/>
                    <a:pt x="3245" y="2426"/>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87"/>
            <p:cNvSpPr/>
            <p:nvPr/>
          </p:nvSpPr>
          <p:spPr>
            <a:xfrm>
              <a:off x="-20173950" y="3880200"/>
              <a:ext cx="92175" cy="92200"/>
            </a:xfrm>
            <a:custGeom>
              <a:avLst/>
              <a:gdLst/>
              <a:ahLst/>
              <a:cxnLst/>
              <a:rect l="l" t="t" r="r" b="b"/>
              <a:pathLst>
                <a:path w="3687" h="3688" extrusionOk="0">
                  <a:moveTo>
                    <a:pt x="316" y="1"/>
                  </a:moveTo>
                  <a:cubicBezTo>
                    <a:pt x="189" y="222"/>
                    <a:pt x="63" y="442"/>
                    <a:pt x="0" y="663"/>
                  </a:cubicBezTo>
                  <a:lnTo>
                    <a:pt x="3025" y="3687"/>
                  </a:lnTo>
                  <a:cubicBezTo>
                    <a:pt x="3245" y="3624"/>
                    <a:pt x="3498" y="3498"/>
                    <a:pt x="3687" y="3372"/>
                  </a:cubicBezTo>
                  <a:lnTo>
                    <a:pt x="31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53" name="Google Shape;7353;p87"/>
          <p:cNvGrpSpPr/>
          <p:nvPr/>
        </p:nvGrpSpPr>
        <p:grpSpPr>
          <a:xfrm>
            <a:off x="2388609" y="2795687"/>
            <a:ext cx="451653" cy="451653"/>
            <a:chOff x="-20197575" y="4066875"/>
            <a:chExt cx="305625" cy="305625"/>
          </a:xfrm>
        </p:grpSpPr>
        <p:sp>
          <p:nvSpPr>
            <p:cNvPr id="7354" name="Google Shape;7354;p87"/>
            <p:cNvSpPr/>
            <p:nvPr/>
          </p:nvSpPr>
          <p:spPr>
            <a:xfrm>
              <a:off x="-20089675" y="4066875"/>
              <a:ext cx="89025" cy="92175"/>
            </a:xfrm>
            <a:custGeom>
              <a:avLst/>
              <a:gdLst/>
              <a:ahLst/>
              <a:cxnLst/>
              <a:rect l="l" t="t" r="r" b="b"/>
              <a:pathLst>
                <a:path w="3561" h="3687" extrusionOk="0">
                  <a:moveTo>
                    <a:pt x="347" y="1"/>
                  </a:moveTo>
                  <a:cubicBezTo>
                    <a:pt x="158" y="1"/>
                    <a:pt x="0" y="158"/>
                    <a:pt x="0" y="379"/>
                  </a:cubicBezTo>
                  <a:cubicBezTo>
                    <a:pt x="0" y="568"/>
                    <a:pt x="158" y="725"/>
                    <a:pt x="347" y="725"/>
                  </a:cubicBezTo>
                  <a:cubicBezTo>
                    <a:pt x="946" y="725"/>
                    <a:pt x="1418" y="1229"/>
                    <a:pt x="1418" y="1828"/>
                  </a:cubicBezTo>
                  <a:lnTo>
                    <a:pt x="1418" y="3687"/>
                  </a:lnTo>
                  <a:cubicBezTo>
                    <a:pt x="1544" y="3624"/>
                    <a:pt x="1670" y="3592"/>
                    <a:pt x="1765" y="3592"/>
                  </a:cubicBezTo>
                  <a:cubicBezTo>
                    <a:pt x="1891" y="3592"/>
                    <a:pt x="2017" y="3624"/>
                    <a:pt x="2143" y="3687"/>
                  </a:cubicBezTo>
                  <a:lnTo>
                    <a:pt x="2143" y="1828"/>
                  </a:lnTo>
                  <a:cubicBezTo>
                    <a:pt x="2143" y="1229"/>
                    <a:pt x="2615" y="725"/>
                    <a:pt x="3182" y="725"/>
                  </a:cubicBezTo>
                  <a:cubicBezTo>
                    <a:pt x="3403" y="725"/>
                    <a:pt x="3561" y="568"/>
                    <a:pt x="3561" y="379"/>
                  </a:cubicBezTo>
                  <a:cubicBezTo>
                    <a:pt x="3561" y="158"/>
                    <a:pt x="3403" y="1"/>
                    <a:pt x="3182" y="1"/>
                  </a:cubicBezTo>
                  <a:cubicBezTo>
                    <a:pt x="2615" y="1"/>
                    <a:pt x="2080" y="284"/>
                    <a:pt x="1765" y="725"/>
                  </a:cubicBezTo>
                  <a:cubicBezTo>
                    <a:pt x="1450" y="284"/>
                    <a:pt x="94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87"/>
            <p:cNvSpPr/>
            <p:nvPr/>
          </p:nvSpPr>
          <p:spPr>
            <a:xfrm>
              <a:off x="-20024300" y="4085775"/>
              <a:ext cx="132350" cy="125250"/>
            </a:xfrm>
            <a:custGeom>
              <a:avLst/>
              <a:gdLst/>
              <a:ahLst/>
              <a:cxnLst/>
              <a:rect l="l" t="t" r="r" b="b"/>
              <a:pathLst>
                <a:path w="5294" h="5010" extrusionOk="0">
                  <a:moveTo>
                    <a:pt x="2741" y="2175"/>
                  </a:moveTo>
                  <a:cubicBezTo>
                    <a:pt x="2930" y="2175"/>
                    <a:pt x="3119" y="2332"/>
                    <a:pt x="3119" y="2521"/>
                  </a:cubicBezTo>
                  <a:cubicBezTo>
                    <a:pt x="3119" y="2710"/>
                    <a:pt x="2930" y="2868"/>
                    <a:pt x="2741" y="2868"/>
                  </a:cubicBezTo>
                  <a:cubicBezTo>
                    <a:pt x="2552" y="2868"/>
                    <a:pt x="2395" y="2710"/>
                    <a:pt x="2395" y="2521"/>
                  </a:cubicBezTo>
                  <a:cubicBezTo>
                    <a:pt x="2395" y="2332"/>
                    <a:pt x="2552" y="2175"/>
                    <a:pt x="2741" y="2175"/>
                  </a:cubicBezTo>
                  <a:close/>
                  <a:moveTo>
                    <a:pt x="1985" y="3592"/>
                  </a:moveTo>
                  <a:cubicBezTo>
                    <a:pt x="2206" y="3592"/>
                    <a:pt x="2363" y="3750"/>
                    <a:pt x="2363" y="3939"/>
                  </a:cubicBezTo>
                  <a:cubicBezTo>
                    <a:pt x="2395" y="4128"/>
                    <a:pt x="2206" y="4285"/>
                    <a:pt x="1985" y="4285"/>
                  </a:cubicBezTo>
                  <a:cubicBezTo>
                    <a:pt x="1796" y="4285"/>
                    <a:pt x="1639" y="4128"/>
                    <a:pt x="1639" y="3939"/>
                  </a:cubicBezTo>
                  <a:cubicBezTo>
                    <a:pt x="1639" y="3750"/>
                    <a:pt x="1796" y="3592"/>
                    <a:pt x="1985" y="3592"/>
                  </a:cubicBezTo>
                  <a:close/>
                  <a:moveTo>
                    <a:pt x="4915" y="1"/>
                  </a:moveTo>
                  <a:cubicBezTo>
                    <a:pt x="2710" y="1"/>
                    <a:pt x="820" y="1355"/>
                    <a:pt x="0" y="3246"/>
                  </a:cubicBezTo>
                  <a:cubicBezTo>
                    <a:pt x="158" y="3435"/>
                    <a:pt x="252" y="3655"/>
                    <a:pt x="252" y="3939"/>
                  </a:cubicBezTo>
                  <a:lnTo>
                    <a:pt x="252" y="5010"/>
                  </a:lnTo>
                  <a:lnTo>
                    <a:pt x="2899" y="5010"/>
                  </a:lnTo>
                  <a:cubicBezTo>
                    <a:pt x="3340" y="5010"/>
                    <a:pt x="3718" y="4695"/>
                    <a:pt x="3812" y="4254"/>
                  </a:cubicBezTo>
                  <a:cubicBezTo>
                    <a:pt x="4632" y="4096"/>
                    <a:pt x="5293" y="3403"/>
                    <a:pt x="5293" y="2490"/>
                  </a:cubicBezTo>
                  <a:lnTo>
                    <a:pt x="5293" y="347"/>
                  </a:lnTo>
                  <a:cubicBezTo>
                    <a:pt x="5262" y="158"/>
                    <a:pt x="5104" y="1"/>
                    <a:pt x="49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87"/>
            <p:cNvSpPr/>
            <p:nvPr/>
          </p:nvSpPr>
          <p:spPr>
            <a:xfrm>
              <a:off x="-19983350" y="4263775"/>
              <a:ext cx="18925" cy="18150"/>
            </a:xfrm>
            <a:custGeom>
              <a:avLst/>
              <a:gdLst/>
              <a:ahLst/>
              <a:cxnLst/>
              <a:rect l="l" t="t" r="r" b="b"/>
              <a:pathLst>
                <a:path w="757" h="726" extrusionOk="0">
                  <a:moveTo>
                    <a:pt x="347" y="1"/>
                  </a:moveTo>
                  <a:cubicBezTo>
                    <a:pt x="158" y="1"/>
                    <a:pt x="1" y="158"/>
                    <a:pt x="1" y="347"/>
                  </a:cubicBezTo>
                  <a:cubicBezTo>
                    <a:pt x="1" y="568"/>
                    <a:pt x="158" y="725"/>
                    <a:pt x="347" y="725"/>
                  </a:cubicBezTo>
                  <a:cubicBezTo>
                    <a:pt x="568" y="725"/>
                    <a:pt x="725" y="568"/>
                    <a:pt x="725" y="347"/>
                  </a:cubicBezTo>
                  <a:cubicBezTo>
                    <a:pt x="757" y="221"/>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87"/>
            <p:cNvSpPr/>
            <p:nvPr/>
          </p:nvSpPr>
          <p:spPr>
            <a:xfrm>
              <a:off x="-20035325" y="4228350"/>
              <a:ext cx="125250" cy="143350"/>
            </a:xfrm>
            <a:custGeom>
              <a:avLst/>
              <a:gdLst/>
              <a:ahLst/>
              <a:cxnLst/>
              <a:rect l="l" t="t" r="r" b="b"/>
              <a:pathLst>
                <a:path w="5010" h="5734" extrusionOk="0">
                  <a:moveTo>
                    <a:pt x="2426" y="756"/>
                  </a:moveTo>
                  <a:cubicBezTo>
                    <a:pt x="3025" y="756"/>
                    <a:pt x="3497" y="1229"/>
                    <a:pt x="3497" y="1827"/>
                  </a:cubicBezTo>
                  <a:cubicBezTo>
                    <a:pt x="3560" y="2363"/>
                    <a:pt x="3025" y="2899"/>
                    <a:pt x="2426" y="2899"/>
                  </a:cubicBezTo>
                  <a:cubicBezTo>
                    <a:pt x="1859" y="2899"/>
                    <a:pt x="1387" y="2426"/>
                    <a:pt x="1387" y="1827"/>
                  </a:cubicBezTo>
                  <a:cubicBezTo>
                    <a:pt x="1387" y="1229"/>
                    <a:pt x="1859" y="756"/>
                    <a:pt x="2426" y="756"/>
                  </a:cubicBezTo>
                  <a:close/>
                  <a:moveTo>
                    <a:pt x="693" y="0"/>
                  </a:moveTo>
                  <a:lnTo>
                    <a:pt x="693" y="2489"/>
                  </a:lnTo>
                  <a:cubicBezTo>
                    <a:pt x="693" y="2962"/>
                    <a:pt x="378" y="3371"/>
                    <a:pt x="0" y="3529"/>
                  </a:cubicBezTo>
                  <a:lnTo>
                    <a:pt x="0" y="4663"/>
                  </a:lnTo>
                  <a:cubicBezTo>
                    <a:pt x="0" y="5261"/>
                    <a:pt x="473" y="5734"/>
                    <a:pt x="1071" y="5734"/>
                  </a:cubicBezTo>
                  <a:cubicBezTo>
                    <a:pt x="1639" y="5734"/>
                    <a:pt x="2111" y="5261"/>
                    <a:pt x="2111" y="4663"/>
                  </a:cubicBezTo>
                  <a:cubicBezTo>
                    <a:pt x="2111" y="4474"/>
                    <a:pt x="2269" y="4316"/>
                    <a:pt x="2489" y="4316"/>
                  </a:cubicBezTo>
                  <a:cubicBezTo>
                    <a:pt x="3182" y="4316"/>
                    <a:pt x="3812" y="4033"/>
                    <a:pt x="4285" y="3529"/>
                  </a:cubicBezTo>
                  <a:cubicBezTo>
                    <a:pt x="4758" y="2993"/>
                    <a:pt x="5010" y="2331"/>
                    <a:pt x="4947" y="1670"/>
                  </a:cubicBezTo>
                  <a:cubicBezTo>
                    <a:pt x="4884" y="725"/>
                    <a:pt x="4127" y="0"/>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87"/>
            <p:cNvSpPr/>
            <p:nvPr/>
          </p:nvSpPr>
          <p:spPr>
            <a:xfrm>
              <a:off x="-20054225" y="4175575"/>
              <a:ext cx="18125" cy="125250"/>
            </a:xfrm>
            <a:custGeom>
              <a:avLst/>
              <a:gdLst/>
              <a:ahLst/>
              <a:cxnLst/>
              <a:rect l="l" t="t" r="r" b="b"/>
              <a:pathLst>
                <a:path w="725" h="5010" extrusionOk="0">
                  <a:moveTo>
                    <a:pt x="347" y="0"/>
                  </a:moveTo>
                  <a:cubicBezTo>
                    <a:pt x="158" y="0"/>
                    <a:pt x="0" y="158"/>
                    <a:pt x="0" y="347"/>
                  </a:cubicBezTo>
                  <a:lnTo>
                    <a:pt x="0" y="4632"/>
                  </a:lnTo>
                  <a:cubicBezTo>
                    <a:pt x="0" y="4852"/>
                    <a:pt x="158" y="5010"/>
                    <a:pt x="347" y="5010"/>
                  </a:cubicBezTo>
                  <a:cubicBezTo>
                    <a:pt x="567" y="5010"/>
                    <a:pt x="725" y="4852"/>
                    <a:pt x="725" y="4632"/>
                  </a:cubicBezTo>
                  <a:lnTo>
                    <a:pt x="725" y="347"/>
                  </a:ln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87"/>
            <p:cNvSpPr/>
            <p:nvPr/>
          </p:nvSpPr>
          <p:spPr>
            <a:xfrm>
              <a:off x="-20197575" y="4085775"/>
              <a:ext cx="132350" cy="125250"/>
            </a:xfrm>
            <a:custGeom>
              <a:avLst/>
              <a:gdLst/>
              <a:ahLst/>
              <a:cxnLst/>
              <a:rect l="l" t="t" r="r" b="b"/>
              <a:pathLst>
                <a:path w="5294" h="5010" extrusionOk="0">
                  <a:moveTo>
                    <a:pt x="2521" y="2175"/>
                  </a:moveTo>
                  <a:cubicBezTo>
                    <a:pt x="2710" y="2175"/>
                    <a:pt x="2867" y="2332"/>
                    <a:pt x="2867" y="2521"/>
                  </a:cubicBezTo>
                  <a:cubicBezTo>
                    <a:pt x="2867" y="2710"/>
                    <a:pt x="2710" y="2868"/>
                    <a:pt x="2521" y="2868"/>
                  </a:cubicBezTo>
                  <a:cubicBezTo>
                    <a:pt x="2300" y="2868"/>
                    <a:pt x="2143" y="2710"/>
                    <a:pt x="2143" y="2521"/>
                  </a:cubicBezTo>
                  <a:cubicBezTo>
                    <a:pt x="2174" y="2332"/>
                    <a:pt x="2300" y="2175"/>
                    <a:pt x="2521" y="2175"/>
                  </a:cubicBezTo>
                  <a:close/>
                  <a:moveTo>
                    <a:pt x="3245" y="3592"/>
                  </a:moveTo>
                  <a:cubicBezTo>
                    <a:pt x="3466" y="3592"/>
                    <a:pt x="3623" y="3750"/>
                    <a:pt x="3623" y="3939"/>
                  </a:cubicBezTo>
                  <a:cubicBezTo>
                    <a:pt x="3623" y="4128"/>
                    <a:pt x="3466" y="4285"/>
                    <a:pt x="3245" y="4285"/>
                  </a:cubicBezTo>
                  <a:cubicBezTo>
                    <a:pt x="3056" y="4285"/>
                    <a:pt x="2899" y="4128"/>
                    <a:pt x="2899" y="3939"/>
                  </a:cubicBezTo>
                  <a:cubicBezTo>
                    <a:pt x="2867" y="3750"/>
                    <a:pt x="3056" y="3592"/>
                    <a:pt x="3245" y="3592"/>
                  </a:cubicBezTo>
                  <a:close/>
                  <a:moveTo>
                    <a:pt x="378" y="1"/>
                  </a:moveTo>
                  <a:cubicBezTo>
                    <a:pt x="189" y="1"/>
                    <a:pt x="32" y="158"/>
                    <a:pt x="32" y="347"/>
                  </a:cubicBezTo>
                  <a:lnTo>
                    <a:pt x="32" y="2490"/>
                  </a:lnTo>
                  <a:cubicBezTo>
                    <a:pt x="0" y="3403"/>
                    <a:pt x="662" y="4096"/>
                    <a:pt x="1481" y="4254"/>
                  </a:cubicBezTo>
                  <a:cubicBezTo>
                    <a:pt x="1576" y="4695"/>
                    <a:pt x="1954" y="5010"/>
                    <a:pt x="2395" y="5010"/>
                  </a:cubicBezTo>
                  <a:lnTo>
                    <a:pt x="5041" y="5010"/>
                  </a:lnTo>
                  <a:lnTo>
                    <a:pt x="5041" y="3939"/>
                  </a:lnTo>
                  <a:cubicBezTo>
                    <a:pt x="5041" y="3655"/>
                    <a:pt x="5136" y="3435"/>
                    <a:pt x="5293" y="3246"/>
                  </a:cubicBezTo>
                  <a:cubicBezTo>
                    <a:pt x="4474" y="1355"/>
                    <a:pt x="2584"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87"/>
            <p:cNvSpPr/>
            <p:nvPr/>
          </p:nvSpPr>
          <p:spPr>
            <a:xfrm>
              <a:off x="-20179475" y="4229925"/>
              <a:ext cx="125275" cy="142575"/>
            </a:xfrm>
            <a:custGeom>
              <a:avLst/>
              <a:gdLst/>
              <a:ahLst/>
              <a:cxnLst/>
              <a:rect l="l" t="t" r="r" b="b"/>
              <a:pathLst>
                <a:path w="5011" h="5703" extrusionOk="0">
                  <a:moveTo>
                    <a:pt x="2521" y="693"/>
                  </a:moveTo>
                  <a:cubicBezTo>
                    <a:pt x="3120" y="693"/>
                    <a:pt x="3592" y="1166"/>
                    <a:pt x="3592" y="1764"/>
                  </a:cubicBezTo>
                  <a:cubicBezTo>
                    <a:pt x="3592" y="2300"/>
                    <a:pt x="3120" y="2836"/>
                    <a:pt x="2521" y="2836"/>
                  </a:cubicBezTo>
                  <a:cubicBezTo>
                    <a:pt x="1954" y="2836"/>
                    <a:pt x="1482" y="2363"/>
                    <a:pt x="1482" y="1764"/>
                  </a:cubicBezTo>
                  <a:cubicBezTo>
                    <a:pt x="1482" y="1166"/>
                    <a:pt x="1954" y="693"/>
                    <a:pt x="2521" y="693"/>
                  </a:cubicBezTo>
                  <a:close/>
                  <a:moveTo>
                    <a:pt x="1797" y="0"/>
                  </a:moveTo>
                  <a:cubicBezTo>
                    <a:pt x="883" y="0"/>
                    <a:pt x="95" y="693"/>
                    <a:pt x="64" y="1638"/>
                  </a:cubicBezTo>
                  <a:cubicBezTo>
                    <a:pt x="1" y="2363"/>
                    <a:pt x="253" y="2962"/>
                    <a:pt x="726" y="3497"/>
                  </a:cubicBezTo>
                  <a:cubicBezTo>
                    <a:pt x="1198" y="4001"/>
                    <a:pt x="1828" y="4285"/>
                    <a:pt x="2521" y="4285"/>
                  </a:cubicBezTo>
                  <a:cubicBezTo>
                    <a:pt x="2742" y="4285"/>
                    <a:pt x="2899" y="4442"/>
                    <a:pt x="2899" y="4631"/>
                  </a:cubicBezTo>
                  <a:cubicBezTo>
                    <a:pt x="2899" y="5230"/>
                    <a:pt x="3372" y="5702"/>
                    <a:pt x="3939" y="5702"/>
                  </a:cubicBezTo>
                  <a:cubicBezTo>
                    <a:pt x="4538" y="5702"/>
                    <a:pt x="5010" y="5230"/>
                    <a:pt x="5010" y="4631"/>
                  </a:cubicBezTo>
                  <a:lnTo>
                    <a:pt x="5010" y="3497"/>
                  </a:lnTo>
                  <a:cubicBezTo>
                    <a:pt x="4601" y="3340"/>
                    <a:pt x="4317" y="2899"/>
                    <a:pt x="4317" y="2458"/>
                  </a:cubicBezTo>
                  <a:lnTo>
                    <a:pt x="43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87"/>
            <p:cNvSpPr/>
            <p:nvPr/>
          </p:nvSpPr>
          <p:spPr>
            <a:xfrm>
              <a:off x="-20125125" y="4263775"/>
              <a:ext cx="18150" cy="18150"/>
            </a:xfrm>
            <a:custGeom>
              <a:avLst/>
              <a:gdLst/>
              <a:ahLst/>
              <a:cxnLst/>
              <a:rect l="l" t="t" r="r" b="b"/>
              <a:pathLst>
                <a:path w="726" h="726" extrusionOk="0">
                  <a:moveTo>
                    <a:pt x="347" y="1"/>
                  </a:moveTo>
                  <a:cubicBezTo>
                    <a:pt x="158" y="1"/>
                    <a:pt x="1" y="158"/>
                    <a:pt x="1" y="347"/>
                  </a:cubicBezTo>
                  <a:cubicBezTo>
                    <a:pt x="1" y="568"/>
                    <a:pt x="158" y="725"/>
                    <a:pt x="347" y="725"/>
                  </a:cubicBezTo>
                  <a:cubicBezTo>
                    <a:pt x="568" y="725"/>
                    <a:pt x="725" y="568"/>
                    <a:pt x="725" y="347"/>
                  </a:cubicBezTo>
                  <a:cubicBezTo>
                    <a:pt x="725" y="221"/>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2" name="Google Shape;7362;p87"/>
          <p:cNvGrpSpPr/>
          <p:nvPr/>
        </p:nvGrpSpPr>
        <p:grpSpPr>
          <a:xfrm>
            <a:off x="5170827" y="1687520"/>
            <a:ext cx="449325" cy="453426"/>
            <a:chOff x="-18271050" y="3333200"/>
            <a:chExt cx="304050" cy="306825"/>
          </a:xfrm>
        </p:grpSpPr>
        <p:sp>
          <p:nvSpPr>
            <p:cNvPr id="7363" name="Google Shape;7363;p87"/>
            <p:cNvSpPr/>
            <p:nvPr/>
          </p:nvSpPr>
          <p:spPr>
            <a:xfrm>
              <a:off x="-18271050" y="3407650"/>
              <a:ext cx="63025" cy="79575"/>
            </a:xfrm>
            <a:custGeom>
              <a:avLst/>
              <a:gdLst/>
              <a:ahLst/>
              <a:cxnLst/>
              <a:rect l="l" t="t" r="r" b="b"/>
              <a:pathLst>
                <a:path w="2521" h="3183" extrusionOk="0">
                  <a:moveTo>
                    <a:pt x="1765" y="0"/>
                  </a:moveTo>
                  <a:cubicBezTo>
                    <a:pt x="788" y="0"/>
                    <a:pt x="0" y="788"/>
                    <a:pt x="0" y="1764"/>
                  </a:cubicBezTo>
                  <a:cubicBezTo>
                    <a:pt x="0" y="2363"/>
                    <a:pt x="284" y="2867"/>
                    <a:pt x="694" y="3182"/>
                  </a:cubicBezTo>
                  <a:cubicBezTo>
                    <a:pt x="694" y="1733"/>
                    <a:pt x="1544" y="567"/>
                    <a:pt x="2521" y="158"/>
                  </a:cubicBezTo>
                  <a:cubicBezTo>
                    <a:pt x="2300" y="32"/>
                    <a:pt x="2048"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4" name="Google Shape;7364;p87"/>
            <p:cNvSpPr/>
            <p:nvPr/>
          </p:nvSpPr>
          <p:spPr>
            <a:xfrm>
              <a:off x="-18030050" y="3406850"/>
              <a:ext cx="63050" cy="79575"/>
            </a:xfrm>
            <a:custGeom>
              <a:avLst/>
              <a:gdLst/>
              <a:ahLst/>
              <a:cxnLst/>
              <a:rect l="l" t="t" r="r" b="b"/>
              <a:pathLst>
                <a:path w="2522" h="3183" extrusionOk="0">
                  <a:moveTo>
                    <a:pt x="757" y="1"/>
                  </a:moveTo>
                  <a:cubicBezTo>
                    <a:pt x="474" y="1"/>
                    <a:pt x="253" y="64"/>
                    <a:pt x="1" y="158"/>
                  </a:cubicBezTo>
                  <a:cubicBezTo>
                    <a:pt x="978" y="568"/>
                    <a:pt x="1828" y="1733"/>
                    <a:pt x="1828" y="3183"/>
                  </a:cubicBezTo>
                  <a:cubicBezTo>
                    <a:pt x="2238" y="2868"/>
                    <a:pt x="2521" y="2332"/>
                    <a:pt x="2521" y="1765"/>
                  </a:cubicBezTo>
                  <a:cubicBezTo>
                    <a:pt x="2521" y="788"/>
                    <a:pt x="1734"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87"/>
            <p:cNvSpPr/>
            <p:nvPr/>
          </p:nvSpPr>
          <p:spPr>
            <a:xfrm>
              <a:off x="-18136375" y="3549400"/>
              <a:ext cx="35475" cy="32325"/>
            </a:xfrm>
            <a:custGeom>
              <a:avLst/>
              <a:gdLst/>
              <a:ahLst/>
              <a:cxnLst/>
              <a:rect l="l" t="t" r="r" b="b"/>
              <a:pathLst>
                <a:path w="1419" h="1293" extrusionOk="0">
                  <a:moveTo>
                    <a:pt x="725" y="1"/>
                  </a:moveTo>
                  <a:cubicBezTo>
                    <a:pt x="347" y="1"/>
                    <a:pt x="95" y="222"/>
                    <a:pt x="1" y="600"/>
                  </a:cubicBezTo>
                  <a:lnTo>
                    <a:pt x="725" y="1293"/>
                  </a:lnTo>
                  <a:lnTo>
                    <a:pt x="1419" y="600"/>
                  </a:lnTo>
                  <a:cubicBezTo>
                    <a:pt x="1355" y="285"/>
                    <a:pt x="1072"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87"/>
            <p:cNvSpPr/>
            <p:nvPr/>
          </p:nvSpPr>
          <p:spPr>
            <a:xfrm>
              <a:off x="-18233250" y="3423625"/>
              <a:ext cx="230800" cy="216400"/>
            </a:xfrm>
            <a:custGeom>
              <a:avLst/>
              <a:gdLst/>
              <a:ahLst/>
              <a:cxnLst/>
              <a:rect l="l" t="t" r="r" b="b"/>
              <a:pathLst>
                <a:path w="9232" h="8656" extrusionOk="0">
                  <a:moveTo>
                    <a:pt x="2427" y="2890"/>
                  </a:moveTo>
                  <a:cubicBezTo>
                    <a:pt x="2616" y="2890"/>
                    <a:pt x="2773" y="3047"/>
                    <a:pt x="2773" y="3268"/>
                  </a:cubicBezTo>
                  <a:cubicBezTo>
                    <a:pt x="2773" y="3457"/>
                    <a:pt x="2616" y="3614"/>
                    <a:pt x="2427" y="3614"/>
                  </a:cubicBezTo>
                  <a:cubicBezTo>
                    <a:pt x="2238" y="3614"/>
                    <a:pt x="2080" y="3457"/>
                    <a:pt x="2080" y="3268"/>
                  </a:cubicBezTo>
                  <a:cubicBezTo>
                    <a:pt x="2080" y="3047"/>
                    <a:pt x="2238" y="2890"/>
                    <a:pt x="2427" y="2890"/>
                  </a:cubicBezTo>
                  <a:close/>
                  <a:moveTo>
                    <a:pt x="6711" y="2890"/>
                  </a:moveTo>
                  <a:cubicBezTo>
                    <a:pt x="6900" y="2890"/>
                    <a:pt x="7089" y="3047"/>
                    <a:pt x="7089" y="3268"/>
                  </a:cubicBezTo>
                  <a:cubicBezTo>
                    <a:pt x="7058" y="3457"/>
                    <a:pt x="6900" y="3614"/>
                    <a:pt x="6711" y="3614"/>
                  </a:cubicBezTo>
                  <a:cubicBezTo>
                    <a:pt x="6522" y="3614"/>
                    <a:pt x="6365" y="3457"/>
                    <a:pt x="6365" y="3268"/>
                  </a:cubicBezTo>
                  <a:cubicBezTo>
                    <a:pt x="6365" y="3047"/>
                    <a:pt x="6522" y="2890"/>
                    <a:pt x="6711" y="2890"/>
                  </a:cubicBezTo>
                  <a:close/>
                  <a:moveTo>
                    <a:pt x="2066" y="0"/>
                  </a:moveTo>
                  <a:cubicBezTo>
                    <a:pt x="1647" y="0"/>
                    <a:pt x="1224" y="147"/>
                    <a:pt x="883" y="464"/>
                  </a:cubicBezTo>
                  <a:cubicBezTo>
                    <a:pt x="316" y="999"/>
                    <a:pt x="1" y="1724"/>
                    <a:pt x="1" y="2543"/>
                  </a:cubicBezTo>
                  <a:cubicBezTo>
                    <a:pt x="1" y="4528"/>
                    <a:pt x="1765" y="8308"/>
                    <a:pt x="4285" y="8655"/>
                  </a:cubicBezTo>
                  <a:lnTo>
                    <a:pt x="4285" y="6985"/>
                  </a:lnTo>
                  <a:lnTo>
                    <a:pt x="3372" y="6103"/>
                  </a:lnTo>
                  <a:lnTo>
                    <a:pt x="3340" y="6040"/>
                  </a:lnTo>
                  <a:cubicBezTo>
                    <a:pt x="3246" y="5977"/>
                    <a:pt x="3214" y="5883"/>
                    <a:pt x="3214" y="5820"/>
                  </a:cubicBezTo>
                  <a:cubicBezTo>
                    <a:pt x="3214" y="5032"/>
                    <a:pt x="3844" y="4402"/>
                    <a:pt x="4632" y="4402"/>
                  </a:cubicBezTo>
                  <a:cubicBezTo>
                    <a:pt x="5420" y="4402"/>
                    <a:pt x="6050" y="5032"/>
                    <a:pt x="6050" y="5820"/>
                  </a:cubicBezTo>
                  <a:cubicBezTo>
                    <a:pt x="6050" y="5883"/>
                    <a:pt x="6018" y="6009"/>
                    <a:pt x="5924" y="6040"/>
                  </a:cubicBezTo>
                  <a:lnTo>
                    <a:pt x="4947" y="6985"/>
                  </a:lnTo>
                  <a:lnTo>
                    <a:pt x="4947" y="8655"/>
                  </a:lnTo>
                  <a:cubicBezTo>
                    <a:pt x="7436" y="8340"/>
                    <a:pt x="9232" y="4559"/>
                    <a:pt x="9232" y="2543"/>
                  </a:cubicBezTo>
                  <a:cubicBezTo>
                    <a:pt x="9232" y="1724"/>
                    <a:pt x="8917" y="999"/>
                    <a:pt x="8349" y="464"/>
                  </a:cubicBezTo>
                  <a:cubicBezTo>
                    <a:pt x="7984" y="157"/>
                    <a:pt x="7553" y="14"/>
                    <a:pt x="7131" y="14"/>
                  </a:cubicBezTo>
                  <a:cubicBezTo>
                    <a:pt x="6425" y="14"/>
                    <a:pt x="5747" y="415"/>
                    <a:pt x="5451" y="1125"/>
                  </a:cubicBezTo>
                  <a:lnTo>
                    <a:pt x="5230" y="1755"/>
                  </a:lnTo>
                  <a:cubicBezTo>
                    <a:pt x="5104" y="2039"/>
                    <a:pt x="4852" y="2197"/>
                    <a:pt x="4600" y="2197"/>
                  </a:cubicBezTo>
                  <a:cubicBezTo>
                    <a:pt x="4317" y="2197"/>
                    <a:pt x="4033" y="2039"/>
                    <a:pt x="3970" y="1755"/>
                  </a:cubicBezTo>
                  <a:lnTo>
                    <a:pt x="3718" y="1125"/>
                  </a:lnTo>
                  <a:cubicBezTo>
                    <a:pt x="3461" y="414"/>
                    <a:pt x="2771" y="0"/>
                    <a:pt x="2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87"/>
            <p:cNvSpPr/>
            <p:nvPr/>
          </p:nvSpPr>
          <p:spPr>
            <a:xfrm>
              <a:off x="-18231675" y="3333200"/>
              <a:ext cx="220575" cy="125650"/>
            </a:xfrm>
            <a:custGeom>
              <a:avLst/>
              <a:gdLst/>
              <a:ahLst/>
              <a:cxnLst/>
              <a:rect l="l" t="t" r="r" b="b"/>
              <a:pathLst>
                <a:path w="8823" h="5026" extrusionOk="0">
                  <a:moveTo>
                    <a:pt x="3088" y="1088"/>
                  </a:moveTo>
                  <a:cubicBezTo>
                    <a:pt x="3277" y="1088"/>
                    <a:pt x="3435" y="1245"/>
                    <a:pt x="3435" y="1434"/>
                  </a:cubicBezTo>
                  <a:lnTo>
                    <a:pt x="3435" y="2159"/>
                  </a:lnTo>
                  <a:cubicBezTo>
                    <a:pt x="3435" y="2348"/>
                    <a:pt x="3277" y="2506"/>
                    <a:pt x="3088" y="2506"/>
                  </a:cubicBezTo>
                  <a:cubicBezTo>
                    <a:pt x="2868" y="2506"/>
                    <a:pt x="2710" y="2348"/>
                    <a:pt x="2710" y="2159"/>
                  </a:cubicBezTo>
                  <a:lnTo>
                    <a:pt x="2710" y="1434"/>
                  </a:lnTo>
                  <a:cubicBezTo>
                    <a:pt x="2710" y="1245"/>
                    <a:pt x="2868" y="1088"/>
                    <a:pt x="3088" y="1088"/>
                  </a:cubicBezTo>
                  <a:close/>
                  <a:moveTo>
                    <a:pt x="5955" y="1088"/>
                  </a:moveTo>
                  <a:cubicBezTo>
                    <a:pt x="6144" y="1088"/>
                    <a:pt x="6302" y="1245"/>
                    <a:pt x="6302" y="1434"/>
                  </a:cubicBezTo>
                  <a:lnTo>
                    <a:pt x="6302" y="2159"/>
                  </a:lnTo>
                  <a:cubicBezTo>
                    <a:pt x="6302" y="2348"/>
                    <a:pt x="6144" y="2506"/>
                    <a:pt x="5955" y="2506"/>
                  </a:cubicBezTo>
                  <a:cubicBezTo>
                    <a:pt x="5735" y="2506"/>
                    <a:pt x="5577" y="2348"/>
                    <a:pt x="5577" y="2159"/>
                  </a:cubicBezTo>
                  <a:lnTo>
                    <a:pt x="5577" y="1434"/>
                  </a:lnTo>
                  <a:cubicBezTo>
                    <a:pt x="5577" y="1245"/>
                    <a:pt x="5735" y="1088"/>
                    <a:pt x="5955" y="1088"/>
                  </a:cubicBezTo>
                  <a:close/>
                  <a:moveTo>
                    <a:pt x="4537" y="1781"/>
                  </a:moveTo>
                  <a:cubicBezTo>
                    <a:pt x="4726" y="1781"/>
                    <a:pt x="4884" y="1938"/>
                    <a:pt x="4884" y="2159"/>
                  </a:cubicBezTo>
                  <a:lnTo>
                    <a:pt x="4884" y="2852"/>
                  </a:lnTo>
                  <a:cubicBezTo>
                    <a:pt x="4884" y="3041"/>
                    <a:pt x="4726" y="3199"/>
                    <a:pt x="4537" y="3199"/>
                  </a:cubicBezTo>
                  <a:cubicBezTo>
                    <a:pt x="4317" y="3199"/>
                    <a:pt x="4159" y="3041"/>
                    <a:pt x="4159" y="2852"/>
                  </a:cubicBezTo>
                  <a:lnTo>
                    <a:pt x="4159" y="2159"/>
                  </a:lnTo>
                  <a:cubicBezTo>
                    <a:pt x="4159" y="1938"/>
                    <a:pt x="4317" y="1781"/>
                    <a:pt x="4537" y="1781"/>
                  </a:cubicBezTo>
                  <a:close/>
                  <a:moveTo>
                    <a:pt x="4427" y="1"/>
                  </a:moveTo>
                  <a:cubicBezTo>
                    <a:pt x="4372" y="1"/>
                    <a:pt x="4317" y="17"/>
                    <a:pt x="4254" y="48"/>
                  </a:cubicBezTo>
                  <a:lnTo>
                    <a:pt x="3655" y="395"/>
                  </a:lnTo>
                  <a:lnTo>
                    <a:pt x="2994" y="237"/>
                  </a:lnTo>
                  <a:cubicBezTo>
                    <a:pt x="2964" y="230"/>
                    <a:pt x="2934" y="226"/>
                    <a:pt x="2905" y="226"/>
                  </a:cubicBezTo>
                  <a:cubicBezTo>
                    <a:pt x="2810" y="226"/>
                    <a:pt x="2719" y="267"/>
                    <a:pt x="2647" y="363"/>
                  </a:cubicBezTo>
                  <a:lnTo>
                    <a:pt x="2175" y="836"/>
                  </a:lnTo>
                  <a:lnTo>
                    <a:pt x="1481" y="867"/>
                  </a:lnTo>
                  <a:cubicBezTo>
                    <a:pt x="1387" y="867"/>
                    <a:pt x="1261" y="962"/>
                    <a:pt x="1166" y="1088"/>
                  </a:cubicBezTo>
                  <a:lnTo>
                    <a:pt x="851" y="1655"/>
                  </a:lnTo>
                  <a:cubicBezTo>
                    <a:pt x="599" y="1749"/>
                    <a:pt x="127" y="1875"/>
                    <a:pt x="1" y="2096"/>
                  </a:cubicBezTo>
                  <a:cubicBezTo>
                    <a:pt x="851" y="2159"/>
                    <a:pt x="1450" y="2380"/>
                    <a:pt x="1922" y="2821"/>
                  </a:cubicBezTo>
                  <a:cubicBezTo>
                    <a:pt x="2994" y="2821"/>
                    <a:pt x="3907" y="3451"/>
                    <a:pt x="4285" y="4396"/>
                  </a:cubicBezTo>
                  <a:lnTo>
                    <a:pt x="4537" y="5026"/>
                  </a:lnTo>
                  <a:lnTo>
                    <a:pt x="4726" y="4396"/>
                  </a:lnTo>
                  <a:cubicBezTo>
                    <a:pt x="5104" y="3451"/>
                    <a:pt x="6018" y="2821"/>
                    <a:pt x="7058" y="2821"/>
                  </a:cubicBezTo>
                  <a:cubicBezTo>
                    <a:pt x="7486" y="2421"/>
                    <a:pt x="7992" y="2150"/>
                    <a:pt x="8623" y="2150"/>
                  </a:cubicBezTo>
                  <a:cubicBezTo>
                    <a:pt x="8688" y="2150"/>
                    <a:pt x="8754" y="2153"/>
                    <a:pt x="8822" y="2159"/>
                  </a:cubicBezTo>
                  <a:cubicBezTo>
                    <a:pt x="8791" y="2033"/>
                    <a:pt x="8696" y="1938"/>
                    <a:pt x="8633" y="1907"/>
                  </a:cubicBezTo>
                  <a:lnTo>
                    <a:pt x="8003" y="1655"/>
                  </a:lnTo>
                  <a:lnTo>
                    <a:pt x="7688" y="1088"/>
                  </a:lnTo>
                  <a:cubicBezTo>
                    <a:pt x="7656" y="962"/>
                    <a:pt x="7530" y="867"/>
                    <a:pt x="7373" y="867"/>
                  </a:cubicBezTo>
                  <a:lnTo>
                    <a:pt x="6711" y="836"/>
                  </a:lnTo>
                  <a:lnTo>
                    <a:pt x="6239" y="363"/>
                  </a:lnTo>
                  <a:cubicBezTo>
                    <a:pt x="6144" y="300"/>
                    <a:pt x="5987" y="237"/>
                    <a:pt x="5861" y="237"/>
                  </a:cubicBezTo>
                  <a:lnTo>
                    <a:pt x="5199" y="395"/>
                  </a:lnTo>
                  <a:lnTo>
                    <a:pt x="4600" y="48"/>
                  </a:lnTo>
                  <a:cubicBezTo>
                    <a:pt x="4537" y="17"/>
                    <a:pt x="4482" y="1"/>
                    <a:pt x="4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8" name="Google Shape;7368;p87"/>
          <p:cNvGrpSpPr/>
          <p:nvPr/>
        </p:nvGrpSpPr>
        <p:grpSpPr>
          <a:xfrm>
            <a:off x="5171399" y="2244171"/>
            <a:ext cx="448180" cy="448143"/>
            <a:chOff x="-18270275" y="3710875"/>
            <a:chExt cx="303275" cy="303250"/>
          </a:xfrm>
        </p:grpSpPr>
        <p:sp>
          <p:nvSpPr>
            <p:cNvPr id="7369" name="Google Shape;7369;p87"/>
            <p:cNvSpPr/>
            <p:nvPr/>
          </p:nvSpPr>
          <p:spPr>
            <a:xfrm>
              <a:off x="-18240325" y="3896975"/>
              <a:ext cx="59875" cy="71475"/>
            </a:xfrm>
            <a:custGeom>
              <a:avLst/>
              <a:gdLst/>
              <a:ahLst/>
              <a:cxnLst/>
              <a:rect l="l" t="t" r="r" b="b"/>
              <a:pathLst>
                <a:path w="2395" h="2859" extrusionOk="0">
                  <a:moveTo>
                    <a:pt x="1520" y="0"/>
                  </a:moveTo>
                  <a:cubicBezTo>
                    <a:pt x="1300" y="0"/>
                    <a:pt x="1085" y="84"/>
                    <a:pt x="945" y="244"/>
                  </a:cubicBezTo>
                  <a:lnTo>
                    <a:pt x="0" y="1189"/>
                  </a:lnTo>
                  <a:cubicBezTo>
                    <a:pt x="725" y="1220"/>
                    <a:pt x="1418" y="1567"/>
                    <a:pt x="1827" y="2165"/>
                  </a:cubicBezTo>
                  <a:cubicBezTo>
                    <a:pt x="1827" y="2165"/>
                    <a:pt x="2048" y="2386"/>
                    <a:pt x="2395" y="2859"/>
                  </a:cubicBezTo>
                  <a:cubicBezTo>
                    <a:pt x="2395" y="2670"/>
                    <a:pt x="2363" y="2512"/>
                    <a:pt x="2363" y="2354"/>
                  </a:cubicBezTo>
                  <a:lnTo>
                    <a:pt x="2363" y="811"/>
                  </a:lnTo>
                  <a:cubicBezTo>
                    <a:pt x="2363" y="496"/>
                    <a:pt x="2205" y="244"/>
                    <a:pt x="1890" y="86"/>
                  </a:cubicBezTo>
                  <a:cubicBezTo>
                    <a:pt x="1775" y="28"/>
                    <a:pt x="1647" y="0"/>
                    <a:pt x="15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87"/>
            <p:cNvSpPr/>
            <p:nvPr/>
          </p:nvSpPr>
          <p:spPr>
            <a:xfrm>
              <a:off x="-18254500" y="3765100"/>
              <a:ext cx="267800" cy="249025"/>
            </a:xfrm>
            <a:custGeom>
              <a:avLst/>
              <a:gdLst/>
              <a:ahLst/>
              <a:cxnLst/>
              <a:rect l="l" t="t" r="r" b="b"/>
              <a:pathLst>
                <a:path w="10712" h="9961" extrusionOk="0">
                  <a:moveTo>
                    <a:pt x="2583" y="2880"/>
                  </a:moveTo>
                  <a:cubicBezTo>
                    <a:pt x="2670" y="2880"/>
                    <a:pt x="2757" y="2919"/>
                    <a:pt x="2835" y="2998"/>
                  </a:cubicBezTo>
                  <a:lnTo>
                    <a:pt x="3560" y="3691"/>
                  </a:lnTo>
                  <a:cubicBezTo>
                    <a:pt x="3718" y="3849"/>
                    <a:pt x="3718" y="4038"/>
                    <a:pt x="3560" y="4195"/>
                  </a:cubicBezTo>
                  <a:cubicBezTo>
                    <a:pt x="3466" y="4290"/>
                    <a:pt x="3403" y="4321"/>
                    <a:pt x="3308" y="4321"/>
                  </a:cubicBezTo>
                  <a:cubicBezTo>
                    <a:pt x="3245" y="4321"/>
                    <a:pt x="3119" y="4290"/>
                    <a:pt x="3088" y="4195"/>
                  </a:cubicBezTo>
                  <a:lnTo>
                    <a:pt x="2363" y="3502"/>
                  </a:lnTo>
                  <a:cubicBezTo>
                    <a:pt x="2174" y="3345"/>
                    <a:pt x="2174" y="3093"/>
                    <a:pt x="2331" y="2998"/>
                  </a:cubicBezTo>
                  <a:cubicBezTo>
                    <a:pt x="2410" y="2919"/>
                    <a:pt x="2497" y="2880"/>
                    <a:pt x="2583" y="2880"/>
                  </a:cubicBezTo>
                  <a:close/>
                  <a:moveTo>
                    <a:pt x="8286" y="2880"/>
                  </a:moveTo>
                  <a:cubicBezTo>
                    <a:pt x="8372" y="2880"/>
                    <a:pt x="8459" y="2919"/>
                    <a:pt x="8538" y="2998"/>
                  </a:cubicBezTo>
                  <a:cubicBezTo>
                    <a:pt x="8695" y="3156"/>
                    <a:pt x="8695" y="3345"/>
                    <a:pt x="8538" y="3502"/>
                  </a:cubicBezTo>
                  <a:lnTo>
                    <a:pt x="7845" y="4195"/>
                  </a:lnTo>
                  <a:cubicBezTo>
                    <a:pt x="7750" y="4290"/>
                    <a:pt x="7687" y="4321"/>
                    <a:pt x="7593" y="4321"/>
                  </a:cubicBezTo>
                  <a:cubicBezTo>
                    <a:pt x="7530" y="4321"/>
                    <a:pt x="7404" y="4290"/>
                    <a:pt x="7372" y="4195"/>
                  </a:cubicBezTo>
                  <a:cubicBezTo>
                    <a:pt x="7183" y="4038"/>
                    <a:pt x="7183" y="3817"/>
                    <a:pt x="7341" y="3691"/>
                  </a:cubicBezTo>
                  <a:lnTo>
                    <a:pt x="8034" y="2998"/>
                  </a:lnTo>
                  <a:cubicBezTo>
                    <a:pt x="8113" y="2919"/>
                    <a:pt x="8199" y="2880"/>
                    <a:pt x="8286" y="2880"/>
                  </a:cubicBezTo>
                  <a:close/>
                  <a:moveTo>
                    <a:pt x="5272" y="0"/>
                  </a:moveTo>
                  <a:cubicBezTo>
                    <a:pt x="3911" y="0"/>
                    <a:pt x="2618" y="504"/>
                    <a:pt x="1607" y="1486"/>
                  </a:cubicBezTo>
                  <a:cubicBezTo>
                    <a:pt x="567" y="2526"/>
                    <a:pt x="0" y="3849"/>
                    <a:pt x="0" y="5361"/>
                  </a:cubicBezTo>
                  <a:lnTo>
                    <a:pt x="0" y="5897"/>
                  </a:lnTo>
                  <a:lnTo>
                    <a:pt x="977" y="4983"/>
                  </a:lnTo>
                  <a:cubicBezTo>
                    <a:pt x="1267" y="4693"/>
                    <a:pt x="1651" y="4534"/>
                    <a:pt x="2044" y="4534"/>
                  </a:cubicBezTo>
                  <a:cubicBezTo>
                    <a:pt x="2291" y="4534"/>
                    <a:pt x="2541" y="4597"/>
                    <a:pt x="2772" y="4731"/>
                  </a:cubicBezTo>
                  <a:cubicBezTo>
                    <a:pt x="3277" y="4983"/>
                    <a:pt x="3623" y="5519"/>
                    <a:pt x="3623" y="6086"/>
                  </a:cubicBezTo>
                  <a:lnTo>
                    <a:pt x="3623" y="7629"/>
                  </a:lnTo>
                  <a:cubicBezTo>
                    <a:pt x="3623" y="8575"/>
                    <a:pt x="4190" y="9709"/>
                    <a:pt x="5041" y="9961"/>
                  </a:cubicBezTo>
                  <a:lnTo>
                    <a:pt x="5041" y="8701"/>
                  </a:lnTo>
                  <a:lnTo>
                    <a:pt x="4411" y="7913"/>
                  </a:lnTo>
                  <a:cubicBezTo>
                    <a:pt x="4379" y="7818"/>
                    <a:pt x="4348" y="7755"/>
                    <a:pt x="4348" y="7661"/>
                  </a:cubicBezTo>
                  <a:cubicBezTo>
                    <a:pt x="4348" y="7062"/>
                    <a:pt x="4820" y="6590"/>
                    <a:pt x="5387" y="6590"/>
                  </a:cubicBezTo>
                  <a:cubicBezTo>
                    <a:pt x="5986" y="6590"/>
                    <a:pt x="6459" y="7062"/>
                    <a:pt x="6459" y="7661"/>
                  </a:cubicBezTo>
                  <a:cubicBezTo>
                    <a:pt x="6459" y="7755"/>
                    <a:pt x="6427" y="7818"/>
                    <a:pt x="6396" y="7913"/>
                  </a:cubicBezTo>
                  <a:lnTo>
                    <a:pt x="5765" y="8701"/>
                  </a:lnTo>
                  <a:lnTo>
                    <a:pt x="5765" y="9961"/>
                  </a:lnTo>
                  <a:cubicBezTo>
                    <a:pt x="6616" y="9709"/>
                    <a:pt x="7183" y="8575"/>
                    <a:pt x="7183" y="7629"/>
                  </a:cubicBezTo>
                  <a:lnTo>
                    <a:pt x="7183" y="6086"/>
                  </a:lnTo>
                  <a:cubicBezTo>
                    <a:pt x="7183" y="5519"/>
                    <a:pt x="7498" y="4983"/>
                    <a:pt x="8034" y="4731"/>
                  </a:cubicBezTo>
                  <a:cubicBezTo>
                    <a:pt x="8265" y="4597"/>
                    <a:pt x="8511" y="4534"/>
                    <a:pt x="8752" y="4534"/>
                  </a:cubicBezTo>
                  <a:cubicBezTo>
                    <a:pt x="9135" y="4534"/>
                    <a:pt x="9508" y="4693"/>
                    <a:pt x="9798" y="4983"/>
                  </a:cubicBezTo>
                  <a:lnTo>
                    <a:pt x="10712" y="5897"/>
                  </a:lnTo>
                  <a:lnTo>
                    <a:pt x="10712" y="5550"/>
                  </a:lnTo>
                  <a:cubicBezTo>
                    <a:pt x="10712" y="2557"/>
                    <a:pt x="8380" y="68"/>
                    <a:pt x="5513" y="5"/>
                  </a:cubicBezTo>
                  <a:cubicBezTo>
                    <a:pt x="5433" y="2"/>
                    <a:pt x="5352" y="0"/>
                    <a:pt x="52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87"/>
            <p:cNvSpPr/>
            <p:nvPr/>
          </p:nvSpPr>
          <p:spPr>
            <a:xfrm>
              <a:off x="-18057600" y="3896625"/>
              <a:ext cx="61450" cy="71825"/>
            </a:xfrm>
            <a:custGeom>
              <a:avLst/>
              <a:gdLst/>
              <a:ahLst/>
              <a:cxnLst/>
              <a:rect l="l" t="t" r="r" b="b"/>
              <a:pathLst>
                <a:path w="2458" h="2873" extrusionOk="0">
                  <a:moveTo>
                    <a:pt x="885" y="0"/>
                  </a:moveTo>
                  <a:cubicBezTo>
                    <a:pt x="760" y="0"/>
                    <a:pt x="630" y="32"/>
                    <a:pt x="504" y="100"/>
                  </a:cubicBezTo>
                  <a:cubicBezTo>
                    <a:pt x="252" y="258"/>
                    <a:pt x="32" y="510"/>
                    <a:pt x="32" y="825"/>
                  </a:cubicBezTo>
                  <a:lnTo>
                    <a:pt x="32" y="2368"/>
                  </a:lnTo>
                  <a:cubicBezTo>
                    <a:pt x="32" y="2526"/>
                    <a:pt x="32" y="2684"/>
                    <a:pt x="0" y="2873"/>
                  </a:cubicBezTo>
                  <a:lnTo>
                    <a:pt x="32" y="2841"/>
                  </a:lnTo>
                  <a:lnTo>
                    <a:pt x="567" y="2179"/>
                  </a:lnTo>
                  <a:cubicBezTo>
                    <a:pt x="630" y="2053"/>
                    <a:pt x="725" y="1959"/>
                    <a:pt x="819" y="1864"/>
                  </a:cubicBezTo>
                  <a:cubicBezTo>
                    <a:pt x="1260" y="1455"/>
                    <a:pt x="1828" y="1171"/>
                    <a:pt x="2458" y="1171"/>
                  </a:cubicBezTo>
                  <a:lnTo>
                    <a:pt x="1450" y="258"/>
                  </a:lnTo>
                  <a:cubicBezTo>
                    <a:pt x="1309" y="97"/>
                    <a:pt x="1104" y="0"/>
                    <a:pt x="8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87"/>
            <p:cNvSpPr/>
            <p:nvPr/>
          </p:nvSpPr>
          <p:spPr>
            <a:xfrm>
              <a:off x="-18127700" y="3949125"/>
              <a:ext cx="18125" cy="16975"/>
            </a:xfrm>
            <a:custGeom>
              <a:avLst/>
              <a:gdLst/>
              <a:ahLst/>
              <a:cxnLst/>
              <a:rect l="l" t="t" r="r" b="b"/>
              <a:pathLst>
                <a:path w="725" h="679" extrusionOk="0">
                  <a:moveTo>
                    <a:pt x="351" y="1"/>
                  </a:moveTo>
                  <a:cubicBezTo>
                    <a:pt x="197" y="1"/>
                    <a:pt x="48" y="79"/>
                    <a:pt x="0" y="237"/>
                  </a:cubicBezTo>
                  <a:lnTo>
                    <a:pt x="378" y="678"/>
                  </a:lnTo>
                  <a:lnTo>
                    <a:pt x="725" y="237"/>
                  </a:lnTo>
                  <a:cubicBezTo>
                    <a:pt x="662" y="79"/>
                    <a:pt x="504" y="1"/>
                    <a:pt x="3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87"/>
            <p:cNvSpPr/>
            <p:nvPr/>
          </p:nvSpPr>
          <p:spPr>
            <a:xfrm>
              <a:off x="-18270275" y="3710875"/>
              <a:ext cx="107150" cy="98475"/>
            </a:xfrm>
            <a:custGeom>
              <a:avLst/>
              <a:gdLst/>
              <a:ahLst/>
              <a:cxnLst/>
              <a:rect l="l" t="t" r="r" b="b"/>
              <a:pathLst>
                <a:path w="4286" h="3939" extrusionOk="0">
                  <a:moveTo>
                    <a:pt x="347" y="0"/>
                  </a:moveTo>
                  <a:cubicBezTo>
                    <a:pt x="158" y="0"/>
                    <a:pt x="32" y="189"/>
                    <a:pt x="32" y="379"/>
                  </a:cubicBezTo>
                  <a:lnTo>
                    <a:pt x="1" y="1103"/>
                  </a:lnTo>
                  <a:cubicBezTo>
                    <a:pt x="1" y="2174"/>
                    <a:pt x="474" y="3214"/>
                    <a:pt x="1230" y="3939"/>
                  </a:cubicBezTo>
                  <a:cubicBezTo>
                    <a:pt x="1387" y="3655"/>
                    <a:pt x="1576" y="3403"/>
                    <a:pt x="1860" y="3182"/>
                  </a:cubicBezTo>
                  <a:cubicBezTo>
                    <a:pt x="2553" y="2521"/>
                    <a:pt x="3403" y="2017"/>
                    <a:pt x="4286" y="1733"/>
                  </a:cubicBezTo>
                  <a:cubicBezTo>
                    <a:pt x="3593" y="694"/>
                    <a:pt x="2364"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87"/>
            <p:cNvSpPr/>
            <p:nvPr/>
          </p:nvSpPr>
          <p:spPr>
            <a:xfrm>
              <a:off x="-18074925" y="3710875"/>
              <a:ext cx="107925" cy="99275"/>
            </a:xfrm>
            <a:custGeom>
              <a:avLst/>
              <a:gdLst/>
              <a:ahLst/>
              <a:cxnLst/>
              <a:rect l="l" t="t" r="r" b="b"/>
              <a:pathLst>
                <a:path w="4317" h="3971" extrusionOk="0">
                  <a:moveTo>
                    <a:pt x="3245" y="0"/>
                  </a:moveTo>
                  <a:cubicBezTo>
                    <a:pt x="1953" y="0"/>
                    <a:pt x="725" y="662"/>
                    <a:pt x="0" y="1733"/>
                  </a:cubicBezTo>
                  <a:cubicBezTo>
                    <a:pt x="1197" y="2111"/>
                    <a:pt x="2269" y="2899"/>
                    <a:pt x="3056" y="3970"/>
                  </a:cubicBezTo>
                  <a:cubicBezTo>
                    <a:pt x="3844" y="3214"/>
                    <a:pt x="4316" y="2206"/>
                    <a:pt x="4316" y="1103"/>
                  </a:cubicBezTo>
                  <a:lnTo>
                    <a:pt x="4316" y="379"/>
                  </a:lnTo>
                  <a:cubicBezTo>
                    <a:pt x="4316" y="189"/>
                    <a:pt x="4159" y="0"/>
                    <a:pt x="39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5" name="Google Shape;7375;p87"/>
          <p:cNvGrpSpPr/>
          <p:nvPr/>
        </p:nvGrpSpPr>
        <p:grpSpPr>
          <a:xfrm>
            <a:off x="5224951" y="2797422"/>
            <a:ext cx="341076" cy="448180"/>
            <a:chOff x="-18234025" y="4084200"/>
            <a:chExt cx="230800" cy="303275"/>
          </a:xfrm>
        </p:grpSpPr>
        <p:sp>
          <p:nvSpPr>
            <p:cNvPr id="7376" name="Google Shape;7376;p87"/>
            <p:cNvSpPr/>
            <p:nvPr/>
          </p:nvSpPr>
          <p:spPr>
            <a:xfrm>
              <a:off x="-18234025" y="4246450"/>
              <a:ext cx="230800" cy="141025"/>
            </a:xfrm>
            <a:custGeom>
              <a:avLst/>
              <a:gdLst/>
              <a:ahLst/>
              <a:cxnLst/>
              <a:rect l="l" t="t" r="r" b="b"/>
              <a:pathLst>
                <a:path w="9232" h="5641" extrusionOk="0">
                  <a:moveTo>
                    <a:pt x="1796" y="1"/>
                  </a:moveTo>
                  <a:lnTo>
                    <a:pt x="0" y="851"/>
                  </a:lnTo>
                  <a:cubicBezTo>
                    <a:pt x="221" y="3687"/>
                    <a:pt x="2048" y="5640"/>
                    <a:pt x="4631" y="5640"/>
                  </a:cubicBezTo>
                  <a:cubicBezTo>
                    <a:pt x="7183" y="5640"/>
                    <a:pt x="9042" y="3687"/>
                    <a:pt x="9231" y="851"/>
                  </a:cubicBezTo>
                  <a:lnTo>
                    <a:pt x="7467" y="1"/>
                  </a:lnTo>
                  <a:lnTo>
                    <a:pt x="6207" y="631"/>
                  </a:lnTo>
                  <a:cubicBezTo>
                    <a:pt x="6144" y="647"/>
                    <a:pt x="6081" y="654"/>
                    <a:pt x="6025" y="654"/>
                  </a:cubicBezTo>
                  <a:cubicBezTo>
                    <a:pt x="5970" y="654"/>
                    <a:pt x="5923" y="647"/>
                    <a:pt x="5892" y="631"/>
                  </a:cubicBezTo>
                  <a:lnTo>
                    <a:pt x="4631" y="1"/>
                  </a:lnTo>
                  <a:lnTo>
                    <a:pt x="3371" y="631"/>
                  </a:lnTo>
                  <a:cubicBezTo>
                    <a:pt x="3308" y="647"/>
                    <a:pt x="3245" y="654"/>
                    <a:pt x="3190" y="654"/>
                  </a:cubicBezTo>
                  <a:cubicBezTo>
                    <a:pt x="3135" y="654"/>
                    <a:pt x="3088" y="647"/>
                    <a:pt x="3056" y="631"/>
                  </a:cubicBezTo>
                  <a:lnTo>
                    <a:pt x="17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87"/>
            <p:cNvSpPr/>
            <p:nvPr/>
          </p:nvSpPr>
          <p:spPr>
            <a:xfrm>
              <a:off x="-18200175" y="4156675"/>
              <a:ext cx="161500" cy="87450"/>
            </a:xfrm>
            <a:custGeom>
              <a:avLst/>
              <a:gdLst/>
              <a:ahLst/>
              <a:cxnLst/>
              <a:rect l="l" t="t" r="r" b="b"/>
              <a:pathLst>
                <a:path w="6460" h="3498" extrusionOk="0">
                  <a:moveTo>
                    <a:pt x="2206" y="1040"/>
                  </a:moveTo>
                  <a:cubicBezTo>
                    <a:pt x="2395" y="1040"/>
                    <a:pt x="2553" y="1197"/>
                    <a:pt x="2553" y="1386"/>
                  </a:cubicBezTo>
                  <a:cubicBezTo>
                    <a:pt x="2553" y="1575"/>
                    <a:pt x="2395" y="1733"/>
                    <a:pt x="2206" y="1733"/>
                  </a:cubicBezTo>
                  <a:cubicBezTo>
                    <a:pt x="2017" y="1733"/>
                    <a:pt x="1860" y="1575"/>
                    <a:pt x="1860" y="1386"/>
                  </a:cubicBezTo>
                  <a:cubicBezTo>
                    <a:pt x="1860" y="1197"/>
                    <a:pt x="2017" y="1040"/>
                    <a:pt x="2206" y="1040"/>
                  </a:cubicBezTo>
                  <a:close/>
                  <a:moveTo>
                    <a:pt x="4317" y="1040"/>
                  </a:moveTo>
                  <a:cubicBezTo>
                    <a:pt x="4538" y="1040"/>
                    <a:pt x="4695" y="1197"/>
                    <a:pt x="4695" y="1386"/>
                  </a:cubicBezTo>
                  <a:cubicBezTo>
                    <a:pt x="4695" y="1575"/>
                    <a:pt x="4538" y="1733"/>
                    <a:pt x="4317" y="1733"/>
                  </a:cubicBezTo>
                  <a:cubicBezTo>
                    <a:pt x="4128" y="1733"/>
                    <a:pt x="3971" y="1575"/>
                    <a:pt x="3971" y="1386"/>
                  </a:cubicBezTo>
                  <a:cubicBezTo>
                    <a:pt x="3971" y="1197"/>
                    <a:pt x="4128" y="1040"/>
                    <a:pt x="4317" y="1040"/>
                  </a:cubicBezTo>
                  <a:close/>
                  <a:moveTo>
                    <a:pt x="1765" y="0"/>
                  </a:moveTo>
                  <a:lnTo>
                    <a:pt x="284" y="504"/>
                  </a:lnTo>
                  <a:cubicBezTo>
                    <a:pt x="127" y="914"/>
                    <a:pt x="1" y="1355"/>
                    <a:pt x="1" y="1764"/>
                  </a:cubicBezTo>
                  <a:cubicBezTo>
                    <a:pt x="1" y="2174"/>
                    <a:pt x="64" y="2521"/>
                    <a:pt x="190" y="2867"/>
                  </a:cubicBezTo>
                  <a:cubicBezTo>
                    <a:pt x="253" y="2851"/>
                    <a:pt x="300" y="2843"/>
                    <a:pt x="347" y="2843"/>
                  </a:cubicBezTo>
                  <a:cubicBezTo>
                    <a:pt x="395" y="2843"/>
                    <a:pt x="442" y="2851"/>
                    <a:pt x="505" y="2867"/>
                  </a:cubicBezTo>
                  <a:lnTo>
                    <a:pt x="1765" y="3497"/>
                  </a:lnTo>
                  <a:lnTo>
                    <a:pt x="2836" y="2962"/>
                  </a:lnTo>
                  <a:lnTo>
                    <a:pt x="2836" y="2458"/>
                  </a:lnTo>
                  <a:cubicBezTo>
                    <a:pt x="2836" y="2237"/>
                    <a:pt x="2994" y="2079"/>
                    <a:pt x="3183" y="2079"/>
                  </a:cubicBezTo>
                  <a:cubicBezTo>
                    <a:pt x="3403" y="2079"/>
                    <a:pt x="3561" y="2237"/>
                    <a:pt x="3561" y="2458"/>
                  </a:cubicBezTo>
                  <a:lnTo>
                    <a:pt x="3561" y="2962"/>
                  </a:lnTo>
                  <a:lnTo>
                    <a:pt x="4695" y="3497"/>
                  </a:lnTo>
                  <a:lnTo>
                    <a:pt x="5955" y="2867"/>
                  </a:lnTo>
                  <a:cubicBezTo>
                    <a:pt x="6003" y="2851"/>
                    <a:pt x="6050" y="2843"/>
                    <a:pt x="6101" y="2843"/>
                  </a:cubicBezTo>
                  <a:cubicBezTo>
                    <a:pt x="6152" y="2843"/>
                    <a:pt x="6207" y="2851"/>
                    <a:pt x="6270" y="2867"/>
                  </a:cubicBezTo>
                  <a:cubicBezTo>
                    <a:pt x="6365" y="2521"/>
                    <a:pt x="6459" y="2174"/>
                    <a:pt x="6459" y="1764"/>
                  </a:cubicBezTo>
                  <a:cubicBezTo>
                    <a:pt x="6459" y="1323"/>
                    <a:pt x="6365" y="914"/>
                    <a:pt x="6176" y="504"/>
                  </a:cubicBezTo>
                  <a:lnTo>
                    <a:pt x="4695" y="0"/>
                  </a:lnTo>
                  <a:lnTo>
                    <a:pt x="3372" y="630"/>
                  </a:lnTo>
                  <a:cubicBezTo>
                    <a:pt x="3325" y="646"/>
                    <a:pt x="3270" y="654"/>
                    <a:pt x="3214" y="654"/>
                  </a:cubicBezTo>
                  <a:cubicBezTo>
                    <a:pt x="3159" y="654"/>
                    <a:pt x="3104" y="646"/>
                    <a:pt x="3057" y="630"/>
                  </a:cubicBez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87"/>
            <p:cNvSpPr/>
            <p:nvPr/>
          </p:nvSpPr>
          <p:spPr>
            <a:xfrm>
              <a:off x="-18211200" y="4084200"/>
              <a:ext cx="185125" cy="71700"/>
            </a:xfrm>
            <a:custGeom>
              <a:avLst/>
              <a:gdLst/>
              <a:ahLst/>
              <a:cxnLst/>
              <a:rect l="l" t="t" r="r" b="b"/>
              <a:pathLst>
                <a:path w="7405" h="2868" extrusionOk="0">
                  <a:moveTo>
                    <a:pt x="3718" y="1"/>
                  </a:moveTo>
                  <a:cubicBezTo>
                    <a:pt x="2301" y="1"/>
                    <a:pt x="914" y="1040"/>
                    <a:pt x="1" y="2868"/>
                  </a:cubicBezTo>
                  <a:lnTo>
                    <a:pt x="2175" y="2143"/>
                  </a:lnTo>
                  <a:cubicBezTo>
                    <a:pt x="2206" y="2127"/>
                    <a:pt x="2246" y="2119"/>
                    <a:pt x="2293" y="2119"/>
                  </a:cubicBezTo>
                  <a:cubicBezTo>
                    <a:pt x="2340" y="2119"/>
                    <a:pt x="2395" y="2127"/>
                    <a:pt x="2458" y="2143"/>
                  </a:cubicBezTo>
                  <a:lnTo>
                    <a:pt x="3718" y="2773"/>
                  </a:lnTo>
                  <a:lnTo>
                    <a:pt x="4979" y="2143"/>
                  </a:lnTo>
                  <a:cubicBezTo>
                    <a:pt x="5010" y="2127"/>
                    <a:pt x="5057" y="2119"/>
                    <a:pt x="5105" y="2119"/>
                  </a:cubicBezTo>
                  <a:cubicBezTo>
                    <a:pt x="5152" y="2119"/>
                    <a:pt x="5199" y="2127"/>
                    <a:pt x="5231" y="2143"/>
                  </a:cubicBezTo>
                  <a:lnTo>
                    <a:pt x="7404" y="2868"/>
                  </a:lnTo>
                  <a:cubicBezTo>
                    <a:pt x="6491" y="1040"/>
                    <a:pt x="5136" y="1"/>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9" name="Google Shape;7379;p87"/>
          <p:cNvGrpSpPr/>
          <p:nvPr/>
        </p:nvGrpSpPr>
        <p:grpSpPr>
          <a:xfrm>
            <a:off x="2337506" y="3341641"/>
            <a:ext cx="449325" cy="450470"/>
            <a:chOff x="-16419350" y="3308400"/>
            <a:chExt cx="304050" cy="304825"/>
          </a:xfrm>
        </p:grpSpPr>
        <p:sp>
          <p:nvSpPr>
            <p:cNvPr id="7380" name="Google Shape;7380;p87"/>
            <p:cNvSpPr/>
            <p:nvPr/>
          </p:nvSpPr>
          <p:spPr>
            <a:xfrm>
              <a:off x="-16222450" y="3344625"/>
              <a:ext cx="53600" cy="67775"/>
            </a:xfrm>
            <a:custGeom>
              <a:avLst/>
              <a:gdLst/>
              <a:ahLst/>
              <a:cxnLst/>
              <a:rect l="l" t="t" r="r" b="b"/>
              <a:pathLst>
                <a:path w="2144" h="2711" extrusionOk="0">
                  <a:moveTo>
                    <a:pt x="1072" y="1"/>
                  </a:moveTo>
                  <a:cubicBezTo>
                    <a:pt x="473" y="1"/>
                    <a:pt x="1" y="473"/>
                    <a:pt x="1" y="1072"/>
                  </a:cubicBezTo>
                  <a:cubicBezTo>
                    <a:pt x="1" y="1576"/>
                    <a:pt x="284" y="1954"/>
                    <a:pt x="725" y="2112"/>
                  </a:cubicBezTo>
                  <a:lnTo>
                    <a:pt x="725" y="2710"/>
                  </a:lnTo>
                  <a:cubicBezTo>
                    <a:pt x="946" y="2584"/>
                    <a:pt x="1198" y="2521"/>
                    <a:pt x="1419" y="2427"/>
                  </a:cubicBezTo>
                  <a:lnTo>
                    <a:pt x="1419" y="2080"/>
                  </a:lnTo>
                  <a:cubicBezTo>
                    <a:pt x="1860" y="1923"/>
                    <a:pt x="2143" y="1544"/>
                    <a:pt x="2143" y="1072"/>
                  </a:cubicBezTo>
                  <a:cubicBezTo>
                    <a:pt x="2143" y="473"/>
                    <a:pt x="167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87"/>
            <p:cNvSpPr/>
            <p:nvPr/>
          </p:nvSpPr>
          <p:spPr>
            <a:xfrm>
              <a:off x="-16365000" y="3346200"/>
              <a:ext cx="52800" cy="66975"/>
            </a:xfrm>
            <a:custGeom>
              <a:avLst/>
              <a:gdLst/>
              <a:ahLst/>
              <a:cxnLst/>
              <a:rect l="l" t="t" r="r" b="b"/>
              <a:pathLst>
                <a:path w="2112" h="2679" extrusionOk="0">
                  <a:moveTo>
                    <a:pt x="1072" y="1"/>
                  </a:moveTo>
                  <a:cubicBezTo>
                    <a:pt x="473" y="1"/>
                    <a:pt x="0" y="473"/>
                    <a:pt x="0" y="1072"/>
                  </a:cubicBezTo>
                  <a:cubicBezTo>
                    <a:pt x="0" y="1513"/>
                    <a:pt x="284" y="1891"/>
                    <a:pt x="694" y="2049"/>
                  </a:cubicBezTo>
                  <a:lnTo>
                    <a:pt x="694" y="2395"/>
                  </a:lnTo>
                  <a:cubicBezTo>
                    <a:pt x="946" y="2490"/>
                    <a:pt x="1166" y="2553"/>
                    <a:pt x="1418" y="2679"/>
                  </a:cubicBezTo>
                  <a:lnTo>
                    <a:pt x="1418" y="2080"/>
                  </a:lnTo>
                  <a:cubicBezTo>
                    <a:pt x="1859" y="1923"/>
                    <a:pt x="2111" y="1544"/>
                    <a:pt x="2111" y="1072"/>
                  </a:cubicBezTo>
                  <a:cubicBezTo>
                    <a:pt x="2111" y="473"/>
                    <a:pt x="1639"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87"/>
            <p:cNvSpPr/>
            <p:nvPr/>
          </p:nvSpPr>
          <p:spPr>
            <a:xfrm>
              <a:off x="-16419350" y="3417100"/>
              <a:ext cx="142575" cy="160700"/>
            </a:xfrm>
            <a:custGeom>
              <a:avLst/>
              <a:gdLst/>
              <a:ahLst/>
              <a:cxnLst/>
              <a:rect l="l" t="t" r="r" b="b"/>
              <a:pathLst>
                <a:path w="5703" h="6428" extrusionOk="0">
                  <a:moveTo>
                    <a:pt x="347" y="0"/>
                  </a:moveTo>
                  <a:cubicBezTo>
                    <a:pt x="158" y="0"/>
                    <a:pt x="1" y="158"/>
                    <a:pt x="1" y="347"/>
                  </a:cubicBezTo>
                  <a:lnTo>
                    <a:pt x="1" y="1071"/>
                  </a:lnTo>
                  <a:cubicBezTo>
                    <a:pt x="1" y="4033"/>
                    <a:pt x="2395" y="6427"/>
                    <a:pt x="5356" y="6427"/>
                  </a:cubicBezTo>
                  <a:lnTo>
                    <a:pt x="5703" y="6427"/>
                  </a:lnTo>
                  <a:lnTo>
                    <a:pt x="5703" y="4001"/>
                  </a:lnTo>
                  <a:cubicBezTo>
                    <a:pt x="5703" y="2773"/>
                    <a:pt x="5073" y="1575"/>
                    <a:pt x="4065" y="914"/>
                  </a:cubicBezTo>
                  <a:cubicBezTo>
                    <a:pt x="3277" y="378"/>
                    <a:pt x="2206"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87"/>
            <p:cNvSpPr/>
            <p:nvPr/>
          </p:nvSpPr>
          <p:spPr>
            <a:xfrm>
              <a:off x="-16258675" y="3417100"/>
              <a:ext cx="143375" cy="161475"/>
            </a:xfrm>
            <a:custGeom>
              <a:avLst/>
              <a:gdLst/>
              <a:ahLst/>
              <a:cxnLst/>
              <a:rect l="l" t="t" r="r" b="b"/>
              <a:pathLst>
                <a:path w="5735" h="6459" extrusionOk="0">
                  <a:moveTo>
                    <a:pt x="4632" y="0"/>
                  </a:moveTo>
                  <a:cubicBezTo>
                    <a:pt x="3529" y="0"/>
                    <a:pt x="2521" y="347"/>
                    <a:pt x="1702" y="914"/>
                  </a:cubicBezTo>
                  <a:cubicBezTo>
                    <a:pt x="631" y="1575"/>
                    <a:pt x="1" y="2773"/>
                    <a:pt x="1" y="4033"/>
                  </a:cubicBezTo>
                  <a:lnTo>
                    <a:pt x="1" y="6459"/>
                  </a:lnTo>
                  <a:lnTo>
                    <a:pt x="347" y="6459"/>
                  </a:lnTo>
                  <a:cubicBezTo>
                    <a:pt x="3309" y="6459"/>
                    <a:pt x="5703" y="4064"/>
                    <a:pt x="5703" y="1103"/>
                  </a:cubicBezTo>
                  <a:lnTo>
                    <a:pt x="5703" y="410"/>
                  </a:lnTo>
                  <a:cubicBezTo>
                    <a:pt x="5735" y="158"/>
                    <a:pt x="5577"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87"/>
            <p:cNvSpPr/>
            <p:nvPr/>
          </p:nvSpPr>
          <p:spPr>
            <a:xfrm>
              <a:off x="-16310650" y="3308400"/>
              <a:ext cx="86650" cy="155975"/>
            </a:xfrm>
            <a:custGeom>
              <a:avLst/>
              <a:gdLst/>
              <a:ahLst/>
              <a:cxnLst/>
              <a:rect l="l" t="t" r="r" b="b"/>
              <a:pathLst>
                <a:path w="3466" h="6239" extrusionOk="0">
                  <a:moveTo>
                    <a:pt x="1733" y="1"/>
                  </a:moveTo>
                  <a:cubicBezTo>
                    <a:pt x="1134" y="1"/>
                    <a:pt x="662" y="473"/>
                    <a:pt x="662" y="1040"/>
                  </a:cubicBezTo>
                  <a:cubicBezTo>
                    <a:pt x="662" y="1513"/>
                    <a:pt x="977" y="1922"/>
                    <a:pt x="1355" y="2080"/>
                  </a:cubicBezTo>
                  <a:lnTo>
                    <a:pt x="1355" y="3088"/>
                  </a:lnTo>
                  <a:cubicBezTo>
                    <a:pt x="1103" y="3340"/>
                    <a:pt x="504" y="3844"/>
                    <a:pt x="0" y="4600"/>
                  </a:cubicBezTo>
                  <a:cubicBezTo>
                    <a:pt x="662" y="5041"/>
                    <a:pt x="1260" y="5577"/>
                    <a:pt x="1733" y="6238"/>
                  </a:cubicBezTo>
                  <a:cubicBezTo>
                    <a:pt x="2206" y="5577"/>
                    <a:pt x="2773" y="5041"/>
                    <a:pt x="3466" y="4600"/>
                  </a:cubicBezTo>
                  <a:cubicBezTo>
                    <a:pt x="2930" y="3844"/>
                    <a:pt x="2363" y="3340"/>
                    <a:pt x="2080" y="3088"/>
                  </a:cubicBezTo>
                  <a:lnTo>
                    <a:pt x="2080" y="2080"/>
                  </a:lnTo>
                  <a:cubicBezTo>
                    <a:pt x="2521" y="1922"/>
                    <a:pt x="2773" y="1513"/>
                    <a:pt x="2773" y="1040"/>
                  </a:cubicBezTo>
                  <a:cubicBezTo>
                    <a:pt x="2773" y="473"/>
                    <a:pt x="2300"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87"/>
            <p:cNvSpPr/>
            <p:nvPr/>
          </p:nvSpPr>
          <p:spPr>
            <a:xfrm>
              <a:off x="-16327975" y="3589575"/>
              <a:ext cx="51200" cy="23650"/>
            </a:xfrm>
            <a:custGeom>
              <a:avLst/>
              <a:gdLst/>
              <a:ahLst/>
              <a:cxnLst/>
              <a:rect l="l" t="t" r="r" b="b"/>
              <a:pathLst>
                <a:path w="2048" h="946" extrusionOk="0">
                  <a:moveTo>
                    <a:pt x="0" y="1"/>
                  </a:moveTo>
                  <a:lnTo>
                    <a:pt x="0" y="1"/>
                  </a:lnTo>
                  <a:cubicBezTo>
                    <a:pt x="221" y="536"/>
                    <a:pt x="725" y="946"/>
                    <a:pt x="1355" y="946"/>
                  </a:cubicBezTo>
                  <a:lnTo>
                    <a:pt x="1481" y="946"/>
                  </a:lnTo>
                  <a:cubicBezTo>
                    <a:pt x="1827" y="914"/>
                    <a:pt x="2048" y="631"/>
                    <a:pt x="2048" y="316"/>
                  </a:cubicBezTo>
                  <a:lnTo>
                    <a:pt x="2048" y="253"/>
                  </a:lnTo>
                  <a:lnTo>
                    <a:pt x="1701" y="253"/>
                  </a:lnTo>
                  <a:cubicBezTo>
                    <a:pt x="1103" y="253"/>
                    <a:pt x="567"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87"/>
            <p:cNvSpPr/>
            <p:nvPr/>
          </p:nvSpPr>
          <p:spPr>
            <a:xfrm>
              <a:off x="-16258675" y="3589575"/>
              <a:ext cx="51225" cy="23650"/>
            </a:xfrm>
            <a:custGeom>
              <a:avLst/>
              <a:gdLst/>
              <a:ahLst/>
              <a:cxnLst/>
              <a:rect l="l" t="t" r="r" b="b"/>
              <a:pathLst>
                <a:path w="2049" h="946" extrusionOk="0">
                  <a:moveTo>
                    <a:pt x="2048" y="1"/>
                  </a:moveTo>
                  <a:lnTo>
                    <a:pt x="2048" y="1"/>
                  </a:lnTo>
                  <a:cubicBezTo>
                    <a:pt x="1481" y="158"/>
                    <a:pt x="946" y="253"/>
                    <a:pt x="347" y="253"/>
                  </a:cubicBezTo>
                  <a:lnTo>
                    <a:pt x="1" y="253"/>
                  </a:lnTo>
                  <a:cubicBezTo>
                    <a:pt x="1" y="631"/>
                    <a:pt x="284" y="946"/>
                    <a:pt x="662" y="946"/>
                  </a:cubicBezTo>
                  <a:lnTo>
                    <a:pt x="694" y="946"/>
                  </a:lnTo>
                  <a:cubicBezTo>
                    <a:pt x="1324" y="946"/>
                    <a:pt x="1859" y="568"/>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7" name="Google Shape;7387;p87"/>
          <p:cNvGrpSpPr/>
          <p:nvPr/>
        </p:nvGrpSpPr>
        <p:grpSpPr>
          <a:xfrm>
            <a:off x="4609062" y="3340423"/>
            <a:ext cx="395755" cy="452872"/>
            <a:chOff x="-16401225" y="3683275"/>
            <a:chExt cx="267800" cy="306450"/>
          </a:xfrm>
        </p:grpSpPr>
        <p:sp>
          <p:nvSpPr>
            <p:cNvPr id="7388" name="Google Shape;7388;p87"/>
            <p:cNvSpPr/>
            <p:nvPr/>
          </p:nvSpPr>
          <p:spPr>
            <a:xfrm>
              <a:off x="-16257875" y="3826650"/>
              <a:ext cx="70900" cy="72500"/>
            </a:xfrm>
            <a:custGeom>
              <a:avLst/>
              <a:gdLst/>
              <a:ahLst/>
              <a:cxnLst/>
              <a:rect l="l" t="t" r="r" b="b"/>
              <a:pathLst>
                <a:path w="2836" h="2900" extrusionOk="0">
                  <a:moveTo>
                    <a:pt x="567" y="1"/>
                  </a:moveTo>
                  <a:cubicBezTo>
                    <a:pt x="630" y="158"/>
                    <a:pt x="725" y="347"/>
                    <a:pt x="725" y="568"/>
                  </a:cubicBezTo>
                  <a:cubicBezTo>
                    <a:pt x="725" y="631"/>
                    <a:pt x="662" y="725"/>
                    <a:pt x="630" y="788"/>
                  </a:cubicBezTo>
                  <a:lnTo>
                    <a:pt x="0" y="1576"/>
                  </a:lnTo>
                  <a:cubicBezTo>
                    <a:pt x="32" y="2332"/>
                    <a:pt x="662" y="2899"/>
                    <a:pt x="1418" y="2899"/>
                  </a:cubicBezTo>
                  <a:cubicBezTo>
                    <a:pt x="2205" y="2899"/>
                    <a:pt x="2836" y="2269"/>
                    <a:pt x="2836" y="1481"/>
                  </a:cubicBezTo>
                  <a:cubicBezTo>
                    <a:pt x="2836" y="631"/>
                    <a:pt x="2205"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87"/>
            <p:cNvSpPr/>
            <p:nvPr/>
          </p:nvSpPr>
          <p:spPr>
            <a:xfrm>
              <a:off x="-16275200" y="3832375"/>
              <a:ext cx="16550" cy="16350"/>
            </a:xfrm>
            <a:custGeom>
              <a:avLst/>
              <a:gdLst/>
              <a:ahLst/>
              <a:cxnLst/>
              <a:rect l="l" t="t" r="r" b="b"/>
              <a:pathLst>
                <a:path w="662" h="654" extrusionOk="0">
                  <a:moveTo>
                    <a:pt x="319" y="0"/>
                  </a:moveTo>
                  <a:cubicBezTo>
                    <a:pt x="173" y="0"/>
                    <a:pt x="32" y="71"/>
                    <a:pt x="0" y="213"/>
                  </a:cubicBezTo>
                  <a:lnTo>
                    <a:pt x="347" y="654"/>
                  </a:lnTo>
                  <a:lnTo>
                    <a:pt x="662" y="213"/>
                  </a:lnTo>
                  <a:cubicBezTo>
                    <a:pt x="614" y="71"/>
                    <a:pt x="465" y="0"/>
                    <a:pt x="3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87"/>
            <p:cNvSpPr/>
            <p:nvPr/>
          </p:nvSpPr>
          <p:spPr>
            <a:xfrm>
              <a:off x="-16347675" y="3825875"/>
              <a:ext cx="70900" cy="70900"/>
            </a:xfrm>
            <a:custGeom>
              <a:avLst/>
              <a:gdLst/>
              <a:ahLst/>
              <a:cxnLst/>
              <a:rect l="l" t="t" r="r" b="b"/>
              <a:pathLst>
                <a:path w="2836" h="2836" extrusionOk="0">
                  <a:moveTo>
                    <a:pt x="1418" y="0"/>
                  </a:moveTo>
                  <a:cubicBezTo>
                    <a:pt x="631" y="0"/>
                    <a:pt x="1" y="630"/>
                    <a:pt x="1" y="1418"/>
                  </a:cubicBezTo>
                  <a:cubicBezTo>
                    <a:pt x="1" y="2205"/>
                    <a:pt x="631" y="2836"/>
                    <a:pt x="1418" y="2836"/>
                  </a:cubicBezTo>
                  <a:cubicBezTo>
                    <a:pt x="2174" y="2836"/>
                    <a:pt x="2773" y="2237"/>
                    <a:pt x="2836" y="1544"/>
                  </a:cubicBezTo>
                  <a:lnTo>
                    <a:pt x="2206" y="788"/>
                  </a:lnTo>
                  <a:cubicBezTo>
                    <a:pt x="2174" y="725"/>
                    <a:pt x="2143" y="630"/>
                    <a:pt x="2143" y="536"/>
                  </a:cubicBezTo>
                  <a:cubicBezTo>
                    <a:pt x="2143" y="347"/>
                    <a:pt x="2174" y="158"/>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87"/>
            <p:cNvSpPr/>
            <p:nvPr/>
          </p:nvSpPr>
          <p:spPr>
            <a:xfrm>
              <a:off x="-16338225" y="3907775"/>
              <a:ext cx="35475" cy="81950"/>
            </a:xfrm>
            <a:custGeom>
              <a:avLst/>
              <a:gdLst/>
              <a:ahLst/>
              <a:cxnLst/>
              <a:rect l="l" t="t" r="r" b="b"/>
              <a:pathLst>
                <a:path w="1419" h="3278" extrusionOk="0">
                  <a:moveTo>
                    <a:pt x="1" y="1"/>
                  </a:moveTo>
                  <a:lnTo>
                    <a:pt x="1" y="1796"/>
                  </a:lnTo>
                  <a:cubicBezTo>
                    <a:pt x="1" y="2206"/>
                    <a:pt x="158" y="2553"/>
                    <a:pt x="410" y="2836"/>
                  </a:cubicBezTo>
                  <a:cubicBezTo>
                    <a:pt x="694" y="3120"/>
                    <a:pt x="1040" y="3277"/>
                    <a:pt x="1418" y="3277"/>
                  </a:cubicBezTo>
                  <a:lnTo>
                    <a:pt x="1418" y="347"/>
                  </a:lnTo>
                  <a:cubicBezTo>
                    <a:pt x="1292" y="379"/>
                    <a:pt x="1166" y="379"/>
                    <a:pt x="1103" y="379"/>
                  </a:cubicBezTo>
                  <a:cubicBezTo>
                    <a:pt x="662" y="316"/>
                    <a:pt x="253" y="190"/>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87"/>
            <p:cNvSpPr/>
            <p:nvPr/>
          </p:nvSpPr>
          <p:spPr>
            <a:xfrm>
              <a:off x="-16231900" y="3906200"/>
              <a:ext cx="35475" cy="81150"/>
            </a:xfrm>
            <a:custGeom>
              <a:avLst/>
              <a:gdLst/>
              <a:ahLst/>
              <a:cxnLst/>
              <a:rect l="l" t="t" r="r" b="b"/>
              <a:pathLst>
                <a:path w="1419" h="3246" extrusionOk="0">
                  <a:moveTo>
                    <a:pt x="1419" y="1"/>
                  </a:moveTo>
                  <a:cubicBezTo>
                    <a:pt x="1135" y="253"/>
                    <a:pt x="725" y="379"/>
                    <a:pt x="347" y="379"/>
                  </a:cubicBezTo>
                  <a:cubicBezTo>
                    <a:pt x="221" y="379"/>
                    <a:pt x="95" y="379"/>
                    <a:pt x="1" y="316"/>
                  </a:cubicBezTo>
                  <a:lnTo>
                    <a:pt x="1" y="3246"/>
                  </a:lnTo>
                  <a:cubicBezTo>
                    <a:pt x="788" y="3246"/>
                    <a:pt x="1419" y="2584"/>
                    <a:pt x="1419" y="1796"/>
                  </a:cubicBezTo>
                  <a:lnTo>
                    <a:pt x="14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87"/>
            <p:cNvSpPr/>
            <p:nvPr/>
          </p:nvSpPr>
          <p:spPr>
            <a:xfrm>
              <a:off x="-16285450" y="3891250"/>
              <a:ext cx="35475" cy="59875"/>
            </a:xfrm>
            <a:custGeom>
              <a:avLst/>
              <a:gdLst/>
              <a:ahLst/>
              <a:cxnLst/>
              <a:rect l="l" t="t" r="r" b="b"/>
              <a:pathLst>
                <a:path w="1419" h="2395" extrusionOk="0">
                  <a:moveTo>
                    <a:pt x="725" y="0"/>
                  </a:moveTo>
                  <a:cubicBezTo>
                    <a:pt x="505" y="252"/>
                    <a:pt x="284" y="504"/>
                    <a:pt x="0" y="662"/>
                  </a:cubicBezTo>
                  <a:lnTo>
                    <a:pt x="0" y="2268"/>
                  </a:lnTo>
                  <a:cubicBezTo>
                    <a:pt x="252" y="2363"/>
                    <a:pt x="473" y="2394"/>
                    <a:pt x="725" y="2394"/>
                  </a:cubicBezTo>
                  <a:cubicBezTo>
                    <a:pt x="946" y="2394"/>
                    <a:pt x="1198" y="2363"/>
                    <a:pt x="1418" y="2268"/>
                  </a:cubicBezTo>
                  <a:lnTo>
                    <a:pt x="1418" y="662"/>
                  </a:lnTo>
                  <a:cubicBezTo>
                    <a:pt x="1135" y="504"/>
                    <a:pt x="914" y="315"/>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87"/>
            <p:cNvSpPr/>
            <p:nvPr/>
          </p:nvSpPr>
          <p:spPr>
            <a:xfrm>
              <a:off x="-16401225" y="3683275"/>
              <a:ext cx="267800" cy="249725"/>
            </a:xfrm>
            <a:custGeom>
              <a:avLst/>
              <a:gdLst/>
              <a:ahLst/>
              <a:cxnLst/>
              <a:rect l="l" t="t" r="r" b="b"/>
              <a:pathLst>
                <a:path w="10712" h="9989" extrusionOk="0">
                  <a:moveTo>
                    <a:pt x="3214" y="2900"/>
                  </a:moveTo>
                  <a:cubicBezTo>
                    <a:pt x="3403" y="2900"/>
                    <a:pt x="3560" y="3058"/>
                    <a:pt x="3560" y="3278"/>
                  </a:cubicBezTo>
                  <a:cubicBezTo>
                    <a:pt x="3560" y="3467"/>
                    <a:pt x="3403" y="3625"/>
                    <a:pt x="3214" y="3625"/>
                  </a:cubicBezTo>
                  <a:cubicBezTo>
                    <a:pt x="3025" y="3625"/>
                    <a:pt x="2867" y="3467"/>
                    <a:pt x="2867" y="3278"/>
                  </a:cubicBezTo>
                  <a:cubicBezTo>
                    <a:pt x="2867" y="3058"/>
                    <a:pt x="3025" y="2900"/>
                    <a:pt x="3214" y="2900"/>
                  </a:cubicBezTo>
                  <a:close/>
                  <a:moveTo>
                    <a:pt x="7498" y="2900"/>
                  </a:moveTo>
                  <a:cubicBezTo>
                    <a:pt x="7719" y="2900"/>
                    <a:pt x="7876" y="3058"/>
                    <a:pt x="7876" y="3278"/>
                  </a:cubicBezTo>
                  <a:cubicBezTo>
                    <a:pt x="7876" y="3467"/>
                    <a:pt x="7719" y="3625"/>
                    <a:pt x="7498" y="3625"/>
                  </a:cubicBezTo>
                  <a:cubicBezTo>
                    <a:pt x="7309" y="3625"/>
                    <a:pt x="7152" y="3467"/>
                    <a:pt x="7152" y="3278"/>
                  </a:cubicBezTo>
                  <a:cubicBezTo>
                    <a:pt x="7152" y="3058"/>
                    <a:pt x="7309" y="2900"/>
                    <a:pt x="7498" y="2900"/>
                  </a:cubicBezTo>
                  <a:close/>
                  <a:moveTo>
                    <a:pt x="5322" y="0"/>
                  </a:moveTo>
                  <a:cubicBezTo>
                    <a:pt x="5281" y="0"/>
                    <a:pt x="5240" y="1"/>
                    <a:pt x="5199" y="2"/>
                  </a:cubicBezTo>
                  <a:cubicBezTo>
                    <a:pt x="2300" y="65"/>
                    <a:pt x="0" y="2585"/>
                    <a:pt x="0" y="5578"/>
                  </a:cubicBezTo>
                  <a:lnTo>
                    <a:pt x="0" y="8225"/>
                  </a:lnTo>
                  <a:cubicBezTo>
                    <a:pt x="0" y="9201"/>
                    <a:pt x="788" y="9989"/>
                    <a:pt x="1764" y="9989"/>
                  </a:cubicBezTo>
                  <a:lnTo>
                    <a:pt x="1764" y="8319"/>
                  </a:lnTo>
                  <a:cubicBezTo>
                    <a:pt x="1512" y="7941"/>
                    <a:pt x="1418" y="7563"/>
                    <a:pt x="1418" y="7122"/>
                  </a:cubicBezTo>
                  <a:cubicBezTo>
                    <a:pt x="1418" y="5956"/>
                    <a:pt x="2363" y="5011"/>
                    <a:pt x="3529" y="5011"/>
                  </a:cubicBezTo>
                  <a:lnTo>
                    <a:pt x="7089" y="5011"/>
                  </a:lnTo>
                  <a:cubicBezTo>
                    <a:pt x="8255" y="5011"/>
                    <a:pt x="9200" y="5956"/>
                    <a:pt x="9200" y="7122"/>
                  </a:cubicBezTo>
                  <a:cubicBezTo>
                    <a:pt x="9200" y="7563"/>
                    <a:pt x="9074" y="7941"/>
                    <a:pt x="8853" y="8319"/>
                  </a:cubicBezTo>
                  <a:lnTo>
                    <a:pt x="8853" y="9989"/>
                  </a:lnTo>
                  <a:cubicBezTo>
                    <a:pt x="9830" y="9989"/>
                    <a:pt x="10617" y="9201"/>
                    <a:pt x="10617" y="8225"/>
                  </a:cubicBezTo>
                  <a:lnTo>
                    <a:pt x="10617" y="5389"/>
                  </a:lnTo>
                  <a:cubicBezTo>
                    <a:pt x="10712" y="3940"/>
                    <a:pt x="10113" y="2554"/>
                    <a:pt x="9074" y="1546"/>
                  </a:cubicBezTo>
                  <a:cubicBezTo>
                    <a:pt x="8063" y="535"/>
                    <a:pt x="6754" y="0"/>
                    <a:pt x="53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95" name="Google Shape;7395;p87"/>
          <p:cNvGrpSpPr/>
          <p:nvPr/>
        </p:nvGrpSpPr>
        <p:grpSpPr>
          <a:xfrm>
            <a:off x="7974511" y="2797062"/>
            <a:ext cx="450470" cy="448180"/>
            <a:chOff x="-16419350" y="4058200"/>
            <a:chExt cx="304825" cy="303275"/>
          </a:xfrm>
        </p:grpSpPr>
        <p:sp>
          <p:nvSpPr>
            <p:cNvPr id="7396" name="Google Shape;7396;p87"/>
            <p:cNvSpPr/>
            <p:nvPr/>
          </p:nvSpPr>
          <p:spPr>
            <a:xfrm>
              <a:off x="-16347675" y="4202350"/>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87"/>
            <p:cNvSpPr/>
            <p:nvPr/>
          </p:nvSpPr>
          <p:spPr>
            <a:xfrm>
              <a:off x="-16400450" y="416690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8" name="Google Shape;7398;p87"/>
            <p:cNvSpPr/>
            <p:nvPr/>
          </p:nvSpPr>
          <p:spPr>
            <a:xfrm>
              <a:off x="-16389425" y="4058200"/>
              <a:ext cx="220575" cy="106950"/>
            </a:xfrm>
            <a:custGeom>
              <a:avLst/>
              <a:gdLst/>
              <a:ahLst/>
              <a:cxnLst/>
              <a:rect l="l" t="t" r="r" b="b"/>
              <a:pathLst>
                <a:path w="8823" h="4278" extrusionOk="0">
                  <a:moveTo>
                    <a:pt x="6621" y="0"/>
                  </a:moveTo>
                  <a:cubicBezTo>
                    <a:pt x="6312" y="0"/>
                    <a:pt x="6008" y="97"/>
                    <a:pt x="5766" y="285"/>
                  </a:cubicBezTo>
                  <a:cubicBezTo>
                    <a:pt x="5703" y="348"/>
                    <a:pt x="5609" y="411"/>
                    <a:pt x="5546" y="474"/>
                  </a:cubicBezTo>
                  <a:cubicBezTo>
                    <a:pt x="5451" y="411"/>
                    <a:pt x="5388" y="316"/>
                    <a:pt x="5294" y="285"/>
                  </a:cubicBezTo>
                  <a:cubicBezTo>
                    <a:pt x="5057" y="111"/>
                    <a:pt x="4758" y="25"/>
                    <a:pt x="4459" y="25"/>
                  </a:cubicBezTo>
                  <a:cubicBezTo>
                    <a:pt x="4159" y="25"/>
                    <a:pt x="3860" y="111"/>
                    <a:pt x="3624" y="285"/>
                  </a:cubicBezTo>
                  <a:cubicBezTo>
                    <a:pt x="3529" y="348"/>
                    <a:pt x="3466" y="411"/>
                    <a:pt x="3372" y="474"/>
                  </a:cubicBezTo>
                  <a:cubicBezTo>
                    <a:pt x="3309" y="411"/>
                    <a:pt x="3214" y="316"/>
                    <a:pt x="3151" y="285"/>
                  </a:cubicBezTo>
                  <a:cubicBezTo>
                    <a:pt x="2915" y="101"/>
                    <a:pt x="2618" y="10"/>
                    <a:pt x="2316" y="10"/>
                  </a:cubicBezTo>
                  <a:cubicBezTo>
                    <a:pt x="1894" y="10"/>
                    <a:pt x="1460" y="188"/>
                    <a:pt x="1166" y="537"/>
                  </a:cubicBezTo>
                  <a:cubicBezTo>
                    <a:pt x="1103" y="631"/>
                    <a:pt x="1072" y="757"/>
                    <a:pt x="977" y="820"/>
                  </a:cubicBezTo>
                  <a:cubicBezTo>
                    <a:pt x="1" y="1356"/>
                    <a:pt x="1" y="2931"/>
                    <a:pt x="1103" y="3435"/>
                  </a:cubicBezTo>
                  <a:cubicBezTo>
                    <a:pt x="1166" y="3624"/>
                    <a:pt x="1356" y="3876"/>
                    <a:pt x="1513" y="3971"/>
                  </a:cubicBezTo>
                  <a:cubicBezTo>
                    <a:pt x="1781" y="4144"/>
                    <a:pt x="2088" y="4231"/>
                    <a:pt x="2387" y="4231"/>
                  </a:cubicBezTo>
                  <a:cubicBezTo>
                    <a:pt x="2687" y="4231"/>
                    <a:pt x="2978" y="4144"/>
                    <a:pt x="3214" y="3971"/>
                  </a:cubicBezTo>
                  <a:cubicBezTo>
                    <a:pt x="3277" y="3939"/>
                    <a:pt x="3356" y="3923"/>
                    <a:pt x="3435" y="3923"/>
                  </a:cubicBezTo>
                  <a:cubicBezTo>
                    <a:pt x="3514" y="3923"/>
                    <a:pt x="3592" y="3939"/>
                    <a:pt x="3655" y="3971"/>
                  </a:cubicBezTo>
                  <a:cubicBezTo>
                    <a:pt x="3907" y="4175"/>
                    <a:pt x="4215" y="4278"/>
                    <a:pt x="4518" y="4278"/>
                  </a:cubicBezTo>
                  <a:cubicBezTo>
                    <a:pt x="4821" y="4278"/>
                    <a:pt x="5120" y="4175"/>
                    <a:pt x="5357" y="3971"/>
                  </a:cubicBezTo>
                  <a:cubicBezTo>
                    <a:pt x="5404" y="3939"/>
                    <a:pt x="5483" y="3923"/>
                    <a:pt x="5561" y="3923"/>
                  </a:cubicBezTo>
                  <a:cubicBezTo>
                    <a:pt x="5640" y="3923"/>
                    <a:pt x="5719" y="3939"/>
                    <a:pt x="5766" y="3971"/>
                  </a:cubicBezTo>
                  <a:cubicBezTo>
                    <a:pt x="6018" y="4166"/>
                    <a:pt x="6312" y="4256"/>
                    <a:pt x="6604" y="4256"/>
                  </a:cubicBezTo>
                  <a:cubicBezTo>
                    <a:pt x="7114" y="4256"/>
                    <a:pt x="7616" y="3979"/>
                    <a:pt x="7877" y="3498"/>
                  </a:cubicBezTo>
                  <a:cubicBezTo>
                    <a:pt x="7909" y="3435"/>
                    <a:pt x="7940" y="3404"/>
                    <a:pt x="8035" y="3341"/>
                  </a:cubicBezTo>
                  <a:cubicBezTo>
                    <a:pt x="8507" y="3120"/>
                    <a:pt x="8822" y="2616"/>
                    <a:pt x="8728" y="1986"/>
                  </a:cubicBezTo>
                  <a:cubicBezTo>
                    <a:pt x="8696" y="1576"/>
                    <a:pt x="8507" y="1198"/>
                    <a:pt x="8129" y="946"/>
                  </a:cubicBezTo>
                  <a:cubicBezTo>
                    <a:pt x="8066" y="915"/>
                    <a:pt x="8035" y="883"/>
                    <a:pt x="7940" y="820"/>
                  </a:cubicBezTo>
                  <a:cubicBezTo>
                    <a:pt x="7909" y="694"/>
                    <a:pt x="7814" y="631"/>
                    <a:pt x="7751" y="537"/>
                  </a:cubicBezTo>
                  <a:cubicBezTo>
                    <a:pt x="7462" y="175"/>
                    <a:pt x="7038" y="0"/>
                    <a:pt x="6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9" name="Google Shape;7399;p87"/>
            <p:cNvSpPr/>
            <p:nvPr/>
          </p:nvSpPr>
          <p:spPr>
            <a:xfrm>
              <a:off x="-16298850" y="4178725"/>
              <a:ext cx="41000" cy="47275"/>
            </a:xfrm>
            <a:custGeom>
              <a:avLst/>
              <a:gdLst/>
              <a:ahLst/>
              <a:cxnLst/>
              <a:rect l="l" t="t" r="r" b="b"/>
              <a:pathLst>
                <a:path w="1640" h="1891" extrusionOk="0">
                  <a:moveTo>
                    <a:pt x="1" y="0"/>
                  </a:moveTo>
                  <a:cubicBezTo>
                    <a:pt x="158" y="252"/>
                    <a:pt x="221" y="630"/>
                    <a:pt x="221" y="945"/>
                  </a:cubicBezTo>
                  <a:cubicBezTo>
                    <a:pt x="221" y="1292"/>
                    <a:pt x="158" y="1607"/>
                    <a:pt x="1" y="1891"/>
                  </a:cubicBezTo>
                  <a:cubicBezTo>
                    <a:pt x="473" y="1733"/>
                    <a:pt x="946" y="1670"/>
                    <a:pt x="1419" y="1670"/>
                  </a:cubicBezTo>
                  <a:cubicBezTo>
                    <a:pt x="1576" y="1450"/>
                    <a:pt x="1639" y="1197"/>
                    <a:pt x="1639" y="945"/>
                  </a:cubicBezTo>
                  <a:cubicBezTo>
                    <a:pt x="1639" y="662"/>
                    <a:pt x="1576" y="378"/>
                    <a:pt x="1419" y="158"/>
                  </a:cubicBezTo>
                  <a:cubicBezTo>
                    <a:pt x="1272" y="187"/>
                    <a:pt x="1120" y="201"/>
                    <a:pt x="967" y="201"/>
                  </a:cubicBezTo>
                  <a:cubicBezTo>
                    <a:pt x="626" y="201"/>
                    <a:pt x="284" y="13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87"/>
            <p:cNvSpPr/>
            <p:nvPr/>
          </p:nvSpPr>
          <p:spPr>
            <a:xfrm>
              <a:off x="-16246075" y="4178725"/>
              <a:ext cx="41775" cy="55150"/>
            </a:xfrm>
            <a:custGeom>
              <a:avLst/>
              <a:gdLst/>
              <a:ahLst/>
              <a:cxnLst/>
              <a:rect l="l" t="t" r="r" b="b"/>
              <a:pathLst>
                <a:path w="1671" h="2206" extrusionOk="0">
                  <a:moveTo>
                    <a:pt x="1" y="0"/>
                  </a:moveTo>
                  <a:lnTo>
                    <a:pt x="1" y="0"/>
                  </a:lnTo>
                  <a:cubicBezTo>
                    <a:pt x="158" y="252"/>
                    <a:pt x="253" y="630"/>
                    <a:pt x="253" y="945"/>
                  </a:cubicBezTo>
                  <a:cubicBezTo>
                    <a:pt x="253" y="1197"/>
                    <a:pt x="190" y="1481"/>
                    <a:pt x="95" y="1765"/>
                  </a:cubicBezTo>
                  <a:cubicBezTo>
                    <a:pt x="505" y="1828"/>
                    <a:pt x="914" y="1954"/>
                    <a:pt x="1292" y="2206"/>
                  </a:cubicBezTo>
                  <a:cubicBezTo>
                    <a:pt x="1576" y="1891"/>
                    <a:pt x="1670" y="1355"/>
                    <a:pt x="1670" y="945"/>
                  </a:cubicBezTo>
                  <a:cubicBezTo>
                    <a:pt x="1670" y="662"/>
                    <a:pt x="1576" y="378"/>
                    <a:pt x="1418" y="158"/>
                  </a:cubicBezTo>
                  <a:cubicBezTo>
                    <a:pt x="1261" y="189"/>
                    <a:pt x="1103" y="221"/>
                    <a:pt x="946" y="221"/>
                  </a:cubicBezTo>
                  <a:cubicBezTo>
                    <a:pt x="631" y="221"/>
                    <a:pt x="316" y="158"/>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87"/>
            <p:cNvSpPr/>
            <p:nvPr/>
          </p:nvSpPr>
          <p:spPr>
            <a:xfrm>
              <a:off x="-16419350" y="4122000"/>
              <a:ext cx="304050" cy="188725"/>
            </a:xfrm>
            <a:custGeom>
              <a:avLst/>
              <a:gdLst/>
              <a:ahLst/>
              <a:cxnLst/>
              <a:rect l="l" t="t" r="r" b="b"/>
              <a:pathLst>
                <a:path w="12162" h="7549" extrusionOk="0">
                  <a:moveTo>
                    <a:pt x="10712" y="1"/>
                  </a:moveTo>
                  <a:cubicBezTo>
                    <a:pt x="10586" y="600"/>
                    <a:pt x="10271" y="1135"/>
                    <a:pt x="9736" y="1450"/>
                  </a:cubicBezTo>
                  <a:cubicBezTo>
                    <a:pt x="9578" y="1734"/>
                    <a:pt x="9326" y="1986"/>
                    <a:pt x="9074" y="2143"/>
                  </a:cubicBezTo>
                  <a:cubicBezTo>
                    <a:pt x="9263" y="2458"/>
                    <a:pt x="9326" y="2805"/>
                    <a:pt x="9326" y="3183"/>
                  </a:cubicBezTo>
                  <a:cubicBezTo>
                    <a:pt x="9326" y="4065"/>
                    <a:pt x="9011" y="4821"/>
                    <a:pt x="8507" y="5168"/>
                  </a:cubicBezTo>
                  <a:cubicBezTo>
                    <a:pt x="8444" y="5199"/>
                    <a:pt x="8373" y="5215"/>
                    <a:pt x="8306" y="5215"/>
                  </a:cubicBezTo>
                  <a:cubicBezTo>
                    <a:pt x="8239" y="5215"/>
                    <a:pt x="8176" y="5199"/>
                    <a:pt x="8129" y="5168"/>
                  </a:cubicBezTo>
                  <a:cubicBezTo>
                    <a:pt x="7515" y="4805"/>
                    <a:pt x="6814" y="4624"/>
                    <a:pt x="6124" y="4624"/>
                  </a:cubicBezTo>
                  <a:cubicBezTo>
                    <a:pt x="5435" y="4624"/>
                    <a:pt x="4758" y="4805"/>
                    <a:pt x="4191" y="5168"/>
                  </a:cubicBezTo>
                  <a:cubicBezTo>
                    <a:pt x="4134" y="5213"/>
                    <a:pt x="4077" y="5230"/>
                    <a:pt x="4022" y="5230"/>
                  </a:cubicBezTo>
                  <a:cubicBezTo>
                    <a:pt x="3924" y="5230"/>
                    <a:pt x="3830" y="5177"/>
                    <a:pt x="3750" y="5136"/>
                  </a:cubicBezTo>
                  <a:cubicBezTo>
                    <a:pt x="3163" y="4757"/>
                    <a:pt x="2501" y="4557"/>
                    <a:pt x="1831" y="4557"/>
                  </a:cubicBezTo>
                  <a:cubicBezTo>
                    <a:pt x="1277" y="4557"/>
                    <a:pt x="717" y="4694"/>
                    <a:pt x="190" y="4979"/>
                  </a:cubicBezTo>
                  <a:cubicBezTo>
                    <a:pt x="95" y="5042"/>
                    <a:pt x="1" y="5168"/>
                    <a:pt x="1" y="5294"/>
                  </a:cubicBezTo>
                  <a:lnTo>
                    <a:pt x="1" y="7436"/>
                  </a:lnTo>
                  <a:cubicBezTo>
                    <a:pt x="316" y="7405"/>
                    <a:pt x="725" y="7247"/>
                    <a:pt x="977" y="7027"/>
                  </a:cubicBezTo>
                  <a:cubicBezTo>
                    <a:pt x="1240" y="6826"/>
                    <a:pt x="1533" y="6723"/>
                    <a:pt x="1823" y="6723"/>
                  </a:cubicBezTo>
                  <a:cubicBezTo>
                    <a:pt x="2124" y="6723"/>
                    <a:pt x="2422" y="6833"/>
                    <a:pt x="2679" y="7058"/>
                  </a:cubicBezTo>
                  <a:cubicBezTo>
                    <a:pt x="3072" y="7373"/>
                    <a:pt x="3529" y="7531"/>
                    <a:pt x="3986" y="7531"/>
                  </a:cubicBezTo>
                  <a:cubicBezTo>
                    <a:pt x="4443" y="7531"/>
                    <a:pt x="4900" y="7373"/>
                    <a:pt x="5293" y="7058"/>
                  </a:cubicBezTo>
                  <a:cubicBezTo>
                    <a:pt x="5545" y="6869"/>
                    <a:pt x="5837" y="6775"/>
                    <a:pt x="6128" y="6775"/>
                  </a:cubicBezTo>
                  <a:cubicBezTo>
                    <a:pt x="6420" y="6775"/>
                    <a:pt x="6711" y="6869"/>
                    <a:pt x="6963" y="7058"/>
                  </a:cubicBezTo>
                  <a:cubicBezTo>
                    <a:pt x="7474" y="7358"/>
                    <a:pt x="7985" y="7549"/>
                    <a:pt x="8524" y="7549"/>
                  </a:cubicBezTo>
                  <a:cubicBezTo>
                    <a:pt x="8948" y="7549"/>
                    <a:pt x="9390" y="7430"/>
                    <a:pt x="9862" y="7153"/>
                  </a:cubicBezTo>
                  <a:cubicBezTo>
                    <a:pt x="11153" y="6428"/>
                    <a:pt x="12162" y="4821"/>
                    <a:pt x="12162" y="3151"/>
                  </a:cubicBezTo>
                  <a:cubicBezTo>
                    <a:pt x="12162" y="1923"/>
                    <a:pt x="11626" y="789"/>
                    <a:pt x="107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2" name="Google Shape;7402;p87"/>
            <p:cNvSpPr/>
            <p:nvPr/>
          </p:nvSpPr>
          <p:spPr>
            <a:xfrm>
              <a:off x="-16419350" y="4263775"/>
              <a:ext cx="304825" cy="97700"/>
            </a:xfrm>
            <a:custGeom>
              <a:avLst/>
              <a:gdLst/>
              <a:ahLst/>
              <a:cxnLst/>
              <a:rect l="l" t="t" r="r" b="b"/>
              <a:pathLst>
                <a:path w="12193" h="3908" extrusionOk="0">
                  <a:moveTo>
                    <a:pt x="12193" y="1"/>
                  </a:moveTo>
                  <a:cubicBezTo>
                    <a:pt x="11689" y="914"/>
                    <a:pt x="10996" y="1639"/>
                    <a:pt x="10208" y="2112"/>
                  </a:cubicBezTo>
                  <a:cubicBezTo>
                    <a:pt x="9626" y="2424"/>
                    <a:pt x="9064" y="2570"/>
                    <a:pt x="8515" y="2570"/>
                  </a:cubicBezTo>
                  <a:cubicBezTo>
                    <a:pt x="7845" y="2570"/>
                    <a:pt x="7194" y="2352"/>
                    <a:pt x="6554" y="1954"/>
                  </a:cubicBezTo>
                  <a:cubicBezTo>
                    <a:pt x="6402" y="1819"/>
                    <a:pt x="6241" y="1756"/>
                    <a:pt x="6085" y="1756"/>
                  </a:cubicBezTo>
                  <a:cubicBezTo>
                    <a:pt x="5951" y="1756"/>
                    <a:pt x="5820" y="1803"/>
                    <a:pt x="5703" y="1891"/>
                  </a:cubicBezTo>
                  <a:cubicBezTo>
                    <a:pt x="5199" y="2316"/>
                    <a:pt x="4592" y="2529"/>
                    <a:pt x="3986" y="2529"/>
                  </a:cubicBezTo>
                  <a:cubicBezTo>
                    <a:pt x="3380" y="2529"/>
                    <a:pt x="2773" y="2316"/>
                    <a:pt x="2269" y="1891"/>
                  </a:cubicBezTo>
                  <a:cubicBezTo>
                    <a:pt x="2143" y="1797"/>
                    <a:pt x="2001" y="1749"/>
                    <a:pt x="1863" y="1749"/>
                  </a:cubicBezTo>
                  <a:cubicBezTo>
                    <a:pt x="1725" y="1749"/>
                    <a:pt x="1592" y="1797"/>
                    <a:pt x="1481" y="1891"/>
                  </a:cubicBezTo>
                  <a:cubicBezTo>
                    <a:pt x="1040" y="2269"/>
                    <a:pt x="505" y="2427"/>
                    <a:pt x="1" y="2490"/>
                  </a:cubicBezTo>
                  <a:lnTo>
                    <a:pt x="1" y="3561"/>
                  </a:lnTo>
                  <a:cubicBezTo>
                    <a:pt x="1" y="3750"/>
                    <a:pt x="158" y="3907"/>
                    <a:pt x="379" y="3907"/>
                  </a:cubicBezTo>
                  <a:lnTo>
                    <a:pt x="11815" y="3907"/>
                  </a:lnTo>
                  <a:cubicBezTo>
                    <a:pt x="12004" y="3907"/>
                    <a:pt x="12193" y="3750"/>
                    <a:pt x="12193" y="3561"/>
                  </a:cubicBezTo>
                  <a:lnTo>
                    <a:pt x="121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3" name="Google Shape;7403;p87"/>
          <p:cNvGrpSpPr/>
          <p:nvPr/>
        </p:nvGrpSpPr>
        <p:grpSpPr>
          <a:xfrm>
            <a:off x="4001398" y="3343080"/>
            <a:ext cx="450507" cy="447589"/>
            <a:chOff x="-15296200" y="3326900"/>
            <a:chExt cx="304850" cy="302875"/>
          </a:xfrm>
        </p:grpSpPr>
        <p:sp>
          <p:nvSpPr>
            <p:cNvPr id="7404" name="Google Shape;7404;p87"/>
            <p:cNvSpPr/>
            <p:nvPr/>
          </p:nvSpPr>
          <p:spPr>
            <a:xfrm>
              <a:off x="-15182775" y="3326900"/>
              <a:ext cx="77200" cy="157175"/>
            </a:xfrm>
            <a:custGeom>
              <a:avLst/>
              <a:gdLst/>
              <a:ahLst/>
              <a:cxnLst/>
              <a:rect l="l" t="t" r="r" b="b"/>
              <a:pathLst>
                <a:path w="3088" h="6287" extrusionOk="0">
                  <a:moveTo>
                    <a:pt x="1556" y="1"/>
                  </a:moveTo>
                  <a:cubicBezTo>
                    <a:pt x="1434" y="1"/>
                    <a:pt x="1308" y="48"/>
                    <a:pt x="1229" y="143"/>
                  </a:cubicBezTo>
                  <a:cubicBezTo>
                    <a:pt x="1198" y="237"/>
                    <a:pt x="410" y="1560"/>
                    <a:pt x="0" y="3451"/>
                  </a:cubicBezTo>
                  <a:cubicBezTo>
                    <a:pt x="630" y="4333"/>
                    <a:pt x="1166" y="5278"/>
                    <a:pt x="1544" y="6286"/>
                  </a:cubicBezTo>
                  <a:cubicBezTo>
                    <a:pt x="1954" y="5309"/>
                    <a:pt x="2458" y="4364"/>
                    <a:pt x="3088" y="3451"/>
                  </a:cubicBezTo>
                  <a:cubicBezTo>
                    <a:pt x="2678" y="1529"/>
                    <a:pt x="1891" y="237"/>
                    <a:pt x="1859" y="143"/>
                  </a:cubicBezTo>
                  <a:cubicBezTo>
                    <a:pt x="1796" y="48"/>
                    <a:pt x="1678" y="1"/>
                    <a:pt x="15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87"/>
            <p:cNvSpPr/>
            <p:nvPr/>
          </p:nvSpPr>
          <p:spPr>
            <a:xfrm>
              <a:off x="-15260825" y="3363175"/>
              <a:ext cx="108800" cy="199650"/>
            </a:xfrm>
            <a:custGeom>
              <a:avLst/>
              <a:gdLst/>
              <a:ahLst/>
              <a:cxnLst/>
              <a:rect l="l" t="t" r="r" b="b"/>
              <a:pathLst>
                <a:path w="4352" h="7986" extrusionOk="0">
                  <a:moveTo>
                    <a:pt x="432" y="1"/>
                  </a:moveTo>
                  <a:cubicBezTo>
                    <a:pt x="212" y="1"/>
                    <a:pt x="0" y="182"/>
                    <a:pt x="66" y="424"/>
                  </a:cubicBezTo>
                  <a:lnTo>
                    <a:pt x="949" y="3638"/>
                  </a:lnTo>
                  <a:cubicBezTo>
                    <a:pt x="1075" y="4047"/>
                    <a:pt x="1201" y="4520"/>
                    <a:pt x="1264" y="4961"/>
                  </a:cubicBezTo>
                  <a:cubicBezTo>
                    <a:pt x="1642" y="5497"/>
                    <a:pt x="2051" y="6001"/>
                    <a:pt x="2587" y="6410"/>
                  </a:cubicBezTo>
                  <a:cubicBezTo>
                    <a:pt x="3406" y="7072"/>
                    <a:pt x="3721" y="7292"/>
                    <a:pt x="4351" y="7986"/>
                  </a:cubicBezTo>
                  <a:lnTo>
                    <a:pt x="4351" y="6064"/>
                  </a:lnTo>
                  <a:cubicBezTo>
                    <a:pt x="4351" y="6001"/>
                    <a:pt x="4351" y="5938"/>
                    <a:pt x="4320" y="5906"/>
                  </a:cubicBezTo>
                  <a:cubicBezTo>
                    <a:pt x="3721" y="4205"/>
                    <a:pt x="2839" y="2693"/>
                    <a:pt x="1705" y="1338"/>
                  </a:cubicBezTo>
                  <a:lnTo>
                    <a:pt x="697" y="109"/>
                  </a:lnTo>
                  <a:cubicBezTo>
                    <a:pt x="621" y="34"/>
                    <a:pt x="526" y="1"/>
                    <a:pt x="4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87"/>
            <p:cNvSpPr/>
            <p:nvPr/>
          </p:nvSpPr>
          <p:spPr>
            <a:xfrm>
              <a:off x="-15135525" y="3362475"/>
              <a:ext cx="109325" cy="200350"/>
            </a:xfrm>
            <a:custGeom>
              <a:avLst/>
              <a:gdLst/>
              <a:ahLst/>
              <a:cxnLst/>
              <a:rect l="l" t="t" r="r" b="b"/>
              <a:pathLst>
                <a:path w="4373" h="8014" extrusionOk="0">
                  <a:moveTo>
                    <a:pt x="3945" y="1"/>
                  </a:moveTo>
                  <a:cubicBezTo>
                    <a:pt x="3846" y="1"/>
                    <a:pt x="3742" y="41"/>
                    <a:pt x="3655" y="137"/>
                  </a:cubicBezTo>
                  <a:lnTo>
                    <a:pt x="2647" y="1366"/>
                  </a:lnTo>
                  <a:cubicBezTo>
                    <a:pt x="1513" y="2721"/>
                    <a:pt x="599" y="4296"/>
                    <a:pt x="32" y="5934"/>
                  </a:cubicBezTo>
                  <a:cubicBezTo>
                    <a:pt x="32" y="5966"/>
                    <a:pt x="1" y="6060"/>
                    <a:pt x="1" y="6092"/>
                  </a:cubicBezTo>
                  <a:lnTo>
                    <a:pt x="1" y="8014"/>
                  </a:lnTo>
                  <a:cubicBezTo>
                    <a:pt x="631" y="7320"/>
                    <a:pt x="914" y="7163"/>
                    <a:pt x="1765" y="6438"/>
                  </a:cubicBezTo>
                  <a:cubicBezTo>
                    <a:pt x="2301" y="6060"/>
                    <a:pt x="2710" y="5525"/>
                    <a:pt x="3088" y="4989"/>
                  </a:cubicBezTo>
                  <a:cubicBezTo>
                    <a:pt x="3151" y="4517"/>
                    <a:pt x="3246" y="4075"/>
                    <a:pt x="3403" y="3666"/>
                  </a:cubicBezTo>
                  <a:lnTo>
                    <a:pt x="4285" y="452"/>
                  </a:lnTo>
                  <a:cubicBezTo>
                    <a:pt x="4373" y="211"/>
                    <a:pt x="4171" y="1"/>
                    <a:pt x="39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87"/>
            <p:cNvSpPr/>
            <p:nvPr/>
          </p:nvSpPr>
          <p:spPr>
            <a:xfrm>
              <a:off x="-15296200" y="3416600"/>
              <a:ext cx="143375" cy="213175"/>
            </a:xfrm>
            <a:custGeom>
              <a:avLst/>
              <a:gdLst/>
              <a:ahLst/>
              <a:cxnLst/>
              <a:rect l="l" t="t" r="r" b="b"/>
              <a:pathLst>
                <a:path w="5735" h="8527" extrusionOk="0">
                  <a:moveTo>
                    <a:pt x="346" y="0"/>
                  </a:moveTo>
                  <a:cubicBezTo>
                    <a:pt x="170" y="0"/>
                    <a:pt x="1" y="123"/>
                    <a:pt x="1" y="335"/>
                  </a:cubicBezTo>
                  <a:lnTo>
                    <a:pt x="1" y="3171"/>
                  </a:lnTo>
                  <a:cubicBezTo>
                    <a:pt x="1" y="6132"/>
                    <a:pt x="2458" y="8526"/>
                    <a:pt x="5357" y="8526"/>
                  </a:cubicBezTo>
                  <a:lnTo>
                    <a:pt x="5735" y="8526"/>
                  </a:lnTo>
                  <a:lnTo>
                    <a:pt x="5735" y="7581"/>
                  </a:lnTo>
                  <a:cubicBezTo>
                    <a:pt x="5735" y="7172"/>
                    <a:pt x="5577" y="6731"/>
                    <a:pt x="5262" y="6384"/>
                  </a:cubicBezTo>
                  <a:cubicBezTo>
                    <a:pt x="4695" y="5723"/>
                    <a:pt x="4254" y="5471"/>
                    <a:pt x="3529" y="4840"/>
                  </a:cubicBezTo>
                  <a:cubicBezTo>
                    <a:pt x="2584" y="4084"/>
                    <a:pt x="1828" y="3108"/>
                    <a:pt x="1387" y="2005"/>
                  </a:cubicBezTo>
                  <a:lnTo>
                    <a:pt x="694" y="241"/>
                  </a:lnTo>
                  <a:cubicBezTo>
                    <a:pt x="625" y="75"/>
                    <a:pt x="483" y="0"/>
                    <a:pt x="3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87"/>
            <p:cNvSpPr/>
            <p:nvPr/>
          </p:nvSpPr>
          <p:spPr>
            <a:xfrm>
              <a:off x="-15134725" y="3416100"/>
              <a:ext cx="143375" cy="213675"/>
            </a:xfrm>
            <a:custGeom>
              <a:avLst/>
              <a:gdLst/>
              <a:ahLst/>
              <a:cxnLst/>
              <a:rect l="l" t="t" r="r" b="b"/>
              <a:pathLst>
                <a:path w="5735" h="8547" extrusionOk="0">
                  <a:moveTo>
                    <a:pt x="5357" y="1"/>
                  </a:moveTo>
                  <a:cubicBezTo>
                    <a:pt x="5224" y="1"/>
                    <a:pt x="5094" y="71"/>
                    <a:pt x="5041" y="229"/>
                  </a:cubicBezTo>
                  <a:lnTo>
                    <a:pt x="4348" y="2025"/>
                  </a:lnTo>
                  <a:cubicBezTo>
                    <a:pt x="3907" y="3128"/>
                    <a:pt x="3151" y="4104"/>
                    <a:pt x="2206" y="4860"/>
                  </a:cubicBezTo>
                  <a:cubicBezTo>
                    <a:pt x="1481" y="5427"/>
                    <a:pt x="1040" y="5743"/>
                    <a:pt x="473" y="6341"/>
                  </a:cubicBezTo>
                  <a:cubicBezTo>
                    <a:pt x="158" y="6688"/>
                    <a:pt x="0" y="7129"/>
                    <a:pt x="0" y="7601"/>
                  </a:cubicBezTo>
                  <a:lnTo>
                    <a:pt x="0" y="8546"/>
                  </a:lnTo>
                  <a:lnTo>
                    <a:pt x="378" y="8546"/>
                  </a:lnTo>
                  <a:cubicBezTo>
                    <a:pt x="3308" y="8546"/>
                    <a:pt x="5734" y="6152"/>
                    <a:pt x="5734" y="3191"/>
                  </a:cubicBezTo>
                  <a:lnTo>
                    <a:pt x="5734" y="355"/>
                  </a:lnTo>
                  <a:cubicBezTo>
                    <a:pt x="5734" y="136"/>
                    <a:pt x="5543" y="1"/>
                    <a:pt x="53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9" name="Google Shape;7409;p87"/>
          <p:cNvGrpSpPr/>
          <p:nvPr/>
        </p:nvGrpSpPr>
        <p:grpSpPr>
          <a:xfrm>
            <a:off x="2917051" y="1706881"/>
            <a:ext cx="486566" cy="414708"/>
            <a:chOff x="-19835275" y="3330250"/>
            <a:chExt cx="329250" cy="280625"/>
          </a:xfrm>
        </p:grpSpPr>
        <p:sp>
          <p:nvSpPr>
            <p:cNvPr id="7410" name="Google Shape;7410;p87"/>
            <p:cNvSpPr/>
            <p:nvPr/>
          </p:nvSpPr>
          <p:spPr>
            <a:xfrm>
              <a:off x="-19768325" y="3361750"/>
              <a:ext cx="197725" cy="249125"/>
            </a:xfrm>
            <a:custGeom>
              <a:avLst/>
              <a:gdLst/>
              <a:ahLst/>
              <a:cxnLst/>
              <a:rect l="l" t="t" r="r" b="b"/>
              <a:pathLst>
                <a:path w="7909" h="9965" extrusionOk="0">
                  <a:moveTo>
                    <a:pt x="3927" y="1"/>
                  </a:moveTo>
                  <a:cubicBezTo>
                    <a:pt x="3797" y="1"/>
                    <a:pt x="3671" y="56"/>
                    <a:pt x="3624" y="166"/>
                  </a:cubicBezTo>
                  <a:lnTo>
                    <a:pt x="1103" y="5302"/>
                  </a:lnTo>
                  <a:cubicBezTo>
                    <a:pt x="1" y="7412"/>
                    <a:pt x="1607" y="9964"/>
                    <a:pt x="3970" y="9964"/>
                  </a:cubicBezTo>
                  <a:cubicBezTo>
                    <a:pt x="6333" y="9964"/>
                    <a:pt x="7908" y="7412"/>
                    <a:pt x="6837" y="5302"/>
                  </a:cubicBezTo>
                  <a:lnTo>
                    <a:pt x="4254" y="166"/>
                  </a:lnTo>
                  <a:cubicBezTo>
                    <a:pt x="4191" y="56"/>
                    <a:pt x="4057" y="1"/>
                    <a:pt x="39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87"/>
            <p:cNvSpPr/>
            <p:nvPr/>
          </p:nvSpPr>
          <p:spPr>
            <a:xfrm>
              <a:off x="-19622625" y="3330250"/>
              <a:ext cx="116600" cy="189250"/>
            </a:xfrm>
            <a:custGeom>
              <a:avLst/>
              <a:gdLst/>
              <a:ahLst/>
              <a:cxnLst/>
              <a:rect l="l" t="t" r="r" b="b"/>
              <a:pathLst>
                <a:path w="4664" h="7570" extrusionOk="0">
                  <a:moveTo>
                    <a:pt x="1683" y="1"/>
                  </a:moveTo>
                  <a:cubicBezTo>
                    <a:pt x="1553" y="1"/>
                    <a:pt x="1419" y="56"/>
                    <a:pt x="1356" y="166"/>
                  </a:cubicBezTo>
                  <a:lnTo>
                    <a:pt x="1" y="2939"/>
                  </a:lnTo>
                  <a:lnTo>
                    <a:pt x="1608" y="6215"/>
                  </a:lnTo>
                  <a:cubicBezTo>
                    <a:pt x="1828" y="6625"/>
                    <a:pt x="1954" y="7097"/>
                    <a:pt x="1986" y="7570"/>
                  </a:cubicBezTo>
                  <a:cubicBezTo>
                    <a:pt x="3687" y="7381"/>
                    <a:pt x="4664" y="5585"/>
                    <a:pt x="3876" y="4010"/>
                  </a:cubicBezTo>
                  <a:lnTo>
                    <a:pt x="1986" y="166"/>
                  </a:lnTo>
                  <a:cubicBezTo>
                    <a:pt x="1938" y="56"/>
                    <a:pt x="1812" y="1"/>
                    <a:pt x="16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2" name="Google Shape;7412;p87"/>
            <p:cNvSpPr/>
            <p:nvPr/>
          </p:nvSpPr>
          <p:spPr>
            <a:xfrm>
              <a:off x="-19835275" y="3330250"/>
              <a:ext cx="116600" cy="189250"/>
            </a:xfrm>
            <a:custGeom>
              <a:avLst/>
              <a:gdLst/>
              <a:ahLst/>
              <a:cxnLst/>
              <a:rect l="l" t="t" r="r" b="b"/>
              <a:pathLst>
                <a:path w="4664" h="7570" extrusionOk="0">
                  <a:moveTo>
                    <a:pt x="2982" y="1"/>
                  </a:moveTo>
                  <a:cubicBezTo>
                    <a:pt x="2852" y="1"/>
                    <a:pt x="2726" y="56"/>
                    <a:pt x="2679" y="166"/>
                  </a:cubicBezTo>
                  <a:lnTo>
                    <a:pt x="788" y="4010"/>
                  </a:lnTo>
                  <a:cubicBezTo>
                    <a:pt x="1" y="5522"/>
                    <a:pt x="977" y="7381"/>
                    <a:pt x="2679" y="7570"/>
                  </a:cubicBezTo>
                  <a:cubicBezTo>
                    <a:pt x="2710" y="7097"/>
                    <a:pt x="2868" y="6593"/>
                    <a:pt x="3057" y="6152"/>
                  </a:cubicBezTo>
                  <a:lnTo>
                    <a:pt x="4663" y="2876"/>
                  </a:lnTo>
                  <a:lnTo>
                    <a:pt x="3309" y="166"/>
                  </a:lnTo>
                  <a:cubicBezTo>
                    <a:pt x="3246" y="56"/>
                    <a:pt x="3112" y="1"/>
                    <a:pt x="29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3" name="Google Shape;7413;p87"/>
          <p:cNvGrpSpPr/>
          <p:nvPr/>
        </p:nvGrpSpPr>
        <p:grpSpPr>
          <a:xfrm>
            <a:off x="2935080" y="2243470"/>
            <a:ext cx="450507" cy="449547"/>
            <a:chOff x="-19822675" y="3692750"/>
            <a:chExt cx="304850" cy="304200"/>
          </a:xfrm>
        </p:grpSpPr>
        <p:sp>
          <p:nvSpPr>
            <p:cNvPr id="7414" name="Google Shape;7414;p87"/>
            <p:cNvSpPr/>
            <p:nvPr/>
          </p:nvSpPr>
          <p:spPr>
            <a:xfrm>
              <a:off x="-19715550" y="3692750"/>
              <a:ext cx="90600" cy="60675"/>
            </a:xfrm>
            <a:custGeom>
              <a:avLst/>
              <a:gdLst/>
              <a:ahLst/>
              <a:cxnLst/>
              <a:rect l="l" t="t" r="r" b="b"/>
              <a:pathLst>
                <a:path w="3624" h="2427" extrusionOk="0">
                  <a:moveTo>
                    <a:pt x="441" y="1"/>
                  </a:moveTo>
                  <a:cubicBezTo>
                    <a:pt x="252" y="1"/>
                    <a:pt x="95" y="158"/>
                    <a:pt x="95" y="379"/>
                  </a:cubicBezTo>
                  <a:cubicBezTo>
                    <a:pt x="0" y="946"/>
                    <a:pt x="315" y="1482"/>
                    <a:pt x="756" y="1828"/>
                  </a:cubicBezTo>
                  <a:cubicBezTo>
                    <a:pt x="567" y="1986"/>
                    <a:pt x="347" y="2175"/>
                    <a:pt x="252" y="2427"/>
                  </a:cubicBezTo>
                  <a:cubicBezTo>
                    <a:pt x="756" y="2269"/>
                    <a:pt x="1261" y="2175"/>
                    <a:pt x="1828" y="2175"/>
                  </a:cubicBezTo>
                  <a:cubicBezTo>
                    <a:pt x="2363" y="2175"/>
                    <a:pt x="2867" y="2238"/>
                    <a:pt x="3403" y="2427"/>
                  </a:cubicBezTo>
                  <a:cubicBezTo>
                    <a:pt x="3277" y="2175"/>
                    <a:pt x="3088" y="1986"/>
                    <a:pt x="2867" y="1828"/>
                  </a:cubicBezTo>
                  <a:cubicBezTo>
                    <a:pt x="3308" y="1513"/>
                    <a:pt x="3623" y="946"/>
                    <a:pt x="3623" y="379"/>
                  </a:cubicBezTo>
                  <a:cubicBezTo>
                    <a:pt x="3623" y="158"/>
                    <a:pt x="3466" y="1"/>
                    <a:pt x="3277" y="1"/>
                  </a:cubicBezTo>
                  <a:cubicBezTo>
                    <a:pt x="3088" y="1"/>
                    <a:pt x="2930" y="158"/>
                    <a:pt x="2930" y="379"/>
                  </a:cubicBezTo>
                  <a:cubicBezTo>
                    <a:pt x="2930" y="946"/>
                    <a:pt x="2458" y="1482"/>
                    <a:pt x="1859" y="1482"/>
                  </a:cubicBezTo>
                  <a:cubicBezTo>
                    <a:pt x="1261" y="1482"/>
                    <a:pt x="788" y="946"/>
                    <a:pt x="788" y="379"/>
                  </a:cubicBezTo>
                  <a:cubicBezTo>
                    <a:pt x="788" y="158"/>
                    <a:pt x="630" y="1"/>
                    <a:pt x="4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87"/>
            <p:cNvSpPr/>
            <p:nvPr/>
          </p:nvSpPr>
          <p:spPr>
            <a:xfrm>
              <a:off x="-19660425" y="3766200"/>
              <a:ext cx="142600" cy="230750"/>
            </a:xfrm>
            <a:custGeom>
              <a:avLst/>
              <a:gdLst/>
              <a:ahLst/>
              <a:cxnLst/>
              <a:rect l="l" t="t" r="r" b="b"/>
              <a:pathLst>
                <a:path w="5704" h="9230" extrusionOk="0">
                  <a:moveTo>
                    <a:pt x="1733" y="3521"/>
                  </a:moveTo>
                  <a:cubicBezTo>
                    <a:pt x="1922" y="3521"/>
                    <a:pt x="2080" y="3679"/>
                    <a:pt x="2080" y="3899"/>
                  </a:cubicBezTo>
                  <a:cubicBezTo>
                    <a:pt x="2080" y="4088"/>
                    <a:pt x="1922" y="4246"/>
                    <a:pt x="1733" y="4246"/>
                  </a:cubicBezTo>
                  <a:cubicBezTo>
                    <a:pt x="1544" y="4246"/>
                    <a:pt x="1387" y="4088"/>
                    <a:pt x="1387" y="3899"/>
                  </a:cubicBezTo>
                  <a:cubicBezTo>
                    <a:pt x="1387" y="3679"/>
                    <a:pt x="1544" y="3521"/>
                    <a:pt x="1733" y="3521"/>
                  </a:cubicBezTo>
                  <a:close/>
                  <a:moveTo>
                    <a:pt x="2080" y="4939"/>
                  </a:moveTo>
                  <a:cubicBezTo>
                    <a:pt x="2490" y="4939"/>
                    <a:pt x="2805" y="5254"/>
                    <a:pt x="2805" y="5664"/>
                  </a:cubicBezTo>
                  <a:cubicBezTo>
                    <a:pt x="2805" y="6042"/>
                    <a:pt x="2490" y="6357"/>
                    <a:pt x="2080" y="6357"/>
                  </a:cubicBezTo>
                  <a:cubicBezTo>
                    <a:pt x="1702" y="6357"/>
                    <a:pt x="1387" y="6042"/>
                    <a:pt x="1387" y="5664"/>
                  </a:cubicBezTo>
                  <a:cubicBezTo>
                    <a:pt x="1387" y="5254"/>
                    <a:pt x="1702" y="4939"/>
                    <a:pt x="2080" y="4939"/>
                  </a:cubicBezTo>
                  <a:close/>
                  <a:moveTo>
                    <a:pt x="5346" y="0"/>
                  </a:moveTo>
                  <a:cubicBezTo>
                    <a:pt x="5207" y="0"/>
                    <a:pt x="5057" y="65"/>
                    <a:pt x="5010" y="182"/>
                  </a:cubicBezTo>
                  <a:lnTo>
                    <a:pt x="4348" y="1474"/>
                  </a:lnTo>
                  <a:lnTo>
                    <a:pt x="3309" y="1883"/>
                  </a:lnTo>
                  <a:cubicBezTo>
                    <a:pt x="3088" y="1568"/>
                    <a:pt x="2805" y="1253"/>
                    <a:pt x="2490" y="1001"/>
                  </a:cubicBezTo>
                  <a:cubicBezTo>
                    <a:pt x="2017" y="1946"/>
                    <a:pt x="1103" y="2671"/>
                    <a:pt x="1" y="2797"/>
                  </a:cubicBezTo>
                  <a:lnTo>
                    <a:pt x="1387" y="8877"/>
                  </a:lnTo>
                  <a:cubicBezTo>
                    <a:pt x="2175" y="8562"/>
                    <a:pt x="2805" y="8027"/>
                    <a:pt x="3309" y="7365"/>
                  </a:cubicBezTo>
                  <a:lnTo>
                    <a:pt x="4348" y="7743"/>
                  </a:lnTo>
                  <a:lnTo>
                    <a:pt x="5010" y="9035"/>
                  </a:lnTo>
                  <a:cubicBezTo>
                    <a:pt x="5078" y="9149"/>
                    <a:pt x="5213" y="9230"/>
                    <a:pt x="5342" y="9230"/>
                  </a:cubicBezTo>
                  <a:cubicBezTo>
                    <a:pt x="5391" y="9230"/>
                    <a:pt x="5439" y="9218"/>
                    <a:pt x="5483" y="9192"/>
                  </a:cubicBezTo>
                  <a:cubicBezTo>
                    <a:pt x="5640" y="9129"/>
                    <a:pt x="5703" y="8877"/>
                    <a:pt x="5640" y="8720"/>
                  </a:cubicBezTo>
                  <a:lnTo>
                    <a:pt x="4915" y="7270"/>
                  </a:lnTo>
                  <a:cubicBezTo>
                    <a:pt x="4884" y="7207"/>
                    <a:pt x="4821" y="7113"/>
                    <a:pt x="4726" y="7113"/>
                  </a:cubicBezTo>
                  <a:lnTo>
                    <a:pt x="3718" y="6735"/>
                  </a:lnTo>
                  <a:cubicBezTo>
                    <a:pt x="4002" y="6168"/>
                    <a:pt x="4128" y="5569"/>
                    <a:pt x="4222" y="4939"/>
                  </a:cubicBezTo>
                  <a:lnTo>
                    <a:pt x="5325" y="4939"/>
                  </a:lnTo>
                  <a:cubicBezTo>
                    <a:pt x="5514" y="4939"/>
                    <a:pt x="5672" y="4782"/>
                    <a:pt x="5672" y="4592"/>
                  </a:cubicBezTo>
                  <a:cubicBezTo>
                    <a:pt x="5672" y="4403"/>
                    <a:pt x="5514" y="4246"/>
                    <a:pt x="5325" y="4246"/>
                  </a:cubicBezTo>
                  <a:lnTo>
                    <a:pt x="4222" y="4246"/>
                  </a:lnTo>
                  <a:cubicBezTo>
                    <a:pt x="4191" y="3616"/>
                    <a:pt x="4002" y="2986"/>
                    <a:pt x="3718" y="2482"/>
                  </a:cubicBezTo>
                  <a:lnTo>
                    <a:pt x="4726" y="2072"/>
                  </a:lnTo>
                  <a:cubicBezTo>
                    <a:pt x="4821" y="2041"/>
                    <a:pt x="4884" y="2009"/>
                    <a:pt x="4915" y="1915"/>
                  </a:cubicBezTo>
                  <a:lnTo>
                    <a:pt x="5640" y="497"/>
                  </a:lnTo>
                  <a:cubicBezTo>
                    <a:pt x="5703" y="339"/>
                    <a:pt x="5640" y="119"/>
                    <a:pt x="5483" y="24"/>
                  </a:cubicBezTo>
                  <a:cubicBezTo>
                    <a:pt x="5442" y="8"/>
                    <a:pt x="5395" y="0"/>
                    <a:pt x="53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87"/>
            <p:cNvSpPr/>
            <p:nvPr/>
          </p:nvSpPr>
          <p:spPr>
            <a:xfrm>
              <a:off x="-19728150" y="3763650"/>
              <a:ext cx="114225" cy="54375"/>
            </a:xfrm>
            <a:custGeom>
              <a:avLst/>
              <a:gdLst/>
              <a:ahLst/>
              <a:cxnLst/>
              <a:rect l="l" t="t" r="r" b="b"/>
              <a:pathLst>
                <a:path w="4569" h="2175" extrusionOk="0">
                  <a:moveTo>
                    <a:pt x="2269" y="0"/>
                  </a:moveTo>
                  <a:cubicBezTo>
                    <a:pt x="1449" y="0"/>
                    <a:pt x="662" y="252"/>
                    <a:pt x="0" y="630"/>
                  </a:cubicBezTo>
                  <a:cubicBezTo>
                    <a:pt x="126" y="914"/>
                    <a:pt x="315" y="1197"/>
                    <a:pt x="504" y="1418"/>
                  </a:cubicBezTo>
                  <a:cubicBezTo>
                    <a:pt x="977" y="1891"/>
                    <a:pt x="1607" y="2174"/>
                    <a:pt x="2269" y="2174"/>
                  </a:cubicBezTo>
                  <a:cubicBezTo>
                    <a:pt x="3308" y="2174"/>
                    <a:pt x="4222" y="1544"/>
                    <a:pt x="4568" y="630"/>
                  </a:cubicBezTo>
                  <a:cubicBezTo>
                    <a:pt x="3907" y="252"/>
                    <a:pt x="3119" y="0"/>
                    <a:pt x="22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87"/>
            <p:cNvSpPr/>
            <p:nvPr/>
          </p:nvSpPr>
          <p:spPr>
            <a:xfrm>
              <a:off x="-19695075" y="3868400"/>
              <a:ext cx="48075" cy="110300"/>
            </a:xfrm>
            <a:custGeom>
              <a:avLst/>
              <a:gdLst/>
              <a:ahLst/>
              <a:cxnLst/>
              <a:rect l="l" t="t" r="r" b="b"/>
              <a:pathLst>
                <a:path w="1923" h="4412" extrusionOk="0">
                  <a:moveTo>
                    <a:pt x="977" y="0"/>
                  </a:moveTo>
                  <a:lnTo>
                    <a:pt x="0" y="4285"/>
                  </a:lnTo>
                  <a:cubicBezTo>
                    <a:pt x="316" y="4380"/>
                    <a:pt x="631" y="4411"/>
                    <a:pt x="977" y="4411"/>
                  </a:cubicBezTo>
                  <a:cubicBezTo>
                    <a:pt x="1261" y="4411"/>
                    <a:pt x="1576" y="4380"/>
                    <a:pt x="1922" y="4285"/>
                  </a:cubicBez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87"/>
            <p:cNvSpPr/>
            <p:nvPr/>
          </p:nvSpPr>
          <p:spPr>
            <a:xfrm>
              <a:off x="-19822675" y="3764250"/>
              <a:ext cx="142575" cy="229550"/>
            </a:xfrm>
            <a:custGeom>
              <a:avLst/>
              <a:gdLst/>
              <a:ahLst/>
              <a:cxnLst/>
              <a:rect l="l" t="t" r="r" b="b"/>
              <a:pathLst>
                <a:path w="5703" h="9182" extrusionOk="0">
                  <a:moveTo>
                    <a:pt x="3939" y="3599"/>
                  </a:moveTo>
                  <a:cubicBezTo>
                    <a:pt x="4128" y="3599"/>
                    <a:pt x="4285" y="3757"/>
                    <a:pt x="4285" y="3977"/>
                  </a:cubicBezTo>
                  <a:cubicBezTo>
                    <a:pt x="4285" y="4166"/>
                    <a:pt x="4128" y="4324"/>
                    <a:pt x="3939" y="4324"/>
                  </a:cubicBezTo>
                  <a:cubicBezTo>
                    <a:pt x="3750" y="4324"/>
                    <a:pt x="3592" y="4166"/>
                    <a:pt x="3592" y="3977"/>
                  </a:cubicBezTo>
                  <a:cubicBezTo>
                    <a:pt x="3592" y="3757"/>
                    <a:pt x="3750" y="3599"/>
                    <a:pt x="3939" y="3599"/>
                  </a:cubicBezTo>
                  <a:close/>
                  <a:moveTo>
                    <a:pt x="3592" y="5017"/>
                  </a:moveTo>
                  <a:cubicBezTo>
                    <a:pt x="3970" y="5017"/>
                    <a:pt x="4285" y="5332"/>
                    <a:pt x="4285" y="5742"/>
                  </a:cubicBezTo>
                  <a:cubicBezTo>
                    <a:pt x="4285" y="6120"/>
                    <a:pt x="3970" y="6435"/>
                    <a:pt x="3592" y="6435"/>
                  </a:cubicBezTo>
                  <a:cubicBezTo>
                    <a:pt x="3183" y="6435"/>
                    <a:pt x="2868" y="6120"/>
                    <a:pt x="2868" y="5742"/>
                  </a:cubicBezTo>
                  <a:cubicBezTo>
                    <a:pt x="2868" y="5332"/>
                    <a:pt x="3183" y="5017"/>
                    <a:pt x="3592" y="5017"/>
                  </a:cubicBezTo>
                  <a:close/>
                  <a:moveTo>
                    <a:pt x="371" y="1"/>
                  </a:moveTo>
                  <a:cubicBezTo>
                    <a:pt x="318" y="1"/>
                    <a:pt x="266" y="12"/>
                    <a:pt x="221" y="39"/>
                  </a:cubicBezTo>
                  <a:cubicBezTo>
                    <a:pt x="64" y="102"/>
                    <a:pt x="1" y="354"/>
                    <a:pt x="64" y="480"/>
                  </a:cubicBezTo>
                  <a:lnTo>
                    <a:pt x="788" y="1930"/>
                  </a:lnTo>
                  <a:cubicBezTo>
                    <a:pt x="820" y="1993"/>
                    <a:pt x="914" y="2056"/>
                    <a:pt x="977" y="2056"/>
                  </a:cubicBezTo>
                  <a:lnTo>
                    <a:pt x="2017" y="2465"/>
                  </a:lnTo>
                  <a:cubicBezTo>
                    <a:pt x="1733" y="3001"/>
                    <a:pt x="1576" y="3599"/>
                    <a:pt x="1481" y="4229"/>
                  </a:cubicBezTo>
                  <a:lnTo>
                    <a:pt x="379" y="4229"/>
                  </a:lnTo>
                  <a:cubicBezTo>
                    <a:pt x="190" y="4229"/>
                    <a:pt x="32" y="4387"/>
                    <a:pt x="32" y="4576"/>
                  </a:cubicBezTo>
                  <a:cubicBezTo>
                    <a:pt x="32" y="4797"/>
                    <a:pt x="190" y="4954"/>
                    <a:pt x="379" y="4954"/>
                  </a:cubicBezTo>
                  <a:lnTo>
                    <a:pt x="1481" y="4954"/>
                  </a:lnTo>
                  <a:cubicBezTo>
                    <a:pt x="1544" y="5584"/>
                    <a:pt x="1733" y="6151"/>
                    <a:pt x="2017" y="6718"/>
                  </a:cubicBezTo>
                  <a:lnTo>
                    <a:pt x="977" y="7096"/>
                  </a:lnTo>
                  <a:cubicBezTo>
                    <a:pt x="914" y="7159"/>
                    <a:pt x="820" y="7191"/>
                    <a:pt x="788" y="7254"/>
                  </a:cubicBezTo>
                  <a:lnTo>
                    <a:pt x="64" y="8672"/>
                  </a:lnTo>
                  <a:cubicBezTo>
                    <a:pt x="1" y="8829"/>
                    <a:pt x="64" y="9081"/>
                    <a:pt x="221" y="9144"/>
                  </a:cubicBezTo>
                  <a:cubicBezTo>
                    <a:pt x="282" y="9170"/>
                    <a:pt x="340" y="9182"/>
                    <a:pt x="394" y="9182"/>
                  </a:cubicBezTo>
                  <a:cubicBezTo>
                    <a:pt x="536" y="9182"/>
                    <a:pt x="648" y="9101"/>
                    <a:pt x="694" y="8987"/>
                  </a:cubicBezTo>
                  <a:lnTo>
                    <a:pt x="1387" y="7695"/>
                  </a:lnTo>
                  <a:lnTo>
                    <a:pt x="2395" y="7317"/>
                  </a:lnTo>
                  <a:cubicBezTo>
                    <a:pt x="2868" y="7979"/>
                    <a:pt x="3529" y="8483"/>
                    <a:pt x="4317" y="8829"/>
                  </a:cubicBezTo>
                  <a:lnTo>
                    <a:pt x="5703" y="2749"/>
                  </a:lnTo>
                  <a:cubicBezTo>
                    <a:pt x="4947" y="2749"/>
                    <a:pt x="4285" y="2434"/>
                    <a:pt x="3813" y="1930"/>
                  </a:cubicBezTo>
                  <a:cubicBezTo>
                    <a:pt x="3529" y="1646"/>
                    <a:pt x="3340" y="1362"/>
                    <a:pt x="3214" y="1016"/>
                  </a:cubicBezTo>
                  <a:cubicBezTo>
                    <a:pt x="2899" y="1236"/>
                    <a:pt x="2647" y="1552"/>
                    <a:pt x="2395" y="1867"/>
                  </a:cubicBezTo>
                  <a:lnTo>
                    <a:pt x="1387" y="1489"/>
                  </a:lnTo>
                  <a:lnTo>
                    <a:pt x="694" y="165"/>
                  </a:lnTo>
                  <a:cubicBezTo>
                    <a:pt x="649" y="75"/>
                    <a:pt x="506" y="1"/>
                    <a:pt x="3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9" name="Google Shape;7419;p87"/>
          <p:cNvGrpSpPr/>
          <p:nvPr/>
        </p:nvGrpSpPr>
        <p:grpSpPr>
          <a:xfrm>
            <a:off x="2935672" y="2796278"/>
            <a:ext cx="449325" cy="450470"/>
            <a:chOff x="-19822675" y="4066875"/>
            <a:chExt cx="304050" cy="304825"/>
          </a:xfrm>
        </p:grpSpPr>
        <p:sp>
          <p:nvSpPr>
            <p:cNvPr id="7420" name="Google Shape;7420;p87"/>
            <p:cNvSpPr/>
            <p:nvPr/>
          </p:nvSpPr>
          <p:spPr>
            <a:xfrm>
              <a:off x="-19803775" y="4086925"/>
              <a:ext cx="71700" cy="68975"/>
            </a:xfrm>
            <a:custGeom>
              <a:avLst/>
              <a:gdLst/>
              <a:ahLst/>
              <a:cxnLst/>
              <a:rect l="l" t="t" r="r" b="b"/>
              <a:pathLst>
                <a:path w="2868" h="2759" extrusionOk="0">
                  <a:moveTo>
                    <a:pt x="1829" y="1"/>
                  </a:moveTo>
                  <a:cubicBezTo>
                    <a:pt x="1712" y="1"/>
                    <a:pt x="1595" y="17"/>
                    <a:pt x="1482" y="49"/>
                  </a:cubicBezTo>
                  <a:cubicBezTo>
                    <a:pt x="536" y="270"/>
                    <a:pt x="64" y="1467"/>
                    <a:pt x="1" y="2759"/>
                  </a:cubicBezTo>
                  <a:lnTo>
                    <a:pt x="2143" y="2759"/>
                  </a:lnTo>
                  <a:cubicBezTo>
                    <a:pt x="2238" y="1971"/>
                    <a:pt x="2458" y="1089"/>
                    <a:pt x="2868" y="364"/>
                  </a:cubicBezTo>
                  <a:cubicBezTo>
                    <a:pt x="2517" y="131"/>
                    <a:pt x="2167" y="1"/>
                    <a:pt x="1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87"/>
            <p:cNvSpPr/>
            <p:nvPr/>
          </p:nvSpPr>
          <p:spPr>
            <a:xfrm>
              <a:off x="-19822675" y="4174775"/>
              <a:ext cx="304050" cy="124475"/>
            </a:xfrm>
            <a:custGeom>
              <a:avLst/>
              <a:gdLst/>
              <a:ahLst/>
              <a:cxnLst/>
              <a:rect l="l" t="t" r="r" b="b"/>
              <a:pathLst>
                <a:path w="12162" h="4979" extrusionOk="0">
                  <a:moveTo>
                    <a:pt x="3939" y="1450"/>
                  </a:moveTo>
                  <a:cubicBezTo>
                    <a:pt x="4128" y="1450"/>
                    <a:pt x="4285" y="1608"/>
                    <a:pt x="4285" y="1797"/>
                  </a:cubicBezTo>
                  <a:cubicBezTo>
                    <a:pt x="4285" y="1986"/>
                    <a:pt x="4128" y="2143"/>
                    <a:pt x="3939" y="2143"/>
                  </a:cubicBezTo>
                  <a:lnTo>
                    <a:pt x="2521" y="2143"/>
                  </a:lnTo>
                  <a:cubicBezTo>
                    <a:pt x="2332" y="2143"/>
                    <a:pt x="2175" y="1986"/>
                    <a:pt x="2175" y="1797"/>
                  </a:cubicBezTo>
                  <a:cubicBezTo>
                    <a:pt x="2175" y="1608"/>
                    <a:pt x="2332" y="1450"/>
                    <a:pt x="2521" y="1450"/>
                  </a:cubicBezTo>
                  <a:close/>
                  <a:moveTo>
                    <a:pt x="6774" y="1450"/>
                  </a:moveTo>
                  <a:cubicBezTo>
                    <a:pt x="6963" y="1450"/>
                    <a:pt x="7121" y="1608"/>
                    <a:pt x="7121" y="1797"/>
                  </a:cubicBezTo>
                  <a:cubicBezTo>
                    <a:pt x="7121" y="1986"/>
                    <a:pt x="6963" y="2143"/>
                    <a:pt x="6774" y="2143"/>
                  </a:cubicBezTo>
                  <a:lnTo>
                    <a:pt x="5357" y="2143"/>
                  </a:lnTo>
                  <a:cubicBezTo>
                    <a:pt x="5167" y="2143"/>
                    <a:pt x="5010" y="1986"/>
                    <a:pt x="5010" y="1797"/>
                  </a:cubicBezTo>
                  <a:cubicBezTo>
                    <a:pt x="5010" y="1608"/>
                    <a:pt x="5167" y="1450"/>
                    <a:pt x="5357" y="1450"/>
                  </a:cubicBezTo>
                  <a:close/>
                  <a:moveTo>
                    <a:pt x="9641" y="1450"/>
                  </a:moveTo>
                  <a:cubicBezTo>
                    <a:pt x="9830" y="1450"/>
                    <a:pt x="9988" y="1608"/>
                    <a:pt x="9988" y="1797"/>
                  </a:cubicBezTo>
                  <a:cubicBezTo>
                    <a:pt x="9988" y="1986"/>
                    <a:pt x="9830" y="2143"/>
                    <a:pt x="9641" y="2143"/>
                  </a:cubicBezTo>
                  <a:lnTo>
                    <a:pt x="8223" y="2143"/>
                  </a:lnTo>
                  <a:cubicBezTo>
                    <a:pt x="8034" y="2143"/>
                    <a:pt x="7877" y="1986"/>
                    <a:pt x="7877" y="1797"/>
                  </a:cubicBezTo>
                  <a:cubicBezTo>
                    <a:pt x="7877" y="1608"/>
                    <a:pt x="8034" y="1450"/>
                    <a:pt x="8223" y="1450"/>
                  </a:cubicBezTo>
                  <a:close/>
                  <a:moveTo>
                    <a:pt x="5357" y="2868"/>
                  </a:moveTo>
                  <a:cubicBezTo>
                    <a:pt x="5546" y="2868"/>
                    <a:pt x="5703" y="3025"/>
                    <a:pt x="5703" y="3214"/>
                  </a:cubicBezTo>
                  <a:cubicBezTo>
                    <a:pt x="5703" y="3403"/>
                    <a:pt x="5546" y="3561"/>
                    <a:pt x="5357" y="3561"/>
                  </a:cubicBezTo>
                  <a:lnTo>
                    <a:pt x="3939" y="3561"/>
                  </a:lnTo>
                  <a:cubicBezTo>
                    <a:pt x="3750" y="3561"/>
                    <a:pt x="3592" y="3403"/>
                    <a:pt x="3592" y="3214"/>
                  </a:cubicBezTo>
                  <a:cubicBezTo>
                    <a:pt x="3592" y="3025"/>
                    <a:pt x="3750" y="2868"/>
                    <a:pt x="3939" y="2868"/>
                  </a:cubicBezTo>
                  <a:close/>
                  <a:moveTo>
                    <a:pt x="8223" y="2868"/>
                  </a:moveTo>
                  <a:cubicBezTo>
                    <a:pt x="8412" y="2868"/>
                    <a:pt x="8570" y="3025"/>
                    <a:pt x="8570" y="3214"/>
                  </a:cubicBezTo>
                  <a:cubicBezTo>
                    <a:pt x="8570" y="3403"/>
                    <a:pt x="8412" y="3561"/>
                    <a:pt x="8223" y="3561"/>
                  </a:cubicBezTo>
                  <a:lnTo>
                    <a:pt x="6806" y="3561"/>
                  </a:lnTo>
                  <a:cubicBezTo>
                    <a:pt x="6617" y="3561"/>
                    <a:pt x="6459" y="3403"/>
                    <a:pt x="6459" y="3214"/>
                  </a:cubicBezTo>
                  <a:cubicBezTo>
                    <a:pt x="6459" y="3025"/>
                    <a:pt x="6617" y="2868"/>
                    <a:pt x="6806" y="2868"/>
                  </a:cubicBezTo>
                  <a:close/>
                  <a:moveTo>
                    <a:pt x="1072" y="1"/>
                  </a:moveTo>
                  <a:cubicBezTo>
                    <a:pt x="473" y="1"/>
                    <a:pt x="1" y="473"/>
                    <a:pt x="1" y="1040"/>
                  </a:cubicBezTo>
                  <a:cubicBezTo>
                    <a:pt x="1" y="3214"/>
                    <a:pt x="1765" y="4979"/>
                    <a:pt x="3939" y="4979"/>
                  </a:cubicBezTo>
                  <a:lnTo>
                    <a:pt x="8223" y="4979"/>
                  </a:lnTo>
                  <a:cubicBezTo>
                    <a:pt x="10397" y="4979"/>
                    <a:pt x="12162" y="3214"/>
                    <a:pt x="12162" y="1040"/>
                  </a:cubicBezTo>
                  <a:cubicBezTo>
                    <a:pt x="12162" y="473"/>
                    <a:pt x="11689" y="1"/>
                    <a:pt x="11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2" name="Google Shape;7422;p87"/>
            <p:cNvSpPr/>
            <p:nvPr/>
          </p:nvSpPr>
          <p:spPr>
            <a:xfrm>
              <a:off x="-19732100" y="4066875"/>
              <a:ext cx="122100" cy="89825"/>
            </a:xfrm>
            <a:custGeom>
              <a:avLst/>
              <a:gdLst/>
              <a:ahLst/>
              <a:cxnLst/>
              <a:rect l="l" t="t" r="r" b="b"/>
              <a:pathLst>
                <a:path w="4884" h="3593" extrusionOk="0">
                  <a:moveTo>
                    <a:pt x="2427" y="1"/>
                  </a:moveTo>
                  <a:cubicBezTo>
                    <a:pt x="1229" y="1"/>
                    <a:pt x="190" y="1796"/>
                    <a:pt x="1" y="3592"/>
                  </a:cubicBezTo>
                  <a:lnTo>
                    <a:pt x="4884" y="3592"/>
                  </a:lnTo>
                  <a:cubicBezTo>
                    <a:pt x="4695" y="1796"/>
                    <a:pt x="3687" y="1"/>
                    <a:pt x="2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87"/>
            <p:cNvSpPr/>
            <p:nvPr/>
          </p:nvSpPr>
          <p:spPr>
            <a:xfrm>
              <a:off x="-19609225" y="4087725"/>
              <a:ext cx="71700" cy="69750"/>
            </a:xfrm>
            <a:custGeom>
              <a:avLst/>
              <a:gdLst/>
              <a:ahLst/>
              <a:cxnLst/>
              <a:rect l="l" t="t" r="r" b="b"/>
              <a:pathLst>
                <a:path w="2868" h="2790" extrusionOk="0">
                  <a:moveTo>
                    <a:pt x="1039" y="0"/>
                  </a:moveTo>
                  <a:cubicBezTo>
                    <a:pt x="701" y="0"/>
                    <a:pt x="351" y="130"/>
                    <a:pt x="1" y="364"/>
                  </a:cubicBezTo>
                  <a:cubicBezTo>
                    <a:pt x="410" y="1120"/>
                    <a:pt x="631" y="1971"/>
                    <a:pt x="725" y="2790"/>
                  </a:cubicBezTo>
                  <a:lnTo>
                    <a:pt x="2867" y="2790"/>
                  </a:lnTo>
                  <a:lnTo>
                    <a:pt x="2867" y="2758"/>
                  </a:lnTo>
                  <a:cubicBezTo>
                    <a:pt x="2804" y="1466"/>
                    <a:pt x="2332" y="269"/>
                    <a:pt x="1387" y="49"/>
                  </a:cubicBezTo>
                  <a:cubicBezTo>
                    <a:pt x="1273" y="16"/>
                    <a:pt x="1157" y="0"/>
                    <a:pt x="10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87"/>
            <p:cNvSpPr/>
            <p:nvPr/>
          </p:nvSpPr>
          <p:spPr>
            <a:xfrm>
              <a:off x="-19643875" y="4308675"/>
              <a:ext cx="70900" cy="44125"/>
            </a:xfrm>
            <a:custGeom>
              <a:avLst/>
              <a:gdLst/>
              <a:ahLst/>
              <a:cxnLst/>
              <a:rect l="l" t="t" r="r" b="b"/>
              <a:pathLst>
                <a:path w="2836" h="1765" extrusionOk="0">
                  <a:moveTo>
                    <a:pt x="2836" y="1"/>
                  </a:moveTo>
                  <a:cubicBezTo>
                    <a:pt x="2300" y="221"/>
                    <a:pt x="1702" y="347"/>
                    <a:pt x="1071" y="347"/>
                  </a:cubicBezTo>
                  <a:lnTo>
                    <a:pt x="63" y="347"/>
                  </a:lnTo>
                  <a:cubicBezTo>
                    <a:pt x="0" y="473"/>
                    <a:pt x="0" y="568"/>
                    <a:pt x="0" y="694"/>
                  </a:cubicBezTo>
                  <a:lnTo>
                    <a:pt x="0" y="1387"/>
                  </a:lnTo>
                  <a:cubicBezTo>
                    <a:pt x="0" y="1607"/>
                    <a:pt x="189" y="1765"/>
                    <a:pt x="378" y="1765"/>
                  </a:cubicBezTo>
                  <a:lnTo>
                    <a:pt x="1071" y="1765"/>
                  </a:lnTo>
                  <a:cubicBezTo>
                    <a:pt x="2048" y="1765"/>
                    <a:pt x="2836" y="977"/>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87"/>
            <p:cNvSpPr/>
            <p:nvPr/>
          </p:nvSpPr>
          <p:spPr>
            <a:xfrm>
              <a:off x="-19581650" y="4292925"/>
              <a:ext cx="63025" cy="78775"/>
            </a:xfrm>
            <a:custGeom>
              <a:avLst/>
              <a:gdLst/>
              <a:ahLst/>
              <a:cxnLst/>
              <a:rect l="l" t="t" r="r" b="b"/>
              <a:pathLst>
                <a:path w="2521" h="3151" extrusionOk="0">
                  <a:moveTo>
                    <a:pt x="1418" y="1"/>
                  </a:moveTo>
                  <a:lnTo>
                    <a:pt x="1071" y="221"/>
                  </a:lnTo>
                  <a:lnTo>
                    <a:pt x="1071" y="631"/>
                  </a:lnTo>
                  <a:cubicBezTo>
                    <a:pt x="1071" y="1450"/>
                    <a:pt x="630" y="2206"/>
                    <a:pt x="0" y="2678"/>
                  </a:cubicBezTo>
                  <a:cubicBezTo>
                    <a:pt x="410" y="2930"/>
                    <a:pt x="945" y="3151"/>
                    <a:pt x="1449" y="3151"/>
                  </a:cubicBezTo>
                  <a:lnTo>
                    <a:pt x="2174" y="3151"/>
                  </a:lnTo>
                  <a:cubicBezTo>
                    <a:pt x="2363" y="3151"/>
                    <a:pt x="2521" y="2993"/>
                    <a:pt x="2521" y="2773"/>
                  </a:cubicBezTo>
                  <a:lnTo>
                    <a:pt x="2521" y="2080"/>
                  </a:lnTo>
                  <a:cubicBezTo>
                    <a:pt x="2521" y="1198"/>
                    <a:pt x="2048" y="473"/>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6" name="Google Shape;7426;p87"/>
          <p:cNvGrpSpPr/>
          <p:nvPr/>
        </p:nvGrpSpPr>
        <p:grpSpPr>
          <a:xfrm>
            <a:off x="5744740" y="1689571"/>
            <a:ext cx="399302" cy="449325"/>
            <a:chOff x="-17878825" y="3334400"/>
            <a:chExt cx="270200" cy="304050"/>
          </a:xfrm>
        </p:grpSpPr>
        <p:sp>
          <p:nvSpPr>
            <p:cNvPr id="7427" name="Google Shape;7427;p87"/>
            <p:cNvSpPr/>
            <p:nvPr/>
          </p:nvSpPr>
          <p:spPr>
            <a:xfrm>
              <a:off x="-17683475" y="3334400"/>
              <a:ext cx="74850" cy="74050"/>
            </a:xfrm>
            <a:custGeom>
              <a:avLst/>
              <a:gdLst/>
              <a:ahLst/>
              <a:cxnLst/>
              <a:rect l="l" t="t" r="r" b="b"/>
              <a:pathLst>
                <a:path w="2994" h="2962" extrusionOk="0">
                  <a:moveTo>
                    <a:pt x="1985" y="0"/>
                  </a:moveTo>
                  <a:cubicBezTo>
                    <a:pt x="1197" y="0"/>
                    <a:pt x="473" y="378"/>
                    <a:pt x="0" y="945"/>
                  </a:cubicBezTo>
                  <a:cubicBezTo>
                    <a:pt x="630" y="1481"/>
                    <a:pt x="1229" y="2174"/>
                    <a:pt x="1670" y="2962"/>
                  </a:cubicBezTo>
                  <a:lnTo>
                    <a:pt x="2867" y="473"/>
                  </a:lnTo>
                  <a:cubicBezTo>
                    <a:pt x="2993" y="252"/>
                    <a:pt x="2836" y="0"/>
                    <a:pt x="25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87"/>
            <p:cNvSpPr/>
            <p:nvPr/>
          </p:nvSpPr>
          <p:spPr>
            <a:xfrm>
              <a:off x="-17752000" y="3513975"/>
              <a:ext cx="16550" cy="16550"/>
            </a:xfrm>
            <a:custGeom>
              <a:avLst/>
              <a:gdLst/>
              <a:ahLst/>
              <a:cxnLst/>
              <a:rect l="l" t="t" r="r" b="b"/>
              <a:pathLst>
                <a:path w="662" h="662" extrusionOk="0">
                  <a:moveTo>
                    <a:pt x="347" y="0"/>
                  </a:moveTo>
                  <a:cubicBezTo>
                    <a:pt x="158" y="0"/>
                    <a:pt x="0" y="158"/>
                    <a:pt x="0" y="347"/>
                  </a:cubicBezTo>
                  <a:cubicBezTo>
                    <a:pt x="0" y="441"/>
                    <a:pt x="158" y="536"/>
                    <a:pt x="347" y="662"/>
                  </a:cubicBezTo>
                  <a:cubicBezTo>
                    <a:pt x="504" y="599"/>
                    <a:pt x="630" y="473"/>
                    <a:pt x="662" y="378"/>
                  </a:cubicBezTo>
                  <a:lnTo>
                    <a:pt x="662" y="284"/>
                  </a:lnTo>
                  <a:cubicBezTo>
                    <a:pt x="630" y="126"/>
                    <a:pt x="50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87"/>
            <p:cNvSpPr/>
            <p:nvPr/>
          </p:nvSpPr>
          <p:spPr>
            <a:xfrm>
              <a:off x="-17860700" y="3405275"/>
              <a:ext cx="107150" cy="206225"/>
            </a:xfrm>
            <a:custGeom>
              <a:avLst/>
              <a:gdLst/>
              <a:ahLst/>
              <a:cxnLst/>
              <a:rect l="l" t="t" r="r" b="b"/>
              <a:pathLst>
                <a:path w="4286" h="8249" extrusionOk="0">
                  <a:moveTo>
                    <a:pt x="2521" y="2931"/>
                  </a:moveTo>
                  <a:cubicBezTo>
                    <a:pt x="2710" y="2931"/>
                    <a:pt x="2867" y="3088"/>
                    <a:pt x="2867" y="3277"/>
                  </a:cubicBezTo>
                  <a:cubicBezTo>
                    <a:pt x="2867" y="3466"/>
                    <a:pt x="2710" y="3624"/>
                    <a:pt x="2521" y="3624"/>
                  </a:cubicBezTo>
                  <a:cubicBezTo>
                    <a:pt x="2332" y="3624"/>
                    <a:pt x="2174" y="3466"/>
                    <a:pt x="2174" y="3277"/>
                  </a:cubicBezTo>
                  <a:cubicBezTo>
                    <a:pt x="2174" y="3088"/>
                    <a:pt x="2332" y="2931"/>
                    <a:pt x="2521" y="2931"/>
                  </a:cubicBezTo>
                  <a:close/>
                  <a:moveTo>
                    <a:pt x="1513" y="1"/>
                  </a:moveTo>
                  <a:cubicBezTo>
                    <a:pt x="568" y="1387"/>
                    <a:pt x="1" y="3246"/>
                    <a:pt x="1" y="4695"/>
                  </a:cubicBezTo>
                  <a:cubicBezTo>
                    <a:pt x="1" y="6113"/>
                    <a:pt x="473" y="7184"/>
                    <a:pt x="1450" y="7845"/>
                  </a:cubicBezTo>
                  <a:cubicBezTo>
                    <a:pt x="1859" y="8112"/>
                    <a:pt x="2328" y="8248"/>
                    <a:pt x="2801" y="8248"/>
                  </a:cubicBezTo>
                  <a:cubicBezTo>
                    <a:pt x="3166" y="8248"/>
                    <a:pt x="3533" y="8167"/>
                    <a:pt x="3876" y="8003"/>
                  </a:cubicBezTo>
                  <a:cubicBezTo>
                    <a:pt x="4128" y="7845"/>
                    <a:pt x="4285" y="7562"/>
                    <a:pt x="4285" y="7310"/>
                  </a:cubicBezTo>
                  <a:lnTo>
                    <a:pt x="4285" y="5608"/>
                  </a:lnTo>
                  <a:cubicBezTo>
                    <a:pt x="4065" y="5451"/>
                    <a:pt x="3718" y="5199"/>
                    <a:pt x="3624" y="4852"/>
                  </a:cubicBezTo>
                  <a:cubicBezTo>
                    <a:pt x="3592" y="4821"/>
                    <a:pt x="3592" y="4726"/>
                    <a:pt x="3592" y="4695"/>
                  </a:cubicBezTo>
                  <a:lnTo>
                    <a:pt x="3592" y="2300"/>
                  </a:lnTo>
                  <a:cubicBezTo>
                    <a:pt x="3592" y="1670"/>
                    <a:pt x="3277" y="1103"/>
                    <a:pt x="2773" y="788"/>
                  </a:cubicBez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87"/>
            <p:cNvSpPr/>
            <p:nvPr/>
          </p:nvSpPr>
          <p:spPr>
            <a:xfrm>
              <a:off x="-17735475" y="3405275"/>
              <a:ext cx="107150" cy="206475"/>
            </a:xfrm>
            <a:custGeom>
              <a:avLst/>
              <a:gdLst/>
              <a:ahLst/>
              <a:cxnLst/>
              <a:rect l="l" t="t" r="r" b="b"/>
              <a:pathLst>
                <a:path w="4286" h="8259" extrusionOk="0">
                  <a:moveTo>
                    <a:pt x="1797" y="2931"/>
                  </a:moveTo>
                  <a:cubicBezTo>
                    <a:pt x="2017" y="2931"/>
                    <a:pt x="2175" y="3088"/>
                    <a:pt x="2175" y="3277"/>
                  </a:cubicBezTo>
                  <a:cubicBezTo>
                    <a:pt x="2175" y="3466"/>
                    <a:pt x="2017" y="3624"/>
                    <a:pt x="1797" y="3624"/>
                  </a:cubicBezTo>
                  <a:cubicBezTo>
                    <a:pt x="1608" y="3624"/>
                    <a:pt x="1450" y="3466"/>
                    <a:pt x="1450" y="3277"/>
                  </a:cubicBezTo>
                  <a:cubicBezTo>
                    <a:pt x="1450" y="3088"/>
                    <a:pt x="1608" y="2931"/>
                    <a:pt x="1797" y="2931"/>
                  </a:cubicBezTo>
                  <a:close/>
                  <a:moveTo>
                    <a:pt x="2805" y="1"/>
                  </a:moveTo>
                  <a:lnTo>
                    <a:pt x="1545" y="788"/>
                  </a:lnTo>
                  <a:cubicBezTo>
                    <a:pt x="1009" y="1103"/>
                    <a:pt x="694" y="1702"/>
                    <a:pt x="694" y="2300"/>
                  </a:cubicBezTo>
                  <a:lnTo>
                    <a:pt x="694" y="4506"/>
                  </a:lnTo>
                  <a:lnTo>
                    <a:pt x="694" y="4695"/>
                  </a:lnTo>
                  <a:cubicBezTo>
                    <a:pt x="694" y="4789"/>
                    <a:pt x="694" y="4852"/>
                    <a:pt x="662" y="4947"/>
                  </a:cubicBezTo>
                  <a:lnTo>
                    <a:pt x="662" y="4978"/>
                  </a:lnTo>
                  <a:cubicBezTo>
                    <a:pt x="568" y="5293"/>
                    <a:pt x="253" y="5514"/>
                    <a:pt x="1" y="5640"/>
                  </a:cubicBezTo>
                  <a:lnTo>
                    <a:pt x="1" y="7310"/>
                  </a:lnTo>
                  <a:cubicBezTo>
                    <a:pt x="1" y="7562"/>
                    <a:pt x="158" y="7845"/>
                    <a:pt x="442" y="8003"/>
                  </a:cubicBezTo>
                  <a:cubicBezTo>
                    <a:pt x="777" y="8174"/>
                    <a:pt x="1139" y="8258"/>
                    <a:pt x="1503" y="8258"/>
                  </a:cubicBezTo>
                  <a:cubicBezTo>
                    <a:pt x="2884" y="8258"/>
                    <a:pt x="4285" y="7039"/>
                    <a:pt x="4285" y="4695"/>
                  </a:cubicBezTo>
                  <a:cubicBezTo>
                    <a:pt x="4285" y="3246"/>
                    <a:pt x="3750" y="1418"/>
                    <a:pt x="2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87"/>
            <p:cNvSpPr/>
            <p:nvPr/>
          </p:nvSpPr>
          <p:spPr>
            <a:xfrm>
              <a:off x="-17812650" y="3353300"/>
              <a:ext cx="136275" cy="144150"/>
            </a:xfrm>
            <a:custGeom>
              <a:avLst/>
              <a:gdLst/>
              <a:ahLst/>
              <a:cxnLst/>
              <a:rect l="l" t="t" r="r" b="b"/>
              <a:pathLst>
                <a:path w="5451" h="5766" extrusionOk="0">
                  <a:moveTo>
                    <a:pt x="2741" y="0"/>
                  </a:moveTo>
                  <a:cubicBezTo>
                    <a:pt x="1702" y="0"/>
                    <a:pt x="756" y="599"/>
                    <a:pt x="0" y="1513"/>
                  </a:cubicBezTo>
                  <a:lnTo>
                    <a:pt x="1229" y="2300"/>
                  </a:lnTo>
                  <a:cubicBezTo>
                    <a:pt x="1954" y="2741"/>
                    <a:pt x="2363" y="3529"/>
                    <a:pt x="2363" y="4379"/>
                  </a:cubicBezTo>
                  <a:lnTo>
                    <a:pt x="2363" y="5766"/>
                  </a:lnTo>
                  <a:cubicBezTo>
                    <a:pt x="2489" y="5703"/>
                    <a:pt x="2615" y="5671"/>
                    <a:pt x="2773" y="5671"/>
                  </a:cubicBezTo>
                  <a:cubicBezTo>
                    <a:pt x="2899" y="5671"/>
                    <a:pt x="2993" y="5703"/>
                    <a:pt x="3088" y="5766"/>
                  </a:cubicBezTo>
                  <a:lnTo>
                    <a:pt x="3088" y="4379"/>
                  </a:lnTo>
                  <a:cubicBezTo>
                    <a:pt x="3088" y="3497"/>
                    <a:pt x="3529" y="2710"/>
                    <a:pt x="4222" y="2300"/>
                  </a:cubicBezTo>
                  <a:lnTo>
                    <a:pt x="5451" y="1513"/>
                  </a:lnTo>
                  <a:cubicBezTo>
                    <a:pt x="4695" y="599"/>
                    <a:pt x="3749" y="0"/>
                    <a:pt x="27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87"/>
            <p:cNvSpPr/>
            <p:nvPr/>
          </p:nvSpPr>
          <p:spPr>
            <a:xfrm>
              <a:off x="-17770900" y="3614000"/>
              <a:ext cx="52775" cy="24450"/>
            </a:xfrm>
            <a:custGeom>
              <a:avLst/>
              <a:gdLst/>
              <a:ahLst/>
              <a:cxnLst/>
              <a:rect l="l" t="t" r="r" b="b"/>
              <a:pathLst>
                <a:path w="2111" h="978" extrusionOk="0">
                  <a:moveTo>
                    <a:pt x="1071" y="0"/>
                  </a:moveTo>
                  <a:cubicBezTo>
                    <a:pt x="756" y="252"/>
                    <a:pt x="378" y="410"/>
                    <a:pt x="0" y="536"/>
                  </a:cubicBezTo>
                  <a:lnTo>
                    <a:pt x="0" y="630"/>
                  </a:lnTo>
                  <a:cubicBezTo>
                    <a:pt x="0" y="851"/>
                    <a:pt x="158" y="977"/>
                    <a:pt x="347" y="977"/>
                  </a:cubicBezTo>
                  <a:lnTo>
                    <a:pt x="1764" y="977"/>
                  </a:lnTo>
                  <a:cubicBezTo>
                    <a:pt x="1953" y="977"/>
                    <a:pt x="2111" y="851"/>
                    <a:pt x="2111" y="630"/>
                  </a:cubicBezTo>
                  <a:lnTo>
                    <a:pt x="2111" y="536"/>
                  </a:lnTo>
                  <a:cubicBezTo>
                    <a:pt x="1733" y="410"/>
                    <a:pt x="1386" y="252"/>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87"/>
            <p:cNvSpPr/>
            <p:nvPr/>
          </p:nvSpPr>
          <p:spPr>
            <a:xfrm>
              <a:off x="-17878825" y="3334400"/>
              <a:ext cx="74075" cy="74050"/>
            </a:xfrm>
            <a:custGeom>
              <a:avLst/>
              <a:gdLst/>
              <a:ahLst/>
              <a:cxnLst/>
              <a:rect l="l" t="t" r="r" b="b"/>
              <a:pathLst>
                <a:path w="2963" h="2962" extrusionOk="0">
                  <a:moveTo>
                    <a:pt x="410" y="0"/>
                  </a:moveTo>
                  <a:cubicBezTo>
                    <a:pt x="127" y="0"/>
                    <a:pt x="1" y="284"/>
                    <a:pt x="95" y="536"/>
                  </a:cubicBezTo>
                  <a:lnTo>
                    <a:pt x="1324" y="2962"/>
                  </a:lnTo>
                  <a:cubicBezTo>
                    <a:pt x="1765" y="2174"/>
                    <a:pt x="2301" y="1512"/>
                    <a:pt x="2962" y="945"/>
                  </a:cubicBezTo>
                  <a:cubicBezTo>
                    <a:pt x="2490" y="378"/>
                    <a:pt x="1797"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4" name="Google Shape;7434;p87"/>
          <p:cNvGrpSpPr/>
          <p:nvPr/>
        </p:nvGrpSpPr>
        <p:grpSpPr>
          <a:xfrm>
            <a:off x="5718565" y="2242416"/>
            <a:ext cx="451653" cy="451653"/>
            <a:chOff x="-17896150" y="3709300"/>
            <a:chExt cx="305625" cy="305625"/>
          </a:xfrm>
        </p:grpSpPr>
        <p:sp>
          <p:nvSpPr>
            <p:cNvPr id="7435" name="Google Shape;7435;p87"/>
            <p:cNvSpPr/>
            <p:nvPr/>
          </p:nvSpPr>
          <p:spPr>
            <a:xfrm>
              <a:off x="-17896150" y="3709300"/>
              <a:ext cx="54375" cy="77200"/>
            </a:xfrm>
            <a:custGeom>
              <a:avLst/>
              <a:gdLst/>
              <a:ahLst/>
              <a:cxnLst/>
              <a:rect l="l" t="t" r="r" b="b"/>
              <a:pathLst>
                <a:path w="2175" h="3088" extrusionOk="0">
                  <a:moveTo>
                    <a:pt x="1072" y="0"/>
                  </a:moveTo>
                  <a:cubicBezTo>
                    <a:pt x="473" y="0"/>
                    <a:pt x="1" y="473"/>
                    <a:pt x="1" y="1072"/>
                  </a:cubicBezTo>
                  <a:cubicBezTo>
                    <a:pt x="1" y="1670"/>
                    <a:pt x="473" y="2143"/>
                    <a:pt x="1072" y="2143"/>
                  </a:cubicBezTo>
                  <a:lnTo>
                    <a:pt x="1103" y="2143"/>
                  </a:lnTo>
                  <a:lnTo>
                    <a:pt x="1513" y="3088"/>
                  </a:lnTo>
                  <a:cubicBezTo>
                    <a:pt x="1702" y="3025"/>
                    <a:pt x="1891" y="2930"/>
                    <a:pt x="2080" y="2899"/>
                  </a:cubicBezTo>
                  <a:lnTo>
                    <a:pt x="2175" y="2899"/>
                  </a:lnTo>
                  <a:lnTo>
                    <a:pt x="1765" y="1859"/>
                  </a:lnTo>
                  <a:cubicBezTo>
                    <a:pt x="2017" y="1670"/>
                    <a:pt x="2143" y="1387"/>
                    <a:pt x="2143" y="1072"/>
                  </a:cubicBezTo>
                  <a:cubicBezTo>
                    <a:pt x="2143" y="473"/>
                    <a:pt x="167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87"/>
            <p:cNvSpPr/>
            <p:nvPr/>
          </p:nvSpPr>
          <p:spPr>
            <a:xfrm>
              <a:off x="-17877250" y="3801075"/>
              <a:ext cx="286725" cy="213850"/>
            </a:xfrm>
            <a:custGeom>
              <a:avLst/>
              <a:gdLst/>
              <a:ahLst/>
              <a:cxnLst/>
              <a:rect l="l" t="t" r="r" b="b"/>
              <a:pathLst>
                <a:path w="11469" h="8554" extrusionOk="0">
                  <a:moveTo>
                    <a:pt x="1765" y="1339"/>
                  </a:moveTo>
                  <a:cubicBezTo>
                    <a:pt x="1954" y="1339"/>
                    <a:pt x="2112" y="1496"/>
                    <a:pt x="2112" y="1717"/>
                  </a:cubicBezTo>
                  <a:cubicBezTo>
                    <a:pt x="2112" y="1906"/>
                    <a:pt x="1954" y="2063"/>
                    <a:pt x="1765" y="2063"/>
                  </a:cubicBezTo>
                  <a:cubicBezTo>
                    <a:pt x="1576" y="2063"/>
                    <a:pt x="1419" y="1906"/>
                    <a:pt x="1419" y="1717"/>
                  </a:cubicBezTo>
                  <a:cubicBezTo>
                    <a:pt x="1419" y="1496"/>
                    <a:pt x="1576" y="1339"/>
                    <a:pt x="1765" y="1339"/>
                  </a:cubicBezTo>
                  <a:close/>
                  <a:moveTo>
                    <a:pt x="1829" y="0"/>
                  </a:moveTo>
                  <a:cubicBezTo>
                    <a:pt x="913" y="0"/>
                    <a:pt x="1" y="710"/>
                    <a:pt x="1" y="1811"/>
                  </a:cubicBezTo>
                  <a:lnTo>
                    <a:pt x="1" y="5308"/>
                  </a:lnTo>
                  <a:cubicBezTo>
                    <a:pt x="1" y="7104"/>
                    <a:pt x="1450" y="8553"/>
                    <a:pt x="3214" y="8553"/>
                  </a:cubicBezTo>
                  <a:lnTo>
                    <a:pt x="11091" y="8553"/>
                  </a:lnTo>
                  <a:cubicBezTo>
                    <a:pt x="11311" y="8553"/>
                    <a:pt x="11469" y="8396"/>
                    <a:pt x="11469" y="8207"/>
                  </a:cubicBezTo>
                  <a:cubicBezTo>
                    <a:pt x="11411" y="8061"/>
                    <a:pt x="11325" y="7566"/>
                    <a:pt x="11338" y="7566"/>
                  </a:cubicBezTo>
                  <a:lnTo>
                    <a:pt x="11338" y="7566"/>
                  </a:lnTo>
                  <a:cubicBezTo>
                    <a:pt x="11338" y="7566"/>
                    <a:pt x="11338" y="7566"/>
                    <a:pt x="11338" y="7566"/>
                  </a:cubicBezTo>
                  <a:lnTo>
                    <a:pt x="11338" y="7566"/>
                  </a:lnTo>
                  <a:cubicBezTo>
                    <a:pt x="11340" y="7574"/>
                    <a:pt x="11341" y="7580"/>
                    <a:pt x="11342" y="7580"/>
                  </a:cubicBezTo>
                  <a:cubicBezTo>
                    <a:pt x="11343" y="7580"/>
                    <a:pt x="11343" y="7579"/>
                    <a:pt x="11343" y="7577"/>
                  </a:cubicBezTo>
                  <a:cubicBezTo>
                    <a:pt x="11333" y="7529"/>
                    <a:pt x="11329" y="7513"/>
                    <a:pt x="11329" y="7513"/>
                  </a:cubicBezTo>
                  <a:lnTo>
                    <a:pt x="11329" y="7513"/>
                  </a:lnTo>
                  <a:cubicBezTo>
                    <a:pt x="11328" y="7513"/>
                    <a:pt x="11330" y="7523"/>
                    <a:pt x="11332" y="7534"/>
                  </a:cubicBezTo>
                  <a:lnTo>
                    <a:pt x="11332" y="7534"/>
                  </a:lnTo>
                  <a:cubicBezTo>
                    <a:pt x="11201" y="7046"/>
                    <a:pt x="10923" y="6591"/>
                    <a:pt x="10555" y="6285"/>
                  </a:cubicBezTo>
                  <a:cubicBezTo>
                    <a:pt x="9893" y="6789"/>
                    <a:pt x="9043" y="7073"/>
                    <a:pt x="8192" y="7073"/>
                  </a:cubicBezTo>
                  <a:cubicBezTo>
                    <a:pt x="7090" y="7073"/>
                    <a:pt x="6050" y="6506"/>
                    <a:pt x="5514" y="5655"/>
                  </a:cubicBezTo>
                  <a:lnTo>
                    <a:pt x="5514" y="5592"/>
                  </a:lnTo>
                  <a:cubicBezTo>
                    <a:pt x="5483" y="5592"/>
                    <a:pt x="5420" y="5655"/>
                    <a:pt x="5388" y="5655"/>
                  </a:cubicBezTo>
                  <a:lnTo>
                    <a:pt x="4632" y="5655"/>
                  </a:lnTo>
                  <a:cubicBezTo>
                    <a:pt x="4065" y="5655"/>
                    <a:pt x="3592" y="5182"/>
                    <a:pt x="3592" y="4584"/>
                  </a:cubicBezTo>
                  <a:lnTo>
                    <a:pt x="3592" y="1748"/>
                  </a:lnTo>
                  <a:cubicBezTo>
                    <a:pt x="3592" y="1433"/>
                    <a:pt x="3498" y="1150"/>
                    <a:pt x="3340" y="929"/>
                  </a:cubicBezTo>
                  <a:cubicBezTo>
                    <a:pt x="2987" y="283"/>
                    <a:pt x="2407" y="0"/>
                    <a:pt x="1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87"/>
            <p:cNvSpPr/>
            <p:nvPr/>
          </p:nvSpPr>
          <p:spPr>
            <a:xfrm>
              <a:off x="-17783500" y="3763075"/>
              <a:ext cx="191400" cy="194350"/>
            </a:xfrm>
            <a:custGeom>
              <a:avLst/>
              <a:gdLst/>
              <a:ahLst/>
              <a:cxnLst/>
              <a:rect l="l" t="t" r="r" b="b"/>
              <a:pathLst>
                <a:path w="7656" h="7774" extrusionOk="0">
                  <a:moveTo>
                    <a:pt x="3368" y="1"/>
                  </a:moveTo>
                  <a:cubicBezTo>
                    <a:pt x="3223" y="1"/>
                    <a:pt x="3077" y="8"/>
                    <a:pt x="2930" y="23"/>
                  </a:cubicBezTo>
                  <a:cubicBezTo>
                    <a:pt x="1764" y="149"/>
                    <a:pt x="693" y="779"/>
                    <a:pt x="0" y="1725"/>
                  </a:cubicBezTo>
                  <a:cubicBezTo>
                    <a:pt x="315" y="2166"/>
                    <a:pt x="504" y="2670"/>
                    <a:pt x="504" y="3237"/>
                  </a:cubicBezTo>
                  <a:lnTo>
                    <a:pt x="504" y="6041"/>
                  </a:lnTo>
                  <a:cubicBezTo>
                    <a:pt x="504" y="6261"/>
                    <a:pt x="662" y="6419"/>
                    <a:pt x="851" y="6419"/>
                  </a:cubicBezTo>
                  <a:lnTo>
                    <a:pt x="1418" y="6419"/>
                  </a:lnTo>
                  <a:cubicBezTo>
                    <a:pt x="1418" y="6419"/>
                    <a:pt x="1418" y="6356"/>
                    <a:pt x="1386" y="6356"/>
                  </a:cubicBezTo>
                  <a:cubicBezTo>
                    <a:pt x="1260" y="6041"/>
                    <a:pt x="1197" y="5694"/>
                    <a:pt x="1197" y="5348"/>
                  </a:cubicBezTo>
                  <a:lnTo>
                    <a:pt x="1197" y="4749"/>
                  </a:lnTo>
                  <a:cubicBezTo>
                    <a:pt x="1197" y="3363"/>
                    <a:pt x="2268" y="2197"/>
                    <a:pt x="3560" y="2166"/>
                  </a:cubicBezTo>
                  <a:cubicBezTo>
                    <a:pt x="3634" y="2159"/>
                    <a:pt x="3707" y="2156"/>
                    <a:pt x="3779" y="2156"/>
                  </a:cubicBezTo>
                  <a:cubicBezTo>
                    <a:pt x="4417" y="2156"/>
                    <a:pt x="4997" y="2403"/>
                    <a:pt x="5450" y="2827"/>
                  </a:cubicBezTo>
                  <a:cubicBezTo>
                    <a:pt x="5986" y="3300"/>
                    <a:pt x="6238" y="3930"/>
                    <a:pt x="6238" y="4623"/>
                  </a:cubicBezTo>
                  <a:lnTo>
                    <a:pt x="6238" y="5001"/>
                  </a:lnTo>
                  <a:cubicBezTo>
                    <a:pt x="6238" y="5789"/>
                    <a:pt x="5639" y="6419"/>
                    <a:pt x="4852" y="6419"/>
                  </a:cubicBezTo>
                  <a:cubicBezTo>
                    <a:pt x="4064" y="6419"/>
                    <a:pt x="3371" y="5789"/>
                    <a:pt x="3371" y="5001"/>
                  </a:cubicBezTo>
                  <a:lnTo>
                    <a:pt x="3371" y="4623"/>
                  </a:lnTo>
                  <a:cubicBezTo>
                    <a:pt x="3371" y="4434"/>
                    <a:pt x="3529" y="4276"/>
                    <a:pt x="3749" y="4276"/>
                  </a:cubicBezTo>
                  <a:cubicBezTo>
                    <a:pt x="3938" y="4276"/>
                    <a:pt x="4096" y="4434"/>
                    <a:pt x="4096" y="4623"/>
                  </a:cubicBezTo>
                  <a:lnTo>
                    <a:pt x="4096" y="5001"/>
                  </a:lnTo>
                  <a:cubicBezTo>
                    <a:pt x="4096" y="5379"/>
                    <a:pt x="4442" y="5694"/>
                    <a:pt x="4852" y="5694"/>
                  </a:cubicBezTo>
                  <a:cubicBezTo>
                    <a:pt x="5230" y="5694"/>
                    <a:pt x="5545" y="5379"/>
                    <a:pt x="5545" y="5001"/>
                  </a:cubicBezTo>
                  <a:lnTo>
                    <a:pt x="5545" y="4623"/>
                  </a:lnTo>
                  <a:cubicBezTo>
                    <a:pt x="5545" y="4119"/>
                    <a:pt x="5356" y="3678"/>
                    <a:pt x="5009" y="3331"/>
                  </a:cubicBezTo>
                  <a:cubicBezTo>
                    <a:pt x="4631" y="2985"/>
                    <a:pt x="4127" y="2827"/>
                    <a:pt x="3655" y="2827"/>
                  </a:cubicBezTo>
                  <a:cubicBezTo>
                    <a:pt x="2709" y="2859"/>
                    <a:pt x="1953" y="3741"/>
                    <a:pt x="1953" y="4717"/>
                  </a:cubicBezTo>
                  <a:lnTo>
                    <a:pt x="1953" y="5316"/>
                  </a:lnTo>
                  <a:cubicBezTo>
                    <a:pt x="1953" y="5946"/>
                    <a:pt x="2205" y="6576"/>
                    <a:pt x="2583" y="6954"/>
                  </a:cubicBezTo>
                  <a:cubicBezTo>
                    <a:pt x="3056" y="7458"/>
                    <a:pt x="3749" y="7773"/>
                    <a:pt x="4474" y="7773"/>
                  </a:cubicBezTo>
                  <a:cubicBezTo>
                    <a:pt x="5104" y="7773"/>
                    <a:pt x="5702" y="7584"/>
                    <a:pt x="6175" y="7269"/>
                  </a:cubicBezTo>
                  <a:cubicBezTo>
                    <a:pt x="7089" y="6734"/>
                    <a:pt x="7656" y="5726"/>
                    <a:pt x="7656" y="4560"/>
                  </a:cubicBezTo>
                  <a:lnTo>
                    <a:pt x="7656" y="4213"/>
                  </a:lnTo>
                  <a:cubicBezTo>
                    <a:pt x="7656" y="3111"/>
                    <a:pt x="7152" y="1914"/>
                    <a:pt x="6238" y="1126"/>
                  </a:cubicBezTo>
                  <a:cubicBezTo>
                    <a:pt x="5461" y="405"/>
                    <a:pt x="4440" y="1"/>
                    <a:pt x="33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87"/>
            <p:cNvSpPr/>
            <p:nvPr/>
          </p:nvSpPr>
          <p:spPr>
            <a:xfrm>
              <a:off x="-17825250" y="3710075"/>
              <a:ext cx="54375" cy="76425"/>
            </a:xfrm>
            <a:custGeom>
              <a:avLst/>
              <a:gdLst/>
              <a:ahLst/>
              <a:cxnLst/>
              <a:rect l="l" t="t" r="r" b="b"/>
              <a:pathLst>
                <a:path w="2175" h="3057" extrusionOk="0">
                  <a:moveTo>
                    <a:pt x="1103" y="1"/>
                  </a:moveTo>
                  <a:cubicBezTo>
                    <a:pt x="504" y="1"/>
                    <a:pt x="32" y="474"/>
                    <a:pt x="32" y="1041"/>
                  </a:cubicBezTo>
                  <a:cubicBezTo>
                    <a:pt x="32" y="1356"/>
                    <a:pt x="189" y="1639"/>
                    <a:pt x="410" y="1828"/>
                  </a:cubicBezTo>
                  <a:lnTo>
                    <a:pt x="0" y="2868"/>
                  </a:lnTo>
                  <a:cubicBezTo>
                    <a:pt x="252" y="2899"/>
                    <a:pt x="473" y="2931"/>
                    <a:pt x="662" y="3057"/>
                  </a:cubicBezTo>
                  <a:lnTo>
                    <a:pt x="1071" y="2112"/>
                  </a:lnTo>
                  <a:lnTo>
                    <a:pt x="1103" y="2112"/>
                  </a:lnTo>
                  <a:cubicBezTo>
                    <a:pt x="1702" y="2112"/>
                    <a:pt x="2174" y="1639"/>
                    <a:pt x="2174" y="1041"/>
                  </a:cubicBezTo>
                  <a:cubicBezTo>
                    <a:pt x="2174" y="474"/>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9" name="Google Shape;7439;p87"/>
          <p:cNvGrpSpPr/>
          <p:nvPr/>
        </p:nvGrpSpPr>
        <p:grpSpPr>
          <a:xfrm>
            <a:off x="5746495" y="2795686"/>
            <a:ext cx="395792" cy="451653"/>
            <a:chOff x="-17878025" y="4082625"/>
            <a:chExt cx="267825" cy="305625"/>
          </a:xfrm>
        </p:grpSpPr>
        <p:sp>
          <p:nvSpPr>
            <p:cNvPr id="7440" name="Google Shape;7440;p87"/>
            <p:cNvSpPr/>
            <p:nvPr/>
          </p:nvSpPr>
          <p:spPr>
            <a:xfrm>
              <a:off x="-17660650" y="4191325"/>
              <a:ext cx="50450" cy="52000"/>
            </a:xfrm>
            <a:custGeom>
              <a:avLst/>
              <a:gdLst/>
              <a:ahLst/>
              <a:cxnLst/>
              <a:rect l="l" t="t" r="r" b="b"/>
              <a:pathLst>
                <a:path w="2018" h="2080" extrusionOk="0">
                  <a:moveTo>
                    <a:pt x="946" y="0"/>
                  </a:moveTo>
                  <a:cubicBezTo>
                    <a:pt x="599" y="0"/>
                    <a:pt x="284" y="126"/>
                    <a:pt x="1" y="284"/>
                  </a:cubicBezTo>
                  <a:cubicBezTo>
                    <a:pt x="316" y="788"/>
                    <a:pt x="505" y="1418"/>
                    <a:pt x="536" y="2080"/>
                  </a:cubicBezTo>
                  <a:cubicBezTo>
                    <a:pt x="1387" y="1922"/>
                    <a:pt x="2017" y="1229"/>
                    <a:pt x="2017" y="347"/>
                  </a:cubicBezTo>
                  <a:cubicBezTo>
                    <a:pt x="2017" y="158"/>
                    <a:pt x="1860" y="0"/>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87"/>
            <p:cNvSpPr/>
            <p:nvPr/>
          </p:nvSpPr>
          <p:spPr>
            <a:xfrm>
              <a:off x="-17716575" y="4084200"/>
              <a:ext cx="88250" cy="103200"/>
            </a:xfrm>
            <a:custGeom>
              <a:avLst/>
              <a:gdLst/>
              <a:ahLst/>
              <a:cxnLst/>
              <a:rect l="l" t="t" r="r" b="b"/>
              <a:pathLst>
                <a:path w="3530" h="4128" extrusionOk="0">
                  <a:moveTo>
                    <a:pt x="3183" y="1"/>
                  </a:moveTo>
                  <a:cubicBezTo>
                    <a:pt x="2994" y="1"/>
                    <a:pt x="2836" y="158"/>
                    <a:pt x="2836" y="347"/>
                  </a:cubicBezTo>
                  <a:lnTo>
                    <a:pt x="2836" y="1040"/>
                  </a:lnTo>
                  <a:cubicBezTo>
                    <a:pt x="2836" y="1261"/>
                    <a:pt x="2679" y="1418"/>
                    <a:pt x="2458" y="1418"/>
                  </a:cubicBezTo>
                  <a:lnTo>
                    <a:pt x="2112" y="1418"/>
                  </a:lnTo>
                  <a:lnTo>
                    <a:pt x="2112" y="1040"/>
                  </a:lnTo>
                  <a:cubicBezTo>
                    <a:pt x="2112" y="851"/>
                    <a:pt x="1954" y="694"/>
                    <a:pt x="1765" y="694"/>
                  </a:cubicBezTo>
                  <a:cubicBezTo>
                    <a:pt x="1576" y="694"/>
                    <a:pt x="1419" y="851"/>
                    <a:pt x="1419" y="1040"/>
                  </a:cubicBezTo>
                  <a:lnTo>
                    <a:pt x="1419" y="2112"/>
                  </a:lnTo>
                  <a:lnTo>
                    <a:pt x="1041" y="2112"/>
                  </a:lnTo>
                  <a:cubicBezTo>
                    <a:pt x="852" y="2112"/>
                    <a:pt x="694" y="1954"/>
                    <a:pt x="694" y="1765"/>
                  </a:cubicBezTo>
                  <a:lnTo>
                    <a:pt x="694" y="1040"/>
                  </a:lnTo>
                  <a:cubicBezTo>
                    <a:pt x="694" y="851"/>
                    <a:pt x="537" y="694"/>
                    <a:pt x="347" y="694"/>
                  </a:cubicBezTo>
                  <a:cubicBezTo>
                    <a:pt x="158" y="694"/>
                    <a:pt x="1" y="851"/>
                    <a:pt x="1" y="1040"/>
                  </a:cubicBezTo>
                  <a:lnTo>
                    <a:pt x="1" y="1765"/>
                  </a:lnTo>
                  <a:cubicBezTo>
                    <a:pt x="1" y="2364"/>
                    <a:pt x="474" y="2836"/>
                    <a:pt x="1041" y="2836"/>
                  </a:cubicBezTo>
                  <a:lnTo>
                    <a:pt x="1419" y="2836"/>
                  </a:lnTo>
                  <a:lnTo>
                    <a:pt x="1419" y="3466"/>
                  </a:lnTo>
                  <a:cubicBezTo>
                    <a:pt x="1419" y="3498"/>
                    <a:pt x="1356" y="3529"/>
                    <a:pt x="1356" y="3624"/>
                  </a:cubicBezTo>
                  <a:cubicBezTo>
                    <a:pt x="1576" y="3781"/>
                    <a:pt x="1734" y="3939"/>
                    <a:pt x="1923" y="4128"/>
                  </a:cubicBezTo>
                  <a:cubicBezTo>
                    <a:pt x="2049" y="3939"/>
                    <a:pt x="2143" y="3718"/>
                    <a:pt x="2143" y="3498"/>
                  </a:cubicBezTo>
                  <a:lnTo>
                    <a:pt x="2143" y="2112"/>
                  </a:lnTo>
                  <a:lnTo>
                    <a:pt x="2521" y="2112"/>
                  </a:lnTo>
                  <a:cubicBezTo>
                    <a:pt x="3057" y="2112"/>
                    <a:pt x="3529" y="1639"/>
                    <a:pt x="3529" y="1040"/>
                  </a:cubicBezTo>
                  <a:lnTo>
                    <a:pt x="3529" y="347"/>
                  </a:lnTo>
                  <a:cubicBezTo>
                    <a:pt x="3529" y="158"/>
                    <a:pt x="3372" y="1"/>
                    <a:pt x="3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87"/>
            <p:cNvSpPr/>
            <p:nvPr/>
          </p:nvSpPr>
          <p:spPr>
            <a:xfrm>
              <a:off x="-17860700" y="4082625"/>
              <a:ext cx="90600" cy="104000"/>
            </a:xfrm>
            <a:custGeom>
              <a:avLst/>
              <a:gdLst/>
              <a:ahLst/>
              <a:cxnLst/>
              <a:rect l="l" t="t" r="r" b="b"/>
              <a:pathLst>
                <a:path w="3624" h="4160" extrusionOk="0">
                  <a:moveTo>
                    <a:pt x="442" y="1"/>
                  </a:moveTo>
                  <a:cubicBezTo>
                    <a:pt x="253" y="1"/>
                    <a:pt x="95" y="158"/>
                    <a:pt x="95" y="379"/>
                  </a:cubicBezTo>
                  <a:lnTo>
                    <a:pt x="95" y="1072"/>
                  </a:lnTo>
                  <a:cubicBezTo>
                    <a:pt x="1" y="1702"/>
                    <a:pt x="505" y="2175"/>
                    <a:pt x="1103" y="2175"/>
                  </a:cubicBezTo>
                  <a:lnTo>
                    <a:pt x="1450" y="2175"/>
                  </a:lnTo>
                  <a:lnTo>
                    <a:pt x="1450" y="3529"/>
                  </a:lnTo>
                  <a:cubicBezTo>
                    <a:pt x="1450" y="3750"/>
                    <a:pt x="1544" y="4002"/>
                    <a:pt x="1702" y="4159"/>
                  </a:cubicBezTo>
                  <a:cubicBezTo>
                    <a:pt x="1859" y="3939"/>
                    <a:pt x="2048" y="3781"/>
                    <a:pt x="2237" y="3624"/>
                  </a:cubicBezTo>
                  <a:cubicBezTo>
                    <a:pt x="2206" y="3592"/>
                    <a:pt x="2206" y="3561"/>
                    <a:pt x="2206" y="3466"/>
                  </a:cubicBezTo>
                  <a:lnTo>
                    <a:pt x="2206" y="2836"/>
                  </a:lnTo>
                  <a:lnTo>
                    <a:pt x="2584" y="2836"/>
                  </a:lnTo>
                  <a:cubicBezTo>
                    <a:pt x="3151" y="2836"/>
                    <a:pt x="3624" y="2364"/>
                    <a:pt x="3624" y="1797"/>
                  </a:cubicBezTo>
                  <a:lnTo>
                    <a:pt x="3624" y="1072"/>
                  </a:lnTo>
                  <a:cubicBezTo>
                    <a:pt x="3624" y="883"/>
                    <a:pt x="3466" y="725"/>
                    <a:pt x="3277" y="725"/>
                  </a:cubicBezTo>
                  <a:cubicBezTo>
                    <a:pt x="3088" y="725"/>
                    <a:pt x="2930" y="883"/>
                    <a:pt x="2930" y="1072"/>
                  </a:cubicBezTo>
                  <a:lnTo>
                    <a:pt x="2930" y="1797"/>
                  </a:lnTo>
                  <a:cubicBezTo>
                    <a:pt x="2930" y="1986"/>
                    <a:pt x="2773" y="2143"/>
                    <a:pt x="2552" y="2143"/>
                  </a:cubicBezTo>
                  <a:lnTo>
                    <a:pt x="2206" y="2143"/>
                  </a:lnTo>
                  <a:lnTo>
                    <a:pt x="2206" y="1072"/>
                  </a:lnTo>
                  <a:cubicBezTo>
                    <a:pt x="2206" y="883"/>
                    <a:pt x="2048" y="725"/>
                    <a:pt x="1859" y="725"/>
                  </a:cubicBezTo>
                  <a:cubicBezTo>
                    <a:pt x="1670" y="725"/>
                    <a:pt x="1513" y="883"/>
                    <a:pt x="1513" y="1072"/>
                  </a:cubicBezTo>
                  <a:lnTo>
                    <a:pt x="1513" y="1418"/>
                  </a:lnTo>
                  <a:lnTo>
                    <a:pt x="1135" y="1418"/>
                  </a:lnTo>
                  <a:cubicBezTo>
                    <a:pt x="946" y="1418"/>
                    <a:pt x="788" y="1261"/>
                    <a:pt x="788" y="1072"/>
                  </a:cubicBezTo>
                  <a:lnTo>
                    <a:pt x="788" y="379"/>
                  </a:lnTo>
                  <a:cubicBezTo>
                    <a:pt x="788" y="158"/>
                    <a:pt x="631"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87"/>
            <p:cNvSpPr/>
            <p:nvPr/>
          </p:nvSpPr>
          <p:spPr>
            <a:xfrm>
              <a:off x="-17752000" y="4281300"/>
              <a:ext cx="16550" cy="16375"/>
            </a:xfrm>
            <a:custGeom>
              <a:avLst/>
              <a:gdLst/>
              <a:ahLst/>
              <a:cxnLst/>
              <a:rect l="l" t="t" r="r" b="b"/>
              <a:pathLst>
                <a:path w="662" h="655" extrusionOk="0">
                  <a:moveTo>
                    <a:pt x="319" y="1"/>
                  </a:moveTo>
                  <a:cubicBezTo>
                    <a:pt x="173" y="1"/>
                    <a:pt x="32" y="72"/>
                    <a:pt x="0" y="213"/>
                  </a:cubicBezTo>
                  <a:lnTo>
                    <a:pt x="347" y="655"/>
                  </a:lnTo>
                  <a:lnTo>
                    <a:pt x="662" y="213"/>
                  </a:lnTo>
                  <a:cubicBezTo>
                    <a:pt x="615" y="72"/>
                    <a:pt x="465" y="1"/>
                    <a:pt x="3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87"/>
            <p:cNvSpPr/>
            <p:nvPr/>
          </p:nvSpPr>
          <p:spPr>
            <a:xfrm>
              <a:off x="-17825250" y="4173200"/>
              <a:ext cx="161475" cy="161500"/>
            </a:xfrm>
            <a:custGeom>
              <a:avLst/>
              <a:gdLst/>
              <a:ahLst/>
              <a:cxnLst/>
              <a:rect l="l" t="t" r="r" b="b"/>
              <a:pathLst>
                <a:path w="6459" h="6460" extrusionOk="0">
                  <a:moveTo>
                    <a:pt x="1828" y="2175"/>
                  </a:moveTo>
                  <a:cubicBezTo>
                    <a:pt x="2017" y="2175"/>
                    <a:pt x="2174" y="2332"/>
                    <a:pt x="2174" y="2521"/>
                  </a:cubicBezTo>
                  <a:cubicBezTo>
                    <a:pt x="2174" y="2742"/>
                    <a:pt x="2017" y="2899"/>
                    <a:pt x="1828" y="2899"/>
                  </a:cubicBezTo>
                  <a:cubicBezTo>
                    <a:pt x="1607" y="2899"/>
                    <a:pt x="1449" y="2742"/>
                    <a:pt x="1449" y="2521"/>
                  </a:cubicBezTo>
                  <a:cubicBezTo>
                    <a:pt x="1449" y="2332"/>
                    <a:pt x="1607" y="2175"/>
                    <a:pt x="1828" y="2175"/>
                  </a:cubicBezTo>
                  <a:close/>
                  <a:moveTo>
                    <a:pt x="4663" y="2175"/>
                  </a:moveTo>
                  <a:cubicBezTo>
                    <a:pt x="4852" y="2175"/>
                    <a:pt x="5010" y="2332"/>
                    <a:pt x="5010" y="2521"/>
                  </a:cubicBezTo>
                  <a:cubicBezTo>
                    <a:pt x="5041" y="2742"/>
                    <a:pt x="4852" y="2899"/>
                    <a:pt x="4663" y="2899"/>
                  </a:cubicBezTo>
                  <a:cubicBezTo>
                    <a:pt x="4442" y="2899"/>
                    <a:pt x="4285" y="2742"/>
                    <a:pt x="4285" y="2521"/>
                  </a:cubicBezTo>
                  <a:cubicBezTo>
                    <a:pt x="4285" y="2332"/>
                    <a:pt x="4442" y="2175"/>
                    <a:pt x="4663" y="2175"/>
                  </a:cubicBezTo>
                  <a:close/>
                  <a:moveTo>
                    <a:pt x="3245" y="1"/>
                  </a:moveTo>
                  <a:cubicBezTo>
                    <a:pt x="1260" y="1"/>
                    <a:pt x="0" y="1229"/>
                    <a:pt x="0" y="3246"/>
                  </a:cubicBezTo>
                  <a:cubicBezTo>
                    <a:pt x="0" y="4348"/>
                    <a:pt x="410" y="5546"/>
                    <a:pt x="1040" y="6459"/>
                  </a:cubicBezTo>
                  <a:lnTo>
                    <a:pt x="1229" y="5325"/>
                  </a:lnTo>
                  <a:cubicBezTo>
                    <a:pt x="1386" y="4348"/>
                    <a:pt x="2237" y="3624"/>
                    <a:pt x="3245" y="3624"/>
                  </a:cubicBezTo>
                  <a:cubicBezTo>
                    <a:pt x="4222" y="3624"/>
                    <a:pt x="5073" y="4348"/>
                    <a:pt x="5230" y="5325"/>
                  </a:cubicBezTo>
                  <a:lnTo>
                    <a:pt x="5451" y="6459"/>
                  </a:lnTo>
                  <a:cubicBezTo>
                    <a:pt x="6081" y="5546"/>
                    <a:pt x="6459" y="4348"/>
                    <a:pt x="6459" y="3246"/>
                  </a:cubicBezTo>
                  <a:cubicBezTo>
                    <a:pt x="6459" y="1229"/>
                    <a:pt x="5230" y="1"/>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87"/>
            <p:cNvSpPr/>
            <p:nvPr/>
          </p:nvSpPr>
          <p:spPr>
            <a:xfrm>
              <a:off x="-17787450" y="4293725"/>
              <a:ext cx="84300" cy="94525"/>
            </a:xfrm>
            <a:custGeom>
              <a:avLst/>
              <a:gdLst/>
              <a:ahLst/>
              <a:cxnLst/>
              <a:rect l="l" t="t" r="r" b="b"/>
              <a:pathLst>
                <a:path w="3372" h="3781" extrusionOk="0">
                  <a:moveTo>
                    <a:pt x="662" y="0"/>
                  </a:moveTo>
                  <a:cubicBezTo>
                    <a:pt x="536" y="158"/>
                    <a:pt x="442" y="378"/>
                    <a:pt x="379" y="599"/>
                  </a:cubicBezTo>
                  <a:lnTo>
                    <a:pt x="32" y="2741"/>
                  </a:lnTo>
                  <a:cubicBezTo>
                    <a:pt x="0" y="2961"/>
                    <a:pt x="63" y="3182"/>
                    <a:pt x="221" y="3308"/>
                  </a:cubicBezTo>
                  <a:cubicBezTo>
                    <a:pt x="631" y="3623"/>
                    <a:pt x="1072" y="3781"/>
                    <a:pt x="1544" y="3781"/>
                  </a:cubicBezTo>
                  <a:lnTo>
                    <a:pt x="1859" y="3781"/>
                  </a:lnTo>
                  <a:cubicBezTo>
                    <a:pt x="2332" y="3781"/>
                    <a:pt x="2804" y="3623"/>
                    <a:pt x="3182" y="3308"/>
                  </a:cubicBezTo>
                  <a:cubicBezTo>
                    <a:pt x="3340" y="3182"/>
                    <a:pt x="3372" y="2993"/>
                    <a:pt x="3372" y="2772"/>
                  </a:cubicBezTo>
                  <a:lnTo>
                    <a:pt x="3025" y="630"/>
                  </a:lnTo>
                  <a:cubicBezTo>
                    <a:pt x="3025" y="347"/>
                    <a:pt x="2899" y="158"/>
                    <a:pt x="2773" y="0"/>
                  </a:cubicBezTo>
                  <a:cubicBezTo>
                    <a:pt x="2773" y="32"/>
                    <a:pt x="2741" y="32"/>
                    <a:pt x="2741" y="63"/>
                  </a:cubicBezTo>
                  <a:lnTo>
                    <a:pt x="2111" y="851"/>
                  </a:lnTo>
                  <a:lnTo>
                    <a:pt x="2111" y="1134"/>
                  </a:lnTo>
                  <a:lnTo>
                    <a:pt x="2710" y="1733"/>
                  </a:lnTo>
                  <a:cubicBezTo>
                    <a:pt x="2867" y="1890"/>
                    <a:pt x="2867" y="2079"/>
                    <a:pt x="2710" y="2237"/>
                  </a:cubicBezTo>
                  <a:cubicBezTo>
                    <a:pt x="2631" y="2316"/>
                    <a:pt x="2545" y="2355"/>
                    <a:pt x="2458" y="2355"/>
                  </a:cubicBezTo>
                  <a:cubicBezTo>
                    <a:pt x="2371" y="2355"/>
                    <a:pt x="2285" y="2316"/>
                    <a:pt x="2206" y="2237"/>
                  </a:cubicBezTo>
                  <a:lnTo>
                    <a:pt x="1733" y="1764"/>
                  </a:lnTo>
                  <a:lnTo>
                    <a:pt x="1261" y="2237"/>
                  </a:lnTo>
                  <a:cubicBezTo>
                    <a:pt x="1182" y="2316"/>
                    <a:pt x="1087" y="2355"/>
                    <a:pt x="997" y="2355"/>
                  </a:cubicBezTo>
                  <a:cubicBezTo>
                    <a:pt x="906" y="2355"/>
                    <a:pt x="820" y="2316"/>
                    <a:pt x="757" y="2237"/>
                  </a:cubicBezTo>
                  <a:cubicBezTo>
                    <a:pt x="568" y="2079"/>
                    <a:pt x="568" y="1890"/>
                    <a:pt x="757" y="1733"/>
                  </a:cubicBezTo>
                  <a:lnTo>
                    <a:pt x="1324" y="1134"/>
                  </a:lnTo>
                  <a:lnTo>
                    <a:pt x="1324" y="851"/>
                  </a:lnTo>
                  <a:lnTo>
                    <a:pt x="694" y="63"/>
                  </a:lnTo>
                  <a:cubicBezTo>
                    <a:pt x="694" y="32"/>
                    <a:pt x="662" y="32"/>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87"/>
            <p:cNvSpPr/>
            <p:nvPr/>
          </p:nvSpPr>
          <p:spPr>
            <a:xfrm>
              <a:off x="-17878025" y="4191325"/>
              <a:ext cx="49650" cy="52000"/>
            </a:xfrm>
            <a:custGeom>
              <a:avLst/>
              <a:gdLst/>
              <a:ahLst/>
              <a:cxnLst/>
              <a:rect l="l" t="t" r="r" b="b"/>
              <a:pathLst>
                <a:path w="1986" h="2080" extrusionOk="0">
                  <a:moveTo>
                    <a:pt x="347" y="0"/>
                  </a:moveTo>
                  <a:cubicBezTo>
                    <a:pt x="158" y="0"/>
                    <a:pt x="0" y="158"/>
                    <a:pt x="0" y="347"/>
                  </a:cubicBezTo>
                  <a:cubicBezTo>
                    <a:pt x="0" y="1229"/>
                    <a:pt x="631" y="1954"/>
                    <a:pt x="1450" y="2080"/>
                  </a:cubicBezTo>
                  <a:cubicBezTo>
                    <a:pt x="1481" y="1355"/>
                    <a:pt x="1670" y="788"/>
                    <a:pt x="1985" y="252"/>
                  </a:cubicBezTo>
                  <a:cubicBezTo>
                    <a:pt x="1733" y="95"/>
                    <a:pt x="1418"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7" name="Google Shape;7447;p87"/>
          <p:cNvGrpSpPr/>
          <p:nvPr/>
        </p:nvGrpSpPr>
        <p:grpSpPr>
          <a:xfrm>
            <a:off x="2890388" y="3355015"/>
            <a:ext cx="450507" cy="423722"/>
            <a:chOff x="-16044450" y="3317850"/>
            <a:chExt cx="304850" cy="286725"/>
          </a:xfrm>
        </p:grpSpPr>
        <p:sp>
          <p:nvSpPr>
            <p:cNvPr id="7448" name="Google Shape;7448;p87"/>
            <p:cNvSpPr/>
            <p:nvPr/>
          </p:nvSpPr>
          <p:spPr>
            <a:xfrm>
              <a:off x="-15873525" y="3317850"/>
              <a:ext cx="133925" cy="115025"/>
            </a:xfrm>
            <a:custGeom>
              <a:avLst/>
              <a:gdLst/>
              <a:ahLst/>
              <a:cxnLst/>
              <a:rect l="l" t="t" r="r" b="b"/>
              <a:pathLst>
                <a:path w="5357" h="4601" extrusionOk="0">
                  <a:moveTo>
                    <a:pt x="2458" y="1"/>
                  </a:moveTo>
                  <a:cubicBezTo>
                    <a:pt x="1418" y="1"/>
                    <a:pt x="473" y="599"/>
                    <a:pt x="1" y="1513"/>
                  </a:cubicBezTo>
                  <a:cubicBezTo>
                    <a:pt x="1670" y="1765"/>
                    <a:pt x="3088" y="3025"/>
                    <a:pt x="3876" y="4600"/>
                  </a:cubicBezTo>
                  <a:cubicBezTo>
                    <a:pt x="3939" y="4159"/>
                    <a:pt x="3876" y="3718"/>
                    <a:pt x="3718" y="3277"/>
                  </a:cubicBezTo>
                  <a:lnTo>
                    <a:pt x="3718" y="3277"/>
                  </a:lnTo>
                  <a:cubicBezTo>
                    <a:pt x="4002" y="3466"/>
                    <a:pt x="4254" y="3750"/>
                    <a:pt x="4443" y="4096"/>
                  </a:cubicBezTo>
                  <a:cubicBezTo>
                    <a:pt x="4506" y="4222"/>
                    <a:pt x="4632" y="4285"/>
                    <a:pt x="4758" y="4285"/>
                  </a:cubicBezTo>
                  <a:cubicBezTo>
                    <a:pt x="4884" y="4285"/>
                    <a:pt x="5010" y="4222"/>
                    <a:pt x="5073" y="4096"/>
                  </a:cubicBezTo>
                  <a:cubicBezTo>
                    <a:pt x="5262" y="3718"/>
                    <a:pt x="5356" y="3309"/>
                    <a:pt x="5356" y="2868"/>
                  </a:cubicBezTo>
                  <a:cubicBezTo>
                    <a:pt x="5293" y="1292"/>
                    <a:pt x="4033"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87"/>
            <p:cNvSpPr/>
            <p:nvPr/>
          </p:nvSpPr>
          <p:spPr>
            <a:xfrm>
              <a:off x="-15915275" y="3459625"/>
              <a:ext cx="44125" cy="54375"/>
            </a:xfrm>
            <a:custGeom>
              <a:avLst/>
              <a:gdLst/>
              <a:ahLst/>
              <a:cxnLst/>
              <a:rect l="l" t="t" r="r" b="b"/>
              <a:pathLst>
                <a:path w="1765" h="2175" extrusionOk="0">
                  <a:moveTo>
                    <a:pt x="883" y="0"/>
                  </a:moveTo>
                  <a:cubicBezTo>
                    <a:pt x="631" y="0"/>
                    <a:pt x="410" y="158"/>
                    <a:pt x="316" y="441"/>
                  </a:cubicBezTo>
                  <a:lnTo>
                    <a:pt x="32" y="1450"/>
                  </a:lnTo>
                  <a:cubicBezTo>
                    <a:pt x="1" y="1859"/>
                    <a:pt x="284" y="2174"/>
                    <a:pt x="631" y="2174"/>
                  </a:cubicBezTo>
                  <a:lnTo>
                    <a:pt x="1135" y="2174"/>
                  </a:lnTo>
                  <a:cubicBezTo>
                    <a:pt x="1513" y="2174"/>
                    <a:pt x="1765" y="1828"/>
                    <a:pt x="1702" y="1450"/>
                  </a:cubicBezTo>
                  <a:lnTo>
                    <a:pt x="1419" y="441"/>
                  </a:lnTo>
                  <a:cubicBezTo>
                    <a:pt x="1355" y="189"/>
                    <a:pt x="1135" y="0"/>
                    <a:pt x="8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87"/>
            <p:cNvSpPr/>
            <p:nvPr/>
          </p:nvSpPr>
          <p:spPr>
            <a:xfrm>
              <a:off x="-16009000" y="3372200"/>
              <a:ext cx="232375" cy="232375"/>
            </a:xfrm>
            <a:custGeom>
              <a:avLst/>
              <a:gdLst/>
              <a:ahLst/>
              <a:cxnLst/>
              <a:rect l="l" t="t" r="r" b="b"/>
              <a:pathLst>
                <a:path w="9295" h="9295" extrusionOk="0">
                  <a:moveTo>
                    <a:pt x="2490" y="3592"/>
                  </a:moveTo>
                  <a:cubicBezTo>
                    <a:pt x="2679" y="3592"/>
                    <a:pt x="2836" y="3749"/>
                    <a:pt x="2836" y="3938"/>
                  </a:cubicBezTo>
                  <a:cubicBezTo>
                    <a:pt x="2836" y="4128"/>
                    <a:pt x="2679" y="4285"/>
                    <a:pt x="2490" y="4285"/>
                  </a:cubicBezTo>
                  <a:cubicBezTo>
                    <a:pt x="2301" y="4285"/>
                    <a:pt x="2143" y="4128"/>
                    <a:pt x="2143" y="3938"/>
                  </a:cubicBezTo>
                  <a:cubicBezTo>
                    <a:pt x="2143" y="3749"/>
                    <a:pt x="2301" y="3592"/>
                    <a:pt x="2490" y="3592"/>
                  </a:cubicBezTo>
                  <a:close/>
                  <a:moveTo>
                    <a:pt x="6774" y="3592"/>
                  </a:moveTo>
                  <a:cubicBezTo>
                    <a:pt x="6995" y="3592"/>
                    <a:pt x="7152" y="3749"/>
                    <a:pt x="7152" y="3938"/>
                  </a:cubicBezTo>
                  <a:cubicBezTo>
                    <a:pt x="7152" y="4128"/>
                    <a:pt x="6995" y="4285"/>
                    <a:pt x="6774" y="4285"/>
                  </a:cubicBezTo>
                  <a:cubicBezTo>
                    <a:pt x="6585" y="4285"/>
                    <a:pt x="6428" y="4128"/>
                    <a:pt x="6428" y="3938"/>
                  </a:cubicBezTo>
                  <a:cubicBezTo>
                    <a:pt x="6428" y="3749"/>
                    <a:pt x="6585" y="3592"/>
                    <a:pt x="6774" y="3592"/>
                  </a:cubicBezTo>
                  <a:close/>
                  <a:moveTo>
                    <a:pt x="4663" y="2867"/>
                  </a:moveTo>
                  <a:cubicBezTo>
                    <a:pt x="5262" y="2867"/>
                    <a:pt x="5766" y="3277"/>
                    <a:pt x="5892" y="3812"/>
                  </a:cubicBezTo>
                  <a:lnTo>
                    <a:pt x="6144" y="4852"/>
                  </a:lnTo>
                  <a:cubicBezTo>
                    <a:pt x="6365" y="5640"/>
                    <a:pt x="5766" y="6427"/>
                    <a:pt x="4947" y="6427"/>
                  </a:cubicBezTo>
                  <a:lnTo>
                    <a:pt x="4411" y="6427"/>
                  </a:lnTo>
                  <a:cubicBezTo>
                    <a:pt x="3561" y="6427"/>
                    <a:pt x="2962" y="5640"/>
                    <a:pt x="3151" y="4852"/>
                  </a:cubicBezTo>
                  <a:lnTo>
                    <a:pt x="3435" y="3812"/>
                  </a:lnTo>
                  <a:cubicBezTo>
                    <a:pt x="3592" y="3277"/>
                    <a:pt x="4065" y="2867"/>
                    <a:pt x="4663" y="2867"/>
                  </a:cubicBezTo>
                  <a:close/>
                  <a:moveTo>
                    <a:pt x="6090" y="6899"/>
                  </a:moveTo>
                  <a:cubicBezTo>
                    <a:pt x="6239" y="6899"/>
                    <a:pt x="6379" y="7007"/>
                    <a:pt x="6428" y="7152"/>
                  </a:cubicBezTo>
                  <a:cubicBezTo>
                    <a:pt x="6459" y="7373"/>
                    <a:pt x="6396" y="7562"/>
                    <a:pt x="6207" y="7593"/>
                  </a:cubicBezTo>
                  <a:cubicBezTo>
                    <a:pt x="5640" y="7782"/>
                    <a:pt x="5041" y="7845"/>
                    <a:pt x="4663" y="7845"/>
                  </a:cubicBezTo>
                  <a:cubicBezTo>
                    <a:pt x="4254" y="7845"/>
                    <a:pt x="3687" y="7782"/>
                    <a:pt x="3120" y="7593"/>
                  </a:cubicBezTo>
                  <a:cubicBezTo>
                    <a:pt x="2931" y="7530"/>
                    <a:pt x="2836" y="7310"/>
                    <a:pt x="2899" y="7152"/>
                  </a:cubicBezTo>
                  <a:cubicBezTo>
                    <a:pt x="2952" y="6994"/>
                    <a:pt x="3093" y="6924"/>
                    <a:pt x="3267" y="6924"/>
                  </a:cubicBezTo>
                  <a:cubicBezTo>
                    <a:pt x="3301" y="6924"/>
                    <a:pt x="3336" y="6926"/>
                    <a:pt x="3372" y="6931"/>
                  </a:cubicBezTo>
                  <a:cubicBezTo>
                    <a:pt x="3844" y="7089"/>
                    <a:pt x="4348" y="7120"/>
                    <a:pt x="4663" y="7120"/>
                  </a:cubicBezTo>
                  <a:cubicBezTo>
                    <a:pt x="4978" y="7120"/>
                    <a:pt x="5483" y="7089"/>
                    <a:pt x="5955" y="6931"/>
                  </a:cubicBezTo>
                  <a:cubicBezTo>
                    <a:pt x="5999" y="6909"/>
                    <a:pt x="6045" y="6899"/>
                    <a:pt x="6090" y="6899"/>
                  </a:cubicBezTo>
                  <a:close/>
                  <a:moveTo>
                    <a:pt x="4663" y="0"/>
                  </a:moveTo>
                  <a:cubicBezTo>
                    <a:pt x="2049" y="0"/>
                    <a:pt x="1" y="2867"/>
                    <a:pt x="1" y="5356"/>
                  </a:cubicBezTo>
                  <a:cubicBezTo>
                    <a:pt x="1" y="7751"/>
                    <a:pt x="1828" y="9294"/>
                    <a:pt x="4663" y="9294"/>
                  </a:cubicBezTo>
                  <a:cubicBezTo>
                    <a:pt x="7499" y="9294"/>
                    <a:pt x="9295" y="7751"/>
                    <a:pt x="9295" y="5356"/>
                  </a:cubicBezTo>
                  <a:cubicBezTo>
                    <a:pt x="9263" y="2867"/>
                    <a:pt x="7247" y="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87"/>
            <p:cNvSpPr/>
            <p:nvPr/>
          </p:nvSpPr>
          <p:spPr>
            <a:xfrm>
              <a:off x="-16044450" y="3317850"/>
              <a:ext cx="133150" cy="115025"/>
            </a:xfrm>
            <a:custGeom>
              <a:avLst/>
              <a:gdLst/>
              <a:ahLst/>
              <a:cxnLst/>
              <a:rect l="l" t="t" r="r" b="b"/>
              <a:pathLst>
                <a:path w="5326" h="4601" extrusionOk="0">
                  <a:moveTo>
                    <a:pt x="2836" y="1"/>
                  </a:moveTo>
                  <a:cubicBezTo>
                    <a:pt x="1261" y="1"/>
                    <a:pt x="1" y="1292"/>
                    <a:pt x="1" y="2836"/>
                  </a:cubicBezTo>
                  <a:cubicBezTo>
                    <a:pt x="1" y="3277"/>
                    <a:pt x="95" y="3655"/>
                    <a:pt x="285" y="4065"/>
                  </a:cubicBezTo>
                  <a:cubicBezTo>
                    <a:pt x="348" y="4206"/>
                    <a:pt x="474" y="4277"/>
                    <a:pt x="600" y="4277"/>
                  </a:cubicBezTo>
                  <a:cubicBezTo>
                    <a:pt x="726" y="4277"/>
                    <a:pt x="852" y="4206"/>
                    <a:pt x="915" y="4065"/>
                  </a:cubicBezTo>
                  <a:cubicBezTo>
                    <a:pt x="1072" y="3718"/>
                    <a:pt x="1324" y="3435"/>
                    <a:pt x="1639" y="3246"/>
                  </a:cubicBezTo>
                  <a:lnTo>
                    <a:pt x="1639" y="3246"/>
                  </a:lnTo>
                  <a:cubicBezTo>
                    <a:pt x="1419" y="3718"/>
                    <a:pt x="1387" y="4128"/>
                    <a:pt x="1419" y="4600"/>
                  </a:cubicBezTo>
                  <a:cubicBezTo>
                    <a:pt x="2206" y="3025"/>
                    <a:pt x="3624" y="1765"/>
                    <a:pt x="5325" y="1513"/>
                  </a:cubicBezTo>
                  <a:cubicBezTo>
                    <a:pt x="4853" y="599"/>
                    <a:pt x="3908" y="1"/>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52" name="Google Shape;7452;p87"/>
          <p:cNvSpPr/>
          <p:nvPr/>
        </p:nvSpPr>
        <p:spPr>
          <a:xfrm>
            <a:off x="5135108" y="3341975"/>
            <a:ext cx="448180" cy="450507"/>
          </a:xfrm>
          <a:custGeom>
            <a:avLst/>
            <a:gdLst/>
            <a:ahLst/>
            <a:cxnLst/>
            <a:rect l="l" t="t" r="r" b="b"/>
            <a:pathLst>
              <a:path w="12131" h="12194" extrusionOk="0">
                <a:moveTo>
                  <a:pt x="5798" y="1639"/>
                </a:moveTo>
                <a:lnTo>
                  <a:pt x="5798" y="2395"/>
                </a:lnTo>
                <a:lnTo>
                  <a:pt x="3782" y="3214"/>
                </a:lnTo>
                <a:lnTo>
                  <a:pt x="3214" y="2679"/>
                </a:lnTo>
                <a:lnTo>
                  <a:pt x="5798" y="1639"/>
                </a:lnTo>
                <a:close/>
                <a:moveTo>
                  <a:pt x="6491" y="1639"/>
                </a:moveTo>
                <a:lnTo>
                  <a:pt x="9043" y="2679"/>
                </a:lnTo>
                <a:lnTo>
                  <a:pt x="8507" y="3214"/>
                </a:lnTo>
                <a:lnTo>
                  <a:pt x="6491" y="2395"/>
                </a:lnTo>
                <a:lnTo>
                  <a:pt x="6491" y="1639"/>
                </a:lnTo>
                <a:close/>
                <a:moveTo>
                  <a:pt x="5798" y="3151"/>
                </a:moveTo>
                <a:lnTo>
                  <a:pt x="5798" y="3939"/>
                </a:lnTo>
                <a:lnTo>
                  <a:pt x="4853" y="4285"/>
                </a:lnTo>
                <a:lnTo>
                  <a:pt x="4286" y="3718"/>
                </a:lnTo>
                <a:lnTo>
                  <a:pt x="5798" y="3151"/>
                </a:lnTo>
                <a:close/>
                <a:moveTo>
                  <a:pt x="6491" y="3183"/>
                </a:moveTo>
                <a:lnTo>
                  <a:pt x="8003" y="3781"/>
                </a:lnTo>
                <a:lnTo>
                  <a:pt x="7436" y="4317"/>
                </a:lnTo>
                <a:lnTo>
                  <a:pt x="6491" y="3970"/>
                </a:lnTo>
                <a:lnTo>
                  <a:pt x="6491" y="3183"/>
                </a:lnTo>
                <a:close/>
                <a:moveTo>
                  <a:pt x="5798" y="4695"/>
                </a:moveTo>
                <a:lnTo>
                  <a:pt x="5798" y="5231"/>
                </a:lnTo>
                <a:lnTo>
                  <a:pt x="5388" y="4853"/>
                </a:lnTo>
                <a:lnTo>
                  <a:pt x="5798" y="4695"/>
                </a:lnTo>
                <a:close/>
                <a:moveTo>
                  <a:pt x="6491" y="4727"/>
                </a:moveTo>
                <a:lnTo>
                  <a:pt x="6901" y="4884"/>
                </a:lnTo>
                <a:lnTo>
                  <a:pt x="6491" y="5262"/>
                </a:lnTo>
                <a:lnTo>
                  <a:pt x="6491" y="4727"/>
                </a:lnTo>
                <a:close/>
                <a:moveTo>
                  <a:pt x="2679" y="3183"/>
                </a:moveTo>
                <a:lnTo>
                  <a:pt x="3214" y="3718"/>
                </a:lnTo>
                <a:lnTo>
                  <a:pt x="2395" y="5735"/>
                </a:lnTo>
                <a:lnTo>
                  <a:pt x="1608" y="5735"/>
                </a:lnTo>
                <a:lnTo>
                  <a:pt x="2679" y="3183"/>
                </a:lnTo>
                <a:close/>
                <a:moveTo>
                  <a:pt x="3782" y="4254"/>
                </a:moveTo>
                <a:lnTo>
                  <a:pt x="4317" y="4790"/>
                </a:lnTo>
                <a:lnTo>
                  <a:pt x="3971" y="5735"/>
                </a:lnTo>
                <a:lnTo>
                  <a:pt x="3183" y="5735"/>
                </a:lnTo>
                <a:lnTo>
                  <a:pt x="3782" y="4254"/>
                </a:lnTo>
                <a:close/>
                <a:moveTo>
                  <a:pt x="4884" y="5357"/>
                </a:moveTo>
                <a:lnTo>
                  <a:pt x="5262" y="5735"/>
                </a:lnTo>
                <a:lnTo>
                  <a:pt x="4727" y="5735"/>
                </a:lnTo>
                <a:lnTo>
                  <a:pt x="4884" y="5357"/>
                </a:lnTo>
                <a:close/>
                <a:moveTo>
                  <a:pt x="7405" y="5357"/>
                </a:moveTo>
                <a:lnTo>
                  <a:pt x="7562" y="5735"/>
                </a:lnTo>
                <a:lnTo>
                  <a:pt x="6995" y="5735"/>
                </a:lnTo>
                <a:lnTo>
                  <a:pt x="7405" y="5357"/>
                </a:lnTo>
                <a:close/>
                <a:moveTo>
                  <a:pt x="8507" y="4254"/>
                </a:moveTo>
                <a:lnTo>
                  <a:pt x="9106" y="5735"/>
                </a:lnTo>
                <a:lnTo>
                  <a:pt x="8318" y="5735"/>
                </a:lnTo>
                <a:lnTo>
                  <a:pt x="7940" y="4790"/>
                </a:lnTo>
                <a:lnTo>
                  <a:pt x="8507" y="4254"/>
                </a:lnTo>
                <a:close/>
                <a:moveTo>
                  <a:pt x="9578" y="3183"/>
                </a:moveTo>
                <a:lnTo>
                  <a:pt x="10587" y="5735"/>
                </a:lnTo>
                <a:lnTo>
                  <a:pt x="9831" y="5735"/>
                </a:lnTo>
                <a:lnTo>
                  <a:pt x="9011" y="3718"/>
                </a:lnTo>
                <a:lnTo>
                  <a:pt x="9578" y="3183"/>
                </a:lnTo>
                <a:close/>
                <a:moveTo>
                  <a:pt x="5262" y="6459"/>
                </a:moveTo>
                <a:lnTo>
                  <a:pt x="4884" y="6837"/>
                </a:lnTo>
                <a:lnTo>
                  <a:pt x="4727" y="6459"/>
                </a:lnTo>
                <a:close/>
                <a:moveTo>
                  <a:pt x="7531" y="6459"/>
                </a:moveTo>
                <a:lnTo>
                  <a:pt x="7373" y="6837"/>
                </a:lnTo>
                <a:lnTo>
                  <a:pt x="6964" y="6459"/>
                </a:lnTo>
                <a:close/>
                <a:moveTo>
                  <a:pt x="5798" y="6932"/>
                </a:moveTo>
                <a:lnTo>
                  <a:pt x="5798" y="7467"/>
                </a:lnTo>
                <a:lnTo>
                  <a:pt x="5388" y="7310"/>
                </a:lnTo>
                <a:lnTo>
                  <a:pt x="5798" y="6932"/>
                </a:lnTo>
                <a:close/>
                <a:moveTo>
                  <a:pt x="6491" y="6963"/>
                </a:moveTo>
                <a:lnTo>
                  <a:pt x="6901" y="7373"/>
                </a:lnTo>
                <a:lnTo>
                  <a:pt x="6491" y="7530"/>
                </a:lnTo>
                <a:lnTo>
                  <a:pt x="6491" y="6963"/>
                </a:lnTo>
                <a:close/>
                <a:moveTo>
                  <a:pt x="3971" y="6459"/>
                </a:moveTo>
                <a:lnTo>
                  <a:pt x="4317" y="7404"/>
                </a:lnTo>
                <a:lnTo>
                  <a:pt x="3782" y="7940"/>
                </a:lnTo>
                <a:lnTo>
                  <a:pt x="3183" y="6459"/>
                </a:lnTo>
                <a:close/>
                <a:moveTo>
                  <a:pt x="9043" y="6459"/>
                </a:moveTo>
                <a:lnTo>
                  <a:pt x="8476" y="7940"/>
                </a:lnTo>
                <a:lnTo>
                  <a:pt x="7909" y="7404"/>
                </a:lnTo>
                <a:lnTo>
                  <a:pt x="8255" y="6459"/>
                </a:lnTo>
                <a:close/>
                <a:moveTo>
                  <a:pt x="2427" y="6459"/>
                </a:moveTo>
                <a:lnTo>
                  <a:pt x="3277" y="8476"/>
                </a:lnTo>
                <a:lnTo>
                  <a:pt x="2710" y="9011"/>
                </a:lnTo>
                <a:lnTo>
                  <a:pt x="1639" y="6459"/>
                </a:lnTo>
                <a:close/>
                <a:moveTo>
                  <a:pt x="4853" y="7877"/>
                </a:moveTo>
                <a:lnTo>
                  <a:pt x="5798" y="8224"/>
                </a:lnTo>
                <a:lnTo>
                  <a:pt x="5798" y="9011"/>
                </a:lnTo>
                <a:lnTo>
                  <a:pt x="4286" y="8413"/>
                </a:lnTo>
                <a:lnTo>
                  <a:pt x="4853" y="7877"/>
                </a:lnTo>
                <a:close/>
                <a:moveTo>
                  <a:pt x="7436" y="7908"/>
                </a:moveTo>
                <a:lnTo>
                  <a:pt x="8003" y="8444"/>
                </a:lnTo>
                <a:lnTo>
                  <a:pt x="6491" y="9043"/>
                </a:lnTo>
                <a:lnTo>
                  <a:pt x="6491" y="8255"/>
                </a:lnTo>
                <a:lnTo>
                  <a:pt x="7436" y="7908"/>
                </a:lnTo>
                <a:close/>
                <a:moveTo>
                  <a:pt x="10618" y="6491"/>
                </a:moveTo>
                <a:lnTo>
                  <a:pt x="9578" y="9043"/>
                </a:lnTo>
                <a:lnTo>
                  <a:pt x="9011" y="8507"/>
                </a:lnTo>
                <a:lnTo>
                  <a:pt x="9831" y="6491"/>
                </a:lnTo>
                <a:close/>
                <a:moveTo>
                  <a:pt x="3782" y="8980"/>
                </a:moveTo>
                <a:lnTo>
                  <a:pt x="5798" y="9799"/>
                </a:lnTo>
                <a:lnTo>
                  <a:pt x="5798" y="10555"/>
                </a:lnTo>
                <a:lnTo>
                  <a:pt x="3214" y="9515"/>
                </a:lnTo>
                <a:lnTo>
                  <a:pt x="3782" y="8980"/>
                </a:lnTo>
                <a:close/>
                <a:moveTo>
                  <a:pt x="8507" y="8917"/>
                </a:moveTo>
                <a:lnTo>
                  <a:pt x="9043" y="9484"/>
                </a:lnTo>
                <a:lnTo>
                  <a:pt x="6491" y="10555"/>
                </a:lnTo>
                <a:lnTo>
                  <a:pt x="6491" y="9767"/>
                </a:lnTo>
                <a:lnTo>
                  <a:pt x="8507" y="8917"/>
                </a:lnTo>
                <a:close/>
                <a:moveTo>
                  <a:pt x="6113" y="1"/>
                </a:moveTo>
                <a:cubicBezTo>
                  <a:pt x="5892" y="1"/>
                  <a:pt x="5735" y="158"/>
                  <a:pt x="5735" y="347"/>
                </a:cubicBezTo>
                <a:lnTo>
                  <a:pt x="5735" y="851"/>
                </a:lnTo>
                <a:lnTo>
                  <a:pt x="2647" y="2112"/>
                </a:lnTo>
                <a:lnTo>
                  <a:pt x="2332" y="1797"/>
                </a:lnTo>
                <a:cubicBezTo>
                  <a:pt x="2254" y="1718"/>
                  <a:pt x="2159" y="1678"/>
                  <a:pt x="2065" y="1678"/>
                </a:cubicBezTo>
                <a:cubicBezTo>
                  <a:pt x="1970" y="1678"/>
                  <a:pt x="1875" y="1718"/>
                  <a:pt x="1797" y="1797"/>
                </a:cubicBezTo>
                <a:cubicBezTo>
                  <a:pt x="1639" y="1954"/>
                  <a:pt x="1639" y="2143"/>
                  <a:pt x="1797" y="2332"/>
                </a:cubicBezTo>
                <a:lnTo>
                  <a:pt x="2112" y="2647"/>
                </a:lnTo>
                <a:lnTo>
                  <a:pt x="852" y="5735"/>
                </a:lnTo>
                <a:lnTo>
                  <a:pt x="348" y="5735"/>
                </a:lnTo>
                <a:cubicBezTo>
                  <a:pt x="158" y="5735"/>
                  <a:pt x="1" y="5892"/>
                  <a:pt x="1" y="6081"/>
                </a:cubicBezTo>
                <a:cubicBezTo>
                  <a:pt x="1" y="6302"/>
                  <a:pt x="158" y="6459"/>
                  <a:pt x="348" y="6459"/>
                </a:cubicBezTo>
                <a:lnTo>
                  <a:pt x="852" y="6459"/>
                </a:lnTo>
                <a:lnTo>
                  <a:pt x="2112" y="9547"/>
                </a:lnTo>
                <a:lnTo>
                  <a:pt x="1797" y="9862"/>
                </a:lnTo>
                <a:cubicBezTo>
                  <a:pt x="1639" y="10019"/>
                  <a:pt x="1639" y="10240"/>
                  <a:pt x="1797" y="10397"/>
                </a:cubicBezTo>
                <a:cubicBezTo>
                  <a:pt x="1891" y="10460"/>
                  <a:pt x="1954" y="10492"/>
                  <a:pt x="2049" y="10492"/>
                </a:cubicBezTo>
                <a:cubicBezTo>
                  <a:pt x="2112" y="10492"/>
                  <a:pt x="2238" y="10460"/>
                  <a:pt x="2269" y="10397"/>
                </a:cubicBezTo>
                <a:lnTo>
                  <a:pt x="2584" y="10082"/>
                </a:lnTo>
                <a:lnTo>
                  <a:pt x="5703" y="11343"/>
                </a:lnTo>
                <a:lnTo>
                  <a:pt x="5703" y="11847"/>
                </a:lnTo>
                <a:cubicBezTo>
                  <a:pt x="5703" y="12036"/>
                  <a:pt x="5861" y="12193"/>
                  <a:pt x="6050" y="12193"/>
                </a:cubicBezTo>
                <a:cubicBezTo>
                  <a:pt x="6270" y="12193"/>
                  <a:pt x="6428" y="12036"/>
                  <a:pt x="6428" y="11847"/>
                </a:cubicBezTo>
                <a:lnTo>
                  <a:pt x="6428" y="11343"/>
                </a:lnTo>
                <a:lnTo>
                  <a:pt x="9515" y="10082"/>
                </a:lnTo>
                <a:lnTo>
                  <a:pt x="9831" y="10397"/>
                </a:lnTo>
                <a:cubicBezTo>
                  <a:pt x="9925" y="10460"/>
                  <a:pt x="9988" y="10492"/>
                  <a:pt x="10083" y="10492"/>
                </a:cubicBezTo>
                <a:cubicBezTo>
                  <a:pt x="10146" y="10492"/>
                  <a:pt x="10272" y="10460"/>
                  <a:pt x="10303" y="10397"/>
                </a:cubicBezTo>
                <a:cubicBezTo>
                  <a:pt x="10461" y="10240"/>
                  <a:pt x="10461" y="10019"/>
                  <a:pt x="10303" y="9862"/>
                </a:cubicBezTo>
                <a:lnTo>
                  <a:pt x="9988" y="9547"/>
                </a:lnTo>
                <a:lnTo>
                  <a:pt x="11248" y="6459"/>
                </a:lnTo>
                <a:lnTo>
                  <a:pt x="11784" y="6459"/>
                </a:lnTo>
                <a:cubicBezTo>
                  <a:pt x="11973" y="6459"/>
                  <a:pt x="12130" y="6302"/>
                  <a:pt x="12130" y="6081"/>
                </a:cubicBezTo>
                <a:cubicBezTo>
                  <a:pt x="12130" y="5892"/>
                  <a:pt x="12036" y="5735"/>
                  <a:pt x="11847" y="5735"/>
                </a:cubicBezTo>
                <a:lnTo>
                  <a:pt x="11343" y="5735"/>
                </a:lnTo>
                <a:lnTo>
                  <a:pt x="10083" y="2647"/>
                </a:lnTo>
                <a:lnTo>
                  <a:pt x="10398" y="2332"/>
                </a:lnTo>
                <a:cubicBezTo>
                  <a:pt x="10555" y="2175"/>
                  <a:pt x="10555" y="1954"/>
                  <a:pt x="10398" y="1797"/>
                </a:cubicBezTo>
                <a:cubicBezTo>
                  <a:pt x="10319" y="1718"/>
                  <a:pt x="10232" y="1678"/>
                  <a:pt x="10146" y="1678"/>
                </a:cubicBezTo>
                <a:cubicBezTo>
                  <a:pt x="10059" y="1678"/>
                  <a:pt x="9972" y="1718"/>
                  <a:pt x="9894" y="1797"/>
                </a:cubicBezTo>
                <a:lnTo>
                  <a:pt x="9578" y="2112"/>
                </a:lnTo>
                <a:lnTo>
                  <a:pt x="6459" y="851"/>
                </a:lnTo>
                <a:lnTo>
                  <a:pt x="6459" y="347"/>
                </a:lnTo>
                <a:cubicBezTo>
                  <a:pt x="6459" y="158"/>
                  <a:pt x="6302" y="1"/>
                  <a:pt x="61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53" name="Google Shape;7453;p87"/>
          <p:cNvGrpSpPr/>
          <p:nvPr/>
        </p:nvGrpSpPr>
        <p:grpSpPr>
          <a:xfrm>
            <a:off x="8012905" y="2243724"/>
            <a:ext cx="373662" cy="449030"/>
            <a:chOff x="-16018450" y="4058400"/>
            <a:chExt cx="252850" cy="303850"/>
          </a:xfrm>
        </p:grpSpPr>
        <p:sp>
          <p:nvSpPr>
            <p:cNvPr id="7454" name="Google Shape;7454;p87"/>
            <p:cNvSpPr/>
            <p:nvPr/>
          </p:nvSpPr>
          <p:spPr>
            <a:xfrm>
              <a:off x="-15927875" y="4129900"/>
              <a:ext cx="88250" cy="89025"/>
            </a:xfrm>
            <a:custGeom>
              <a:avLst/>
              <a:gdLst/>
              <a:ahLst/>
              <a:cxnLst/>
              <a:rect l="l" t="t" r="r" b="b"/>
              <a:pathLst>
                <a:path w="3530" h="3561" extrusionOk="0">
                  <a:moveTo>
                    <a:pt x="1765" y="0"/>
                  </a:moveTo>
                  <a:cubicBezTo>
                    <a:pt x="788" y="0"/>
                    <a:pt x="1" y="788"/>
                    <a:pt x="1" y="1764"/>
                  </a:cubicBezTo>
                  <a:cubicBezTo>
                    <a:pt x="1" y="2772"/>
                    <a:pt x="788" y="3560"/>
                    <a:pt x="1765" y="3560"/>
                  </a:cubicBezTo>
                  <a:cubicBezTo>
                    <a:pt x="2742" y="3560"/>
                    <a:pt x="3529" y="2772"/>
                    <a:pt x="3529" y="1764"/>
                  </a:cubicBezTo>
                  <a:cubicBezTo>
                    <a:pt x="3529" y="788"/>
                    <a:pt x="2742"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87"/>
            <p:cNvSpPr/>
            <p:nvPr/>
          </p:nvSpPr>
          <p:spPr>
            <a:xfrm>
              <a:off x="-16002700" y="4058400"/>
              <a:ext cx="237100" cy="233575"/>
            </a:xfrm>
            <a:custGeom>
              <a:avLst/>
              <a:gdLst/>
              <a:ahLst/>
              <a:cxnLst/>
              <a:rect l="l" t="t" r="r" b="b"/>
              <a:pathLst>
                <a:path w="9484" h="9343" extrusionOk="0">
                  <a:moveTo>
                    <a:pt x="4758" y="2167"/>
                  </a:moveTo>
                  <a:cubicBezTo>
                    <a:pt x="6144" y="2167"/>
                    <a:pt x="7247" y="3270"/>
                    <a:pt x="7247" y="4656"/>
                  </a:cubicBezTo>
                  <a:cubicBezTo>
                    <a:pt x="7247" y="6010"/>
                    <a:pt x="6144" y="7113"/>
                    <a:pt x="4758" y="7113"/>
                  </a:cubicBezTo>
                  <a:cubicBezTo>
                    <a:pt x="3372" y="7113"/>
                    <a:pt x="2269" y="6010"/>
                    <a:pt x="2269" y="4656"/>
                  </a:cubicBezTo>
                  <a:cubicBezTo>
                    <a:pt x="2269" y="3270"/>
                    <a:pt x="3372" y="2167"/>
                    <a:pt x="4758" y="2167"/>
                  </a:cubicBezTo>
                  <a:close/>
                  <a:moveTo>
                    <a:pt x="4742" y="1"/>
                  </a:moveTo>
                  <a:cubicBezTo>
                    <a:pt x="4648" y="1"/>
                    <a:pt x="4553" y="40"/>
                    <a:pt x="4474" y="119"/>
                  </a:cubicBezTo>
                  <a:cubicBezTo>
                    <a:pt x="4159" y="434"/>
                    <a:pt x="3939" y="781"/>
                    <a:pt x="3813" y="1222"/>
                  </a:cubicBezTo>
                  <a:cubicBezTo>
                    <a:pt x="3498" y="938"/>
                    <a:pt x="3120" y="686"/>
                    <a:pt x="2679" y="623"/>
                  </a:cubicBezTo>
                  <a:cubicBezTo>
                    <a:pt x="2655" y="619"/>
                    <a:pt x="2630" y="617"/>
                    <a:pt x="2606" y="617"/>
                  </a:cubicBezTo>
                  <a:cubicBezTo>
                    <a:pt x="2437" y="617"/>
                    <a:pt x="2265" y="710"/>
                    <a:pt x="2238" y="875"/>
                  </a:cubicBezTo>
                  <a:cubicBezTo>
                    <a:pt x="2112" y="1285"/>
                    <a:pt x="2112" y="1726"/>
                    <a:pt x="2206" y="2135"/>
                  </a:cubicBezTo>
                  <a:cubicBezTo>
                    <a:pt x="2001" y="2092"/>
                    <a:pt x="1797" y="2068"/>
                    <a:pt x="1595" y="2068"/>
                  </a:cubicBezTo>
                  <a:cubicBezTo>
                    <a:pt x="1362" y="2068"/>
                    <a:pt x="1134" y="2099"/>
                    <a:pt x="914" y="2167"/>
                  </a:cubicBezTo>
                  <a:cubicBezTo>
                    <a:pt x="694" y="2198"/>
                    <a:pt x="599" y="2387"/>
                    <a:pt x="662" y="2608"/>
                  </a:cubicBezTo>
                  <a:cubicBezTo>
                    <a:pt x="788" y="3018"/>
                    <a:pt x="977" y="3396"/>
                    <a:pt x="1261" y="3742"/>
                  </a:cubicBezTo>
                  <a:cubicBezTo>
                    <a:pt x="851" y="3868"/>
                    <a:pt x="473" y="4089"/>
                    <a:pt x="158" y="4404"/>
                  </a:cubicBezTo>
                  <a:cubicBezTo>
                    <a:pt x="1" y="4561"/>
                    <a:pt x="1" y="4750"/>
                    <a:pt x="158" y="4908"/>
                  </a:cubicBezTo>
                  <a:cubicBezTo>
                    <a:pt x="473" y="5223"/>
                    <a:pt x="820" y="5475"/>
                    <a:pt x="1261" y="5601"/>
                  </a:cubicBezTo>
                  <a:cubicBezTo>
                    <a:pt x="977" y="5916"/>
                    <a:pt x="757" y="6294"/>
                    <a:pt x="662" y="6735"/>
                  </a:cubicBezTo>
                  <a:cubicBezTo>
                    <a:pt x="631" y="6924"/>
                    <a:pt x="757" y="7113"/>
                    <a:pt x="914" y="7176"/>
                  </a:cubicBezTo>
                  <a:cubicBezTo>
                    <a:pt x="1140" y="7228"/>
                    <a:pt x="1375" y="7252"/>
                    <a:pt x="1614" y="7252"/>
                  </a:cubicBezTo>
                  <a:cubicBezTo>
                    <a:pt x="1810" y="7252"/>
                    <a:pt x="2008" y="7236"/>
                    <a:pt x="2206" y="7208"/>
                  </a:cubicBezTo>
                  <a:lnTo>
                    <a:pt x="2206" y="7208"/>
                  </a:lnTo>
                  <a:cubicBezTo>
                    <a:pt x="2112" y="7649"/>
                    <a:pt x="2112" y="8058"/>
                    <a:pt x="2238" y="8468"/>
                  </a:cubicBezTo>
                  <a:cubicBezTo>
                    <a:pt x="2262" y="8613"/>
                    <a:pt x="2397" y="8721"/>
                    <a:pt x="2544" y="8721"/>
                  </a:cubicBezTo>
                  <a:cubicBezTo>
                    <a:pt x="2589" y="8721"/>
                    <a:pt x="2634" y="8711"/>
                    <a:pt x="2679" y="8688"/>
                  </a:cubicBezTo>
                  <a:cubicBezTo>
                    <a:pt x="3120" y="8594"/>
                    <a:pt x="3466" y="8373"/>
                    <a:pt x="3813" y="8121"/>
                  </a:cubicBezTo>
                  <a:cubicBezTo>
                    <a:pt x="3939" y="8499"/>
                    <a:pt x="4159" y="8909"/>
                    <a:pt x="4474" y="9224"/>
                  </a:cubicBezTo>
                  <a:cubicBezTo>
                    <a:pt x="4553" y="9303"/>
                    <a:pt x="4648" y="9342"/>
                    <a:pt x="4742" y="9342"/>
                  </a:cubicBezTo>
                  <a:cubicBezTo>
                    <a:pt x="4837" y="9342"/>
                    <a:pt x="4931" y="9303"/>
                    <a:pt x="5010" y="9224"/>
                  </a:cubicBezTo>
                  <a:cubicBezTo>
                    <a:pt x="5325" y="8909"/>
                    <a:pt x="5546" y="8531"/>
                    <a:pt x="5672" y="8121"/>
                  </a:cubicBezTo>
                  <a:cubicBezTo>
                    <a:pt x="5987" y="8342"/>
                    <a:pt x="6365" y="8594"/>
                    <a:pt x="6806" y="8688"/>
                  </a:cubicBezTo>
                  <a:cubicBezTo>
                    <a:pt x="6840" y="8700"/>
                    <a:pt x="6875" y="8705"/>
                    <a:pt x="6910" y="8705"/>
                  </a:cubicBezTo>
                  <a:cubicBezTo>
                    <a:pt x="7068" y="8705"/>
                    <a:pt x="7221" y="8597"/>
                    <a:pt x="7247" y="8468"/>
                  </a:cubicBezTo>
                  <a:cubicBezTo>
                    <a:pt x="7373" y="8027"/>
                    <a:pt x="7373" y="7586"/>
                    <a:pt x="7278" y="7208"/>
                  </a:cubicBezTo>
                  <a:lnTo>
                    <a:pt x="7278" y="7208"/>
                  </a:lnTo>
                  <a:cubicBezTo>
                    <a:pt x="7477" y="7236"/>
                    <a:pt x="7675" y="7252"/>
                    <a:pt x="7870" y="7252"/>
                  </a:cubicBezTo>
                  <a:cubicBezTo>
                    <a:pt x="8110" y="7252"/>
                    <a:pt x="8345" y="7228"/>
                    <a:pt x="8570" y="7176"/>
                  </a:cubicBezTo>
                  <a:cubicBezTo>
                    <a:pt x="8791" y="7113"/>
                    <a:pt x="8885" y="6924"/>
                    <a:pt x="8822" y="6735"/>
                  </a:cubicBezTo>
                  <a:cubicBezTo>
                    <a:pt x="8696" y="6294"/>
                    <a:pt x="8507" y="5947"/>
                    <a:pt x="8224" y="5601"/>
                  </a:cubicBezTo>
                  <a:cubicBezTo>
                    <a:pt x="8633" y="5475"/>
                    <a:pt x="9011" y="5223"/>
                    <a:pt x="9326" y="4908"/>
                  </a:cubicBezTo>
                  <a:cubicBezTo>
                    <a:pt x="9484" y="4750"/>
                    <a:pt x="9484" y="4561"/>
                    <a:pt x="9326" y="4404"/>
                  </a:cubicBezTo>
                  <a:cubicBezTo>
                    <a:pt x="9011" y="4089"/>
                    <a:pt x="8665" y="3868"/>
                    <a:pt x="8224" y="3742"/>
                  </a:cubicBezTo>
                  <a:cubicBezTo>
                    <a:pt x="8507" y="3427"/>
                    <a:pt x="8728" y="3018"/>
                    <a:pt x="8822" y="2608"/>
                  </a:cubicBezTo>
                  <a:cubicBezTo>
                    <a:pt x="8854" y="2387"/>
                    <a:pt x="8728" y="2198"/>
                    <a:pt x="8570" y="2167"/>
                  </a:cubicBezTo>
                  <a:cubicBezTo>
                    <a:pt x="8351" y="2099"/>
                    <a:pt x="8122" y="2068"/>
                    <a:pt x="7889" y="2068"/>
                  </a:cubicBezTo>
                  <a:cubicBezTo>
                    <a:pt x="7688" y="2068"/>
                    <a:pt x="7483" y="2092"/>
                    <a:pt x="7278" y="2135"/>
                  </a:cubicBezTo>
                  <a:cubicBezTo>
                    <a:pt x="7373" y="1694"/>
                    <a:pt x="7373" y="1253"/>
                    <a:pt x="7247" y="875"/>
                  </a:cubicBezTo>
                  <a:cubicBezTo>
                    <a:pt x="7223" y="705"/>
                    <a:pt x="7086" y="591"/>
                    <a:pt x="6938" y="591"/>
                  </a:cubicBezTo>
                  <a:cubicBezTo>
                    <a:pt x="6894" y="591"/>
                    <a:pt x="6849" y="602"/>
                    <a:pt x="6806" y="623"/>
                  </a:cubicBezTo>
                  <a:cubicBezTo>
                    <a:pt x="6365" y="749"/>
                    <a:pt x="6018" y="938"/>
                    <a:pt x="5672" y="1222"/>
                  </a:cubicBezTo>
                  <a:cubicBezTo>
                    <a:pt x="5546" y="812"/>
                    <a:pt x="5325" y="434"/>
                    <a:pt x="5010" y="119"/>
                  </a:cubicBezTo>
                  <a:cubicBezTo>
                    <a:pt x="4931" y="40"/>
                    <a:pt x="4837" y="1"/>
                    <a:pt x="4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87"/>
            <p:cNvSpPr/>
            <p:nvPr/>
          </p:nvSpPr>
          <p:spPr>
            <a:xfrm>
              <a:off x="-16018450" y="4253550"/>
              <a:ext cx="129200" cy="108700"/>
            </a:xfrm>
            <a:custGeom>
              <a:avLst/>
              <a:gdLst/>
              <a:ahLst/>
              <a:cxnLst/>
              <a:rect l="l" t="t" r="r" b="b"/>
              <a:pathLst>
                <a:path w="5168" h="4348" extrusionOk="0">
                  <a:moveTo>
                    <a:pt x="1009" y="0"/>
                  </a:moveTo>
                  <a:cubicBezTo>
                    <a:pt x="410" y="693"/>
                    <a:pt x="1" y="1607"/>
                    <a:pt x="1" y="2615"/>
                  </a:cubicBezTo>
                  <a:lnTo>
                    <a:pt x="1" y="4001"/>
                  </a:lnTo>
                  <a:lnTo>
                    <a:pt x="32" y="4001"/>
                  </a:lnTo>
                  <a:cubicBezTo>
                    <a:pt x="32" y="4190"/>
                    <a:pt x="190" y="4348"/>
                    <a:pt x="410" y="4348"/>
                  </a:cubicBezTo>
                  <a:lnTo>
                    <a:pt x="1796" y="4348"/>
                  </a:lnTo>
                  <a:cubicBezTo>
                    <a:pt x="3214" y="4348"/>
                    <a:pt x="4443" y="3560"/>
                    <a:pt x="5167" y="2426"/>
                  </a:cubicBezTo>
                  <a:cubicBezTo>
                    <a:pt x="4915" y="2237"/>
                    <a:pt x="4411" y="1733"/>
                    <a:pt x="4159" y="1355"/>
                  </a:cubicBezTo>
                  <a:cubicBezTo>
                    <a:pt x="3750" y="1576"/>
                    <a:pt x="3309" y="1670"/>
                    <a:pt x="2836" y="1796"/>
                  </a:cubicBezTo>
                  <a:cubicBezTo>
                    <a:pt x="2805" y="1801"/>
                    <a:pt x="2774" y="1804"/>
                    <a:pt x="2743" y="1804"/>
                  </a:cubicBezTo>
                  <a:cubicBezTo>
                    <a:pt x="2580" y="1804"/>
                    <a:pt x="2421" y="1734"/>
                    <a:pt x="2395" y="1576"/>
                  </a:cubicBezTo>
                  <a:cubicBezTo>
                    <a:pt x="2269" y="1040"/>
                    <a:pt x="2111" y="662"/>
                    <a:pt x="2080" y="189"/>
                  </a:cubicBezTo>
                  <a:cubicBezTo>
                    <a:pt x="1702" y="158"/>
                    <a:pt x="1418" y="63"/>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87"/>
            <p:cNvSpPr/>
            <p:nvPr/>
          </p:nvSpPr>
          <p:spPr>
            <a:xfrm>
              <a:off x="-15876675" y="4254325"/>
              <a:ext cx="107925" cy="90600"/>
            </a:xfrm>
            <a:custGeom>
              <a:avLst/>
              <a:gdLst/>
              <a:ahLst/>
              <a:cxnLst/>
              <a:rect l="l" t="t" r="r" b="b"/>
              <a:pathLst>
                <a:path w="4317" h="3624" extrusionOk="0">
                  <a:moveTo>
                    <a:pt x="3750" y="1"/>
                  </a:moveTo>
                  <a:cubicBezTo>
                    <a:pt x="3466" y="64"/>
                    <a:pt x="3277" y="127"/>
                    <a:pt x="2993" y="127"/>
                  </a:cubicBezTo>
                  <a:cubicBezTo>
                    <a:pt x="2962" y="599"/>
                    <a:pt x="2836" y="977"/>
                    <a:pt x="2678" y="1482"/>
                  </a:cubicBezTo>
                  <a:cubicBezTo>
                    <a:pt x="2653" y="1657"/>
                    <a:pt x="2509" y="1753"/>
                    <a:pt x="2355" y="1753"/>
                  </a:cubicBezTo>
                  <a:cubicBezTo>
                    <a:pt x="2316" y="1753"/>
                    <a:pt x="2276" y="1746"/>
                    <a:pt x="2237" y="1734"/>
                  </a:cubicBezTo>
                  <a:cubicBezTo>
                    <a:pt x="1733" y="1608"/>
                    <a:pt x="1292" y="1482"/>
                    <a:pt x="914" y="1292"/>
                  </a:cubicBezTo>
                  <a:cubicBezTo>
                    <a:pt x="631" y="1702"/>
                    <a:pt x="347" y="1923"/>
                    <a:pt x="1" y="2269"/>
                  </a:cubicBezTo>
                  <a:cubicBezTo>
                    <a:pt x="599" y="3057"/>
                    <a:pt x="1481" y="3592"/>
                    <a:pt x="2552" y="3592"/>
                  </a:cubicBezTo>
                  <a:lnTo>
                    <a:pt x="3970" y="3592"/>
                  </a:lnTo>
                  <a:lnTo>
                    <a:pt x="3970" y="3624"/>
                  </a:lnTo>
                  <a:cubicBezTo>
                    <a:pt x="4159" y="3624"/>
                    <a:pt x="4317" y="3466"/>
                    <a:pt x="4317" y="3277"/>
                  </a:cubicBezTo>
                  <a:lnTo>
                    <a:pt x="4317" y="1860"/>
                  </a:lnTo>
                  <a:cubicBezTo>
                    <a:pt x="4317" y="1166"/>
                    <a:pt x="4096" y="536"/>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58" name="Google Shape;7458;p87"/>
          <p:cNvSpPr/>
          <p:nvPr/>
        </p:nvSpPr>
        <p:spPr>
          <a:xfrm>
            <a:off x="6245621" y="3343157"/>
            <a:ext cx="449288" cy="448143"/>
          </a:xfrm>
          <a:custGeom>
            <a:avLst/>
            <a:gdLst/>
            <a:ahLst/>
            <a:cxnLst/>
            <a:rect l="l" t="t" r="r" b="b"/>
            <a:pathLst>
              <a:path w="12161" h="12130" extrusionOk="0">
                <a:moveTo>
                  <a:pt x="3245" y="0"/>
                </a:moveTo>
                <a:cubicBezTo>
                  <a:pt x="3245" y="0"/>
                  <a:pt x="2174" y="820"/>
                  <a:pt x="2174" y="1765"/>
                </a:cubicBezTo>
                <a:cubicBezTo>
                  <a:pt x="2174" y="2363"/>
                  <a:pt x="2552" y="2930"/>
                  <a:pt x="2867" y="3245"/>
                </a:cubicBezTo>
                <a:lnTo>
                  <a:pt x="2867" y="4254"/>
                </a:lnTo>
                <a:cubicBezTo>
                  <a:pt x="2867" y="3466"/>
                  <a:pt x="2237" y="2836"/>
                  <a:pt x="1449" y="2836"/>
                </a:cubicBezTo>
                <a:lnTo>
                  <a:pt x="756" y="2836"/>
                </a:lnTo>
                <a:lnTo>
                  <a:pt x="756" y="3560"/>
                </a:lnTo>
                <a:cubicBezTo>
                  <a:pt x="756" y="4348"/>
                  <a:pt x="1386" y="4978"/>
                  <a:pt x="2174" y="4978"/>
                </a:cubicBezTo>
                <a:lnTo>
                  <a:pt x="2867" y="4978"/>
                </a:lnTo>
                <a:lnTo>
                  <a:pt x="2867" y="6742"/>
                </a:lnTo>
                <a:cubicBezTo>
                  <a:pt x="2867" y="5955"/>
                  <a:pt x="2237" y="5325"/>
                  <a:pt x="1449" y="5325"/>
                </a:cubicBezTo>
                <a:lnTo>
                  <a:pt x="756" y="5325"/>
                </a:lnTo>
                <a:lnTo>
                  <a:pt x="756" y="6018"/>
                </a:lnTo>
                <a:cubicBezTo>
                  <a:pt x="756" y="6805"/>
                  <a:pt x="1386" y="7467"/>
                  <a:pt x="2174" y="7467"/>
                </a:cubicBezTo>
                <a:lnTo>
                  <a:pt x="2867" y="7467"/>
                </a:lnTo>
                <a:lnTo>
                  <a:pt x="2867" y="9263"/>
                </a:lnTo>
                <a:cubicBezTo>
                  <a:pt x="2867" y="8475"/>
                  <a:pt x="2237" y="7845"/>
                  <a:pt x="1449" y="7845"/>
                </a:cubicBezTo>
                <a:lnTo>
                  <a:pt x="756" y="7845"/>
                </a:lnTo>
                <a:lnTo>
                  <a:pt x="756" y="8570"/>
                </a:lnTo>
                <a:cubicBezTo>
                  <a:pt x="756" y="9357"/>
                  <a:pt x="1386" y="9987"/>
                  <a:pt x="2174" y="9987"/>
                </a:cubicBezTo>
                <a:lnTo>
                  <a:pt x="2867" y="9987"/>
                </a:lnTo>
                <a:lnTo>
                  <a:pt x="2867" y="11437"/>
                </a:lnTo>
                <a:lnTo>
                  <a:pt x="347" y="11437"/>
                </a:lnTo>
                <a:cubicBezTo>
                  <a:pt x="158" y="11437"/>
                  <a:pt x="0" y="11594"/>
                  <a:pt x="0" y="11783"/>
                </a:cubicBezTo>
                <a:cubicBezTo>
                  <a:pt x="0" y="11972"/>
                  <a:pt x="158" y="12130"/>
                  <a:pt x="347" y="12130"/>
                </a:cubicBezTo>
                <a:lnTo>
                  <a:pt x="11814" y="12130"/>
                </a:lnTo>
                <a:cubicBezTo>
                  <a:pt x="12004" y="12130"/>
                  <a:pt x="12161" y="11972"/>
                  <a:pt x="12161" y="11783"/>
                </a:cubicBezTo>
                <a:cubicBezTo>
                  <a:pt x="12161" y="11594"/>
                  <a:pt x="12004" y="11437"/>
                  <a:pt x="11814" y="11437"/>
                </a:cubicBezTo>
                <a:lnTo>
                  <a:pt x="9294" y="11437"/>
                </a:lnTo>
                <a:lnTo>
                  <a:pt x="9294" y="9987"/>
                </a:lnTo>
                <a:lnTo>
                  <a:pt x="10019" y="9987"/>
                </a:lnTo>
                <a:cubicBezTo>
                  <a:pt x="10806" y="9987"/>
                  <a:pt x="11436" y="9357"/>
                  <a:pt x="11436" y="8570"/>
                </a:cubicBezTo>
                <a:lnTo>
                  <a:pt x="11436" y="7845"/>
                </a:lnTo>
                <a:lnTo>
                  <a:pt x="10712" y="7845"/>
                </a:lnTo>
                <a:cubicBezTo>
                  <a:pt x="9924" y="7845"/>
                  <a:pt x="9294" y="8475"/>
                  <a:pt x="9294" y="9263"/>
                </a:cubicBezTo>
                <a:lnTo>
                  <a:pt x="9294" y="7467"/>
                </a:lnTo>
                <a:lnTo>
                  <a:pt x="10019" y="7467"/>
                </a:lnTo>
                <a:cubicBezTo>
                  <a:pt x="10806" y="7467"/>
                  <a:pt x="11436" y="6805"/>
                  <a:pt x="11436" y="6018"/>
                </a:cubicBezTo>
                <a:lnTo>
                  <a:pt x="11436" y="5325"/>
                </a:lnTo>
                <a:lnTo>
                  <a:pt x="10712" y="5325"/>
                </a:lnTo>
                <a:cubicBezTo>
                  <a:pt x="9924" y="5325"/>
                  <a:pt x="9294" y="5955"/>
                  <a:pt x="9294" y="6742"/>
                </a:cubicBezTo>
                <a:lnTo>
                  <a:pt x="9294" y="4978"/>
                </a:lnTo>
                <a:lnTo>
                  <a:pt x="10019" y="4978"/>
                </a:lnTo>
                <a:cubicBezTo>
                  <a:pt x="10806" y="4978"/>
                  <a:pt x="11436" y="4348"/>
                  <a:pt x="11436" y="3560"/>
                </a:cubicBezTo>
                <a:lnTo>
                  <a:pt x="11436" y="2836"/>
                </a:lnTo>
                <a:lnTo>
                  <a:pt x="10712" y="2836"/>
                </a:lnTo>
                <a:cubicBezTo>
                  <a:pt x="9924" y="2836"/>
                  <a:pt x="9294" y="3466"/>
                  <a:pt x="9294" y="4254"/>
                </a:cubicBezTo>
                <a:lnTo>
                  <a:pt x="9294" y="3245"/>
                </a:lnTo>
                <a:cubicBezTo>
                  <a:pt x="9609" y="2930"/>
                  <a:pt x="10019" y="2363"/>
                  <a:pt x="10019" y="1765"/>
                </a:cubicBezTo>
                <a:cubicBezTo>
                  <a:pt x="10019" y="788"/>
                  <a:pt x="8948" y="0"/>
                  <a:pt x="8948" y="0"/>
                </a:cubicBezTo>
                <a:cubicBezTo>
                  <a:pt x="8948" y="0"/>
                  <a:pt x="7876" y="820"/>
                  <a:pt x="7876" y="1765"/>
                </a:cubicBezTo>
                <a:cubicBezTo>
                  <a:pt x="7876" y="2363"/>
                  <a:pt x="8286" y="2930"/>
                  <a:pt x="8601" y="3245"/>
                </a:cubicBezTo>
                <a:lnTo>
                  <a:pt x="8601" y="4254"/>
                </a:lnTo>
                <a:cubicBezTo>
                  <a:pt x="8601" y="3466"/>
                  <a:pt x="7971" y="2836"/>
                  <a:pt x="7183" y="2836"/>
                </a:cubicBezTo>
                <a:lnTo>
                  <a:pt x="6459" y="2836"/>
                </a:lnTo>
                <a:lnTo>
                  <a:pt x="6459" y="3560"/>
                </a:lnTo>
                <a:cubicBezTo>
                  <a:pt x="6459" y="4348"/>
                  <a:pt x="7089" y="4978"/>
                  <a:pt x="7876" y="4978"/>
                </a:cubicBezTo>
                <a:lnTo>
                  <a:pt x="8601" y="4978"/>
                </a:lnTo>
                <a:lnTo>
                  <a:pt x="8601" y="6742"/>
                </a:lnTo>
                <a:cubicBezTo>
                  <a:pt x="8601" y="5955"/>
                  <a:pt x="7971" y="5325"/>
                  <a:pt x="7183" y="5325"/>
                </a:cubicBezTo>
                <a:lnTo>
                  <a:pt x="6459" y="5325"/>
                </a:lnTo>
                <a:lnTo>
                  <a:pt x="6459" y="6018"/>
                </a:lnTo>
                <a:cubicBezTo>
                  <a:pt x="6459" y="6805"/>
                  <a:pt x="7089" y="7467"/>
                  <a:pt x="7876" y="7467"/>
                </a:cubicBezTo>
                <a:lnTo>
                  <a:pt x="8601" y="7467"/>
                </a:lnTo>
                <a:lnTo>
                  <a:pt x="8601" y="9263"/>
                </a:lnTo>
                <a:cubicBezTo>
                  <a:pt x="8601" y="8475"/>
                  <a:pt x="7971" y="7845"/>
                  <a:pt x="7183" y="7845"/>
                </a:cubicBezTo>
                <a:lnTo>
                  <a:pt x="6459" y="7845"/>
                </a:lnTo>
                <a:lnTo>
                  <a:pt x="6459" y="8570"/>
                </a:lnTo>
                <a:cubicBezTo>
                  <a:pt x="6459" y="9357"/>
                  <a:pt x="7089" y="9987"/>
                  <a:pt x="7876" y="9987"/>
                </a:cubicBezTo>
                <a:lnTo>
                  <a:pt x="8601" y="9987"/>
                </a:lnTo>
                <a:lnTo>
                  <a:pt x="8601" y="11437"/>
                </a:lnTo>
                <a:lnTo>
                  <a:pt x="3592" y="11437"/>
                </a:lnTo>
                <a:lnTo>
                  <a:pt x="3592" y="9987"/>
                </a:lnTo>
                <a:lnTo>
                  <a:pt x="4285" y="9987"/>
                </a:lnTo>
                <a:cubicBezTo>
                  <a:pt x="5072" y="9987"/>
                  <a:pt x="5703" y="9357"/>
                  <a:pt x="5703" y="8570"/>
                </a:cubicBezTo>
                <a:lnTo>
                  <a:pt x="5703" y="7845"/>
                </a:lnTo>
                <a:lnTo>
                  <a:pt x="5009" y="7845"/>
                </a:lnTo>
                <a:cubicBezTo>
                  <a:pt x="4222" y="7845"/>
                  <a:pt x="3592" y="8475"/>
                  <a:pt x="3592" y="9263"/>
                </a:cubicBezTo>
                <a:lnTo>
                  <a:pt x="3592" y="7467"/>
                </a:lnTo>
                <a:lnTo>
                  <a:pt x="4285" y="7467"/>
                </a:lnTo>
                <a:cubicBezTo>
                  <a:pt x="5072" y="7467"/>
                  <a:pt x="5703" y="6805"/>
                  <a:pt x="5703" y="6018"/>
                </a:cubicBezTo>
                <a:lnTo>
                  <a:pt x="5703" y="5325"/>
                </a:lnTo>
                <a:lnTo>
                  <a:pt x="5009" y="5325"/>
                </a:lnTo>
                <a:cubicBezTo>
                  <a:pt x="4222" y="5325"/>
                  <a:pt x="3592" y="5955"/>
                  <a:pt x="3592" y="6742"/>
                </a:cubicBezTo>
                <a:lnTo>
                  <a:pt x="3592" y="4978"/>
                </a:lnTo>
                <a:lnTo>
                  <a:pt x="4285" y="4978"/>
                </a:lnTo>
                <a:cubicBezTo>
                  <a:pt x="5072" y="4978"/>
                  <a:pt x="5703" y="4348"/>
                  <a:pt x="5703" y="3560"/>
                </a:cubicBezTo>
                <a:lnTo>
                  <a:pt x="5703" y="2836"/>
                </a:lnTo>
                <a:lnTo>
                  <a:pt x="5009" y="2836"/>
                </a:lnTo>
                <a:cubicBezTo>
                  <a:pt x="4222" y="2836"/>
                  <a:pt x="3592" y="3466"/>
                  <a:pt x="3592" y="4254"/>
                </a:cubicBezTo>
                <a:lnTo>
                  <a:pt x="3592" y="3245"/>
                </a:lnTo>
                <a:cubicBezTo>
                  <a:pt x="3907" y="2930"/>
                  <a:pt x="4285" y="2363"/>
                  <a:pt x="4285" y="1765"/>
                </a:cubicBezTo>
                <a:cubicBezTo>
                  <a:pt x="4285" y="788"/>
                  <a:pt x="3245" y="0"/>
                  <a:pt x="32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87"/>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Nature Icons</a:t>
            </a:r>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463"/>
        <p:cNvGrpSpPr/>
        <p:nvPr/>
      </p:nvGrpSpPr>
      <p:grpSpPr>
        <a:xfrm>
          <a:off x="0" y="0"/>
          <a:ext cx="0" cy="0"/>
          <a:chOff x="0" y="0"/>
          <a:chExt cx="0" cy="0"/>
        </a:xfrm>
      </p:grpSpPr>
      <p:grpSp>
        <p:nvGrpSpPr>
          <p:cNvPr id="7464" name="Google Shape;7464;p88"/>
          <p:cNvGrpSpPr/>
          <p:nvPr/>
        </p:nvGrpSpPr>
        <p:grpSpPr>
          <a:xfrm>
            <a:off x="829817" y="1689241"/>
            <a:ext cx="442337" cy="419623"/>
            <a:chOff x="-6696925" y="3272575"/>
            <a:chExt cx="307200" cy="291425"/>
          </a:xfrm>
        </p:grpSpPr>
        <p:sp>
          <p:nvSpPr>
            <p:cNvPr id="7465" name="Google Shape;7465;p88"/>
            <p:cNvSpPr/>
            <p:nvPr/>
          </p:nvSpPr>
          <p:spPr>
            <a:xfrm>
              <a:off x="-6696925" y="3371400"/>
              <a:ext cx="220575" cy="192600"/>
            </a:xfrm>
            <a:custGeom>
              <a:avLst/>
              <a:gdLst/>
              <a:ahLst/>
              <a:cxnLst/>
              <a:rect l="l" t="t" r="r" b="b"/>
              <a:pathLst>
                <a:path w="8823" h="7704" extrusionOk="0">
                  <a:moveTo>
                    <a:pt x="7531" y="1"/>
                  </a:moveTo>
                  <a:lnTo>
                    <a:pt x="6333" y="1167"/>
                  </a:lnTo>
                  <a:cubicBezTo>
                    <a:pt x="6207" y="1293"/>
                    <a:pt x="6207" y="1513"/>
                    <a:pt x="6333" y="1639"/>
                  </a:cubicBezTo>
                  <a:cubicBezTo>
                    <a:pt x="6743" y="2017"/>
                    <a:pt x="6743" y="2710"/>
                    <a:pt x="6333" y="3088"/>
                  </a:cubicBezTo>
                  <a:lnTo>
                    <a:pt x="4096" y="5325"/>
                  </a:lnTo>
                  <a:cubicBezTo>
                    <a:pt x="3892" y="5530"/>
                    <a:pt x="3624" y="5632"/>
                    <a:pt x="3360" y="5632"/>
                  </a:cubicBezTo>
                  <a:cubicBezTo>
                    <a:pt x="3096" y="5632"/>
                    <a:pt x="2836" y="5530"/>
                    <a:pt x="2647" y="5325"/>
                  </a:cubicBezTo>
                  <a:cubicBezTo>
                    <a:pt x="2238" y="4947"/>
                    <a:pt x="2238" y="4286"/>
                    <a:pt x="2647" y="3876"/>
                  </a:cubicBezTo>
                  <a:lnTo>
                    <a:pt x="3309" y="3214"/>
                  </a:lnTo>
                  <a:cubicBezTo>
                    <a:pt x="2994" y="2679"/>
                    <a:pt x="2836" y="2017"/>
                    <a:pt x="2836" y="1387"/>
                  </a:cubicBezTo>
                  <a:cubicBezTo>
                    <a:pt x="2836" y="1167"/>
                    <a:pt x="2868" y="978"/>
                    <a:pt x="2899" y="726"/>
                  </a:cubicBezTo>
                  <a:lnTo>
                    <a:pt x="2899" y="726"/>
                  </a:lnTo>
                  <a:lnTo>
                    <a:pt x="1230" y="2427"/>
                  </a:lnTo>
                  <a:cubicBezTo>
                    <a:pt x="1" y="3592"/>
                    <a:pt x="1" y="5577"/>
                    <a:pt x="1230" y="6806"/>
                  </a:cubicBezTo>
                  <a:cubicBezTo>
                    <a:pt x="1820" y="7396"/>
                    <a:pt x="2621" y="7704"/>
                    <a:pt x="3423" y="7704"/>
                  </a:cubicBezTo>
                  <a:cubicBezTo>
                    <a:pt x="4204" y="7704"/>
                    <a:pt x="4986" y="7412"/>
                    <a:pt x="5577" y="6806"/>
                  </a:cubicBezTo>
                  <a:cubicBezTo>
                    <a:pt x="7531" y="4884"/>
                    <a:pt x="8003" y="4506"/>
                    <a:pt x="8350" y="3813"/>
                  </a:cubicBezTo>
                  <a:cubicBezTo>
                    <a:pt x="8822" y="2994"/>
                    <a:pt x="8822" y="1986"/>
                    <a:pt x="8381" y="1104"/>
                  </a:cubicBezTo>
                  <a:cubicBezTo>
                    <a:pt x="8161" y="568"/>
                    <a:pt x="7877" y="253"/>
                    <a:pt x="75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88"/>
            <p:cNvSpPr/>
            <p:nvPr/>
          </p:nvSpPr>
          <p:spPr>
            <a:xfrm>
              <a:off x="-6621300" y="3272575"/>
              <a:ext cx="231575" cy="194950"/>
            </a:xfrm>
            <a:custGeom>
              <a:avLst/>
              <a:gdLst/>
              <a:ahLst/>
              <a:cxnLst/>
              <a:rect l="l" t="t" r="r" b="b"/>
              <a:pathLst>
                <a:path w="9263" h="7798" extrusionOk="0">
                  <a:moveTo>
                    <a:pt x="5868" y="0"/>
                  </a:moveTo>
                  <a:cubicBezTo>
                    <a:pt x="5073" y="0"/>
                    <a:pt x="4269" y="299"/>
                    <a:pt x="3655" y="898"/>
                  </a:cubicBezTo>
                  <a:lnTo>
                    <a:pt x="1387" y="3229"/>
                  </a:lnTo>
                  <a:cubicBezTo>
                    <a:pt x="0" y="4615"/>
                    <a:pt x="315" y="6852"/>
                    <a:pt x="1670" y="7797"/>
                  </a:cubicBezTo>
                  <a:lnTo>
                    <a:pt x="2836" y="6632"/>
                  </a:lnTo>
                  <a:cubicBezTo>
                    <a:pt x="2962" y="6506"/>
                    <a:pt x="2962" y="6317"/>
                    <a:pt x="2836" y="6159"/>
                  </a:cubicBezTo>
                  <a:cubicBezTo>
                    <a:pt x="2552" y="5907"/>
                    <a:pt x="2489" y="5466"/>
                    <a:pt x="2552" y="5372"/>
                  </a:cubicBezTo>
                  <a:cubicBezTo>
                    <a:pt x="2552" y="4742"/>
                    <a:pt x="3214" y="4332"/>
                    <a:pt x="5167" y="2379"/>
                  </a:cubicBezTo>
                  <a:cubicBezTo>
                    <a:pt x="5384" y="2162"/>
                    <a:pt x="5630" y="2071"/>
                    <a:pt x="5869" y="2071"/>
                  </a:cubicBezTo>
                  <a:cubicBezTo>
                    <a:pt x="6673" y="2071"/>
                    <a:pt x="7393" y="3099"/>
                    <a:pt x="6616" y="3828"/>
                  </a:cubicBezTo>
                  <a:lnTo>
                    <a:pt x="5923" y="4521"/>
                  </a:lnTo>
                  <a:cubicBezTo>
                    <a:pt x="6364" y="5372"/>
                    <a:pt x="6522" y="6159"/>
                    <a:pt x="6364" y="7010"/>
                  </a:cubicBezTo>
                  <a:lnTo>
                    <a:pt x="8097" y="5277"/>
                  </a:lnTo>
                  <a:cubicBezTo>
                    <a:pt x="9263" y="4048"/>
                    <a:pt x="9263" y="2127"/>
                    <a:pt x="8034" y="898"/>
                  </a:cubicBezTo>
                  <a:cubicBezTo>
                    <a:pt x="7451" y="299"/>
                    <a:pt x="6664" y="0"/>
                    <a:pt x="5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7" name="Google Shape;7467;p88"/>
          <p:cNvGrpSpPr/>
          <p:nvPr/>
        </p:nvGrpSpPr>
        <p:grpSpPr>
          <a:xfrm>
            <a:off x="829799" y="2204636"/>
            <a:ext cx="442373" cy="420775"/>
            <a:chOff x="-6690625" y="3631325"/>
            <a:chExt cx="307225" cy="292225"/>
          </a:xfrm>
        </p:grpSpPr>
        <p:sp>
          <p:nvSpPr>
            <p:cNvPr id="7468" name="Google Shape;7468;p88"/>
            <p:cNvSpPr/>
            <p:nvPr/>
          </p:nvSpPr>
          <p:spPr>
            <a:xfrm>
              <a:off x="-6690625" y="3631325"/>
              <a:ext cx="222925" cy="292225"/>
            </a:xfrm>
            <a:custGeom>
              <a:avLst/>
              <a:gdLst/>
              <a:ahLst/>
              <a:cxnLst/>
              <a:rect l="l" t="t" r="r" b="b"/>
              <a:pathLst>
                <a:path w="8917" h="11689" extrusionOk="0">
                  <a:moveTo>
                    <a:pt x="5861" y="2773"/>
                  </a:moveTo>
                  <a:cubicBezTo>
                    <a:pt x="6270" y="2773"/>
                    <a:pt x="6333" y="3435"/>
                    <a:pt x="5861" y="3435"/>
                  </a:cubicBezTo>
                  <a:lnTo>
                    <a:pt x="3813" y="3435"/>
                  </a:lnTo>
                  <a:cubicBezTo>
                    <a:pt x="3372" y="3435"/>
                    <a:pt x="3340" y="2773"/>
                    <a:pt x="3813" y="2773"/>
                  </a:cubicBezTo>
                  <a:close/>
                  <a:moveTo>
                    <a:pt x="2742" y="0"/>
                  </a:moveTo>
                  <a:lnTo>
                    <a:pt x="2742" y="2395"/>
                  </a:lnTo>
                  <a:cubicBezTo>
                    <a:pt x="2742" y="2584"/>
                    <a:pt x="2584" y="2741"/>
                    <a:pt x="2395" y="2741"/>
                  </a:cubicBezTo>
                  <a:lnTo>
                    <a:pt x="1" y="2741"/>
                  </a:lnTo>
                  <a:lnTo>
                    <a:pt x="1" y="10649"/>
                  </a:lnTo>
                  <a:cubicBezTo>
                    <a:pt x="1" y="11216"/>
                    <a:pt x="473" y="11689"/>
                    <a:pt x="1009" y="11689"/>
                  </a:cubicBezTo>
                  <a:lnTo>
                    <a:pt x="7909" y="11689"/>
                  </a:lnTo>
                  <a:cubicBezTo>
                    <a:pt x="8444" y="11689"/>
                    <a:pt x="8917" y="11248"/>
                    <a:pt x="8917" y="10649"/>
                  </a:cubicBezTo>
                  <a:lnTo>
                    <a:pt x="8917" y="7751"/>
                  </a:lnTo>
                  <a:lnTo>
                    <a:pt x="6491" y="10177"/>
                  </a:lnTo>
                  <a:cubicBezTo>
                    <a:pt x="6491" y="10271"/>
                    <a:pt x="6428" y="10303"/>
                    <a:pt x="6365" y="10303"/>
                  </a:cubicBezTo>
                  <a:lnTo>
                    <a:pt x="4317" y="10901"/>
                  </a:lnTo>
                  <a:cubicBezTo>
                    <a:pt x="4198" y="10938"/>
                    <a:pt x="4080" y="10955"/>
                    <a:pt x="3967" y="10955"/>
                  </a:cubicBezTo>
                  <a:cubicBezTo>
                    <a:pt x="3209" y="10955"/>
                    <a:pt x="2625" y="10192"/>
                    <a:pt x="2899" y="9452"/>
                  </a:cubicBezTo>
                  <a:lnTo>
                    <a:pt x="3057" y="8979"/>
                  </a:lnTo>
                  <a:lnTo>
                    <a:pt x="1765" y="8979"/>
                  </a:lnTo>
                  <a:cubicBezTo>
                    <a:pt x="1324" y="8979"/>
                    <a:pt x="1293" y="8255"/>
                    <a:pt x="1765" y="8255"/>
                  </a:cubicBezTo>
                  <a:lnTo>
                    <a:pt x="3277" y="8255"/>
                  </a:lnTo>
                  <a:lnTo>
                    <a:pt x="3529" y="7593"/>
                  </a:lnTo>
                  <a:lnTo>
                    <a:pt x="1797" y="7593"/>
                  </a:lnTo>
                  <a:cubicBezTo>
                    <a:pt x="1356" y="7593"/>
                    <a:pt x="1324" y="6869"/>
                    <a:pt x="1797" y="6869"/>
                  </a:cubicBezTo>
                  <a:lnTo>
                    <a:pt x="4034" y="6869"/>
                  </a:lnTo>
                  <a:lnTo>
                    <a:pt x="4695" y="6207"/>
                  </a:lnTo>
                  <a:lnTo>
                    <a:pt x="1765" y="6207"/>
                  </a:lnTo>
                  <a:cubicBezTo>
                    <a:pt x="1324" y="6207"/>
                    <a:pt x="1293" y="5514"/>
                    <a:pt x="1765" y="5514"/>
                  </a:cubicBezTo>
                  <a:lnTo>
                    <a:pt x="5388" y="5514"/>
                  </a:lnTo>
                  <a:lnTo>
                    <a:pt x="6050" y="4821"/>
                  </a:lnTo>
                  <a:lnTo>
                    <a:pt x="1734" y="4821"/>
                  </a:lnTo>
                  <a:cubicBezTo>
                    <a:pt x="1293" y="4821"/>
                    <a:pt x="1261" y="4128"/>
                    <a:pt x="1734" y="4128"/>
                  </a:cubicBezTo>
                  <a:lnTo>
                    <a:pt x="6711" y="4128"/>
                  </a:lnTo>
                  <a:cubicBezTo>
                    <a:pt x="6963" y="3876"/>
                    <a:pt x="8696" y="2080"/>
                    <a:pt x="8917" y="1891"/>
                  </a:cubicBezTo>
                  <a:lnTo>
                    <a:pt x="8917" y="1009"/>
                  </a:lnTo>
                  <a:cubicBezTo>
                    <a:pt x="8917" y="473"/>
                    <a:pt x="8507" y="0"/>
                    <a:pt x="79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88"/>
            <p:cNvSpPr/>
            <p:nvPr/>
          </p:nvSpPr>
          <p:spPr>
            <a:xfrm>
              <a:off x="-6604350" y="3832175"/>
              <a:ext cx="58675" cy="56550"/>
            </a:xfrm>
            <a:custGeom>
              <a:avLst/>
              <a:gdLst/>
              <a:ahLst/>
              <a:cxnLst/>
              <a:rect l="l" t="t" r="r" b="b"/>
              <a:pathLst>
                <a:path w="2347" h="2262" extrusionOk="0">
                  <a:moveTo>
                    <a:pt x="614" y="0"/>
                  </a:moveTo>
                  <a:lnTo>
                    <a:pt x="110" y="1607"/>
                  </a:lnTo>
                  <a:cubicBezTo>
                    <a:pt x="1" y="1934"/>
                    <a:pt x="222" y="2262"/>
                    <a:pt x="550" y="2262"/>
                  </a:cubicBezTo>
                  <a:cubicBezTo>
                    <a:pt x="600" y="2262"/>
                    <a:pt x="654" y="2254"/>
                    <a:pt x="709" y="2237"/>
                  </a:cubicBezTo>
                  <a:lnTo>
                    <a:pt x="2347" y="1701"/>
                  </a:lnTo>
                  <a:lnTo>
                    <a:pt x="61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88"/>
            <p:cNvSpPr/>
            <p:nvPr/>
          </p:nvSpPr>
          <p:spPr>
            <a:xfrm>
              <a:off x="-6470875" y="3684775"/>
              <a:ext cx="87475" cy="71800"/>
            </a:xfrm>
            <a:custGeom>
              <a:avLst/>
              <a:gdLst/>
              <a:ahLst/>
              <a:cxnLst/>
              <a:rect l="l" t="t" r="r" b="b"/>
              <a:pathLst>
                <a:path w="3499" h="2872" extrusionOk="0">
                  <a:moveTo>
                    <a:pt x="1479" y="1"/>
                  </a:moveTo>
                  <a:cubicBezTo>
                    <a:pt x="1176" y="1"/>
                    <a:pt x="868" y="114"/>
                    <a:pt x="599" y="383"/>
                  </a:cubicBezTo>
                  <a:lnTo>
                    <a:pt x="1" y="950"/>
                  </a:lnTo>
                  <a:lnTo>
                    <a:pt x="1954" y="2872"/>
                  </a:lnTo>
                  <a:lnTo>
                    <a:pt x="2521" y="2305"/>
                  </a:lnTo>
                  <a:cubicBezTo>
                    <a:pt x="3498" y="1352"/>
                    <a:pt x="2524" y="1"/>
                    <a:pt x="14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88"/>
            <p:cNvSpPr/>
            <p:nvPr/>
          </p:nvSpPr>
          <p:spPr>
            <a:xfrm>
              <a:off x="-6578775" y="3721900"/>
              <a:ext cx="143375" cy="143375"/>
            </a:xfrm>
            <a:custGeom>
              <a:avLst/>
              <a:gdLst/>
              <a:ahLst/>
              <a:cxnLst/>
              <a:rect l="l" t="t" r="r" b="b"/>
              <a:pathLst>
                <a:path w="5735" h="5735" extrusionOk="0">
                  <a:moveTo>
                    <a:pt x="3813" y="1"/>
                  </a:moveTo>
                  <a:lnTo>
                    <a:pt x="1" y="3813"/>
                  </a:lnTo>
                  <a:lnTo>
                    <a:pt x="1922" y="5734"/>
                  </a:lnTo>
                  <a:lnTo>
                    <a:pt x="4474" y="3183"/>
                  </a:lnTo>
                  <a:lnTo>
                    <a:pt x="5734" y="1922"/>
                  </a:lnTo>
                  <a:lnTo>
                    <a:pt x="38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88"/>
            <p:cNvSpPr/>
            <p:nvPr/>
          </p:nvSpPr>
          <p:spPr>
            <a:xfrm>
              <a:off x="-6685100" y="3636850"/>
              <a:ext cx="47275" cy="46475"/>
            </a:xfrm>
            <a:custGeom>
              <a:avLst/>
              <a:gdLst/>
              <a:ahLst/>
              <a:cxnLst/>
              <a:rect l="l" t="t" r="r" b="b"/>
              <a:pathLst>
                <a:path w="1891" h="1859" extrusionOk="0">
                  <a:moveTo>
                    <a:pt x="1891" y="0"/>
                  </a:moveTo>
                  <a:lnTo>
                    <a:pt x="0" y="1859"/>
                  </a:lnTo>
                  <a:lnTo>
                    <a:pt x="1891" y="1859"/>
                  </a:lnTo>
                  <a:lnTo>
                    <a:pt x="1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3" name="Google Shape;7473;p88"/>
          <p:cNvGrpSpPr/>
          <p:nvPr/>
        </p:nvGrpSpPr>
        <p:grpSpPr>
          <a:xfrm>
            <a:off x="851921" y="2756972"/>
            <a:ext cx="421927" cy="419371"/>
            <a:chOff x="-6689825" y="3992050"/>
            <a:chExt cx="293025" cy="291250"/>
          </a:xfrm>
        </p:grpSpPr>
        <p:sp>
          <p:nvSpPr>
            <p:cNvPr id="7474" name="Google Shape;7474;p88"/>
            <p:cNvSpPr/>
            <p:nvPr/>
          </p:nvSpPr>
          <p:spPr>
            <a:xfrm>
              <a:off x="-6547275" y="3992050"/>
              <a:ext cx="30750" cy="65400"/>
            </a:xfrm>
            <a:custGeom>
              <a:avLst/>
              <a:gdLst/>
              <a:ahLst/>
              <a:cxnLst/>
              <a:rect l="l" t="t" r="r" b="b"/>
              <a:pathLst>
                <a:path w="1230" h="2616" extrusionOk="0">
                  <a:moveTo>
                    <a:pt x="1229" y="1"/>
                  </a:moveTo>
                  <a:cubicBezTo>
                    <a:pt x="757" y="379"/>
                    <a:pt x="284" y="1355"/>
                    <a:pt x="1" y="2616"/>
                  </a:cubicBezTo>
                  <a:lnTo>
                    <a:pt x="1229" y="2616"/>
                  </a:ln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88"/>
            <p:cNvSpPr/>
            <p:nvPr/>
          </p:nvSpPr>
          <p:spPr>
            <a:xfrm>
              <a:off x="-6547275" y="4143275"/>
              <a:ext cx="30750" cy="64600"/>
            </a:xfrm>
            <a:custGeom>
              <a:avLst/>
              <a:gdLst/>
              <a:ahLst/>
              <a:cxnLst/>
              <a:rect l="l" t="t" r="r" b="b"/>
              <a:pathLst>
                <a:path w="1230" h="2584" extrusionOk="0">
                  <a:moveTo>
                    <a:pt x="1" y="1"/>
                  </a:moveTo>
                  <a:cubicBezTo>
                    <a:pt x="284" y="1261"/>
                    <a:pt x="757" y="2237"/>
                    <a:pt x="1229" y="2584"/>
                  </a:cubicBez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88"/>
            <p:cNvSpPr/>
            <p:nvPr/>
          </p:nvSpPr>
          <p:spPr>
            <a:xfrm>
              <a:off x="-6551200" y="4073975"/>
              <a:ext cx="34675" cy="51200"/>
            </a:xfrm>
            <a:custGeom>
              <a:avLst/>
              <a:gdLst/>
              <a:ahLst/>
              <a:cxnLst/>
              <a:rect l="l" t="t" r="r" b="b"/>
              <a:pathLst>
                <a:path w="1387" h="2048" extrusionOk="0">
                  <a:moveTo>
                    <a:pt x="63" y="0"/>
                  </a:moveTo>
                  <a:cubicBezTo>
                    <a:pt x="0" y="725"/>
                    <a:pt x="0" y="1355"/>
                    <a:pt x="63" y="2048"/>
                  </a:cubicBezTo>
                  <a:lnTo>
                    <a:pt x="1386" y="2048"/>
                  </a:lnTo>
                  <a:lnTo>
                    <a:pt x="13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88"/>
            <p:cNvSpPr/>
            <p:nvPr/>
          </p:nvSpPr>
          <p:spPr>
            <a:xfrm>
              <a:off x="-6475600" y="3994425"/>
              <a:ext cx="70125" cy="63025"/>
            </a:xfrm>
            <a:custGeom>
              <a:avLst/>
              <a:gdLst/>
              <a:ahLst/>
              <a:cxnLst/>
              <a:rect l="l" t="t" r="r" b="b"/>
              <a:pathLst>
                <a:path w="2805" h="2521" extrusionOk="0">
                  <a:moveTo>
                    <a:pt x="1" y="0"/>
                  </a:moveTo>
                  <a:cubicBezTo>
                    <a:pt x="442" y="630"/>
                    <a:pt x="757" y="1512"/>
                    <a:pt x="946" y="2521"/>
                  </a:cubicBezTo>
                  <a:lnTo>
                    <a:pt x="2805" y="2521"/>
                  </a:lnTo>
                  <a:cubicBezTo>
                    <a:pt x="2301" y="1292"/>
                    <a:pt x="1261" y="347"/>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88"/>
            <p:cNvSpPr/>
            <p:nvPr/>
          </p:nvSpPr>
          <p:spPr>
            <a:xfrm>
              <a:off x="-6449600" y="4073975"/>
              <a:ext cx="52800" cy="51200"/>
            </a:xfrm>
            <a:custGeom>
              <a:avLst/>
              <a:gdLst/>
              <a:ahLst/>
              <a:cxnLst/>
              <a:rect l="l" t="t" r="r" b="b"/>
              <a:pathLst>
                <a:path w="2112" h="2048" extrusionOk="0">
                  <a:moveTo>
                    <a:pt x="0" y="0"/>
                  </a:moveTo>
                  <a:cubicBezTo>
                    <a:pt x="63" y="725"/>
                    <a:pt x="63" y="1355"/>
                    <a:pt x="0" y="2048"/>
                  </a:cubicBezTo>
                  <a:lnTo>
                    <a:pt x="1954" y="2048"/>
                  </a:lnTo>
                  <a:cubicBezTo>
                    <a:pt x="2048" y="1733"/>
                    <a:pt x="2080" y="1386"/>
                    <a:pt x="2080" y="1040"/>
                  </a:cubicBezTo>
                  <a:cubicBezTo>
                    <a:pt x="2111" y="662"/>
                    <a:pt x="2048" y="347"/>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88"/>
            <p:cNvSpPr/>
            <p:nvPr/>
          </p:nvSpPr>
          <p:spPr>
            <a:xfrm>
              <a:off x="-6500000" y="3992050"/>
              <a:ext cx="30725" cy="65400"/>
            </a:xfrm>
            <a:custGeom>
              <a:avLst/>
              <a:gdLst/>
              <a:ahLst/>
              <a:cxnLst/>
              <a:rect l="l" t="t" r="r" b="b"/>
              <a:pathLst>
                <a:path w="1229" h="2616" extrusionOk="0">
                  <a:moveTo>
                    <a:pt x="0" y="1"/>
                  </a:moveTo>
                  <a:lnTo>
                    <a:pt x="0" y="2616"/>
                  </a:lnTo>
                  <a:lnTo>
                    <a:pt x="1229" y="2616"/>
                  </a:lnTo>
                  <a:cubicBezTo>
                    <a:pt x="977" y="1355"/>
                    <a:pt x="473" y="379"/>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88"/>
            <p:cNvSpPr/>
            <p:nvPr/>
          </p:nvSpPr>
          <p:spPr>
            <a:xfrm>
              <a:off x="-6500000" y="4143275"/>
              <a:ext cx="30725" cy="64600"/>
            </a:xfrm>
            <a:custGeom>
              <a:avLst/>
              <a:gdLst/>
              <a:ahLst/>
              <a:cxnLst/>
              <a:rect l="l" t="t" r="r" b="b"/>
              <a:pathLst>
                <a:path w="1229" h="2584" extrusionOk="0">
                  <a:moveTo>
                    <a:pt x="0" y="1"/>
                  </a:moveTo>
                  <a:lnTo>
                    <a:pt x="0" y="2584"/>
                  </a:lnTo>
                  <a:cubicBezTo>
                    <a:pt x="473" y="2237"/>
                    <a:pt x="945" y="126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88"/>
            <p:cNvSpPr/>
            <p:nvPr/>
          </p:nvSpPr>
          <p:spPr>
            <a:xfrm>
              <a:off x="-6689825" y="4141700"/>
              <a:ext cx="149675" cy="141600"/>
            </a:xfrm>
            <a:custGeom>
              <a:avLst/>
              <a:gdLst/>
              <a:ahLst/>
              <a:cxnLst/>
              <a:rect l="l" t="t" r="r" b="b"/>
              <a:pathLst>
                <a:path w="5987" h="5664" extrusionOk="0">
                  <a:moveTo>
                    <a:pt x="3182" y="1"/>
                  </a:moveTo>
                  <a:cubicBezTo>
                    <a:pt x="3371" y="442"/>
                    <a:pt x="3623" y="851"/>
                    <a:pt x="3938" y="1198"/>
                  </a:cubicBezTo>
                  <a:lnTo>
                    <a:pt x="3088" y="2017"/>
                  </a:lnTo>
                  <a:cubicBezTo>
                    <a:pt x="2946" y="1946"/>
                    <a:pt x="2791" y="1911"/>
                    <a:pt x="2638" y="1911"/>
                  </a:cubicBezTo>
                  <a:cubicBezTo>
                    <a:pt x="2382" y="1911"/>
                    <a:pt x="2131" y="2009"/>
                    <a:pt x="1954" y="2206"/>
                  </a:cubicBezTo>
                  <a:lnTo>
                    <a:pt x="378" y="3907"/>
                  </a:lnTo>
                  <a:cubicBezTo>
                    <a:pt x="0" y="4317"/>
                    <a:pt x="0" y="4978"/>
                    <a:pt x="378" y="5356"/>
                  </a:cubicBezTo>
                  <a:cubicBezTo>
                    <a:pt x="583" y="5561"/>
                    <a:pt x="851" y="5664"/>
                    <a:pt x="1115" y="5664"/>
                  </a:cubicBezTo>
                  <a:cubicBezTo>
                    <a:pt x="1379" y="5664"/>
                    <a:pt x="1639" y="5561"/>
                    <a:pt x="1828" y="5356"/>
                  </a:cubicBezTo>
                  <a:lnTo>
                    <a:pt x="3403" y="3687"/>
                  </a:lnTo>
                  <a:cubicBezTo>
                    <a:pt x="3718" y="3372"/>
                    <a:pt x="3781" y="2899"/>
                    <a:pt x="3623" y="2521"/>
                  </a:cubicBezTo>
                  <a:lnTo>
                    <a:pt x="4443" y="1702"/>
                  </a:lnTo>
                  <a:cubicBezTo>
                    <a:pt x="4821" y="2111"/>
                    <a:pt x="5388" y="2426"/>
                    <a:pt x="5986" y="2584"/>
                  </a:cubicBezTo>
                  <a:cubicBezTo>
                    <a:pt x="5545" y="1954"/>
                    <a:pt x="5230" y="1040"/>
                    <a:pt x="5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88"/>
            <p:cNvSpPr/>
            <p:nvPr/>
          </p:nvSpPr>
          <p:spPr>
            <a:xfrm>
              <a:off x="-6475600" y="4141700"/>
              <a:ext cx="70125" cy="64600"/>
            </a:xfrm>
            <a:custGeom>
              <a:avLst/>
              <a:gdLst/>
              <a:ahLst/>
              <a:cxnLst/>
              <a:rect l="l" t="t" r="r" b="b"/>
              <a:pathLst>
                <a:path w="2805" h="2584" extrusionOk="0">
                  <a:moveTo>
                    <a:pt x="946" y="1"/>
                  </a:moveTo>
                  <a:cubicBezTo>
                    <a:pt x="757" y="1040"/>
                    <a:pt x="442" y="1954"/>
                    <a:pt x="1" y="2584"/>
                  </a:cubicBezTo>
                  <a:cubicBezTo>
                    <a:pt x="1261" y="2174"/>
                    <a:pt x="2301" y="1229"/>
                    <a:pt x="2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88"/>
            <p:cNvSpPr/>
            <p:nvPr/>
          </p:nvSpPr>
          <p:spPr>
            <a:xfrm>
              <a:off x="-6618950" y="4073975"/>
              <a:ext cx="52025" cy="51200"/>
            </a:xfrm>
            <a:custGeom>
              <a:avLst/>
              <a:gdLst/>
              <a:ahLst/>
              <a:cxnLst/>
              <a:rect l="l" t="t" r="r" b="b"/>
              <a:pathLst>
                <a:path w="2081" h="2048" extrusionOk="0">
                  <a:moveTo>
                    <a:pt x="95" y="0"/>
                  </a:moveTo>
                  <a:cubicBezTo>
                    <a:pt x="32" y="315"/>
                    <a:pt x="1" y="662"/>
                    <a:pt x="1" y="1040"/>
                  </a:cubicBezTo>
                  <a:cubicBezTo>
                    <a:pt x="1" y="1386"/>
                    <a:pt x="32" y="1733"/>
                    <a:pt x="95" y="2048"/>
                  </a:cubicBezTo>
                  <a:lnTo>
                    <a:pt x="2080" y="2048"/>
                  </a:lnTo>
                  <a:cubicBezTo>
                    <a:pt x="1986" y="1355"/>
                    <a:pt x="1986" y="725"/>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88"/>
            <p:cNvSpPr/>
            <p:nvPr/>
          </p:nvSpPr>
          <p:spPr>
            <a:xfrm>
              <a:off x="-6610275" y="3992850"/>
              <a:ext cx="70125" cy="63025"/>
            </a:xfrm>
            <a:custGeom>
              <a:avLst/>
              <a:gdLst/>
              <a:ahLst/>
              <a:cxnLst/>
              <a:rect l="l" t="t" r="r" b="b"/>
              <a:pathLst>
                <a:path w="2805" h="2521" extrusionOk="0">
                  <a:moveTo>
                    <a:pt x="2804" y="0"/>
                  </a:moveTo>
                  <a:lnTo>
                    <a:pt x="2804" y="0"/>
                  </a:lnTo>
                  <a:cubicBezTo>
                    <a:pt x="1544" y="410"/>
                    <a:pt x="504" y="1355"/>
                    <a:pt x="0" y="2521"/>
                  </a:cubicBezTo>
                  <a:lnTo>
                    <a:pt x="1859" y="2521"/>
                  </a:lnTo>
                  <a:cubicBezTo>
                    <a:pt x="2017" y="1575"/>
                    <a:pt x="2363" y="693"/>
                    <a:pt x="2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88"/>
            <p:cNvSpPr/>
            <p:nvPr/>
          </p:nvSpPr>
          <p:spPr>
            <a:xfrm>
              <a:off x="-6500000" y="4073975"/>
              <a:ext cx="35450" cy="51200"/>
            </a:xfrm>
            <a:custGeom>
              <a:avLst/>
              <a:gdLst/>
              <a:ahLst/>
              <a:cxnLst/>
              <a:rect l="l" t="t" r="r" b="b"/>
              <a:pathLst>
                <a:path w="1418" h="2048" extrusionOk="0">
                  <a:moveTo>
                    <a:pt x="0" y="0"/>
                  </a:moveTo>
                  <a:lnTo>
                    <a:pt x="0" y="2048"/>
                  </a:lnTo>
                  <a:lnTo>
                    <a:pt x="1292" y="2048"/>
                  </a:lnTo>
                  <a:cubicBezTo>
                    <a:pt x="1418" y="1355"/>
                    <a:pt x="1418" y="725"/>
                    <a:pt x="12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86" name="Google Shape;7486;p88"/>
          <p:cNvSpPr/>
          <p:nvPr/>
        </p:nvSpPr>
        <p:spPr>
          <a:xfrm>
            <a:off x="3529770" y="1689199"/>
            <a:ext cx="434634" cy="419227"/>
          </a:xfrm>
          <a:custGeom>
            <a:avLst/>
            <a:gdLst/>
            <a:ahLst/>
            <a:cxnLst/>
            <a:rect l="l" t="t" r="r" b="b"/>
            <a:pathLst>
              <a:path w="12074" h="11646" extrusionOk="0">
                <a:moveTo>
                  <a:pt x="10001" y="2714"/>
                </a:moveTo>
                <a:cubicBezTo>
                  <a:pt x="10213" y="2714"/>
                  <a:pt x="10440" y="2904"/>
                  <a:pt x="10341" y="3182"/>
                </a:cubicBezTo>
                <a:lnTo>
                  <a:pt x="9332" y="5923"/>
                </a:lnTo>
                <a:cubicBezTo>
                  <a:pt x="9269" y="6065"/>
                  <a:pt x="9143" y="6136"/>
                  <a:pt x="9017" y="6136"/>
                </a:cubicBezTo>
                <a:cubicBezTo>
                  <a:pt x="8891" y="6136"/>
                  <a:pt x="8765" y="6065"/>
                  <a:pt x="8702" y="5923"/>
                </a:cubicBezTo>
                <a:lnTo>
                  <a:pt x="7978" y="4033"/>
                </a:lnTo>
                <a:lnTo>
                  <a:pt x="7285" y="5923"/>
                </a:lnTo>
                <a:cubicBezTo>
                  <a:pt x="7222" y="6065"/>
                  <a:pt x="7080" y="6136"/>
                  <a:pt x="6946" y="6136"/>
                </a:cubicBezTo>
                <a:cubicBezTo>
                  <a:pt x="6812" y="6136"/>
                  <a:pt x="6686" y="6065"/>
                  <a:pt x="6655" y="5923"/>
                </a:cubicBezTo>
                <a:lnTo>
                  <a:pt x="5615" y="3182"/>
                </a:lnTo>
                <a:cubicBezTo>
                  <a:pt x="5516" y="2904"/>
                  <a:pt x="5729" y="2714"/>
                  <a:pt x="5941" y="2714"/>
                </a:cubicBezTo>
                <a:cubicBezTo>
                  <a:pt x="6064" y="2714"/>
                  <a:pt x="6187" y="2779"/>
                  <a:pt x="6245" y="2930"/>
                </a:cubicBezTo>
                <a:lnTo>
                  <a:pt x="6970" y="4820"/>
                </a:lnTo>
                <a:lnTo>
                  <a:pt x="7663" y="2930"/>
                </a:lnTo>
                <a:cubicBezTo>
                  <a:pt x="7726" y="2804"/>
                  <a:pt x="7867" y="2741"/>
                  <a:pt x="8001" y="2741"/>
                </a:cubicBezTo>
                <a:cubicBezTo>
                  <a:pt x="8135" y="2741"/>
                  <a:pt x="8261" y="2804"/>
                  <a:pt x="8293" y="2930"/>
                </a:cubicBezTo>
                <a:lnTo>
                  <a:pt x="9017" y="4820"/>
                </a:lnTo>
                <a:lnTo>
                  <a:pt x="9711" y="2930"/>
                </a:lnTo>
                <a:cubicBezTo>
                  <a:pt x="9757" y="2779"/>
                  <a:pt x="9877" y="2714"/>
                  <a:pt x="10001" y="2714"/>
                </a:cubicBezTo>
                <a:close/>
                <a:moveTo>
                  <a:pt x="7946" y="0"/>
                </a:moveTo>
                <a:cubicBezTo>
                  <a:pt x="5678" y="0"/>
                  <a:pt x="3851" y="1827"/>
                  <a:pt x="3851" y="4096"/>
                </a:cubicBezTo>
                <a:cubicBezTo>
                  <a:pt x="3851" y="5104"/>
                  <a:pt x="4197" y="6018"/>
                  <a:pt x="4827" y="6711"/>
                </a:cubicBezTo>
                <a:lnTo>
                  <a:pt x="4134" y="7435"/>
                </a:lnTo>
                <a:cubicBezTo>
                  <a:pt x="3981" y="7364"/>
                  <a:pt x="3827" y="7329"/>
                  <a:pt x="3678" y="7329"/>
                </a:cubicBezTo>
                <a:cubicBezTo>
                  <a:pt x="3431" y="7329"/>
                  <a:pt x="3197" y="7427"/>
                  <a:pt x="3000" y="7624"/>
                </a:cubicBezTo>
                <a:lnTo>
                  <a:pt x="732" y="9861"/>
                </a:lnTo>
                <a:cubicBezTo>
                  <a:pt x="0" y="10593"/>
                  <a:pt x="722" y="11645"/>
                  <a:pt x="1524" y="11645"/>
                </a:cubicBezTo>
                <a:cubicBezTo>
                  <a:pt x="1758" y="11645"/>
                  <a:pt x="1999" y="11555"/>
                  <a:pt x="2212" y="11342"/>
                </a:cubicBezTo>
                <a:lnTo>
                  <a:pt x="4449" y="9074"/>
                </a:lnTo>
                <a:cubicBezTo>
                  <a:pt x="4764" y="8759"/>
                  <a:pt x="4796" y="8286"/>
                  <a:pt x="4638" y="7939"/>
                </a:cubicBezTo>
                <a:lnTo>
                  <a:pt x="5363" y="7246"/>
                </a:lnTo>
                <a:cubicBezTo>
                  <a:pt x="6056" y="7813"/>
                  <a:pt x="7001" y="8223"/>
                  <a:pt x="7978" y="8223"/>
                </a:cubicBezTo>
                <a:cubicBezTo>
                  <a:pt x="10278" y="8223"/>
                  <a:pt x="12073" y="6364"/>
                  <a:pt x="12073" y="4127"/>
                </a:cubicBezTo>
                <a:cubicBezTo>
                  <a:pt x="12073" y="1796"/>
                  <a:pt x="10246" y="0"/>
                  <a:pt x="79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87" name="Google Shape;7487;p88"/>
          <p:cNvGrpSpPr/>
          <p:nvPr/>
        </p:nvGrpSpPr>
        <p:grpSpPr>
          <a:xfrm>
            <a:off x="3535232" y="2205192"/>
            <a:ext cx="423043" cy="419659"/>
            <a:chOff x="-4837325" y="3612425"/>
            <a:chExt cx="293800" cy="291450"/>
          </a:xfrm>
        </p:grpSpPr>
        <p:sp>
          <p:nvSpPr>
            <p:cNvPr id="7488" name="Google Shape;7488;p88"/>
            <p:cNvSpPr/>
            <p:nvPr/>
          </p:nvSpPr>
          <p:spPr>
            <a:xfrm>
              <a:off x="-4836550" y="3612425"/>
              <a:ext cx="293025" cy="170925"/>
            </a:xfrm>
            <a:custGeom>
              <a:avLst/>
              <a:gdLst/>
              <a:ahLst/>
              <a:cxnLst/>
              <a:rect l="l" t="t" r="r" b="b"/>
              <a:pathLst>
                <a:path w="11721" h="6837" extrusionOk="0">
                  <a:moveTo>
                    <a:pt x="6837" y="2017"/>
                  </a:moveTo>
                  <a:lnTo>
                    <a:pt x="6837" y="2741"/>
                  </a:lnTo>
                  <a:lnTo>
                    <a:pt x="4789" y="2741"/>
                  </a:lnTo>
                  <a:lnTo>
                    <a:pt x="4789" y="2017"/>
                  </a:lnTo>
                  <a:close/>
                  <a:moveTo>
                    <a:pt x="4411" y="0"/>
                  </a:moveTo>
                  <a:cubicBezTo>
                    <a:pt x="3466" y="0"/>
                    <a:pt x="2741" y="725"/>
                    <a:pt x="2741" y="1702"/>
                  </a:cubicBezTo>
                  <a:lnTo>
                    <a:pt x="2741" y="2741"/>
                  </a:lnTo>
                  <a:lnTo>
                    <a:pt x="1166" y="2741"/>
                  </a:lnTo>
                  <a:cubicBezTo>
                    <a:pt x="536" y="2741"/>
                    <a:pt x="1" y="3277"/>
                    <a:pt x="1" y="3875"/>
                  </a:cubicBezTo>
                  <a:lnTo>
                    <a:pt x="1" y="4254"/>
                  </a:lnTo>
                  <a:cubicBezTo>
                    <a:pt x="1513" y="5860"/>
                    <a:pt x="3592" y="6837"/>
                    <a:pt x="5829" y="6837"/>
                  </a:cubicBezTo>
                  <a:cubicBezTo>
                    <a:pt x="8097" y="6837"/>
                    <a:pt x="10208" y="5892"/>
                    <a:pt x="11720" y="4254"/>
                  </a:cubicBezTo>
                  <a:lnTo>
                    <a:pt x="11720" y="3718"/>
                  </a:lnTo>
                  <a:cubicBezTo>
                    <a:pt x="11657" y="3214"/>
                    <a:pt x="11185" y="2741"/>
                    <a:pt x="10649" y="2741"/>
                  </a:cubicBezTo>
                  <a:lnTo>
                    <a:pt x="8885" y="2741"/>
                  </a:lnTo>
                  <a:lnTo>
                    <a:pt x="8885" y="1702"/>
                  </a:lnTo>
                  <a:cubicBezTo>
                    <a:pt x="8885" y="756"/>
                    <a:pt x="8129" y="0"/>
                    <a:pt x="71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88"/>
            <p:cNvSpPr/>
            <p:nvPr/>
          </p:nvSpPr>
          <p:spPr>
            <a:xfrm>
              <a:off x="-4837325" y="3743950"/>
              <a:ext cx="291425" cy="159925"/>
            </a:xfrm>
            <a:custGeom>
              <a:avLst/>
              <a:gdLst/>
              <a:ahLst/>
              <a:cxnLst/>
              <a:rect l="l" t="t" r="r" b="b"/>
              <a:pathLst>
                <a:path w="11657" h="6397" extrusionOk="0">
                  <a:moveTo>
                    <a:pt x="11657" y="1"/>
                  </a:moveTo>
                  <a:cubicBezTo>
                    <a:pt x="10523" y="1072"/>
                    <a:pt x="9073" y="1828"/>
                    <a:pt x="7530" y="2143"/>
                  </a:cubicBezTo>
                  <a:lnTo>
                    <a:pt x="7530" y="2647"/>
                  </a:lnTo>
                  <a:cubicBezTo>
                    <a:pt x="7530" y="3214"/>
                    <a:pt x="7057" y="3687"/>
                    <a:pt x="6490" y="3687"/>
                  </a:cubicBezTo>
                  <a:lnTo>
                    <a:pt x="5135" y="3687"/>
                  </a:lnTo>
                  <a:cubicBezTo>
                    <a:pt x="4568" y="3687"/>
                    <a:pt x="4096" y="3214"/>
                    <a:pt x="4096" y="2647"/>
                  </a:cubicBezTo>
                  <a:lnTo>
                    <a:pt x="4096" y="2143"/>
                  </a:lnTo>
                  <a:cubicBezTo>
                    <a:pt x="2552" y="1828"/>
                    <a:pt x="1134" y="1103"/>
                    <a:pt x="0" y="64"/>
                  </a:cubicBezTo>
                  <a:lnTo>
                    <a:pt x="0" y="4695"/>
                  </a:lnTo>
                  <a:cubicBezTo>
                    <a:pt x="0" y="5640"/>
                    <a:pt x="756" y="6396"/>
                    <a:pt x="1701" y="6396"/>
                  </a:cubicBezTo>
                  <a:lnTo>
                    <a:pt x="9956" y="6396"/>
                  </a:lnTo>
                  <a:cubicBezTo>
                    <a:pt x="10901" y="6396"/>
                    <a:pt x="11657" y="5640"/>
                    <a:pt x="11657" y="4695"/>
                  </a:cubicBezTo>
                  <a:lnTo>
                    <a:pt x="116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88"/>
            <p:cNvSpPr/>
            <p:nvPr/>
          </p:nvSpPr>
          <p:spPr>
            <a:xfrm>
              <a:off x="-4716825" y="3799075"/>
              <a:ext cx="51225" cy="18950"/>
            </a:xfrm>
            <a:custGeom>
              <a:avLst/>
              <a:gdLst/>
              <a:ahLst/>
              <a:cxnLst/>
              <a:rect l="l" t="t" r="r" b="b"/>
              <a:pathLst>
                <a:path w="2049" h="758" extrusionOk="0">
                  <a:moveTo>
                    <a:pt x="0" y="1"/>
                  </a:moveTo>
                  <a:lnTo>
                    <a:pt x="0" y="411"/>
                  </a:lnTo>
                  <a:cubicBezTo>
                    <a:pt x="0" y="600"/>
                    <a:pt x="158" y="757"/>
                    <a:pt x="347" y="757"/>
                  </a:cubicBezTo>
                  <a:lnTo>
                    <a:pt x="1670" y="757"/>
                  </a:lnTo>
                  <a:cubicBezTo>
                    <a:pt x="1891" y="757"/>
                    <a:pt x="2048" y="600"/>
                    <a:pt x="2048" y="411"/>
                  </a:cubicBezTo>
                  <a:lnTo>
                    <a:pt x="2048" y="1"/>
                  </a:lnTo>
                  <a:cubicBezTo>
                    <a:pt x="1686" y="48"/>
                    <a:pt x="1347" y="72"/>
                    <a:pt x="1012" y="72"/>
                  </a:cubicBezTo>
                  <a:cubicBezTo>
                    <a:pt x="678" y="72"/>
                    <a:pt x="347" y="4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91" name="Google Shape;7491;p88"/>
          <p:cNvGrpSpPr/>
          <p:nvPr/>
        </p:nvGrpSpPr>
        <p:grpSpPr>
          <a:xfrm>
            <a:off x="3548265" y="2756826"/>
            <a:ext cx="420775" cy="419659"/>
            <a:chOff x="-4837325" y="3971575"/>
            <a:chExt cx="292225" cy="291450"/>
          </a:xfrm>
        </p:grpSpPr>
        <p:sp>
          <p:nvSpPr>
            <p:cNvPr id="7492" name="Google Shape;7492;p88"/>
            <p:cNvSpPr/>
            <p:nvPr/>
          </p:nvSpPr>
          <p:spPr>
            <a:xfrm>
              <a:off x="-4734150" y="4073975"/>
              <a:ext cx="86650" cy="86650"/>
            </a:xfrm>
            <a:custGeom>
              <a:avLst/>
              <a:gdLst/>
              <a:ahLst/>
              <a:cxnLst/>
              <a:rect l="l" t="t" r="r" b="b"/>
              <a:pathLst>
                <a:path w="3466" h="3466" extrusionOk="0">
                  <a:moveTo>
                    <a:pt x="1701" y="725"/>
                  </a:moveTo>
                  <a:cubicBezTo>
                    <a:pt x="2269" y="725"/>
                    <a:pt x="2773" y="1197"/>
                    <a:pt x="2773" y="1733"/>
                  </a:cubicBezTo>
                  <a:cubicBezTo>
                    <a:pt x="2773" y="2300"/>
                    <a:pt x="2300" y="2804"/>
                    <a:pt x="1733" y="2804"/>
                  </a:cubicBezTo>
                  <a:cubicBezTo>
                    <a:pt x="1197" y="2804"/>
                    <a:pt x="693" y="2300"/>
                    <a:pt x="693" y="1733"/>
                  </a:cubicBezTo>
                  <a:cubicBezTo>
                    <a:pt x="693" y="1197"/>
                    <a:pt x="1166" y="725"/>
                    <a:pt x="1701" y="725"/>
                  </a:cubicBezTo>
                  <a:close/>
                  <a:moveTo>
                    <a:pt x="1701" y="0"/>
                  </a:moveTo>
                  <a:cubicBezTo>
                    <a:pt x="756" y="0"/>
                    <a:pt x="0" y="756"/>
                    <a:pt x="0" y="1701"/>
                  </a:cubicBezTo>
                  <a:cubicBezTo>
                    <a:pt x="0" y="2647"/>
                    <a:pt x="851" y="3466"/>
                    <a:pt x="1796" y="3466"/>
                  </a:cubicBezTo>
                  <a:cubicBezTo>
                    <a:pt x="2741" y="3466"/>
                    <a:pt x="3466" y="2647"/>
                    <a:pt x="3466" y="1701"/>
                  </a:cubicBezTo>
                  <a:cubicBezTo>
                    <a:pt x="3434" y="756"/>
                    <a:pt x="2647"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88"/>
            <p:cNvSpPr/>
            <p:nvPr/>
          </p:nvSpPr>
          <p:spPr>
            <a:xfrm>
              <a:off x="-4700300" y="4108625"/>
              <a:ext cx="18950" cy="17350"/>
            </a:xfrm>
            <a:custGeom>
              <a:avLst/>
              <a:gdLst/>
              <a:ahLst/>
              <a:cxnLst/>
              <a:rect l="l" t="t" r="r" b="b"/>
              <a:pathLst>
                <a:path w="758" h="694" extrusionOk="0">
                  <a:moveTo>
                    <a:pt x="347" y="0"/>
                  </a:moveTo>
                  <a:cubicBezTo>
                    <a:pt x="158" y="0"/>
                    <a:pt x="1" y="158"/>
                    <a:pt x="1" y="347"/>
                  </a:cubicBezTo>
                  <a:cubicBezTo>
                    <a:pt x="1" y="536"/>
                    <a:pt x="158" y="693"/>
                    <a:pt x="347" y="693"/>
                  </a:cubicBezTo>
                  <a:cubicBezTo>
                    <a:pt x="536" y="693"/>
                    <a:pt x="757" y="536"/>
                    <a:pt x="757" y="347"/>
                  </a:cubicBezTo>
                  <a:cubicBezTo>
                    <a:pt x="757"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88"/>
            <p:cNvSpPr/>
            <p:nvPr/>
          </p:nvSpPr>
          <p:spPr>
            <a:xfrm>
              <a:off x="-4748325" y="3971575"/>
              <a:ext cx="203225" cy="204025"/>
            </a:xfrm>
            <a:custGeom>
              <a:avLst/>
              <a:gdLst/>
              <a:ahLst/>
              <a:cxnLst/>
              <a:rect l="l" t="t" r="r" b="b"/>
              <a:pathLst>
                <a:path w="8129" h="8161" extrusionOk="0">
                  <a:moveTo>
                    <a:pt x="2268" y="1"/>
                  </a:moveTo>
                  <a:cubicBezTo>
                    <a:pt x="1449" y="1"/>
                    <a:pt x="693" y="158"/>
                    <a:pt x="0" y="473"/>
                  </a:cubicBezTo>
                  <a:lnTo>
                    <a:pt x="1512" y="3561"/>
                  </a:lnTo>
                  <a:cubicBezTo>
                    <a:pt x="1764" y="3466"/>
                    <a:pt x="1985" y="3435"/>
                    <a:pt x="2268" y="3435"/>
                  </a:cubicBezTo>
                  <a:cubicBezTo>
                    <a:pt x="3623" y="3435"/>
                    <a:pt x="4726" y="4506"/>
                    <a:pt x="4726" y="5829"/>
                  </a:cubicBezTo>
                  <a:cubicBezTo>
                    <a:pt x="4726" y="6112"/>
                    <a:pt x="4663" y="6396"/>
                    <a:pt x="4600" y="6617"/>
                  </a:cubicBezTo>
                  <a:lnTo>
                    <a:pt x="7656" y="8160"/>
                  </a:lnTo>
                  <a:cubicBezTo>
                    <a:pt x="7971" y="7436"/>
                    <a:pt x="8128" y="6617"/>
                    <a:pt x="8128" y="5829"/>
                  </a:cubicBezTo>
                  <a:cubicBezTo>
                    <a:pt x="8128" y="2647"/>
                    <a:pt x="5513" y="1"/>
                    <a:pt x="22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88"/>
            <p:cNvSpPr/>
            <p:nvPr/>
          </p:nvSpPr>
          <p:spPr>
            <a:xfrm>
              <a:off x="-4656175" y="4151950"/>
              <a:ext cx="91375" cy="91375"/>
            </a:xfrm>
            <a:custGeom>
              <a:avLst/>
              <a:gdLst/>
              <a:ahLst/>
              <a:cxnLst/>
              <a:rect l="l" t="t" r="r" b="b"/>
              <a:pathLst>
                <a:path w="3655" h="3655" extrusionOk="0">
                  <a:moveTo>
                    <a:pt x="599" y="0"/>
                  </a:moveTo>
                  <a:cubicBezTo>
                    <a:pt x="441" y="221"/>
                    <a:pt x="252" y="441"/>
                    <a:pt x="0" y="599"/>
                  </a:cubicBezTo>
                  <a:lnTo>
                    <a:pt x="1544" y="3655"/>
                  </a:lnTo>
                  <a:cubicBezTo>
                    <a:pt x="2395" y="3151"/>
                    <a:pt x="3151" y="2395"/>
                    <a:pt x="3655" y="1544"/>
                  </a:cubicBezTo>
                  <a:lnTo>
                    <a:pt x="59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88"/>
            <p:cNvSpPr/>
            <p:nvPr/>
          </p:nvSpPr>
          <p:spPr>
            <a:xfrm>
              <a:off x="-4817650" y="3991275"/>
              <a:ext cx="91400" cy="91375"/>
            </a:xfrm>
            <a:custGeom>
              <a:avLst/>
              <a:gdLst/>
              <a:ahLst/>
              <a:cxnLst/>
              <a:rect l="l" t="t" r="r" b="b"/>
              <a:pathLst>
                <a:path w="3656" h="3655" extrusionOk="0">
                  <a:moveTo>
                    <a:pt x="2143" y="0"/>
                  </a:moveTo>
                  <a:cubicBezTo>
                    <a:pt x="1261" y="504"/>
                    <a:pt x="536" y="1260"/>
                    <a:pt x="1" y="2111"/>
                  </a:cubicBezTo>
                  <a:lnTo>
                    <a:pt x="3088" y="3655"/>
                  </a:lnTo>
                  <a:cubicBezTo>
                    <a:pt x="3246" y="3434"/>
                    <a:pt x="3435" y="3214"/>
                    <a:pt x="3655" y="3088"/>
                  </a:cubicBez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88"/>
            <p:cNvSpPr/>
            <p:nvPr/>
          </p:nvSpPr>
          <p:spPr>
            <a:xfrm>
              <a:off x="-4837325" y="4059000"/>
              <a:ext cx="204000" cy="204025"/>
            </a:xfrm>
            <a:custGeom>
              <a:avLst/>
              <a:gdLst/>
              <a:ahLst/>
              <a:cxnLst/>
              <a:rect l="l" t="t" r="r" b="b"/>
              <a:pathLst>
                <a:path w="8160" h="8161" extrusionOk="0">
                  <a:moveTo>
                    <a:pt x="473" y="1"/>
                  </a:moveTo>
                  <a:cubicBezTo>
                    <a:pt x="158" y="725"/>
                    <a:pt x="0" y="1513"/>
                    <a:pt x="0" y="2300"/>
                  </a:cubicBezTo>
                  <a:cubicBezTo>
                    <a:pt x="0" y="5482"/>
                    <a:pt x="2615" y="8160"/>
                    <a:pt x="5828" y="8160"/>
                  </a:cubicBezTo>
                  <a:cubicBezTo>
                    <a:pt x="6648" y="8160"/>
                    <a:pt x="7435" y="8003"/>
                    <a:pt x="8160" y="7688"/>
                  </a:cubicBezTo>
                  <a:lnTo>
                    <a:pt x="6616" y="4632"/>
                  </a:lnTo>
                  <a:cubicBezTo>
                    <a:pt x="6396" y="4695"/>
                    <a:pt x="6144" y="4726"/>
                    <a:pt x="5860" y="4726"/>
                  </a:cubicBezTo>
                  <a:cubicBezTo>
                    <a:pt x="4537" y="4726"/>
                    <a:pt x="3434" y="3624"/>
                    <a:pt x="3434" y="2300"/>
                  </a:cubicBezTo>
                  <a:cubicBezTo>
                    <a:pt x="3434" y="2017"/>
                    <a:pt x="3466" y="1796"/>
                    <a:pt x="3560" y="1544"/>
                  </a:cubicBezTo>
                  <a:lnTo>
                    <a:pt x="4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98" name="Google Shape;7498;p88"/>
          <p:cNvGrpSpPr/>
          <p:nvPr/>
        </p:nvGrpSpPr>
        <p:grpSpPr>
          <a:xfrm>
            <a:off x="6240279" y="1714185"/>
            <a:ext cx="430998" cy="369730"/>
            <a:chOff x="-3037625" y="3254850"/>
            <a:chExt cx="299325" cy="256775"/>
          </a:xfrm>
        </p:grpSpPr>
        <p:sp>
          <p:nvSpPr>
            <p:cNvPr id="7499" name="Google Shape;7499;p88"/>
            <p:cNvSpPr/>
            <p:nvPr/>
          </p:nvSpPr>
          <p:spPr>
            <a:xfrm>
              <a:off x="-3037625" y="3460400"/>
              <a:ext cx="152825" cy="51225"/>
            </a:xfrm>
            <a:custGeom>
              <a:avLst/>
              <a:gdLst/>
              <a:ahLst/>
              <a:cxnLst/>
              <a:rect l="l" t="t" r="r" b="b"/>
              <a:pathLst>
                <a:path w="6113" h="2049" extrusionOk="0">
                  <a:moveTo>
                    <a:pt x="1356" y="1"/>
                  </a:moveTo>
                  <a:cubicBezTo>
                    <a:pt x="1" y="1"/>
                    <a:pt x="1" y="2049"/>
                    <a:pt x="1356" y="2049"/>
                  </a:cubicBezTo>
                  <a:lnTo>
                    <a:pt x="4758" y="2049"/>
                  </a:lnTo>
                  <a:cubicBezTo>
                    <a:pt x="6113" y="2049"/>
                    <a:pt x="6113"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88"/>
            <p:cNvSpPr/>
            <p:nvPr/>
          </p:nvSpPr>
          <p:spPr>
            <a:xfrm>
              <a:off x="-2884825" y="3460400"/>
              <a:ext cx="146525" cy="51225"/>
            </a:xfrm>
            <a:custGeom>
              <a:avLst/>
              <a:gdLst/>
              <a:ahLst/>
              <a:cxnLst/>
              <a:rect l="l" t="t" r="r" b="b"/>
              <a:pathLst>
                <a:path w="5861" h="2049" extrusionOk="0">
                  <a:moveTo>
                    <a:pt x="1" y="1"/>
                  </a:moveTo>
                  <a:cubicBezTo>
                    <a:pt x="473" y="631"/>
                    <a:pt x="473" y="1419"/>
                    <a:pt x="1" y="2049"/>
                  </a:cubicBezTo>
                  <a:lnTo>
                    <a:pt x="4853" y="2049"/>
                  </a:lnTo>
                  <a:cubicBezTo>
                    <a:pt x="5388" y="2049"/>
                    <a:pt x="5861" y="1576"/>
                    <a:pt x="5861" y="1041"/>
                  </a:cubicBezTo>
                  <a:cubicBezTo>
                    <a:pt x="5861" y="442"/>
                    <a:pt x="5451" y="1"/>
                    <a:pt x="48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88"/>
            <p:cNvSpPr/>
            <p:nvPr/>
          </p:nvSpPr>
          <p:spPr>
            <a:xfrm>
              <a:off x="-2909225" y="3313125"/>
              <a:ext cx="59875" cy="72475"/>
            </a:xfrm>
            <a:custGeom>
              <a:avLst/>
              <a:gdLst/>
              <a:ahLst/>
              <a:cxnLst/>
              <a:rect l="l" t="t" r="r" b="b"/>
              <a:pathLst>
                <a:path w="2395" h="2899" extrusionOk="0">
                  <a:moveTo>
                    <a:pt x="0" y="1"/>
                  </a:moveTo>
                  <a:lnTo>
                    <a:pt x="0" y="2899"/>
                  </a:lnTo>
                  <a:lnTo>
                    <a:pt x="2395" y="1450"/>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88"/>
            <p:cNvSpPr/>
            <p:nvPr/>
          </p:nvSpPr>
          <p:spPr>
            <a:xfrm>
              <a:off x="-3029750" y="3254850"/>
              <a:ext cx="291450" cy="188250"/>
            </a:xfrm>
            <a:custGeom>
              <a:avLst/>
              <a:gdLst/>
              <a:ahLst/>
              <a:cxnLst/>
              <a:rect l="l" t="t" r="r" b="b"/>
              <a:pathLst>
                <a:path w="11658" h="7530" extrusionOk="0">
                  <a:moveTo>
                    <a:pt x="4414" y="1387"/>
                  </a:moveTo>
                  <a:cubicBezTo>
                    <a:pt x="4476" y="1387"/>
                    <a:pt x="4541" y="1407"/>
                    <a:pt x="4601" y="1449"/>
                  </a:cubicBezTo>
                  <a:lnTo>
                    <a:pt x="8035" y="3497"/>
                  </a:lnTo>
                  <a:cubicBezTo>
                    <a:pt x="8287" y="3623"/>
                    <a:pt x="8287" y="3938"/>
                    <a:pt x="8035" y="4064"/>
                  </a:cubicBezTo>
                  <a:lnTo>
                    <a:pt x="4601" y="6112"/>
                  </a:lnTo>
                  <a:cubicBezTo>
                    <a:pt x="4552" y="6140"/>
                    <a:pt x="4500" y="6153"/>
                    <a:pt x="4448" y="6153"/>
                  </a:cubicBezTo>
                  <a:cubicBezTo>
                    <a:pt x="4268" y="6153"/>
                    <a:pt x="4097" y="6000"/>
                    <a:pt x="4097" y="5829"/>
                  </a:cubicBezTo>
                  <a:lnTo>
                    <a:pt x="4097" y="1733"/>
                  </a:lnTo>
                  <a:cubicBezTo>
                    <a:pt x="4097" y="1527"/>
                    <a:pt x="4247" y="1387"/>
                    <a:pt x="4414" y="1387"/>
                  </a:cubicBezTo>
                  <a:close/>
                  <a:moveTo>
                    <a:pt x="1041" y="0"/>
                  </a:moveTo>
                  <a:cubicBezTo>
                    <a:pt x="473" y="0"/>
                    <a:pt x="1" y="473"/>
                    <a:pt x="1" y="1040"/>
                  </a:cubicBezTo>
                  <a:lnTo>
                    <a:pt x="1" y="6490"/>
                  </a:lnTo>
                  <a:cubicBezTo>
                    <a:pt x="1" y="7057"/>
                    <a:pt x="473" y="7530"/>
                    <a:pt x="1041" y="7530"/>
                  </a:cubicBezTo>
                  <a:lnTo>
                    <a:pt x="10650" y="7530"/>
                  </a:lnTo>
                  <a:cubicBezTo>
                    <a:pt x="11185" y="7530"/>
                    <a:pt x="11658" y="7057"/>
                    <a:pt x="11658" y="6490"/>
                  </a:cubicBezTo>
                  <a:lnTo>
                    <a:pt x="11658" y="1040"/>
                  </a:lnTo>
                  <a:cubicBezTo>
                    <a:pt x="11658" y="473"/>
                    <a:pt x="11248" y="0"/>
                    <a:pt x="106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3" name="Google Shape;7503;p88"/>
          <p:cNvGrpSpPr/>
          <p:nvPr/>
        </p:nvGrpSpPr>
        <p:grpSpPr>
          <a:xfrm>
            <a:off x="6244239" y="2204615"/>
            <a:ext cx="423079" cy="420811"/>
            <a:chOff x="-3031325" y="3597450"/>
            <a:chExt cx="293825" cy="292250"/>
          </a:xfrm>
        </p:grpSpPr>
        <p:sp>
          <p:nvSpPr>
            <p:cNvPr id="7504" name="Google Shape;7504;p88"/>
            <p:cNvSpPr/>
            <p:nvPr/>
          </p:nvSpPr>
          <p:spPr>
            <a:xfrm>
              <a:off x="-3029750" y="3597450"/>
              <a:ext cx="292250" cy="67775"/>
            </a:xfrm>
            <a:custGeom>
              <a:avLst/>
              <a:gdLst/>
              <a:ahLst/>
              <a:cxnLst/>
              <a:rect l="l" t="t" r="r" b="b"/>
              <a:pathLst>
                <a:path w="11690" h="2711" extrusionOk="0">
                  <a:moveTo>
                    <a:pt x="1702" y="1387"/>
                  </a:moveTo>
                  <a:cubicBezTo>
                    <a:pt x="1891" y="1387"/>
                    <a:pt x="2049" y="1545"/>
                    <a:pt x="2049" y="1734"/>
                  </a:cubicBezTo>
                  <a:cubicBezTo>
                    <a:pt x="2049" y="1923"/>
                    <a:pt x="1891" y="2080"/>
                    <a:pt x="1702" y="2080"/>
                  </a:cubicBezTo>
                  <a:cubicBezTo>
                    <a:pt x="1513" y="2080"/>
                    <a:pt x="1356" y="1923"/>
                    <a:pt x="1356" y="1734"/>
                  </a:cubicBezTo>
                  <a:cubicBezTo>
                    <a:pt x="1356" y="1545"/>
                    <a:pt x="1513" y="1387"/>
                    <a:pt x="1702" y="1387"/>
                  </a:cubicBezTo>
                  <a:close/>
                  <a:moveTo>
                    <a:pt x="3120" y="1387"/>
                  </a:moveTo>
                  <a:cubicBezTo>
                    <a:pt x="3309" y="1387"/>
                    <a:pt x="3466" y="1545"/>
                    <a:pt x="3466" y="1734"/>
                  </a:cubicBezTo>
                  <a:cubicBezTo>
                    <a:pt x="3466" y="1923"/>
                    <a:pt x="3309" y="2080"/>
                    <a:pt x="3120" y="2080"/>
                  </a:cubicBezTo>
                  <a:cubicBezTo>
                    <a:pt x="2931" y="2080"/>
                    <a:pt x="2773" y="1923"/>
                    <a:pt x="2773" y="1734"/>
                  </a:cubicBezTo>
                  <a:cubicBezTo>
                    <a:pt x="2773" y="1545"/>
                    <a:pt x="2931" y="1387"/>
                    <a:pt x="3120" y="1387"/>
                  </a:cubicBezTo>
                  <a:close/>
                  <a:moveTo>
                    <a:pt x="9985" y="1417"/>
                  </a:moveTo>
                  <a:cubicBezTo>
                    <a:pt x="10400" y="1417"/>
                    <a:pt x="10449" y="2080"/>
                    <a:pt x="9956" y="2080"/>
                  </a:cubicBezTo>
                  <a:lnTo>
                    <a:pt x="5861" y="2080"/>
                  </a:lnTo>
                  <a:cubicBezTo>
                    <a:pt x="5451" y="2080"/>
                    <a:pt x="5388" y="1418"/>
                    <a:pt x="5861" y="1418"/>
                  </a:cubicBezTo>
                  <a:lnTo>
                    <a:pt x="9956" y="1418"/>
                  </a:lnTo>
                  <a:cubicBezTo>
                    <a:pt x="9966" y="1418"/>
                    <a:pt x="9976" y="1417"/>
                    <a:pt x="9985" y="1417"/>
                  </a:cubicBezTo>
                  <a:close/>
                  <a:moveTo>
                    <a:pt x="1041" y="1"/>
                  </a:moveTo>
                  <a:cubicBezTo>
                    <a:pt x="473" y="1"/>
                    <a:pt x="1" y="473"/>
                    <a:pt x="1" y="1040"/>
                  </a:cubicBezTo>
                  <a:lnTo>
                    <a:pt x="1" y="2710"/>
                  </a:lnTo>
                  <a:lnTo>
                    <a:pt x="11689" y="2710"/>
                  </a:lnTo>
                  <a:lnTo>
                    <a:pt x="11689" y="1040"/>
                  </a:lnTo>
                  <a:cubicBezTo>
                    <a:pt x="11658" y="473"/>
                    <a:pt x="11248" y="1"/>
                    <a:pt x="106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88"/>
            <p:cNvSpPr/>
            <p:nvPr/>
          </p:nvSpPr>
          <p:spPr>
            <a:xfrm>
              <a:off x="-3031325" y="3687250"/>
              <a:ext cx="292250" cy="153600"/>
            </a:xfrm>
            <a:custGeom>
              <a:avLst/>
              <a:gdLst/>
              <a:ahLst/>
              <a:cxnLst/>
              <a:rect l="l" t="t" r="r" b="b"/>
              <a:pathLst>
                <a:path w="11690" h="6144" extrusionOk="0">
                  <a:moveTo>
                    <a:pt x="1" y="0"/>
                  </a:moveTo>
                  <a:lnTo>
                    <a:pt x="1" y="5104"/>
                  </a:lnTo>
                  <a:lnTo>
                    <a:pt x="64" y="5104"/>
                  </a:lnTo>
                  <a:cubicBezTo>
                    <a:pt x="64" y="5671"/>
                    <a:pt x="536" y="6144"/>
                    <a:pt x="1104" y="6144"/>
                  </a:cubicBezTo>
                  <a:lnTo>
                    <a:pt x="4475" y="6144"/>
                  </a:lnTo>
                  <a:cubicBezTo>
                    <a:pt x="4317" y="5671"/>
                    <a:pt x="4223" y="5199"/>
                    <a:pt x="4223" y="4695"/>
                  </a:cubicBezTo>
                  <a:lnTo>
                    <a:pt x="4223" y="2395"/>
                  </a:lnTo>
                  <a:cubicBezTo>
                    <a:pt x="4223" y="1790"/>
                    <a:pt x="4686" y="1366"/>
                    <a:pt x="5227" y="1366"/>
                  </a:cubicBezTo>
                  <a:cubicBezTo>
                    <a:pt x="5362" y="1366"/>
                    <a:pt x="5502" y="1393"/>
                    <a:pt x="5640" y="1450"/>
                  </a:cubicBezTo>
                  <a:cubicBezTo>
                    <a:pt x="5735" y="1481"/>
                    <a:pt x="5861" y="1544"/>
                    <a:pt x="5987" y="1544"/>
                  </a:cubicBezTo>
                  <a:cubicBezTo>
                    <a:pt x="6144" y="1544"/>
                    <a:pt x="6365" y="1450"/>
                    <a:pt x="6900" y="977"/>
                  </a:cubicBezTo>
                  <a:cubicBezTo>
                    <a:pt x="7090" y="788"/>
                    <a:pt x="7349" y="693"/>
                    <a:pt x="7613" y="693"/>
                  </a:cubicBezTo>
                  <a:cubicBezTo>
                    <a:pt x="7877" y="693"/>
                    <a:pt x="8145" y="788"/>
                    <a:pt x="8350" y="977"/>
                  </a:cubicBezTo>
                  <a:cubicBezTo>
                    <a:pt x="8822" y="1450"/>
                    <a:pt x="9106" y="1544"/>
                    <a:pt x="9263" y="1544"/>
                  </a:cubicBezTo>
                  <a:cubicBezTo>
                    <a:pt x="9358" y="1544"/>
                    <a:pt x="9484" y="1481"/>
                    <a:pt x="9610" y="1450"/>
                  </a:cubicBezTo>
                  <a:cubicBezTo>
                    <a:pt x="9742" y="1393"/>
                    <a:pt x="9878" y="1366"/>
                    <a:pt x="10011" y="1366"/>
                  </a:cubicBezTo>
                  <a:cubicBezTo>
                    <a:pt x="10544" y="1366"/>
                    <a:pt x="11028" y="1790"/>
                    <a:pt x="11028" y="2395"/>
                  </a:cubicBezTo>
                  <a:lnTo>
                    <a:pt x="11028" y="4695"/>
                  </a:lnTo>
                  <a:cubicBezTo>
                    <a:pt x="11028" y="5199"/>
                    <a:pt x="10933" y="5671"/>
                    <a:pt x="10744" y="6144"/>
                  </a:cubicBezTo>
                  <a:cubicBezTo>
                    <a:pt x="11248" y="6112"/>
                    <a:pt x="11689" y="5671"/>
                    <a:pt x="11689" y="5104"/>
                  </a:cubicBezTo>
                  <a:lnTo>
                    <a:pt x="116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88"/>
            <p:cNvSpPr/>
            <p:nvPr/>
          </p:nvSpPr>
          <p:spPr>
            <a:xfrm>
              <a:off x="-2908450" y="3724275"/>
              <a:ext cx="59900" cy="164625"/>
            </a:xfrm>
            <a:custGeom>
              <a:avLst/>
              <a:gdLst/>
              <a:ahLst/>
              <a:cxnLst/>
              <a:rect l="l" t="t" r="r" b="b"/>
              <a:pathLst>
                <a:path w="2396" h="6585" extrusionOk="0">
                  <a:moveTo>
                    <a:pt x="2395" y="0"/>
                  </a:moveTo>
                  <a:cubicBezTo>
                    <a:pt x="1904" y="491"/>
                    <a:pt x="1500" y="721"/>
                    <a:pt x="1085" y="721"/>
                  </a:cubicBezTo>
                  <a:cubicBezTo>
                    <a:pt x="887" y="721"/>
                    <a:pt x="687" y="669"/>
                    <a:pt x="473" y="567"/>
                  </a:cubicBezTo>
                  <a:cubicBezTo>
                    <a:pt x="423" y="548"/>
                    <a:pt x="374" y="539"/>
                    <a:pt x="327" y="539"/>
                  </a:cubicBezTo>
                  <a:cubicBezTo>
                    <a:pt x="142" y="539"/>
                    <a:pt x="1" y="681"/>
                    <a:pt x="1" y="882"/>
                  </a:cubicBezTo>
                  <a:lnTo>
                    <a:pt x="1" y="3214"/>
                  </a:lnTo>
                  <a:cubicBezTo>
                    <a:pt x="1" y="3718"/>
                    <a:pt x="127" y="4222"/>
                    <a:pt x="316" y="4663"/>
                  </a:cubicBezTo>
                  <a:cubicBezTo>
                    <a:pt x="725" y="5513"/>
                    <a:pt x="1387" y="6238"/>
                    <a:pt x="2395" y="6585"/>
                  </a:cubicBezTo>
                  <a:lnTo>
                    <a:pt x="23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88"/>
            <p:cNvSpPr/>
            <p:nvPr/>
          </p:nvSpPr>
          <p:spPr>
            <a:xfrm>
              <a:off x="-2831250" y="3725850"/>
              <a:ext cx="59875" cy="163850"/>
            </a:xfrm>
            <a:custGeom>
              <a:avLst/>
              <a:gdLst/>
              <a:ahLst/>
              <a:cxnLst/>
              <a:rect l="l" t="t" r="r" b="b"/>
              <a:pathLst>
                <a:path w="2395" h="6554" extrusionOk="0">
                  <a:moveTo>
                    <a:pt x="0" y="0"/>
                  </a:moveTo>
                  <a:lnTo>
                    <a:pt x="0" y="6553"/>
                  </a:lnTo>
                  <a:cubicBezTo>
                    <a:pt x="1008" y="6175"/>
                    <a:pt x="1670" y="5450"/>
                    <a:pt x="2079" y="4631"/>
                  </a:cubicBezTo>
                  <a:cubicBezTo>
                    <a:pt x="2269" y="4159"/>
                    <a:pt x="2395" y="3686"/>
                    <a:pt x="2395" y="3182"/>
                  </a:cubicBezTo>
                  <a:lnTo>
                    <a:pt x="2395" y="851"/>
                  </a:lnTo>
                  <a:cubicBezTo>
                    <a:pt x="2395" y="623"/>
                    <a:pt x="2212" y="477"/>
                    <a:pt x="2042" y="477"/>
                  </a:cubicBezTo>
                  <a:cubicBezTo>
                    <a:pt x="2000" y="477"/>
                    <a:pt x="1959" y="485"/>
                    <a:pt x="1922" y="504"/>
                  </a:cubicBezTo>
                  <a:cubicBezTo>
                    <a:pt x="1704" y="598"/>
                    <a:pt x="1496" y="647"/>
                    <a:pt x="1291" y="647"/>
                  </a:cubicBezTo>
                  <a:cubicBezTo>
                    <a:pt x="873" y="647"/>
                    <a:pt x="465" y="44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8" name="Google Shape;7508;p88"/>
          <p:cNvGrpSpPr/>
          <p:nvPr/>
        </p:nvGrpSpPr>
        <p:grpSpPr>
          <a:xfrm>
            <a:off x="6256714" y="2781214"/>
            <a:ext cx="421927" cy="370882"/>
            <a:chOff x="-3030525" y="3973150"/>
            <a:chExt cx="293025" cy="257575"/>
          </a:xfrm>
        </p:grpSpPr>
        <p:sp>
          <p:nvSpPr>
            <p:cNvPr id="7509" name="Google Shape;7509;p88"/>
            <p:cNvSpPr/>
            <p:nvPr/>
          </p:nvSpPr>
          <p:spPr>
            <a:xfrm>
              <a:off x="-3029750" y="3973150"/>
              <a:ext cx="292250" cy="68550"/>
            </a:xfrm>
            <a:custGeom>
              <a:avLst/>
              <a:gdLst/>
              <a:ahLst/>
              <a:cxnLst/>
              <a:rect l="l" t="t" r="r" b="b"/>
              <a:pathLst>
                <a:path w="11690" h="2742" extrusionOk="0">
                  <a:moveTo>
                    <a:pt x="1702" y="1355"/>
                  </a:moveTo>
                  <a:cubicBezTo>
                    <a:pt x="1891" y="1355"/>
                    <a:pt x="2049" y="1513"/>
                    <a:pt x="2049" y="1702"/>
                  </a:cubicBezTo>
                  <a:cubicBezTo>
                    <a:pt x="2049" y="1922"/>
                    <a:pt x="1891" y="2080"/>
                    <a:pt x="1702" y="2080"/>
                  </a:cubicBezTo>
                  <a:cubicBezTo>
                    <a:pt x="1513" y="2080"/>
                    <a:pt x="1356" y="1922"/>
                    <a:pt x="1356" y="1702"/>
                  </a:cubicBezTo>
                  <a:cubicBezTo>
                    <a:pt x="1356" y="1513"/>
                    <a:pt x="1513" y="1355"/>
                    <a:pt x="1702" y="1355"/>
                  </a:cubicBezTo>
                  <a:close/>
                  <a:moveTo>
                    <a:pt x="3088" y="1355"/>
                  </a:moveTo>
                  <a:cubicBezTo>
                    <a:pt x="3277" y="1355"/>
                    <a:pt x="3435" y="1513"/>
                    <a:pt x="3435" y="1702"/>
                  </a:cubicBezTo>
                  <a:cubicBezTo>
                    <a:pt x="3435" y="1922"/>
                    <a:pt x="3277" y="2080"/>
                    <a:pt x="3088" y="2080"/>
                  </a:cubicBezTo>
                  <a:cubicBezTo>
                    <a:pt x="2868" y="2080"/>
                    <a:pt x="2710" y="1922"/>
                    <a:pt x="2710" y="1702"/>
                  </a:cubicBezTo>
                  <a:cubicBezTo>
                    <a:pt x="2710" y="1513"/>
                    <a:pt x="2868" y="1355"/>
                    <a:pt x="3088" y="1355"/>
                  </a:cubicBezTo>
                  <a:close/>
                  <a:moveTo>
                    <a:pt x="9925" y="1387"/>
                  </a:moveTo>
                  <a:cubicBezTo>
                    <a:pt x="10366" y="1387"/>
                    <a:pt x="10366" y="2080"/>
                    <a:pt x="9925" y="2080"/>
                  </a:cubicBezTo>
                  <a:lnTo>
                    <a:pt x="5829" y="2080"/>
                  </a:lnTo>
                  <a:cubicBezTo>
                    <a:pt x="5388" y="2080"/>
                    <a:pt x="5357" y="1387"/>
                    <a:pt x="5829" y="1387"/>
                  </a:cubicBezTo>
                  <a:close/>
                  <a:moveTo>
                    <a:pt x="1041" y="1"/>
                  </a:moveTo>
                  <a:cubicBezTo>
                    <a:pt x="473" y="1"/>
                    <a:pt x="1" y="473"/>
                    <a:pt x="1" y="1040"/>
                  </a:cubicBezTo>
                  <a:lnTo>
                    <a:pt x="1" y="2741"/>
                  </a:lnTo>
                  <a:lnTo>
                    <a:pt x="11689" y="2741"/>
                  </a:lnTo>
                  <a:lnTo>
                    <a:pt x="11689" y="1040"/>
                  </a:lnTo>
                  <a:cubicBezTo>
                    <a:pt x="11658" y="505"/>
                    <a:pt x="11248" y="1"/>
                    <a:pt x="106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88"/>
            <p:cNvSpPr/>
            <p:nvPr/>
          </p:nvSpPr>
          <p:spPr>
            <a:xfrm>
              <a:off x="-3030525" y="4059000"/>
              <a:ext cx="292225" cy="171725"/>
            </a:xfrm>
            <a:custGeom>
              <a:avLst/>
              <a:gdLst/>
              <a:ahLst/>
              <a:cxnLst/>
              <a:rect l="l" t="t" r="r" b="b"/>
              <a:pathLst>
                <a:path w="11689" h="6869" extrusionOk="0">
                  <a:moveTo>
                    <a:pt x="3773" y="1366"/>
                  </a:moveTo>
                  <a:cubicBezTo>
                    <a:pt x="4065" y="1366"/>
                    <a:pt x="4260" y="1775"/>
                    <a:pt x="3970" y="1985"/>
                  </a:cubicBezTo>
                  <a:lnTo>
                    <a:pt x="2363" y="3088"/>
                  </a:lnTo>
                  <a:lnTo>
                    <a:pt x="3970" y="4191"/>
                  </a:lnTo>
                  <a:cubicBezTo>
                    <a:pt x="4252" y="4370"/>
                    <a:pt x="4075" y="4801"/>
                    <a:pt x="3795" y="4801"/>
                  </a:cubicBezTo>
                  <a:cubicBezTo>
                    <a:pt x="3731" y="4801"/>
                    <a:pt x="3662" y="4779"/>
                    <a:pt x="3592" y="4726"/>
                  </a:cubicBezTo>
                  <a:lnTo>
                    <a:pt x="1544" y="3372"/>
                  </a:lnTo>
                  <a:cubicBezTo>
                    <a:pt x="1324" y="3246"/>
                    <a:pt x="1324" y="2962"/>
                    <a:pt x="1544" y="2805"/>
                  </a:cubicBezTo>
                  <a:lnTo>
                    <a:pt x="3592" y="1418"/>
                  </a:lnTo>
                  <a:cubicBezTo>
                    <a:pt x="3654" y="1382"/>
                    <a:pt x="3715" y="1366"/>
                    <a:pt x="3773" y="1366"/>
                  </a:cubicBezTo>
                  <a:close/>
                  <a:moveTo>
                    <a:pt x="7912" y="1407"/>
                  </a:moveTo>
                  <a:cubicBezTo>
                    <a:pt x="7979" y="1407"/>
                    <a:pt x="8053" y="1429"/>
                    <a:pt x="8129" y="1481"/>
                  </a:cubicBezTo>
                  <a:lnTo>
                    <a:pt x="10145" y="2836"/>
                  </a:lnTo>
                  <a:cubicBezTo>
                    <a:pt x="10366" y="2962"/>
                    <a:pt x="10366" y="3277"/>
                    <a:pt x="10145" y="3403"/>
                  </a:cubicBezTo>
                  <a:lnTo>
                    <a:pt x="8129" y="4789"/>
                  </a:lnTo>
                  <a:cubicBezTo>
                    <a:pt x="8061" y="4826"/>
                    <a:pt x="7996" y="4841"/>
                    <a:pt x="7935" y="4841"/>
                  </a:cubicBezTo>
                  <a:cubicBezTo>
                    <a:pt x="7624" y="4841"/>
                    <a:pt x="7430" y="4433"/>
                    <a:pt x="7719" y="4222"/>
                  </a:cubicBezTo>
                  <a:lnTo>
                    <a:pt x="9326" y="3120"/>
                  </a:lnTo>
                  <a:lnTo>
                    <a:pt x="7719" y="2017"/>
                  </a:lnTo>
                  <a:cubicBezTo>
                    <a:pt x="7437" y="1837"/>
                    <a:pt x="7615" y="1407"/>
                    <a:pt x="7912" y="1407"/>
                  </a:cubicBezTo>
                  <a:close/>
                  <a:moveTo>
                    <a:pt x="6515" y="714"/>
                  </a:moveTo>
                  <a:cubicBezTo>
                    <a:pt x="6728" y="714"/>
                    <a:pt x="6948" y="909"/>
                    <a:pt x="6868" y="1166"/>
                  </a:cubicBezTo>
                  <a:lnTo>
                    <a:pt x="5482" y="5262"/>
                  </a:lnTo>
                  <a:cubicBezTo>
                    <a:pt x="5434" y="5420"/>
                    <a:pt x="5306" y="5489"/>
                    <a:pt x="5176" y="5489"/>
                  </a:cubicBezTo>
                  <a:cubicBezTo>
                    <a:pt x="4968" y="5489"/>
                    <a:pt x="4755" y="5313"/>
                    <a:pt x="4852" y="5041"/>
                  </a:cubicBezTo>
                  <a:lnTo>
                    <a:pt x="6207" y="946"/>
                  </a:lnTo>
                  <a:cubicBezTo>
                    <a:pt x="6265" y="782"/>
                    <a:pt x="6389" y="714"/>
                    <a:pt x="6515" y="714"/>
                  </a:cubicBezTo>
                  <a:close/>
                  <a:moveTo>
                    <a:pt x="0" y="1"/>
                  </a:moveTo>
                  <a:lnTo>
                    <a:pt x="0" y="5829"/>
                  </a:lnTo>
                  <a:lnTo>
                    <a:pt x="32" y="5829"/>
                  </a:lnTo>
                  <a:cubicBezTo>
                    <a:pt x="32" y="6396"/>
                    <a:pt x="504" y="6869"/>
                    <a:pt x="1072" y="6869"/>
                  </a:cubicBezTo>
                  <a:lnTo>
                    <a:pt x="10681" y="6869"/>
                  </a:lnTo>
                  <a:cubicBezTo>
                    <a:pt x="11216" y="6869"/>
                    <a:pt x="11689" y="6396"/>
                    <a:pt x="11689" y="5829"/>
                  </a:cubicBezTo>
                  <a:lnTo>
                    <a:pt x="116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1" name="Google Shape;7511;p88"/>
          <p:cNvGrpSpPr/>
          <p:nvPr/>
        </p:nvGrpSpPr>
        <p:grpSpPr>
          <a:xfrm>
            <a:off x="1358307" y="3369426"/>
            <a:ext cx="421927" cy="297195"/>
            <a:chOff x="-1199300" y="3279250"/>
            <a:chExt cx="293025" cy="206400"/>
          </a:xfrm>
        </p:grpSpPr>
        <p:sp>
          <p:nvSpPr>
            <p:cNvPr id="7512" name="Google Shape;7512;p88"/>
            <p:cNvSpPr/>
            <p:nvPr/>
          </p:nvSpPr>
          <p:spPr>
            <a:xfrm>
              <a:off x="-1183550" y="3395050"/>
              <a:ext cx="261525" cy="90600"/>
            </a:xfrm>
            <a:custGeom>
              <a:avLst/>
              <a:gdLst/>
              <a:ahLst/>
              <a:cxnLst/>
              <a:rect l="l" t="t" r="r" b="b"/>
              <a:pathLst>
                <a:path w="10461" h="3624" extrusionOk="0">
                  <a:moveTo>
                    <a:pt x="3498" y="0"/>
                  </a:moveTo>
                  <a:lnTo>
                    <a:pt x="1" y="3529"/>
                  </a:lnTo>
                  <a:cubicBezTo>
                    <a:pt x="127" y="3623"/>
                    <a:pt x="284" y="3623"/>
                    <a:pt x="442" y="3623"/>
                  </a:cubicBezTo>
                  <a:lnTo>
                    <a:pt x="10051" y="3623"/>
                  </a:lnTo>
                  <a:cubicBezTo>
                    <a:pt x="10208" y="3623"/>
                    <a:pt x="10366" y="3560"/>
                    <a:pt x="10460" y="3529"/>
                  </a:cubicBezTo>
                  <a:lnTo>
                    <a:pt x="6963" y="0"/>
                  </a:lnTo>
                  <a:lnTo>
                    <a:pt x="5986" y="977"/>
                  </a:lnTo>
                  <a:cubicBezTo>
                    <a:pt x="5797" y="1166"/>
                    <a:pt x="5522" y="1260"/>
                    <a:pt x="5242" y="1260"/>
                  </a:cubicBezTo>
                  <a:cubicBezTo>
                    <a:pt x="4963" y="1260"/>
                    <a:pt x="4679" y="1166"/>
                    <a:pt x="4474" y="977"/>
                  </a:cubicBezTo>
                  <a:lnTo>
                    <a:pt x="349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88"/>
            <p:cNvSpPr/>
            <p:nvPr/>
          </p:nvSpPr>
          <p:spPr>
            <a:xfrm>
              <a:off x="-1184325" y="3279250"/>
              <a:ext cx="261500" cy="129400"/>
            </a:xfrm>
            <a:custGeom>
              <a:avLst/>
              <a:gdLst/>
              <a:ahLst/>
              <a:cxnLst/>
              <a:rect l="l" t="t" r="r" b="b"/>
              <a:pathLst>
                <a:path w="10460" h="5176" extrusionOk="0">
                  <a:moveTo>
                    <a:pt x="410" y="1"/>
                  </a:moveTo>
                  <a:cubicBezTo>
                    <a:pt x="252" y="1"/>
                    <a:pt x="95" y="64"/>
                    <a:pt x="0" y="95"/>
                  </a:cubicBezTo>
                  <a:lnTo>
                    <a:pt x="3781" y="3876"/>
                  </a:lnTo>
                  <a:lnTo>
                    <a:pt x="4978" y="5105"/>
                  </a:lnTo>
                  <a:cubicBezTo>
                    <a:pt x="5041" y="5152"/>
                    <a:pt x="5143" y="5175"/>
                    <a:pt x="5246" y="5175"/>
                  </a:cubicBezTo>
                  <a:cubicBezTo>
                    <a:pt x="5348" y="5175"/>
                    <a:pt x="5450" y="5152"/>
                    <a:pt x="5513" y="5105"/>
                  </a:cubicBezTo>
                  <a:lnTo>
                    <a:pt x="6711" y="3876"/>
                  </a:lnTo>
                  <a:lnTo>
                    <a:pt x="10460" y="95"/>
                  </a:lnTo>
                  <a:cubicBezTo>
                    <a:pt x="10334" y="1"/>
                    <a:pt x="10176" y="1"/>
                    <a:pt x="100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88"/>
            <p:cNvSpPr/>
            <p:nvPr/>
          </p:nvSpPr>
          <p:spPr>
            <a:xfrm>
              <a:off x="-1199300" y="3294225"/>
              <a:ext cx="90600" cy="175650"/>
            </a:xfrm>
            <a:custGeom>
              <a:avLst/>
              <a:gdLst/>
              <a:ahLst/>
              <a:cxnLst/>
              <a:rect l="l" t="t" r="r" b="b"/>
              <a:pathLst>
                <a:path w="3624" h="7026" extrusionOk="0">
                  <a:moveTo>
                    <a:pt x="126" y="0"/>
                  </a:moveTo>
                  <a:cubicBezTo>
                    <a:pt x="32" y="126"/>
                    <a:pt x="0" y="284"/>
                    <a:pt x="0" y="441"/>
                  </a:cubicBezTo>
                  <a:lnTo>
                    <a:pt x="0" y="6585"/>
                  </a:lnTo>
                  <a:cubicBezTo>
                    <a:pt x="0" y="6742"/>
                    <a:pt x="32" y="6900"/>
                    <a:pt x="126" y="7026"/>
                  </a:cubicBezTo>
                  <a:lnTo>
                    <a:pt x="3624" y="3466"/>
                  </a:lnTo>
                  <a:lnTo>
                    <a:pt x="12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88"/>
            <p:cNvSpPr/>
            <p:nvPr/>
          </p:nvSpPr>
          <p:spPr>
            <a:xfrm>
              <a:off x="-996875" y="3294225"/>
              <a:ext cx="90600" cy="177225"/>
            </a:xfrm>
            <a:custGeom>
              <a:avLst/>
              <a:gdLst/>
              <a:ahLst/>
              <a:cxnLst/>
              <a:rect l="l" t="t" r="r" b="b"/>
              <a:pathLst>
                <a:path w="3624" h="7089" extrusionOk="0">
                  <a:moveTo>
                    <a:pt x="3529" y="0"/>
                  </a:moveTo>
                  <a:lnTo>
                    <a:pt x="0" y="3529"/>
                  </a:lnTo>
                  <a:lnTo>
                    <a:pt x="3529" y="7089"/>
                  </a:lnTo>
                  <a:cubicBezTo>
                    <a:pt x="3592" y="6963"/>
                    <a:pt x="3623" y="6805"/>
                    <a:pt x="3623" y="6648"/>
                  </a:cubicBezTo>
                  <a:lnTo>
                    <a:pt x="3623" y="504"/>
                  </a:lnTo>
                  <a:cubicBezTo>
                    <a:pt x="3592" y="284"/>
                    <a:pt x="3560" y="126"/>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6" name="Google Shape;7516;p88"/>
          <p:cNvGrpSpPr/>
          <p:nvPr/>
        </p:nvGrpSpPr>
        <p:grpSpPr>
          <a:xfrm>
            <a:off x="1365393" y="1688773"/>
            <a:ext cx="444605" cy="420559"/>
            <a:chOff x="-6338550" y="3272950"/>
            <a:chExt cx="308775" cy="292075"/>
          </a:xfrm>
        </p:grpSpPr>
        <p:sp>
          <p:nvSpPr>
            <p:cNvPr id="7517" name="Google Shape;7517;p88"/>
            <p:cNvSpPr/>
            <p:nvPr/>
          </p:nvSpPr>
          <p:spPr>
            <a:xfrm>
              <a:off x="-6338550" y="3272950"/>
              <a:ext cx="308775" cy="119750"/>
            </a:xfrm>
            <a:custGeom>
              <a:avLst/>
              <a:gdLst/>
              <a:ahLst/>
              <a:cxnLst/>
              <a:rect l="l" t="t" r="r" b="b"/>
              <a:pathLst>
                <a:path w="12351" h="4790" extrusionOk="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88"/>
            <p:cNvSpPr/>
            <p:nvPr/>
          </p:nvSpPr>
          <p:spPr>
            <a:xfrm>
              <a:off x="-6228275" y="3479325"/>
              <a:ext cx="86650" cy="85700"/>
            </a:xfrm>
            <a:custGeom>
              <a:avLst/>
              <a:gdLst/>
              <a:ahLst/>
              <a:cxnLst/>
              <a:rect l="l" t="t" r="r" b="b"/>
              <a:pathLst>
                <a:path w="3466" h="3428" extrusionOk="0">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88"/>
            <p:cNvSpPr/>
            <p:nvPr/>
          </p:nvSpPr>
          <p:spPr>
            <a:xfrm>
              <a:off x="-6292075" y="3410800"/>
              <a:ext cx="212675" cy="50425"/>
            </a:xfrm>
            <a:custGeom>
              <a:avLst/>
              <a:gdLst/>
              <a:ahLst/>
              <a:cxnLst/>
              <a:rect l="l" t="t" r="r" b="b"/>
              <a:pathLst>
                <a:path w="8507" h="2017" extrusionOk="0">
                  <a:moveTo>
                    <a:pt x="0" y="0"/>
                  </a:moveTo>
                  <a:lnTo>
                    <a:pt x="2048" y="2016"/>
                  </a:lnTo>
                  <a:lnTo>
                    <a:pt x="6459" y="2016"/>
                  </a:ln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0" name="Google Shape;7520;p88"/>
          <p:cNvGrpSpPr/>
          <p:nvPr/>
        </p:nvGrpSpPr>
        <p:grpSpPr>
          <a:xfrm>
            <a:off x="1376732" y="2205194"/>
            <a:ext cx="421927" cy="419659"/>
            <a:chOff x="-6329100" y="3632100"/>
            <a:chExt cx="293025" cy="291450"/>
          </a:xfrm>
        </p:grpSpPr>
        <p:sp>
          <p:nvSpPr>
            <p:cNvPr id="7521" name="Google Shape;7521;p88"/>
            <p:cNvSpPr/>
            <p:nvPr/>
          </p:nvSpPr>
          <p:spPr>
            <a:xfrm>
              <a:off x="-6210700" y="3751600"/>
              <a:ext cx="174625" cy="171950"/>
            </a:xfrm>
            <a:custGeom>
              <a:avLst/>
              <a:gdLst/>
              <a:ahLst/>
              <a:cxnLst/>
              <a:rect l="l" t="t" r="r" b="b"/>
              <a:pathLst>
                <a:path w="6985" h="6878" extrusionOk="0">
                  <a:moveTo>
                    <a:pt x="492" y="0"/>
                  </a:moveTo>
                  <a:cubicBezTo>
                    <a:pt x="219" y="0"/>
                    <a:pt x="0" y="235"/>
                    <a:pt x="85" y="545"/>
                  </a:cubicBezTo>
                  <a:lnTo>
                    <a:pt x="1503" y="5712"/>
                  </a:lnTo>
                  <a:cubicBezTo>
                    <a:pt x="1559" y="5882"/>
                    <a:pt x="1707" y="5984"/>
                    <a:pt x="1856" y="5984"/>
                  </a:cubicBezTo>
                  <a:cubicBezTo>
                    <a:pt x="1956" y="5984"/>
                    <a:pt x="2057" y="5939"/>
                    <a:pt x="2133" y="5838"/>
                  </a:cubicBezTo>
                  <a:lnTo>
                    <a:pt x="2889" y="4735"/>
                  </a:lnTo>
                  <a:lnTo>
                    <a:pt x="3739" y="5712"/>
                  </a:lnTo>
                  <a:lnTo>
                    <a:pt x="4622" y="6594"/>
                  </a:lnTo>
                  <a:cubicBezTo>
                    <a:pt x="4811" y="6783"/>
                    <a:pt x="5086" y="6878"/>
                    <a:pt x="5362" y="6878"/>
                  </a:cubicBezTo>
                  <a:cubicBezTo>
                    <a:pt x="5638" y="6878"/>
                    <a:pt x="5913" y="6783"/>
                    <a:pt x="6102" y="6594"/>
                  </a:cubicBezTo>
                  <a:lnTo>
                    <a:pt x="6575" y="6122"/>
                  </a:lnTo>
                  <a:cubicBezTo>
                    <a:pt x="6984" y="5712"/>
                    <a:pt x="6984" y="5113"/>
                    <a:pt x="6575" y="4672"/>
                  </a:cubicBezTo>
                  <a:lnTo>
                    <a:pt x="4811" y="2814"/>
                  </a:lnTo>
                  <a:lnTo>
                    <a:pt x="5913" y="2058"/>
                  </a:lnTo>
                  <a:cubicBezTo>
                    <a:pt x="6134" y="1900"/>
                    <a:pt x="6102" y="1522"/>
                    <a:pt x="5787" y="1427"/>
                  </a:cubicBezTo>
                  <a:lnTo>
                    <a:pt x="589" y="10"/>
                  </a:lnTo>
                  <a:cubicBezTo>
                    <a:pt x="556" y="3"/>
                    <a:pt x="524" y="0"/>
                    <a:pt x="4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88"/>
            <p:cNvSpPr/>
            <p:nvPr/>
          </p:nvSpPr>
          <p:spPr>
            <a:xfrm>
              <a:off x="-6272400" y="3691975"/>
              <a:ext cx="136300" cy="135500"/>
            </a:xfrm>
            <a:custGeom>
              <a:avLst/>
              <a:gdLst/>
              <a:ahLst/>
              <a:cxnLst/>
              <a:rect l="l" t="t" r="r" b="b"/>
              <a:pathLst>
                <a:path w="5452" h="5420" extrusionOk="0">
                  <a:moveTo>
                    <a:pt x="2742" y="0"/>
                  </a:moveTo>
                  <a:cubicBezTo>
                    <a:pt x="1261" y="0"/>
                    <a:pt x="1" y="1229"/>
                    <a:pt x="1" y="2710"/>
                  </a:cubicBezTo>
                  <a:cubicBezTo>
                    <a:pt x="1" y="4127"/>
                    <a:pt x="1041" y="5293"/>
                    <a:pt x="2427" y="5419"/>
                  </a:cubicBezTo>
                  <a:lnTo>
                    <a:pt x="2112" y="4317"/>
                  </a:lnTo>
                  <a:cubicBezTo>
                    <a:pt x="1482" y="4096"/>
                    <a:pt x="1009" y="3466"/>
                    <a:pt x="1009" y="2741"/>
                  </a:cubicBezTo>
                  <a:cubicBezTo>
                    <a:pt x="1041" y="1765"/>
                    <a:pt x="1828" y="1009"/>
                    <a:pt x="2773" y="1009"/>
                  </a:cubicBezTo>
                  <a:cubicBezTo>
                    <a:pt x="3530" y="1009"/>
                    <a:pt x="4128" y="1481"/>
                    <a:pt x="4349" y="2143"/>
                  </a:cubicBezTo>
                  <a:lnTo>
                    <a:pt x="5451" y="2458"/>
                  </a:lnTo>
                  <a:cubicBezTo>
                    <a:pt x="5294" y="1072"/>
                    <a:pt x="4160" y="0"/>
                    <a:pt x="27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88"/>
            <p:cNvSpPr/>
            <p:nvPr/>
          </p:nvSpPr>
          <p:spPr>
            <a:xfrm>
              <a:off x="-6329100" y="3632100"/>
              <a:ext cx="257575" cy="256025"/>
            </a:xfrm>
            <a:custGeom>
              <a:avLst/>
              <a:gdLst/>
              <a:ahLst/>
              <a:cxnLst/>
              <a:rect l="l" t="t" r="r" b="b"/>
              <a:pathLst>
                <a:path w="10303" h="10241" extrusionOk="0">
                  <a:moveTo>
                    <a:pt x="5136" y="1"/>
                  </a:moveTo>
                  <a:cubicBezTo>
                    <a:pt x="2301" y="1"/>
                    <a:pt x="1" y="2269"/>
                    <a:pt x="1" y="5105"/>
                  </a:cubicBezTo>
                  <a:cubicBezTo>
                    <a:pt x="1" y="7972"/>
                    <a:pt x="2332" y="10240"/>
                    <a:pt x="5136" y="10240"/>
                  </a:cubicBezTo>
                  <a:cubicBezTo>
                    <a:pt x="5262" y="10240"/>
                    <a:pt x="5356" y="10240"/>
                    <a:pt x="5451" y="10177"/>
                  </a:cubicBezTo>
                  <a:lnTo>
                    <a:pt x="4978" y="8444"/>
                  </a:lnTo>
                  <a:cubicBezTo>
                    <a:pt x="4959" y="8445"/>
                    <a:pt x="4940" y="8445"/>
                    <a:pt x="4921" y="8445"/>
                  </a:cubicBezTo>
                  <a:cubicBezTo>
                    <a:pt x="3089" y="8445"/>
                    <a:pt x="1639" y="6945"/>
                    <a:pt x="1639" y="5105"/>
                  </a:cubicBezTo>
                  <a:cubicBezTo>
                    <a:pt x="1639" y="3214"/>
                    <a:pt x="3151" y="1702"/>
                    <a:pt x="5073" y="1702"/>
                  </a:cubicBezTo>
                  <a:cubicBezTo>
                    <a:pt x="6900" y="1702"/>
                    <a:pt x="8412" y="3151"/>
                    <a:pt x="8475" y="4979"/>
                  </a:cubicBezTo>
                  <a:lnTo>
                    <a:pt x="10208" y="5451"/>
                  </a:lnTo>
                  <a:cubicBezTo>
                    <a:pt x="10303" y="4002"/>
                    <a:pt x="9799" y="2553"/>
                    <a:pt x="8759" y="1482"/>
                  </a:cubicBezTo>
                  <a:cubicBezTo>
                    <a:pt x="7782" y="505"/>
                    <a:pt x="6522" y="1"/>
                    <a:pt x="5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4" name="Google Shape;7524;p88"/>
          <p:cNvGrpSpPr/>
          <p:nvPr/>
        </p:nvGrpSpPr>
        <p:grpSpPr>
          <a:xfrm>
            <a:off x="1389783" y="2756828"/>
            <a:ext cx="419623" cy="419659"/>
            <a:chOff x="-6329875" y="3992050"/>
            <a:chExt cx="291425" cy="291450"/>
          </a:xfrm>
        </p:grpSpPr>
        <p:sp>
          <p:nvSpPr>
            <p:cNvPr id="7525" name="Google Shape;7525;p88"/>
            <p:cNvSpPr/>
            <p:nvPr/>
          </p:nvSpPr>
          <p:spPr>
            <a:xfrm>
              <a:off x="-6090450" y="4077900"/>
              <a:ext cx="52000" cy="34675"/>
            </a:xfrm>
            <a:custGeom>
              <a:avLst/>
              <a:gdLst/>
              <a:ahLst/>
              <a:cxnLst/>
              <a:rect l="l" t="t" r="r" b="b"/>
              <a:pathLst>
                <a:path w="2080" h="1387" extrusionOk="0">
                  <a:moveTo>
                    <a:pt x="1" y="1"/>
                  </a:moveTo>
                  <a:lnTo>
                    <a:pt x="1" y="1387"/>
                  </a:lnTo>
                  <a:lnTo>
                    <a:pt x="2080" y="1387"/>
                  </a:lnTo>
                  <a:lnTo>
                    <a:pt x="2080" y="1040"/>
                  </a:lnTo>
                  <a:cubicBezTo>
                    <a:pt x="2080" y="473"/>
                    <a:pt x="1607"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6" name="Google Shape;7526;p88"/>
            <p:cNvSpPr/>
            <p:nvPr/>
          </p:nvSpPr>
          <p:spPr>
            <a:xfrm>
              <a:off x="-6262925" y="3992050"/>
              <a:ext cx="154400" cy="155200"/>
            </a:xfrm>
            <a:custGeom>
              <a:avLst/>
              <a:gdLst/>
              <a:ahLst/>
              <a:cxnLst/>
              <a:rect l="l" t="t" r="r" b="b"/>
              <a:pathLst>
                <a:path w="6176" h="6208" extrusionOk="0">
                  <a:moveTo>
                    <a:pt x="5167" y="1387"/>
                  </a:moveTo>
                  <a:cubicBezTo>
                    <a:pt x="5608" y="1387"/>
                    <a:pt x="5639" y="2048"/>
                    <a:pt x="5167" y="2048"/>
                  </a:cubicBezTo>
                  <a:lnTo>
                    <a:pt x="1071" y="2048"/>
                  </a:lnTo>
                  <a:cubicBezTo>
                    <a:pt x="1053" y="2051"/>
                    <a:pt x="1035" y="2052"/>
                    <a:pt x="1018" y="2052"/>
                  </a:cubicBezTo>
                  <a:cubicBezTo>
                    <a:pt x="628" y="2052"/>
                    <a:pt x="618" y="1387"/>
                    <a:pt x="1071" y="1387"/>
                  </a:cubicBezTo>
                  <a:close/>
                  <a:moveTo>
                    <a:pt x="5167" y="2773"/>
                  </a:moveTo>
                  <a:cubicBezTo>
                    <a:pt x="5608" y="2773"/>
                    <a:pt x="5639" y="3435"/>
                    <a:pt x="5167" y="3435"/>
                  </a:cubicBezTo>
                  <a:lnTo>
                    <a:pt x="1071" y="3435"/>
                  </a:lnTo>
                  <a:cubicBezTo>
                    <a:pt x="630" y="3435"/>
                    <a:pt x="599" y="2773"/>
                    <a:pt x="1071" y="2773"/>
                  </a:cubicBezTo>
                  <a:close/>
                  <a:moveTo>
                    <a:pt x="5167" y="4159"/>
                  </a:moveTo>
                  <a:cubicBezTo>
                    <a:pt x="5608" y="4159"/>
                    <a:pt x="5639" y="4821"/>
                    <a:pt x="5167" y="4821"/>
                  </a:cubicBezTo>
                  <a:lnTo>
                    <a:pt x="1071" y="4821"/>
                  </a:lnTo>
                  <a:cubicBezTo>
                    <a:pt x="630" y="4821"/>
                    <a:pt x="599" y="4159"/>
                    <a:pt x="1071" y="4159"/>
                  </a:cubicBezTo>
                  <a:close/>
                  <a:moveTo>
                    <a:pt x="347" y="1"/>
                  </a:moveTo>
                  <a:cubicBezTo>
                    <a:pt x="158" y="1"/>
                    <a:pt x="0" y="158"/>
                    <a:pt x="0" y="379"/>
                  </a:cubicBezTo>
                  <a:lnTo>
                    <a:pt x="0" y="6207"/>
                  </a:lnTo>
                  <a:lnTo>
                    <a:pt x="4726" y="6207"/>
                  </a:lnTo>
                  <a:cubicBezTo>
                    <a:pt x="5041" y="6207"/>
                    <a:pt x="5198" y="5672"/>
                    <a:pt x="5356" y="5420"/>
                  </a:cubicBezTo>
                  <a:cubicBezTo>
                    <a:pt x="5513" y="5104"/>
                    <a:pt x="5828" y="4884"/>
                    <a:pt x="6175" y="4852"/>
                  </a:cubicBezTo>
                  <a:lnTo>
                    <a:pt x="6175" y="379"/>
                  </a:lnTo>
                  <a:cubicBezTo>
                    <a:pt x="6175" y="158"/>
                    <a:pt x="6018" y="1"/>
                    <a:pt x="58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88"/>
            <p:cNvSpPr/>
            <p:nvPr/>
          </p:nvSpPr>
          <p:spPr>
            <a:xfrm>
              <a:off x="-6329875" y="4044825"/>
              <a:ext cx="51200" cy="102425"/>
            </a:xfrm>
            <a:custGeom>
              <a:avLst/>
              <a:gdLst/>
              <a:ahLst/>
              <a:cxnLst/>
              <a:rect l="l" t="t" r="r" b="b"/>
              <a:pathLst>
                <a:path w="2048" h="4097" extrusionOk="0">
                  <a:moveTo>
                    <a:pt x="1040" y="0"/>
                  </a:moveTo>
                  <a:cubicBezTo>
                    <a:pt x="473" y="0"/>
                    <a:pt x="0" y="473"/>
                    <a:pt x="0" y="1009"/>
                  </a:cubicBezTo>
                  <a:lnTo>
                    <a:pt x="0" y="4096"/>
                  </a:lnTo>
                  <a:lnTo>
                    <a:pt x="2048" y="4096"/>
                  </a:ln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88"/>
            <p:cNvSpPr/>
            <p:nvPr/>
          </p:nvSpPr>
          <p:spPr>
            <a:xfrm>
              <a:off x="-6329875" y="4129900"/>
              <a:ext cx="291425" cy="153600"/>
            </a:xfrm>
            <a:custGeom>
              <a:avLst/>
              <a:gdLst/>
              <a:ahLst/>
              <a:cxnLst/>
              <a:rect l="l" t="t" r="r" b="b"/>
              <a:pathLst>
                <a:path w="11657" h="6144" extrusionOk="0">
                  <a:moveTo>
                    <a:pt x="8948" y="0"/>
                  </a:moveTo>
                  <a:cubicBezTo>
                    <a:pt x="8664" y="0"/>
                    <a:pt x="8506" y="473"/>
                    <a:pt x="8349" y="788"/>
                  </a:cubicBezTo>
                  <a:cubicBezTo>
                    <a:pt x="8191" y="1166"/>
                    <a:pt x="7845" y="1355"/>
                    <a:pt x="7467" y="1355"/>
                  </a:cubicBezTo>
                  <a:lnTo>
                    <a:pt x="0" y="1355"/>
                  </a:lnTo>
                  <a:lnTo>
                    <a:pt x="0" y="5135"/>
                  </a:lnTo>
                  <a:cubicBezTo>
                    <a:pt x="0" y="5671"/>
                    <a:pt x="473" y="6143"/>
                    <a:pt x="1040" y="6143"/>
                  </a:cubicBezTo>
                  <a:lnTo>
                    <a:pt x="10649" y="6143"/>
                  </a:lnTo>
                  <a:cubicBezTo>
                    <a:pt x="11184" y="6143"/>
                    <a:pt x="11657" y="5671"/>
                    <a:pt x="11657" y="5135"/>
                  </a:cubicBezTo>
                  <a:lnTo>
                    <a:pt x="116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9" name="Google Shape;7529;p88"/>
          <p:cNvGrpSpPr/>
          <p:nvPr/>
        </p:nvGrpSpPr>
        <p:grpSpPr>
          <a:xfrm>
            <a:off x="4075920" y="1687530"/>
            <a:ext cx="423079" cy="423043"/>
            <a:chOff x="-4478975" y="3251700"/>
            <a:chExt cx="293825" cy="293800"/>
          </a:xfrm>
        </p:grpSpPr>
        <p:sp>
          <p:nvSpPr>
            <p:cNvPr id="7530" name="Google Shape;7530;p88"/>
            <p:cNvSpPr/>
            <p:nvPr/>
          </p:nvSpPr>
          <p:spPr>
            <a:xfrm>
              <a:off x="-4375000" y="3365100"/>
              <a:ext cx="85075" cy="110900"/>
            </a:xfrm>
            <a:custGeom>
              <a:avLst/>
              <a:gdLst/>
              <a:ahLst/>
              <a:cxnLst/>
              <a:rect l="l" t="t" r="r" b="b"/>
              <a:pathLst>
                <a:path w="3403" h="4436" extrusionOk="0">
                  <a:moveTo>
                    <a:pt x="662" y="1"/>
                  </a:moveTo>
                  <a:cubicBezTo>
                    <a:pt x="221" y="316"/>
                    <a:pt x="0" y="820"/>
                    <a:pt x="0" y="1387"/>
                  </a:cubicBezTo>
                  <a:cubicBezTo>
                    <a:pt x="0" y="2080"/>
                    <a:pt x="473" y="2773"/>
                    <a:pt x="1135" y="2994"/>
                  </a:cubicBezTo>
                  <a:cubicBezTo>
                    <a:pt x="1261" y="3025"/>
                    <a:pt x="1355" y="3183"/>
                    <a:pt x="1355" y="3309"/>
                  </a:cubicBezTo>
                  <a:lnTo>
                    <a:pt x="1355" y="4412"/>
                  </a:lnTo>
                  <a:cubicBezTo>
                    <a:pt x="1576" y="4427"/>
                    <a:pt x="1647" y="4435"/>
                    <a:pt x="1714" y="4435"/>
                  </a:cubicBezTo>
                  <a:cubicBezTo>
                    <a:pt x="1780" y="4435"/>
                    <a:pt x="1843" y="4427"/>
                    <a:pt x="2048" y="4412"/>
                  </a:cubicBezTo>
                  <a:lnTo>
                    <a:pt x="2048" y="3309"/>
                  </a:lnTo>
                  <a:cubicBezTo>
                    <a:pt x="2048" y="3151"/>
                    <a:pt x="2111" y="3025"/>
                    <a:pt x="2269" y="2994"/>
                  </a:cubicBezTo>
                  <a:cubicBezTo>
                    <a:pt x="2962" y="2710"/>
                    <a:pt x="3403" y="2080"/>
                    <a:pt x="3403" y="1387"/>
                  </a:cubicBezTo>
                  <a:cubicBezTo>
                    <a:pt x="3403" y="820"/>
                    <a:pt x="3119" y="316"/>
                    <a:pt x="2741" y="1"/>
                  </a:cubicBezTo>
                  <a:lnTo>
                    <a:pt x="2741" y="1387"/>
                  </a:lnTo>
                  <a:cubicBezTo>
                    <a:pt x="2741" y="1576"/>
                    <a:pt x="2584" y="1734"/>
                    <a:pt x="2395" y="1734"/>
                  </a:cubicBezTo>
                  <a:lnTo>
                    <a:pt x="1009" y="1734"/>
                  </a:lnTo>
                  <a:cubicBezTo>
                    <a:pt x="820" y="1734"/>
                    <a:pt x="662" y="1576"/>
                    <a:pt x="662" y="1387"/>
                  </a:cubicBez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88"/>
            <p:cNvSpPr/>
            <p:nvPr/>
          </p:nvSpPr>
          <p:spPr>
            <a:xfrm>
              <a:off x="-4408875" y="3321800"/>
              <a:ext cx="154400" cy="148875"/>
            </a:xfrm>
            <a:custGeom>
              <a:avLst/>
              <a:gdLst/>
              <a:ahLst/>
              <a:cxnLst/>
              <a:rect l="l" t="t" r="r" b="b"/>
              <a:pathLst>
                <a:path w="6176" h="5955" extrusionOk="0">
                  <a:moveTo>
                    <a:pt x="3057" y="0"/>
                  </a:moveTo>
                  <a:cubicBezTo>
                    <a:pt x="1387" y="0"/>
                    <a:pt x="1" y="1386"/>
                    <a:pt x="1" y="3088"/>
                  </a:cubicBezTo>
                  <a:cubicBezTo>
                    <a:pt x="1" y="4411"/>
                    <a:pt x="851" y="5545"/>
                    <a:pt x="2049" y="5954"/>
                  </a:cubicBezTo>
                  <a:lnTo>
                    <a:pt x="2049" y="5230"/>
                  </a:lnTo>
                  <a:cubicBezTo>
                    <a:pt x="1229" y="4852"/>
                    <a:pt x="662" y="4001"/>
                    <a:pt x="662" y="3088"/>
                  </a:cubicBezTo>
                  <a:cubicBezTo>
                    <a:pt x="662" y="2048"/>
                    <a:pt x="1292" y="1134"/>
                    <a:pt x="2269" y="819"/>
                  </a:cubicBezTo>
                  <a:cubicBezTo>
                    <a:pt x="2307" y="810"/>
                    <a:pt x="2344" y="805"/>
                    <a:pt x="2380" y="805"/>
                  </a:cubicBezTo>
                  <a:cubicBezTo>
                    <a:pt x="2583" y="805"/>
                    <a:pt x="2742" y="947"/>
                    <a:pt x="2742" y="1134"/>
                  </a:cubicBezTo>
                  <a:lnTo>
                    <a:pt x="2742" y="2710"/>
                  </a:lnTo>
                  <a:lnTo>
                    <a:pt x="3435" y="2710"/>
                  </a:lnTo>
                  <a:lnTo>
                    <a:pt x="3435" y="1134"/>
                  </a:lnTo>
                  <a:cubicBezTo>
                    <a:pt x="3435" y="947"/>
                    <a:pt x="3594" y="805"/>
                    <a:pt x="3796" y="805"/>
                  </a:cubicBezTo>
                  <a:cubicBezTo>
                    <a:pt x="3832" y="805"/>
                    <a:pt x="3869" y="810"/>
                    <a:pt x="3907" y="819"/>
                  </a:cubicBezTo>
                  <a:cubicBezTo>
                    <a:pt x="4852" y="1197"/>
                    <a:pt x="5514" y="2079"/>
                    <a:pt x="5514" y="3088"/>
                  </a:cubicBezTo>
                  <a:cubicBezTo>
                    <a:pt x="5514" y="4001"/>
                    <a:pt x="4947" y="4852"/>
                    <a:pt x="4128" y="5230"/>
                  </a:cubicBezTo>
                  <a:lnTo>
                    <a:pt x="4128" y="5954"/>
                  </a:lnTo>
                  <a:cubicBezTo>
                    <a:pt x="5325" y="5513"/>
                    <a:pt x="6176" y="4411"/>
                    <a:pt x="6176" y="3088"/>
                  </a:cubicBezTo>
                  <a:cubicBezTo>
                    <a:pt x="6144" y="1386"/>
                    <a:pt x="4758" y="0"/>
                    <a:pt x="30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88"/>
            <p:cNvSpPr/>
            <p:nvPr/>
          </p:nvSpPr>
          <p:spPr>
            <a:xfrm>
              <a:off x="-4478975" y="3251700"/>
              <a:ext cx="293825" cy="293800"/>
            </a:xfrm>
            <a:custGeom>
              <a:avLst/>
              <a:gdLst/>
              <a:ahLst/>
              <a:cxnLst/>
              <a:rect l="l" t="t" r="r" b="b"/>
              <a:pathLst>
                <a:path w="11753" h="11752" extrusionOk="0">
                  <a:moveTo>
                    <a:pt x="5861" y="2111"/>
                  </a:moveTo>
                  <a:cubicBezTo>
                    <a:pt x="7972" y="2111"/>
                    <a:pt x="9641" y="3781"/>
                    <a:pt x="9641" y="5892"/>
                  </a:cubicBezTo>
                  <a:cubicBezTo>
                    <a:pt x="9610" y="7971"/>
                    <a:pt x="7909" y="9672"/>
                    <a:pt x="5861" y="9672"/>
                  </a:cubicBezTo>
                  <a:cubicBezTo>
                    <a:pt x="3781" y="9672"/>
                    <a:pt x="2080" y="7971"/>
                    <a:pt x="2080" y="5892"/>
                  </a:cubicBezTo>
                  <a:cubicBezTo>
                    <a:pt x="2080" y="3781"/>
                    <a:pt x="3781" y="2111"/>
                    <a:pt x="5861" y="2111"/>
                  </a:cubicBezTo>
                  <a:close/>
                  <a:moveTo>
                    <a:pt x="5168" y="0"/>
                  </a:moveTo>
                  <a:cubicBezTo>
                    <a:pt x="5010" y="0"/>
                    <a:pt x="4884" y="126"/>
                    <a:pt x="4853" y="284"/>
                  </a:cubicBezTo>
                  <a:lnTo>
                    <a:pt x="4695" y="882"/>
                  </a:lnTo>
                  <a:cubicBezTo>
                    <a:pt x="4128" y="1008"/>
                    <a:pt x="3624" y="1229"/>
                    <a:pt x="3120" y="1512"/>
                  </a:cubicBezTo>
                  <a:lnTo>
                    <a:pt x="2616" y="1197"/>
                  </a:lnTo>
                  <a:cubicBezTo>
                    <a:pt x="2557" y="1153"/>
                    <a:pt x="2485" y="1130"/>
                    <a:pt x="2412" y="1130"/>
                  </a:cubicBezTo>
                  <a:cubicBezTo>
                    <a:pt x="2328" y="1130"/>
                    <a:pt x="2242" y="1161"/>
                    <a:pt x="2175" y="1229"/>
                  </a:cubicBezTo>
                  <a:lnTo>
                    <a:pt x="1198" y="2205"/>
                  </a:lnTo>
                  <a:cubicBezTo>
                    <a:pt x="1072" y="2332"/>
                    <a:pt x="1072" y="2489"/>
                    <a:pt x="1135" y="2647"/>
                  </a:cubicBezTo>
                  <a:lnTo>
                    <a:pt x="1450" y="3151"/>
                  </a:lnTo>
                  <a:cubicBezTo>
                    <a:pt x="1135" y="3623"/>
                    <a:pt x="946" y="4190"/>
                    <a:pt x="820" y="4726"/>
                  </a:cubicBezTo>
                  <a:lnTo>
                    <a:pt x="284" y="4883"/>
                  </a:lnTo>
                  <a:cubicBezTo>
                    <a:pt x="127" y="4946"/>
                    <a:pt x="1" y="5041"/>
                    <a:pt x="1" y="5198"/>
                  </a:cubicBezTo>
                  <a:lnTo>
                    <a:pt x="1" y="6585"/>
                  </a:lnTo>
                  <a:cubicBezTo>
                    <a:pt x="1" y="6742"/>
                    <a:pt x="127" y="6868"/>
                    <a:pt x="284" y="6900"/>
                  </a:cubicBezTo>
                  <a:lnTo>
                    <a:pt x="820" y="7057"/>
                  </a:lnTo>
                  <a:cubicBezTo>
                    <a:pt x="946" y="7593"/>
                    <a:pt x="1198" y="8128"/>
                    <a:pt x="1450" y="8632"/>
                  </a:cubicBezTo>
                  <a:lnTo>
                    <a:pt x="1135" y="9137"/>
                  </a:lnTo>
                  <a:cubicBezTo>
                    <a:pt x="1072" y="9263"/>
                    <a:pt x="1072" y="9452"/>
                    <a:pt x="1198" y="9578"/>
                  </a:cubicBezTo>
                  <a:lnTo>
                    <a:pt x="2175" y="10554"/>
                  </a:lnTo>
                  <a:cubicBezTo>
                    <a:pt x="2248" y="10628"/>
                    <a:pt x="2333" y="10659"/>
                    <a:pt x="2422" y="10659"/>
                  </a:cubicBezTo>
                  <a:cubicBezTo>
                    <a:pt x="2485" y="10659"/>
                    <a:pt x="2550" y="10643"/>
                    <a:pt x="2616" y="10617"/>
                  </a:cubicBezTo>
                  <a:lnTo>
                    <a:pt x="3120" y="10302"/>
                  </a:lnTo>
                  <a:cubicBezTo>
                    <a:pt x="3592" y="10617"/>
                    <a:pt x="4128" y="10806"/>
                    <a:pt x="4695" y="10932"/>
                  </a:cubicBezTo>
                  <a:lnTo>
                    <a:pt x="4853" y="11468"/>
                  </a:lnTo>
                  <a:cubicBezTo>
                    <a:pt x="4884" y="11625"/>
                    <a:pt x="5010" y="11751"/>
                    <a:pt x="5168" y="11751"/>
                  </a:cubicBezTo>
                  <a:lnTo>
                    <a:pt x="6554" y="11751"/>
                  </a:lnTo>
                  <a:cubicBezTo>
                    <a:pt x="6711" y="11751"/>
                    <a:pt x="6806" y="11625"/>
                    <a:pt x="6869" y="11468"/>
                  </a:cubicBezTo>
                  <a:lnTo>
                    <a:pt x="7026" y="10932"/>
                  </a:lnTo>
                  <a:cubicBezTo>
                    <a:pt x="7562" y="10806"/>
                    <a:pt x="8066" y="10554"/>
                    <a:pt x="8602" y="10302"/>
                  </a:cubicBezTo>
                  <a:lnTo>
                    <a:pt x="9106" y="10617"/>
                  </a:lnTo>
                  <a:cubicBezTo>
                    <a:pt x="9158" y="10643"/>
                    <a:pt x="9221" y="10659"/>
                    <a:pt x="9286" y="10659"/>
                  </a:cubicBezTo>
                  <a:cubicBezTo>
                    <a:pt x="9378" y="10659"/>
                    <a:pt x="9473" y="10628"/>
                    <a:pt x="9547" y="10554"/>
                  </a:cubicBezTo>
                  <a:lnTo>
                    <a:pt x="10523" y="9578"/>
                  </a:lnTo>
                  <a:cubicBezTo>
                    <a:pt x="10649" y="9452"/>
                    <a:pt x="10649" y="9294"/>
                    <a:pt x="10555" y="9137"/>
                  </a:cubicBezTo>
                  <a:lnTo>
                    <a:pt x="10240" y="8632"/>
                  </a:lnTo>
                  <a:cubicBezTo>
                    <a:pt x="10555" y="8160"/>
                    <a:pt x="10744" y="7593"/>
                    <a:pt x="10870" y="7057"/>
                  </a:cubicBezTo>
                  <a:lnTo>
                    <a:pt x="11469" y="6900"/>
                  </a:lnTo>
                  <a:cubicBezTo>
                    <a:pt x="11626" y="6868"/>
                    <a:pt x="11752" y="6742"/>
                    <a:pt x="11752" y="6585"/>
                  </a:cubicBezTo>
                  <a:lnTo>
                    <a:pt x="11752" y="5198"/>
                  </a:lnTo>
                  <a:cubicBezTo>
                    <a:pt x="11752" y="5041"/>
                    <a:pt x="11626" y="4946"/>
                    <a:pt x="11469" y="4883"/>
                  </a:cubicBezTo>
                  <a:lnTo>
                    <a:pt x="10870" y="4726"/>
                  </a:lnTo>
                  <a:cubicBezTo>
                    <a:pt x="10744" y="4190"/>
                    <a:pt x="10523" y="3686"/>
                    <a:pt x="10240" y="3151"/>
                  </a:cubicBezTo>
                  <a:lnTo>
                    <a:pt x="10555" y="2647"/>
                  </a:lnTo>
                  <a:cubicBezTo>
                    <a:pt x="10649" y="2521"/>
                    <a:pt x="10649" y="2332"/>
                    <a:pt x="10523" y="2205"/>
                  </a:cubicBezTo>
                  <a:lnTo>
                    <a:pt x="9547" y="1229"/>
                  </a:lnTo>
                  <a:cubicBezTo>
                    <a:pt x="9479" y="1161"/>
                    <a:pt x="9403" y="1130"/>
                    <a:pt x="9322" y="1130"/>
                  </a:cubicBezTo>
                  <a:cubicBezTo>
                    <a:pt x="9252" y="1130"/>
                    <a:pt x="9179" y="1153"/>
                    <a:pt x="9106" y="1197"/>
                  </a:cubicBezTo>
                  <a:lnTo>
                    <a:pt x="8602" y="1512"/>
                  </a:lnTo>
                  <a:cubicBezTo>
                    <a:pt x="8129" y="1197"/>
                    <a:pt x="7562" y="1008"/>
                    <a:pt x="7026" y="882"/>
                  </a:cubicBezTo>
                  <a:lnTo>
                    <a:pt x="6869" y="284"/>
                  </a:lnTo>
                  <a:cubicBezTo>
                    <a:pt x="6806" y="126"/>
                    <a:pt x="6711" y="0"/>
                    <a:pt x="65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3" name="Google Shape;7533;p88"/>
          <p:cNvGrpSpPr/>
          <p:nvPr/>
        </p:nvGrpSpPr>
        <p:grpSpPr>
          <a:xfrm>
            <a:off x="4075920" y="2205192"/>
            <a:ext cx="423079" cy="419659"/>
            <a:chOff x="-4475825" y="3612425"/>
            <a:chExt cx="293825" cy="291450"/>
          </a:xfrm>
        </p:grpSpPr>
        <p:sp>
          <p:nvSpPr>
            <p:cNvPr id="7534" name="Google Shape;7534;p88"/>
            <p:cNvSpPr/>
            <p:nvPr/>
          </p:nvSpPr>
          <p:spPr>
            <a:xfrm>
              <a:off x="-4349800" y="3664400"/>
              <a:ext cx="34675" cy="33100"/>
            </a:xfrm>
            <a:custGeom>
              <a:avLst/>
              <a:gdLst/>
              <a:ahLst/>
              <a:cxnLst/>
              <a:rect l="l" t="t" r="r" b="b"/>
              <a:pathLst>
                <a:path w="1387" h="1324" extrusionOk="0">
                  <a:moveTo>
                    <a:pt x="694" y="1"/>
                  </a:moveTo>
                  <a:cubicBezTo>
                    <a:pt x="347" y="1"/>
                    <a:pt x="32" y="316"/>
                    <a:pt x="32" y="662"/>
                  </a:cubicBezTo>
                  <a:cubicBezTo>
                    <a:pt x="1" y="1040"/>
                    <a:pt x="316" y="1324"/>
                    <a:pt x="694" y="1324"/>
                  </a:cubicBezTo>
                  <a:cubicBezTo>
                    <a:pt x="1103" y="1324"/>
                    <a:pt x="1387" y="1009"/>
                    <a:pt x="1387" y="662"/>
                  </a:cubicBezTo>
                  <a:cubicBezTo>
                    <a:pt x="1387" y="284"/>
                    <a:pt x="1072"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5" name="Google Shape;7535;p88"/>
            <p:cNvSpPr/>
            <p:nvPr/>
          </p:nvSpPr>
          <p:spPr>
            <a:xfrm>
              <a:off x="-4366325" y="3714800"/>
              <a:ext cx="68525" cy="34700"/>
            </a:xfrm>
            <a:custGeom>
              <a:avLst/>
              <a:gdLst/>
              <a:ahLst/>
              <a:cxnLst/>
              <a:rect l="l" t="t" r="r" b="b"/>
              <a:pathLst>
                <a:path w="2741" h="1388" extrusionOk="0">
                  <a:moveTo>
                    <a:pt x="1008" y="1"/>
                  </a:moveTo>
                  <a:cubicBezTo>
                    <a:pt x="473" y="1"/>
                    <a:pt x="0" y="474"/>
                    <a:pt x="0" y="1009"/>
                  </a:cubicBezTo>
                  <a:lnTo>
                    <a:pt x="0" y="1387"/>
                  </a:lnTo>
                  <a:lnTo>
                    <a:pt x="2741" y="1387"/>
                  </a:lnTo>
                  <a:lnTo>
                    <a:pt x="2741" y="1009"/>
                  </a:lnTo>
                  <a:cubicBezTo>
                    <a:pt x="2741" y="474"/>
                    <a:pt x="2268"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88"/>
            <p:cNvSpPr/>
            <p:nvPr/>
          </p:nvSpPr>
          <p:spPr>
            <a:xfrm>
              <a:off x="-4475825" y="3612425"/>
              <a:ext cx="293825" cy="291450"/>
            </a:xfrm>
            <a:custGeom>
              <a:avLst/>
              <a:gdLst/>
              <a:ahLst/>
              <a:cxnLst/>
              <a:rect l="l" t="t" r="r" b="b"/>
              <a:pathLst>
                <a:path w="11753" h="11658" extrusionOk="0">
                  <a:moveTo>
                    <a:pt x="5703" y="1324"/>
                  </a:moveTo>
                  <a:cubicBezTo>
                    <a:pt x="6459" y="1324"/>
                    <a:pt x="7089" y="1954"/>
                    <a:pt x="7089" y="2710"/>
                  </a:cubicBezTo>
                  <a:cubicBezTo>
                    <a:pt x="7089" y="3025"/>
                    <a:pt x="6963" y="3340"/>
                    <a:pt x="6774" y="3592"/>
                  </a:cubicBezTo>
                  <a:cubicBezTo>
                    <a:pt x="7373" y="3844"/>
                    <a:pt x="7751" y="4443"/>
                    <a:pt x="7751" y="5104"/>
                  </a:cubicBezTo>
                  <a:lnTo>
                    <a:pt x="7751" y="5766"/>
                  </a:lnTo>
                  <a:lnTo>
                    <a:pt x="7783" y="5766"/>
                  </a:lnTo>
                  <a:cubicBezTo>
                    <a:pt x="7783" y="5986"/>
                    <a:pt x="7625" y="6144"/>
                    <a:pt x="7436" y="6144"/>
                  </a:cubicBezTo>
                  <a:lnTo>
                    <a:pt x="4002" y="6144"/>
                  </a:lnTo>
                  <a:cubicBezTo>
                    <a:pt x="3813" y="6144"/>
                    <a:pt x="3655" y="5986"/>
                    <a:pt x="3655" y="5766"/>
                  </a:cubicBezTo>
                  <a:lnTo>
                    <a:pt x="3655" y="5104"/>
                  </a:lnTo>
                  <a:cubicBezTo>
                    <a:pt x="3655" y="4443"/>
                    <a:pt x="4065" y="3844"/>
                    <a:pt x="4664" y="3592"/>
                  </a:cubicBezTo>
                  <a:cubicBezTo>
                    <a:pt x="4443" y="3340"/>
                    <a:pt x="4348" y="3056"/>
                    <a:pt x="4348" y="2710"/>
                  </a:cubicBezTo>
                  <a:cubicBezTo>
                    <a:pt x="4348" y="1954"/>
                    <a:pt x="4979" y="1324"/>
                    <a:pt x="5703" y="1324"/>
                  </a:cubicBezTo>
                  <a:close/>
                  <a:moveTo>
                    <a:pt x="5798" y="0"/>
                  </a:moveTo>
                  <a:cubicBezTo>
                    <a:pt x="3561" y="0"/>
                    <a:pt x="1702" y="1859"/>
                    <a:pt x="1702" y="4096"/>
                  </a:cubicBezTo>
                  <a:cubicBezTo>
                    <a:pt x="1702" y="5041"/>
                    <a:pt x="2017" y="5955"/>
                    <a:pt x="2553" y="6616"/>
                  </a:cubicBezTo>
                  <a:lnTo>
                    <a:pt x="1702" y="7120"/>
                  </a:lnTo>
                  <a:cubicBezTo>
                    <a:pt x="1513" y="6963"/>
                    <a:pt x="1293" y="6900"/>
                    <a:pt x="1040" y="6900"/>
                  </a:cubicBezTo>
                  <a:cubicBezTo>
                    <a:pt x="473" y="6900"/>
                    <a:pt x="1" y="7341"/>
                    <a:pt x="1" y="7908"/>
                  </a:cubicBezTo>
                  <a:cubicBezTo>
                    <a:pt x="1" y="8475"/>
                    <a:pt x="473" y="8948"/>
                    <a:pt x="1040" y="8948"/>
                  </a:cubicBezTo>
                  <a:cubicBezTo>
                    <a:pt x="1576" y="8948"/>
                    <a:pt x="2049" y="8475"/>
                    <a:pt x="2049" y="7908"/>
                  </a:cubicBezTo>
                  <a:lnTo>
                    <a:pt x="2049" y="7719"/>
                  </a:lnTo>
                  <a:lnTo>
                    <a:pt x="3025" y="7120"/>
                  </a:lnTo>
                  <a:cubicBezTo>
                    <a:pt x="3309" y="7372"/>
                    <a:pt x="3592" y="7593"/>
                    <a:pt x="3939" y="7751"/>
                  </a:cubicBezTo>
                  <a:lnTo>
                    <a:pt x="3277" y="8948"/>
                  </a:lnTo>
                  <a:lnTo>
                    <a:pt x="3088" y="8948"/>
                  </a:lnTo>
                  <a:cubicBezTo>
                    <a:pt x="2521" y="8948"/>
                    <a:pt x="2049" y="9420"/>
                    <a:pt x="2049" y="9956"/>
                  </a:cubicBezTo>
                  <a:cubicBezTo>
                    <a:pt x="2049" y="10523"/>
                    <a:pt x="2521" y="10996"/>
                    <a:pt x="3088" y="10996"/>
                  </a:cubicBezTo>
                  <a:cubicBezTo>
                    <a:pt x="3624" y="10996"/>
                    <a:pt x="4096" y="10523"/>
                    <a:pt x="4096" y="9956"/>
                  </a:cubicBezTo>
                  <a:cubicBezTo>
                    <a:pt x="4096" y="9735"/>
                    <a:pt x="4033" y="9483"/>
                    <a:pt x="3876" y="9294"/>
                  </a:cubicBezTo>
                  <a:lnTo>
                    <a:pt x="4569" y="8034"/>
                  </a:lnTo>
                  <a:cubicBezTo>
                    <a:pt x="4853" y="8097"/>
                    <a:pt x="5168" y="8192"/>
                    <a:pt x="5483" y="8223"/>
                  </a:cubicBezTo>
                  <a:lnTo>
                    <a:pt x="5483" y="9672"/>
                  </a:lnTo>
                  <a:cubicBezTo>
                    <a:pt x="5073" y="9830"/>
                    <a:pt x="4821" y="10208"/>
                    <a:pt x="4821" y="10617"/>
                  </a:cubicBezTo>
                  <a:cubicBezTo>
                    <a:pt x="4821" y="11185"/>
                    <a:pt x="5294" y="11657"/>
                    <a:pt x="5829" y="11657"/>
                  </a:cubicBezTo>
                  <a:cubicBezTo>
                    <a:pt x="6396" y="11657"/>
                    <a:pt x="6869" y="11185"/>
                    <a:pt x="6869" y="10617"/>
                  </a:cubicBezTo>
                  <a:cubicBezTo>
                    <a:pt x="6869" y="10208"/>
                    <a:pt x="6585" y="9798"/>
                    <a:pt x="6176" y="9672"/>
                  </a:cubicBezTo>
                  <a:lnTo>
                    <a:pt x="6176" y="8223"/>
                  </a:lnTo>
                  <a:cubicBezTo>
                    <a:pt x="6491" y="8192"/>
                    <a:pt x="6806" y="8160"/>
                    <a:pt x="7089" y="8034"/>
                  </a:cubicBezTo>
                  <a:lnTo>
                    <a:pt x="7814" y="9294"/>
                  </a:lnTo>
                  <a:cubicBezTo>
                    <a:pt x="7657" y="9483"/>
                    <a:pt x="7562" y="9672"/>
                    <a:pt x="7562" y="9956"/>
                  </a:cubicBezTo>
                  <a:cubicBezTo>
                    <a:pt x="7562" y="10523"/>
                    <a:pt x="8035" y="10996"/>
                    <a:pt x="8602" y="10996"/>
                  </a:cubicBezTo>
                  <a:cubicBezTo>
                    <a:pt x="9137" y="10996"/>
                    <a:pt x="9610" y="10523"/>
                    <a:pt x="9610" y="9956"/>
                  </a:cubicBezTo>
                  <a:cubicBezTo>
                    <a:pt x="9610" y="9420"/>
                    <a:pt x="9137" y="8948"/>
                    <a:pt x="8602" y="8948"/>
                  </a:cubicBezTo>
                  <a:lnTo>
                    <a:pt x="8381" y="8948"/>
                  </a:lnTo>
                  <a:lnTo>
                    <a:pt x="7720" y="7751"/>
                  </a:lnTo>
                  <a:cubicBezTo>
                    <a:pt x="8035" y="7593"/>
                    <a:pt x="8350" y="7372"/>
                    <a:pt x="8633" y="7120"/>
                  </a:cubicBezTo>
                  <a:lnTo>
                    <a:pt x="9704" y="7719"/>
                  </a:lnTo>
                  <a:lnTo>
                    <a:pt x="9704" y="7908"/>
                  </a:lnTo>
                  <a:cubicBezTo>
                    <a:pt x="9704" y="8475"/>
                    <a:pt x="10177" y="8948"/>
                    <a:pt x="10713" y="8948"/>
                  </a:cubicBezTo>
                  <a:cubicBezTo>
                    <a:pt x="11280" y="8948"/>
                    <a:pt x="11752" y="8475"/>
                    <a:pt x="11752" y="7908"/>
                  </a:cubicBezTo>
                  <a:cubicBezTo>
                    <a:pt x="11626" y="7309"/>
                    <a:pt x="11154" y="6900"/>
                    <a:pt x="10586" y="6900"/>
                  </a:cubicBezTo>
                  <a:cubicBezTo>
                    <a:pt x="10366" y="6900"/>
                    <a:pt x="10114" y="6963"/>
                    <a:pt x="9925" y="7120"/>
                  </a:cubicBezTo>
                  <a:lnTo>
                    <a:pt x="9011" y="6616"/>
                  </a:lnTo>
                  <a:cubicBezTo>
                    <a:pt x="9515" y="5892"/>
                    <a:pt x="9893" y="4978"/>
                    <a:pt x="9893" y="4096"/>
                  </a:cubicBezTo>
                  <a:cubicBezTo>
                    <a:pt x="9893" y="1796"/>
                    <a:pt x="8035" y="0"/>
                    <a:pt x="57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7" name="Google Shape;7537;p88"/>
          <p:cNvGrpSpPr/>
          <p:nvPr/>
        </p:nvGrpSpPr>
        <p:grpSpPr>
          <a:xfrm>
            <a:off x="4084992" y="2756844"/>
            <a:ext cx="428730" cy="419623"/>
            <a:chOff x="-4480550" y="3970800"/>
            <a:chExt cx="297750" cy="291425"/>
          </a:xfrm>
        </p:grpSpPr>
        <p:sp>
          <p:nvSpPr>
            <p:cNvPr id="7538" name="Google Shape;7538;p88"/>
            <p:cNvSpPr/>
            <p:nvPr/>
          </p:nvSpPr>
          <p:spPr>
            <a:xfrm>
              <a:off x="-4426200" y="4058225"/>
              <a:ext cx="51225" cy="69325"/>
            </a:xfrm>
            <a:custGeom>
              <a:avLst/>
              <a:gdLst/>
              <a:ahLst/>
              <a:cxnLst/>
              <a:rect l="l" t="t" r="r" b="b"/>
              <a:pathLst>
                <a:path w="2049" h="2773" extrusionOk="0">
                  <a:moveTo>
                    <a:pt x="1" y="0"/>
                  </a:moveTo>
                  <a:lnTo>
                    <a:pt x="1" y="2773"/>
                  </a:lnTo>
                  <a:lnTo>
                    <a:pt x="2048" y="2773"/>
                  </a:ln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88"/>
            <p:cNvSpPr/>
            <p:nvPr/>
          </p:nvSpPr>
          <p:spPr>
            <a:xfrm>
              <a:off x="-4480550" y="3970800"/>
              <a:ext cx="297750" cy="291425"/>
            </a:xfrm>
            <a:custGeom>
              <a:avLst/>
              <a:gdLst/>
              <a:ahLst/>
              <a:cxnLst/>
              <a:rect l="l" t="t" r="r" b="b"/>
              <a:pathLst>
                <a:path w="11910" h="11657" extrusionOk="0">
                  <a:moveTo>
                    <a:pt x="10082" y="2804"/>
                  </a:moveTo>
                  <a:cubicBezTo>
                    <a:pt x="10492" y="2804"/>
                    <a:pt x="10555" y="3466"/>
                    <a:pt x="10082" y="3466"/>
                  </a:cubicBezTo>
                  <a:lnTo>
                    <a:pt x="5924" y="3466"/>
                  </a:lnTo>
                  <a:cubicBezTo>
                    <a:pt x="5913" y="3466"/>
                    <a:pt x="5903" y="3467"/>
                    <a:pt x="5893" y="3467"/>
                  </a:cubicBezTo>
                  <a:cubicBezTo>
                    <a:pt x="5451" y="3467"/>
                    <a:pt x="5462" y="2804"/>
                    <a:pt x="5924" y="2804"/>
                  </a:cubicBezTo>
                  <a:close/>
                  <a:moveTo>
                    <a:pt x="10082" y="4159"/>
                  </a:moveTo>
                  <a:cubicBezTo>
                    <a:pt x="10492" y="4159"/>
                    <a:pt x="10555" y="4852"/>
                    <a:pt x="10082" y="4852"/>
                  </a:cubicBezTo>
                  <a:lnTo>
                    <a:pt x="5924" y="4852"/>
                  </a:lnTo>
                  <a:cubicBezTo>
                    <a:pt x="5451" y="4852"/>
                    <a:pt x="5451" y="4159"/>
                    <a:pt x="5924" y="4159"/>
                  </a:cubicBezTo>
                  <a:close/>
                  <a:moveTo>
                    <a:pt x="6807" y="5481"/>
                  </a:moveTo>
                  <a:cubicBezTo>
                    <a:pt x="7492" y="5481"/>
                    <a:pt x="8531" y="5513"/>
                    <a:pt x="10082" y="5513"/>
                  </a:cubicBezTo>
                  <a:cubicBezTo>
                    <a:pt x="10492" y="5513"/>
                    <a:pt x="10555" y="6175"/>
                    <a:pt x="10082" y="6175"/>
                  </a:cubicBezTo>
                  <a:lnTo>
                    <a:pt x="5924" y="6175"/>
                  </a:lnTo>
                  <a:lnTo>
                    <a:pt x="5924" y="6206"/>
                  </a:lnTo>
                  <a:cubicBezTo>
                    <a:pt x="5735" y="6206"/>
                    <a:pt x="5577" y="6049"/>
                    <a:pt x="5577" y="5860"/>
                  </a:cubicBezTo>
                  <a:cubicBezTo>
                    <a:pt x="5577" y="5546"/>
                    <a:pt x="5837" y="5481"/>
                    <a:pt x="6807" y="5481"/>
                  </a:cubicBezTo>
                  <a:close/>
                  <a:moveTo>
                    <a:pt x="4569" y="2804"/>
                  </a:moveTo>
                  <a:cubicBezTo>
                    <a:pt x="4758" y="2804"/>
                    <a:pt x="4916" y="2961"/>
                    <a:pt x="4916" y="3151"/>
                  </a:cubicBezTo>
                  <a:lnTo>
                    <a:pt x="4916" y="6585"/>
                  </a:lnTo>
                  <a:cubicBezTo>
                    <a:pt x="4916" y="6774"/>
                    <a:pt x="4758" y="6931"/>
                    <a:pt x="4569" y="6931"/>
                  </a:cubicBezTo>
                  <a:lnTo>
                    <a:pt x="1797" y="6931"/>
                  </a:lnTo>
                  <a:cubicBezTo>
                    <a:pt x="1608" y="6931"/>
                    <a:pt x="1450" y="6774"/>
                    <a:pt x="1450" y="6585"/>
                  </a:cubicBezTo>
                  <a:lnTo>
                    <a:pt x="1450" y="3151"/>
                  </a:lnTo>
                  <a:cubicBezTo>
                    <a:pt x="1450" y="2961"/>
                    <a:pt x="1608" y="2804"/>
                    <a:pt x="1797" y="2804"/>
                  </a:cubicBezTo>
                  <a:close/>
                  <a:moveTo>
                    <a:pt x="4916" y="8317"/>
                  </a:moveTo>
                  <a:lnTo>
                    <a:pt x="4916" y="8979"/>
                  </a:lnTo>
                  <a:lnTo>
                    <a:pt x="3529" y="8979"/>
                  </a:lnTo>
                  <a:lnTo>
                    <a:pt x="3529" y="8317"/>
                  </a:lnTo>
                  <a:close/>
                  <a:moveTo>
                    <a:pt x="8381" y="8317"/>
                  </a:moveTo>
                  <a:lnTo>
                    <a:pt x="8381" y="8979"/>
                  </a:lnTo>
                  <a:lnTo>
                    <a:pt x="6963" y="8979"/>
                  </a:lnTo>
                  <a:lnTo>
                    <a:pt x="6963" y="8317"/>
                  </a:lnTo>
                  <a:close/>
                  <a:moveTo>
                    <a:pt x="1828" y="0"/>
                  </a:moveTo>
                  <a:cubicBezTo>
                    <a:pt x="1419" y="0"/>
                    <a:pt x="1355" y="662"/>
                    <a:pt x="1828" y="662"/>
                  </a:cubicBezTo>
                  <a:lnTo>
                    <a:pt x="2206" y="662"/>
                  </a:lnTo>
                  <a:lnTo>
                    <a:pt x="2206" y="1418"/>
                  </a:lnTo>
                  <a:lnTo>
                    <a:pt x="1166" y="1418"/>
                  </a:lnTo>
                  <a:cubicBezTo>
                    <a:pt x="631" y="1418"/>
                    <a:pt x="158" y="1890"/>
                    <a:pt x="158" y="2426"/>
                  </a:cubicBezTo>
                  <a:lnTo>
                    <a:pt x="158" y="7246"/>
                  </a:lnTo>
                  <a:cubicBezTo>
                    <a:pt x="158" y="7782"/>
                    <a:pt x="631" y="8254"/>
                    <a:pt x="1166" y="8254"/>
                  </a:cubicBezTo>
                  <a:lnTo>
                    <a:pt x="2868" y="8254"/>
                  </a:lnTo>
                  <a:lnTo>
                    <a:pt x="2868" y="8947"/>
                  </a:lnTo>
                  <a:lnTo>
                    <a:pt x="1828" y="8947"/>
                  </a:lnTo>
                  <a:cubicBezTo>
                    <a:pt x="1419" y="8947"/>
                    <a:pt x="1355" y="9609"/>
                    <a:pt x="1828" y="9609"/>
                  </a:cubicBezTo>
                  <a:lnTo>
                    <a:pt x="4916" y="9609"/>
                  </a:lnTo>
                  <a:lnTo>
                    <a:pt x="4916" y="10995"/>
                  </a:lnTo>
                  <a:lnTo>
                    <a:pt x="473" y="10995"/>
                  </a:lnTo>
                  <a:cubicBezTo>
                    <a:pt x="32" y="10995"/>
                    <a:pt x="1" y="11657"/>
                    <a:pt x="473" y="11657"/>
                  </a:cubicBezTo>
                  <a:lnTo>
                    <a:pt x="11437" y="11657"/>
                  </a:lnTo>
                  <a:cubicBezTo>
                    <a:pt x="11878" y="11657"/>
                    <a:pt x="11910" y="10995"/>
                    <a:pt x="11437" y="10995"/>
                  </a:cubicBezTo>
                  <a:lnTo>
                    <a:pt x="6963" y="10995"/>
                  </a:lnTo>
                  <a:lnTo>
                    <a:pt x="6963" y="9609"/>
                  </a:lnTo>
                  <a:lnTo>
                    <a:pt x="10082" y="9609"/>
                  </a:lnTo>
                  <a:cubicBezTo>
                    <a:pt x="10492" y="9609"/>
                    <a:pt x="10555" y="8947"/>
                    <a:pt x="10082" y="8947"/>
                  </a:cubicBezTo>
                  <a:lnTo>
                    <a:pt x="9043" y="8947"/>
                  </a:lnTo>
                  <a:lnTo>
                    <a:pt x="9043" y="8254"/>
                  </a:lnTo>
                  <a:lnTo>
                    <a:pt x="10775" y="8254"/>
                  </a:lnTo>
                  <a:cubicBezTo>
                    <a:pt x="11343" y="8254"/>
                    <a:pt x="11815" y="7782"/>
                    <a:pt x="11815" y="7246"/>
                  </a:cubicBezTo>
                  <a:lnTo>
                    <a:pt x="11815" y="2426"/>
                  </a:lnTo>
                  <a:cubicBezTo>
                    <a:pt x="11815" y="1890"/>
                    <a:pt x="11343" y="1418"/>
                    <a:pt x="10775" y="1418"/>
                  </a:cubicBezTo>
                  <a:lnTo>
                    <a:pt x="9767" y="1418"/>
                  </a:lnTo>
                  <a:lnTo>
                    <a:pt x="9767" y="662"/>
                  </a:lnTo>
                  <a:lnTo>
                    <a:pt x="10114" y="662"/>
                  </a:lnTo>
                  <a:cubicBezTo>
                    <a:pt x="10555" y="662"/>
                    <a:pt x="10586" y="0"/>
                    <a:pt x="10114" y="0"/>
                  </a:cubicBezTo>
                  <a:lnTo>
                    <a:pt x="8728" y="0"/>
                  </a:lnTo>
                  <a:cubicBezTo>
                    <a:pt x="8287" y="0"/>
                    <a:pt x="8255" y="662"/>
                    <a:pt x="8728" y="662"/>
                  </a:cubicBezTo>
                  <a:lnTo>
                    <a:pt x="9074" y="662"/>
                  </a:lnTo>
                  <a:lnTo>
                    <a:pt x="9074" y="1418"/>
                  </a:lnTo>
                  <a:lnTo>
                    <a:pt x="6302" y="1418"/>
                  </a:lnTo>
                  <a:lnTo>
                    <a:pt x="6302" y="662"/>
                  </a:lnTo>
                  <a:lnTo>
                    <a:pt x="6648" y="662"/>
                  </a:lnTo>
                  <a:cubicBezTo>
                    <a:pt x="7089" y="662"/>
                    <a:pt x="7121" y="0"/>
                    <a:pt x="6648" y="0"/>
                  </a:cubicBezTo>
                  <a:lnTo>
                    <a:pt x="5262" y="0"/>
                  </a:lnTo>
                  <a:cubicBezTo>
                    <a:pt x="4821" y="0"/>
                    <a:pt x="4790" y="662"/>
                    <a:pt x="5262" y="662"/>
                  </a:cubicBezTo>
                  <a:lnTo>
                    <a:pt x="5609" y="662"/>
                  </a:lnTo>
                  <a:lnTo>
                    <a:pt x="5609" y="1418"/>
                  </a:lnTo>
                  <a:lnTo>
                    <a:pt x="2868" y="1418"/>
                  </a:lnTo>
                  <a:lnTo>
                    <a:pt x="2868" y="662"/>
                  </a:lnTo>
                  <a:lnTo>
                    <a:pt x="3214" y="662"/>
                  </a:lnTo>
                  <a:cubicBezTo>
                    <a:pt x="3655" y="662"/>
                    <a:pt x="3687" y="0"/>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0" name="Google Shape;7540;p88"/>
          <p:cNvGrpSpPr/>
          <p:nvPr/>
        </p:nvGrpSpPr>
        <p:grpSpPr>
          <a:xfrm>
            <a:off x="6788826" y="1689221"/>
            <a:ext cx="415123" cy="419659"/>
            <a:chOff x="-2668225" y="3239075"/>
            <a:chExt cx="288300" cy="291450"/>
          </a:xfrm>
        </p:grpSpPr>
        <p:sp>
          <p:nvSpPr>
            <p:cNvPr id="7541" name="Google Shape;7541;p88"/>
            <p:cNvSpPr/>
            <p:nvPr/>
          </p:nvSpPr>
          <p:spPr>
            <a:xfrm>
              <a:off x="-2592600" y="3239075"/>
              <a:ext cx="137850" cy="51225"/>
            </a:xfrm>
            <a:custGeom>
              <a:avLst/>
              <a:gdLst/>
              <a:ahLst/>
              <a:cxnLst/>
              <a:rect l="l" t="t" r="r" b="b"/>
              <a:pathLst>
                <a:path w="5514" h="2049" extrusionOk="0">
                  <a:moveTo>
                    <a:pt x="1355" y="1"/>
                  </a:moveTo>
                  <a:cubicBezTo>
                    <a:pt x="0" y="1"/>
                    <a:pt x="11" y="2049"/>
                    <a:pt x="1386" y="2049"/>
                  </a:cubicBezTo>
                  <a:lnTo>
                    <a:pt x="4127" y="2049"/>
                  </a:lnTo>
                  <a:cubicBezTo>
                    <a:pt x="5482" y="2049"/>
                    <a:pt x="5514" y="1"/>
                    <a:pt x="4127" y="1"/>
                  </a:cubicBezTo>
                  <a:lnTo>
                    <a:pt x="1386" y="1"/>
                  </a:lnTo>
                  <a:cubicBezTo>
                    <a:pt x="1376" y="1"/>
                    <a:pt x="1366"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88"/>
            <p:cNvSpPr/>
            <p:nvPr/>
          </p:nvSpPr>
          <p:spPr>
            <a:xfrm>
              <a:off x="-2587875" y="3307875"/>
              <a:ext cx="129200" cy="69850"/>
            </a:xfrm>
            <a:custGeom>
              <a:avLst/>
              <a:gdLst/>
              <a:ahLst/>
              <a:cxnLst/>
              <a:rect l="l" t="t" r="r" b="b"/>
              <a:pathLst>
                <a:path w="5168" h="2794" extrusionOk="0">
                  <a:moveTo>
                    <a:pt x="1235" y="1"/>
                  </a:moveTo>
                  <a:cubicBezTo>
                    <a:pt x="1002" y="1"/>
                    <a:pt x="977" y="13"/>
                    <a:pt x="882" y="53"/>
                  </a:cubicBezTo>
                  <a:lnTo>
                    <a:pt x="882" y="1502"/>
                  </a:lnTo>
                  <a:cubicBezTo>
                    <a:pt x="788" y="1628"/>
                    <a:pt x="599" y="1943"/>
                    <a:pt x="0" y="2794"/>
                  </a:cubicBezTo>
                  <a:lnTo>
                    <a:pt x="5167" y="2794"/>
                  </a:lnTo>
                  <a:cubicBezTo>
                    <a:pt x="4568" y="1912"/>
                    <a:pt x="4379" y="1597"/>
                    <a:pt x="4316" y="1471"/>
                  </a:cubicBezTo>
                  <a:lnTo>
                    <a:pt x="4316" y="22"/>
                  </a:lnTo>
                  <a:lnTo>
                    <a:pt x="3938" y="22"/>
                  </a:lnTo>
                  <a:cubicBezTo>
                    <a:pt x="2228" y="22"/>
                    <a:pt x="1547" y="1"/>
                    <a:pt x="12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88"/>
            <p:cNvSpPr/>
            <p:nvPr/>
          </p:nvSpPr>
          <p:spPr>
            <a:xfrm>
              <a:off x="-2566625" y="3427325"/>
              <a:ext cx="33125" cy="33100"/>
            </a:xfrm>
            <a:custGeom>
              <a:avLst/>
              <a:gdLst/>
              <a:ahLst/>
              <a:cxnLst/>
              <a:rect l="l" t="t" r="r" b="b"/>
              <a:pathLst>
                <a:path w="1325" h="1324" extrusionOk="0">
                  <a:moveTo>
                    <a:pt x="662" y="1"/>
                  </a:moveTo>
                  <a:cubicBezTo>
                    <a:pt x="253" y="1"/>
                    <a:pt x="1" y="316"/>
                    <a:pt x="1" y="662"/>
                  </a:cubicBezTo>
                  <a:cubicBezTo>
                    <a:pt x="1" y="1009"/>
                    <a:pt x="316" y="1324"/>
                    <a:pt x="662" y="1324"/>
                  </a:cubicBezTo>
                  <a:cubicBezTo>
                    <a:pt x="1041" y="1324"/>
                    <a:pt x="1324" y="1009"/>
                    <a:pt x="1324" y="662"/>
                  </a:cubicBezTo>
                  <a:cubicBezTo>
                    <a:pt x="1324" y="316"/>
                    <a:pt x="1041"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88"/>
            <p:cNvSpPr/>
            <p:nvPr/>
          </p:nvSpPr>
          <p:spPr>
            <a:xfrm>
              <a:off x="-2481550" y="3461200"/>
              <a:ext cx="18125" cy="18150"/>
            </a:xfrm>
            <a:custGeom>
              <a:avLst/>
              <a:gdLst/>
              <a:ahLst/>
              <a:cxnLst/>
              <a:rect l="l" t="t" r="r" b="b"/>
              <a:pathLst>
                <a:path w="725" h="726" extrusionOk="0">
                  <a:moveTo>
                    <a:pt x="378" y="0"/>
                  </a:moveTo>
                  <a:cubicBezTo>
                    <a:pt x="158" y="0"/>
                    <a:pt x="0" y="158"/>
                    <a:pt x="0" y="378"/>
                  </a:cubicBezTo>
                  <a:cubicBezTo>
                    <a:pt x="0" y="568"/>
                    <a:pt x="158" y="725"/>
                    <a:pt x="378" y="725"/>
                  </a:cubicBezTo>
                  <a:cubicBezTo>
                    <a:pt x="567" y="725"/>
                    <a:pt x="725" y="568"/>
                    <a:pt x="725" y="378"/>
                  </a:cubicBezTo>
                  <a:cubicBezTo>
                    <a:pt x="725" y="158"/>
                    <a:pt x="53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88"/>
            <p:cNvSpPr/>
            <p:nvPr/>
          </p:nvSpPr>
          <p:spPr>
            <a:xfrm>
              <a:off x="-2668225" y="3393475"/>
              <a:ext cx="288300" cy="137050"/>
            </a:xfrm>
            <a:custGeom>
              <a:avLst/>
              <a:gdLst/>
              <a:ahLst/>
              <a:cxnLst/>
              <a:rect l="l" t="t" r="r" b="b"/>
              <a:pathLst>
                <a:path w="11532" h="5482" extrusionOk="0">
                  <a:moveTo>
                    <a:pt x="4726" y="630"/>
                  </a:moveTo>
                  <a:cubicBezTo>
                    <a:pt x="5483" y="630"/>
                    <a:pt x="6113" y="1260"/>
                    <a:pt x="6113" y="2016"/>
                  </a:cubicBezTo>
                  <a:cubicBezTo>
                    <a:pt x="6113" y="2804"/>
                    <a:pt x="5514" y="3403"/>
                    <a:pt x="4726" y="3403"/>
                  </a:cubicBezTo>
                  <a:cubicBezTo>
                    <a:pt x="3970" y="3403"/>
                    <a:pt x="3340" y="2772"/>
                    <a:pt x="3340" y="2016"/>
                  </a:cubicBezTo>
                  <a:cubicBezTo>
                    <a:pt x="3340" y="1260"/>
                    <a:pt x="3970" y="630"/>
                    <a:pt x="4726" y="630"/>
                  </a:cubicBezTo>
                  <a:close/>
                  <a:moveTo>
                    <a:pt x="7845" y="2048"/>
                  </a:moveTo>
                  <a:cubicBezTo>
                    <a:pt x="8381" y="2048"/>
                    <a:pt x="8854" y="2520"/>
                    <a:pt x="8854" y="3087"/>
                  </a:cubicBezTo>
                  <a:cubicBezTo>
                    <a:pt x="8854" y="3623"/>
                    <a:pt x="8381" y="4096"/>
                    <a:pt x="7845" y="4096"/>
                  </a:cubicBezTo>
                  <a:cubicBezTo>
                    <a:pt x="7278" y="4096"/>
                    <a:pt x="6806" y="3623"/>
                    <a:pt x="6806" y="3087"/>
                  </a:cubicBezTo>
                  <a:cubicBezTo>
                    <a:pt x="6806" y="2520"/>
                    <a:pt x="7278" y="2048"/>
                    <a:pt x="7845" y="2048"/>
                  </a:cubicBezTo>
                  <a:close/>
                  <a:moveTo>
                    <a:pt x="2710" y="0"/>
                  </a:moveTo>
                  <a:cubicBezTo>
                    <a:pt x="2238" y="693"/>
                    <a:pt x="1607" y="1575"/>
                    <a:pt x="788" y="2804"/>
                  </a:cubicBezTo>
                  <a:cubicBezTo>
                    <a:pt x="1" y="3938"/>
                    <a:pt x="820" y="5482"/>
                    <a:pt x="2206" y="5482"/>
                  </a:cubicBezTo>
                  <a:lnTo>
                    <a:pt x="9295" y="5482"/>
                  </a:lnTo>
                  <a:cubicBezTo>
                    <a:pt x="10712" y="5482"/>
                    <a:pt x="11532" y="3938"/>
                    <a:pt x="10744" y="2804"/>
                  </a:cubicBezTo>
                  <a:cubicBezTo>
                    <a:pt x="9925" y="1575"/>
                    <a:pt x="9295" y="693"/>
                    <a:pt x="8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6" name="Google Shape;7546;p88"/>
          <p:cNvGrpSpPr/>
          <p:nvPr/>
        </p:nvGrpSpPr>
        <p:grpSpPr>
          <a:xfrm>
            <a:off x="6785982" y="2205191"/>
            <a:ext cx="420811" cy="419659"/>
            <a:chOff x="-2671375" y="3597450"/>
            <a:chExt cx="292250" cy="291450"/>
          </a:xfrm>
        </p:grpSpPr>
        <p:sp>
          <p:nvSpPr>
            <p:cNvPr id="7547" name="Google Shape;7547;p88"/>
            <p:cNvSpPr/>
            <p:nvPr/>
          </p:nvSpPr>
          <p:spPr>
            <a:xfrm>
              <a:off x="-2654050" y="3597450"/>
              <a:ext cx="260725" cy="51225"/>
            </a:xfrm>
            <a:custGeom>
              <a:avLst/>
              <a:gdLst/>
              <a:ahLst/>
              <a:cxnLst/>
              <a:rect l="l" t="t" r="r" b="b"/>
              <a:pathLst>
                <a:path w="10429" h="2049" extrusionOk="0">
                  <a:moveTo>
                    <a:pt x="1513" y="1"/>
                  </a:moveTo>
                  <a:cubicBezTo>
                    <a:pt x="1072" y="1"/>
                    <a:pt x="725" y="253"/>
                    <a:pt x="568" y="631"/>
                  </a:cubicBezTo>
                  <a:lnTo>
                    <a:pt x="1" y="2049"/>
                  </a:lnTo>
                  <a:lnTo>
                    <a:pt x="10429" y="2049"/>
                  </a:lnTo>
                  <a:lnTo>
                    <a:pt x="9830" y="631"/>
                  </a:lnTo>
                  <a:cubicBezTo>
                    <a:pt x="9673" y="253"/>
                    <a:pt x="9263" y="1"/>
                    <a:pt x="88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88"/>
            <p:cNvSpPr/>
            <p:nvPr/>
          </p:nvSpPr>
          <p:spPr>
            <a:xfrm>
              <a:off x="-2671375" y="3667550"/>
              <a:ext cx="292250" cy="221350"/>
            </a:xfrm>
            <a:custGeom>
              <a:avLst/>
              <a:gdLst/>
              <a:ahLst/>
              <a:cxnLst/>
              <a:rect l="l" t="t" r="r" b="b"/>
              <a:pathLst>
                <a:path w="11690" h="8854" extrusionOk="0">
                  <a:moveTo>
                    <a:pt x="1733" y="1324"/>
                  </a:moveTo>
                  <a:cubicBezTo>
                    <a:pt x="1922" y="1324"/>
                    <a:pt x="2080" y="1481"/>
                    <a:pt x="2080" y="1702"/>
                  </a:cubicBezTo>
                  <a:cubicBezTo>
                    <a:pt x="2080" y="1891"/>
                    <a:pt x="1922" y="2049"/>
                    <a:pt x="1733" y="2049"/>
                  </a:cubicBezTo>
                  <a:cubicBezTo>
                    <a:pt x="1544" y="2049"/>
                    <a:pt x="1387" y="1891"/>
                    <a:pt x="1387" y="1702"/>
                  </a:cubicBezTo>
                  <a:cubicBezTo>
                    <a:pt x="1387" y="1481"/>
                    <a:pt x="1544" y="1324"/>
                    <a:pt x="1733" y="1324"/>
                  </a:cubicBezTo>
                  <a:close/>
                  <a:moveTo>
                    <a:pt x="10019" y="1387"/>
                  </a:moveTo>
                  <a:cubicBezTo>
                    <a:pt x="10492" y="1387"/>
                    <a:pt x="10492" y="2049"/>
                    <a:pt x="10019" y="2049"/>
                  </a:cubicBezTo>
                  <a:lnTo>
                    <a:pt x="3781" y="2049"/>
                  </a:lnTo>
                  <a:cubicBezTo>
                    <a:pt x="3340" y="2049"/>
                    <a:pt x="3309" y="1387"/>
                    <a:pt x="3781" y="1387"/>
                  </a:cubicBezTo>
                  <a:close/>
                  <a:moveTo>
                    <a:pt x="1733" y="4096"/>
                  </a:moveTo>
                  <a:cubicBezTo>
                    <a:pt x="1922" y="4096"/>
                    <a:pt x="2080" y="4254"/>
                    <a:pt x="2080" y="4443"/>
                  </a:cubicBezTo>
                  <a:cubicBezTo>
                    <a:pt x="2080" y="4632"/>
                    <a:pt x="1922" y="4789"/>
                    <a:pt x="1733" y="4789"/>
                  </a:cubicBezTo>
                  <a:cubicBezTo>
                    <a:pt x="1544" y="4789"/>
                    <a:pt x="1387" y="4632"/>
                    <a:pt x="1387" y="4443"/>
                  </a:cubicBezTo>
                  <a:cubicBezTo>
                    <a:pt x="1387" y="4254"/>
                    <a:pt x="1544" y="4096"/>
                    <a:pt x="1733" y="4096"/>
                  </a:cubicBezTo>
                  <a:close/>
                  <a:moveTo>
                    <a:pt x="10050" y="4127"/>
                  </a:moveTo>
                  <a:cubicBezTo>
                    <a:pt x="10492" y="4127"/>
                    <a:pt x="10481" y="4789"/>
                    <a:pt x="10019" y="4789"/>
                  </a:cubicBezTo>
                  <a:lnTo>
                    <a:pt x="3781" y="4789"/>
                  </a:lnTo>
                  <a:cubicBezTo>
                    <a:pt x="3340" y="4789"/>
                    <a:pt x="3309" y="4128"/>
                    <a:pt x="3781" y="4128"/>
                  </a:cubicBezTo>
                  <a:lnTo>
                    <a:pt x="10019" y="4128"/>
                  </a:lnTo>
                  <a:cubicBezTo>
                    <a:pt x="10030" y="4127"/>
                    <a:pt x="10040" y="4127"/>
                    <a:pt x="10050" y="4127"/>
                  </a:cubicBezTo>
                  <a:close/>
                  <a:moveTo>
                    <a:pt x="1733" y="6806"/>
                  </a:moveTo>
                  <a:cubicBezTo>
                    <a:pt x="1922" y="6806"/>
                    <a:pt x="2080" y="6963"/>
                    <a:pt x="2080" y="7152"/>
                  </a:cubicBezTo>
                  <a:cubicBezTo>
                    <a:pt x="2080" y="7373"/>
                    <a:pt x="1922" y="7499"/>
                    <a:pt x="1733" y="7499"/>
                  </a:cubicBezTo>
                  <a:cubicBezTo>
                    <a:pt x="1544" y="7499"/>
                    <a:pt x="1387" y="7373"/>
                    <a:pt x="1387" y="7152"/>
                  </a:cubicBezTo>
                  <a:cubicBezTo>
                    <a:pt x="1387" y="6963"/>
                    <a:pt x="1544" y="6806"/>
                    <a:pt x="1733" y="6806"/>
                  </a:cubicBezTo>
                  <a:close/>
                  <a:moveTo>
                    <a:pt x="10019" y="6837"/>
                  </a:moveTo>
                  <a:cubicBezTo>
                    <a:pt x="10492" y="6837"/>
                    <a:pt x="10492" y="7499"/>
                    <a:pt x="10019" y="7499"/>
                  </a:cubicBezTo>
                  <a:lnTo>
                    <a:pt x="3781" y="7499"/>
                  </a:lnTo>
                  <a:cubicBezTo>
                    <a:pt x="3340" y="7499"/>
                    <a:pt x="3309" y="6837"/>
                    <a:pt x="3781" y="6837"/>
                  </a:cubicBezTo>
                  <a:close/>
                  <a:moveTo>
                    <a:pt x="379" y="1"/>
                  </a:moveTo>
                  <a:lnTo>
                    <a:pt x="95" y="631"/>
                  </a:lnTo>
                  <a:cubicBezTo>
                    <a:pt x="64" y="757"/>
                    <a:pt x="1" y="883"/>
                    <a:pt x="1" y="1009"/>
                  </a:cubicBezTo>
                  <a:lnTo>
                    <a:pt x="1" y="2395"/>
                  </a:lnTo>
                  <a:cubicBezTo>
                    <a:pt x="1" y="2679"/>
                    <a:pt x="127" y="2899"/>
                    <a:pt x="284" y="3057"/>
                  </a:cubicBezTo>
                  <a:cubicBezTo>
                    <a:pt x="127" y="3246"/>
                    <a:pt x="1" y="3498"/>
                    <a:pt x="1" y="3718"/>
                  </a:cubicBezTo>
                  <a:lnTo>
                    <a:pt x="1" y="5104"/>
                  </a:lnTo>
                  <a:cubicBezTo>
                    <a:pt x="1" y="5388"/>
                    <a:pt x="127" y="5609"/>
                    <a:pt x="284" y="5766"/>
                  </a:cubicBezTo>
                  <a:cubicBezTo>
                    <a:pt x="127" y="5987"/>
                    <a:pt x="1" y="6207"/>
                    <a:pt x="1" y="6459"/>
                  </a:cubicBezTo>
                  <a:lnTo>
                    <a:pt x="1" y="7814"/>
                  </a:lnTo>
                  <a:cubicBezTo>
                    <a:pt x="1" y="8381"/>
                    <a:pt x="473" y="8854"/>
                    <a:pt x="1040" y="8854"/>
                  </a:cubicBezTo>
                  <a:lnTo>
                    <a:pt x="10649" y="8854"/>
                  </a:lnTo>
                  <a:cubicBezTo>
                    <a:pt x="11185" y="8854"/>
                    <a:pt x="11658" y="8381"/>
                    <a:pt x="11658" y="7814"/>
                  </a:cubicBezTo>
                  <a:lnTo>
                    <a:pt x="11658" y="6459"/>
                  </a:lnTo>
                  <a:cubicBezTo>
                    <a:pt x="11658" y="6176"/>
                    <a:pt x="11563" y="5924"/>
                    <a:pt x="11405" y="5766"/>
                  </a:cubicBezTo>
                  <a:cubicBezTo>
                    <a:pt x="11563" y="5577"/>
                    <a:pt x="11658" y="5357"/>
                    <a:pt x="11658" y="5104"/>
                  </a:cubicBezTo>
                  <a:lnTo>
                    <a:pt x="11658" y="3718"/>
                  </a:lnTo>
                  <a:cubicBezTo>
                    <a:pt x="11658" y="3466"/>
                    <a:pt x="11563" y="3214"/>
                    <a:pt x="11405" y="3057"/>
                  </a:cubicBezTo>
                  <a:cubicBezTo>
                    <a:pt x="11563" y="2868"/>
                    <a:pt x="11658" y="2616"/>
                    <a:pt x="11658" y="2395"/>
                  </a:cubicBezTo>
                  <a:lnTo>
                    <a:pt x="11658" y="1009"/>
                  </a:lnTo>
                  <a:lnTo>
                    <a:pt x="11689" y="1009"/>
                  </a:lnTo>
                  <a:cubicBezTo>
                    <a:pt x="11689" y="883"/>
                    <a:pt x="11658" y="757"/>
                    <a:pt x="11626" y="631"/>
                  </a:cubicBezTo>
                  <a:lnTo>
                    <a:pt x="113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9" name="Google Shape;7549;p88"/>
          <p:cNvGrpSpPr/>
          <p:nvPr/>
        </p:nvGrpSpPr>
        <p:grpSpPr>
          <a:xfrm>
            <a:off x="6796765" y="2755691"/>
            <a:ext cx="423043" cy="421927"/>
            <a:chOff x="-2670575" y="3956600"/>
            <a:chExt cx="293800" cy="293025"/>
          </a:xfrm>
        </p:grpSpPr>
        <p:sp>
          <p:nvSpPr>
            <p:cNvPr id="7550" name="Google Shape;7550;p88"/>
            <p:cNvSpPr/>
            <p:nvPr/>
          </p:nvSpPr>
          <p:spPr>
            <a:xfrm>
              <a:off x="-2670575" y="3975525"/>
              <a:ext cx="116575" cy="34675"/>
            </a:xfrm>
            <a:custGeom>
              <a:avLst/>
              <a:gdLst/>
              <a:ahLst/>
              <a:cxnLst/>
              <a:rect l="l" t="t" r="r" b="b"/>
              <a:pathLst>
                <a:path w="4663" h="1387" extrusionOk="0">
                  <a:moveTo>
                    <a:pt x="1040" y="0"/>
                  </a:moveTo>
                  <a:cubicBezTo>
                    <a:pt x="473" y="0"/>
                    <a:pt x="0" y="473"/>
                    <a:pt x="0" y="1040"/>
                  </a:cubicBezTo>
                  <a:lnTo>
                    <a:pt x="0" y="1386"/>
                  </a:lnTo>
                  <a:lnTo>
                    <a:pt x="3781" y="1386"/>
                  </a:lnTo>
                  <a:cubicBezTo>
                    <a:pt x="4001" y="882"/>
                    <a:pt x="4316" y="41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88"/>
            <p:cNvSpPr/>
            <p:nvPr/>
          </p:nvSpPr>
          <p:spPr>
            <a:xfrm>
              <a:off x="-2669800" y="4026700"/>
              <a:ext cx="170950" cy="136300"/>
            </a:xfrm>
            <a:custGeom>
              <a:avLst/>
              <a:gdLst/>
              <a:ahLst/>
              <a:cxnLst/>
              <a:rect l="l" t="t" r="r" b="b"/>
              <a:pathLst>
                <a:path w="6838" h="5452" extrusionOk="0">
                  <a:moveTo>
                    <a:pt x="1" y="1"/>
                  </a:moveTo>
                  <a:lnTo>
                    <a:pt x="1" y="5451"/>
                  </a:lnTo>
                  <a:lnTo>
                    <a:pt x="6837" y="5451"/>
                  </a:lnTo>
                  <a:lnTo>
                    <a:pt x="6837" y="5357"/>
                  </a:lnTo>
                  <a:cubicBezTo>
                    <a:pt x="6522" y="5294"/>
                    <a:pt x="6207" y="5168"/>
                    <a:pt x="5924" y="5042"/>
                  </a:cubicBezTo>
                  <a:lnTo>
                    <a:pt x="5104" y="5325"/>
                  </a:lnTo>
                  <a:cubicBezTo>
                    <a:pt x="4975" y="5368"/>
                    <a:pt x="4845" y="5389"/>
                    <a:pt x="4720" y="5389"/>
                  </a:cubicBezTo>
                  <a:cubicBezTo>
                    <a:pt x="3931" y="5389"/>
                    <a:pt x="3289" y="4597"/>
                    <a:pt x="3561" y="3781"/>
                  </a:cubicBezTo>
                  <a:lnTo>
                    <a:pt x="3844" y="2962"/>
                  </a:lnTo>
                  <a:cubicBezTo>
                    <a:pt x="3561" y="2364"/>
                    <a:pt x="3403" y="1702"/>
                    <a:pt x="3403" y="1041"/>
                  </a:cubicBezTo>
                  <a:cubicBezTo>
                    <a:pt x="3403" y="662"/>
                    <a:pt x="3466" y="316"/>
                    <a:pt x="35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88"/>
            <p:cNvSpPr/>
            <p:nvPr/>
          </p:nvSpPr>
          <p:spPr>
            <a:xfrm>
              <a:off x="-2669800" y="4179500"/>
              <a:ext cx="170950" cy="70125"/>
            </a:xfrm>
            <a:custGeom>
              <a:avLst/>
              <a:gdLst/>
              <a:ahLst/>
              <a:cxnLst/>
              <a:rect l="l" t="t" r="r" b="b"/>
              <a:pathLst>
                <a:path w="6838" h="2805" extrusionOk="0">
                  <a:moveTo>
                    <a:pt x="3403" y="757"/>
                  </a:moveTo>
                  <a:cubicBezTo>
                    <a:pt x="3592" y="757"/>
                    <a:pt x="3750" y="914"/>
                    <a:pt x="3750" y="1103"/>
                  </a:cubicBezTo>
                  <a:cubicBezTo>
                    <a:pt x="3750" y="1293"/>
                    <a:pt x="3592" y="1450"/>
                    <a:pt x="3403" y="1450"/>
                  </a:cubicBezTo>
                  <a:cubicBezTo>
                    <a:pt x="3214" y="1450"/>
                    <a:pt x="3057" y="1293"/>
                    <a:pt x="3057" y="1103"/>
                  </a:cubicBezTo>
                  <a:cubicBezTo>
                    <a:pt x="3057" y="914"/>
                    <a:pt x="3214" y="757"/>
                    <a:pt x="3403" y="757"/>
                  </a:cubicBezTo>
                  <a:close/>
                  <a:moveTo>
                    <a:pt x="1" y="1"/>
                  </a:moveTo>
                  <a:lnTo>
                    <a:pt x="1" y="1765"/>
                  </a:lnTo>
                  <a:cubicBezTo>
                    <a:pt x="1" y="2332"/>
                    <a:pt x="442" y="2805"/>
                    <a:pt x="1009" y="2805"/>
                  </a:cubicBezTo>
                  <a:lnTo>
                    <a:pt x="5829" y="2805"/>
                  </a:lnTo>
                  <a:cubicBezTo>
                    <a:pt x="6365" y="2805"/>
                    <a:pt x="6837" y="2332"/>
                    <a:pt x="6837" y="1765"/>
                  </a:cubicBezTo>
                  <a:lnTo>
                    <a:pt x="68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88"/>
            <p:cNvSpPr/>
            <p:nvPr/>
          </p:nvSpPr>
          <p:spPr>
            <a:xfrm>
              <a:off x="-2566625" y="3956600"/>
              <a:ext cx="189850" cy="190650"/>
            </a:xfrm>
            <a:custGeom>
              <a:avLst/>
              <a:gdLst/>
              <a:ahLst/>
              <a:cxnLst/>
              <a:rect l="l" t="t" r="r" b="b"/>
              <a:pathLst>
                <a:path w="7594" h="7626" extrusionOk="0">
                  <a:moveTo>
                    <a:pt x="3759" y="1391"/>
                  </a:moveTo>
                  <a:cubicBezTo>
                    <a:pt x="3929" y="1391"/>
                    <a:pt x="4096" y="1502"/>
                    <a:pt x="4096" y="1734"/>
                  </a:cubicBezTo>
                  <a:lnTo>
                    <a:pt x="4096" y="2175"/>
                  </a:lnTo>
                  <a:cubicBezTo>
                    <a:pt x="4254" y="2206"/>
                    <a:pt x="4349" y="2301"/>
                    <a:pt x="4475" y="2427"/>
                  </a:cubicBezTo>
                  <a:cubicBezTo>
                    <a:pt x="4716" y="2669"/>
                    <a:pt x="4494" y="3003"/>
                    <a:pt x="4235" y="3003"/>
                  </a:cubicBezTo>
                  <a:cubicBezTo>
                    <a:pt x="4157" y="3003"/>
                    <a:pt x="4075" y="2973"/>
                    <a:pt x="4002" y="2899"/>
                  </a:cubicBezTo>
                  <a:cubicBezTo>
                    <a:pt x="3926" y="2823"/>
                    <a:pt x="3839" y="2791"/>
                    <a:pt x="3756" y="2791"/>
                  </a:cubicBezTo>
                  <a:cubicBezTo>
                    <a:pt x="3493" y="2791"/>
                    <a:pt x="3266" y="3109"/>
                    <a:pt x="3529" y="3372"/>
                  </a:cubicBezTo>
                  <a:cubicBezTo>
                    <a:pt x="3624" y="3435"/>
                    <a:pt x="3687" y="3466"/>
                    <a:pt x="3781" y="3466"/>
                  </a:cubicBezTo>
                  <a:cubicBezTo>
                    <a:pt x="4317" y="3466"/>
                    <a:pt x="4790" y="3939"/>
                    <a:pt x="4790" y="4506"/>
                  </a:cubicBezTo>
                  <a:cubicBezTo>
                    <a:pt x="4790" y="4884"/>
                    <a:pt x="4569" y="5294"/>
                    <a:pt x="4128" y="5451"/>
                  </a:cubicBezTo>
                  <a:lnTo>
                    <a:pt x="4128" y="5829"/>
                  </a:lnTo>
                  <a:cubicBezTo>
                    <a:pt x="4128" y="6054"/>
                    <a:pt x="3957" y="6172"/>
                    <a:pt x="3789" y="6172"/>
                  </a:cubicBezTo>
                  <a:cubicBezTo>
                    <a:pt x="3626" y="6172"/>
                    <a:pt x="3466" y="6062"/>
                    <a:pt x="3466" y="5829"/>
                  </a:cubicBezTo>
                  <a:lnTo>
                    <a:pt x="3466" y="5451"/>
                  </a:lnTo>
                  <a:cubicBezTo>
                    <a:pt x="3309" y="5420"/>
                    <a:pt x="3183" y="5325"/>
                    <a:pt x="3057" y="5199"/>
                  </a:cubicBezTo>
                  <a:cubicBezTo>
                    <a:pt x="2815" y="4957"/>
                    <a:pt x="3037" y="4623"/>
                    <a:pt x="3296" y="4623"/>
                  </a:cubicBezTo>
                  <a:cubicBezTo>
                    <a:pt x="3374" y="4623"/>
                    <a:pt x="3456" y="4653"/>
                    <a:pt x="3529" y="4727"/>
                  </a:cubicBezTo>
                  <a:cubicBezTo>
                    <a:pt x="3603" y="4800"/>
                    <a:pt x="3684" y="4831"/>
                    <a:pt x="3763" y="4831"/>
                  </a:cubicBezTo>
                  <a:cubicBezTo>
                    <a:pt x="4022" y="4831"/>
                    <a:pt x="4244" y="4496"/>
                    <a:pt x="4002" y="4254"/>
                  </a:cubicBezTo>
                  <a:cubicBezTo>
                    <a:pt x="3939" y="4191"/>
                    <a:pt x="3844" y="4160"/>
                    <a:pt x="3781" y="4160"/>
                  </a:cubicBezTo>
                  <a:cubicBezTo>
                    <a:pt x="3214" y="4160"/>
                    <a:pt x="2742" y="3687"/>
                    <a:pt x="2742" y="3120"/>
                  </a:cubicBezTo>
                  <a:cubicBezTo>
                    <a:pt x="2742" y="2710"/>
                    <a:pt x="2994" y="2332"/>
                    <a:pt x="3403" y="2175"/>
                  </a:cubicBezTo>
                  <a:lnTo>
                    <a:pt x="3403" y="1734"/>
                  </a:lnTo>
                  <a:cubicBezTo>
                    <a:pt x="3403" y="1509"/>
                    <a:pt x="3583" y="1391"/>
                    <a:pt x="3759" y="1391"/>
                  </a:cubicBezTo>
                  <a:close/>
                  <a:moveTo>
                    <a:pt x="3781" y="1"/>
                  </a:moveTo>
                  <a:cubicBezTo>
                    <a:pt x="1734" y="1"/>
                    <a:pt x="1" y="1671"/>
                    <a:pt x="1" y="3782"/>
                  </a:cubicBezTo>
                  <a:cubicBezTo>
                    <a:pt x="1" y="4380"/>
                    <a:pt x="158" y="5010"/>
                    <a:pt x="410" y="5514"/>
                  </a:cubicBezTo>
                  <a:cubicBezTo>
                    <a:pt x="473" y="5609"/>
                    <a:pt x="473" y="5735"/>
                    <a:pt x="473" y="5798"/>
                  </a:cubicBezTo>
                  <a:lnTo>
                    <a:pt x="158" y="6774"/>
                  </a:lnTo>
                  <a:cubicBezTo>
                    <a:pt x="46" y="7141"/>
                    <a:pt x="311" y="7482"/>
                    <a:pt x="684" y="7482"/>
                  </a:cubicBezTo>
                  <a:cubicBezTo>
                    <a:pt x="728" y="7482"/>
                    <a:pt x="774" y="7478"/>
                    <a:pt x="820" y="7468"/>
                  </a:cubicBezTo>
                  <a:lnTo>
                    <a:pt x="1797" y="7121"/>
                  </a:lnTo>
                  <a:cubicBezTo>
                    <a:pt x="1831" y="7110"/>
                    <a:pt x="1866" y="7102"/>
                    <a:pt x="1900" y="7102"/>
                  </a:cubicBezTo>
                  <a:cubicBezTo>
                    <a:pt x="1960" y="7102"/>
                    <a:pt x="2020" y="7124"/>
                    <a:pt x="2080" y="7184"/>
                  </a:cubicBezTo>
                  <a:cubicBezTo>
                    <a:pt x="2584" y="7468"/>
                    <a:pt x="3214" y="7625"/>
                    <a:pt x="3813" y="7625"/>
                  </a:cubicBezTo>
                  <a:cubicBezTo>
                    <a:pt x="5892" y="7625"/>
                    <a:pt x="7594" y="5924"/>
                    <a:pt x="7594" y="3813"/>
                  </a:cubicBezTo>
                  <a:cubicBezTo>
                    <a:pt x="7499" y="1702"/>
                    <a:pt x="5861" y="1"/>
                    <a:pt x="3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4" name="Google Shape;7554;p88"/>
          <p:cNvGrpSpPr/>
          <p:nvPr/>
        </p:nvGrpSpPr>
        <p:grpSpPr>
          <a:xfrm>
            <a:off x="3054285" y="3311947"/>
            <a:ext cx="426462" cy="418363"/>
            <a:chOff x="-1183550" y="3586525"/>
            <a:chExt cx="296175" cy="290550"/>
          </a:xfrm>
        </p:grpSpPr>
        <p:sp>
          <p:nvSpPr>
            <p:cNvPr id="7555" name="Google Shape;7555;p88"/>
            <p:cNvSpPr/>
            <p:nvPr/>
          </p:nvSpPr>
          <p:spPr>
            <a:xfrm>
              <a:off x="-927575" y="3671500"/>
              <a:ext cx="40200" cy="16575"/>
            </a:xfrm>
            <a:custGeom>
              <a:avLst/>
              <a:gdLst/>
              <a:ahLst/>
              <a:cxnLst/>
              <a:rect l="l" t="t" r="r" b="b"/>
              <a:pathLst>
                <a:path w="1608" h="663" extrusionOk="0">
                  <a:moveTo>
                    <a:pt x="473" y="0"/>
                  </a:moveTo>
                  <a:cubicBezTo>
                    <a:pt x="32" y="0"/>
                    <a:pt x="1" y="662"/>
                    <a:pt x="473" y="662"/>
                  </a:cubicBezTo>
                  <a:lnTo>
                    <a:pt x="1135" y="662"/>
                  </a:lnTo>
                  <a:cubicBezTo>
                    <a:pt x="1145" y="663"/>
                    <a:pt x="1156" y="663"/>
                    <a:pt x="1166" y="663"/>
                  </a:cubicBezTo>
                  <a:cubicBezTo>
                    <a:pt x="1607" y="663"/>
                    <a:pt x="1597" y="0"/>
                    <a:pt x="11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88"/>
            <p:cNvSpPr/>
            <p:nvPr/>
          </p:nvSpPr>
          <p:spPr>
            <a:xfrm>
              <a:off x="-1183550" y="3671500"/>
              <a:ext cx="39400" cy="16575"/>
            </a:xfrm>
            <a:custGeom>
              <a:avLst/>
              <a:gdLst/>
              <a:ahLst/>
              <a:cxnLst/>
              <a:rect l="l" t="t" r="r" b="b"/>
              <a:pathLst>
                <a:path w="1576" h="663" extrusionOk="0">
                  <a:moveTo>
                    <a:pt x="473" y="0"/>
                  </a:moveTo>
                  <a:cubicBezTo>
                    <a:pt x="32" y="0"/>
                    <a:pt x="1" y="662"/>
                    <a:pt x="473" y="662"/>
                  </a:cubicBezTo>
                  <a:lnTo>
                    <a:pt x="1135" y="662"/>
                  </a:lnTo>
                  <a:cubicBezTo>
                    <a:pt x="1145" y="663"/>
                    <a:pt x="1154" y="663"/>
                    <a:pt x="1163" y="663"/>
                  </a:cubicBezTo>
                  <a:cubicBezTo>
                    <a:pt x="1576" y="663"/>
                    <a:pt x="1566" y="0"/>
                    <a:pt x="11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88"/>
            <p:cNvSpPr/>
            <p:nvPr/>
          </p:nvSpPr>
          <p:spPr>
            <a:xfrm>
              <a:off x="-944250" y="3603025"/>
              <a:ext cx="39525" cy="26375"/>
            </a:xfrm>
            <a:custGeom>
              <a:avLst/>
              <a:gdLst/>
              <a:ahLst/>
              <a:cxnLst/>
              <a:rect l="l" t="t" r="r" b="b"/>
              <a:pathLst>
                <a:path w="1581" h="1055" extrusionOk="0">
                  <a:moveTo>
                    <a:pt x="1086" y="1"/>
                  </a:moveTo>
                  <a:cubicBezTo>
                    <a:pt x="1024" y="1"/>
                    <a:pt x="957" y="19"/>
                    <a:pt x="888" y="61"/>
                  </a:cubicBezTo>
                  <a:lnTo>
                    <a:pt x="321" y="408"/>
                  </a:lnTo>
                  <a:cubicBezTo>
                    <a:pt x="0" y="595"/>
                    <a:pt x="179" y="1054"/>
                    <a:pt x="490" y="1054"/>
                  </a:cubicBezTo>
                  <a:cubicBezTo>
                    <a:pt x="546" y="1054"/>
                    <a:pt x="606" y="1040"/>
                    <a:pt x="668" y="1006"/>
                  </a:cubicBezTo>
                  <a:lnTo>
                    <a:pt x="1266" y="660"/>
                  </a:lnTo>
                  <a:cubicBezTo>
                    <a:pt x="1581" y="450"/>
                    <a:pt x="1394" y="1"/>
                    <a:pt x="10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88"/>
            <p:cNvSpPr/>
            <p:nvPr/>
          </p:nvSpPr>
          <p:spPr>
            <a:xfrm>
              <a:off x="-1166200" y="3731225"/>
              <a:ext cx="39700" cy="26075"/>
            </a:xfrm>
            <a:custGeom>
              <a:avLst/>
              <a:gdLst/>
              <a:ahLst/>
              <a:cxnLst/>
              <a:rect l="l" t="t" r="r" b="b"/>
              <a:pathLst>
                <a:path w="1588" h="1043" extrusionOk="0">
                  <a:moveTo>
                    <a:pt x="1071" y="1"/>
                  </a:moveTo>
                  <a:cubicBezTo>
                    <a:pt x="1021" y="1"/>
                    <a:pt x="968" y="12"/>
                    <a:pt x="913" y="37"/>
                  </a:cubicBezTo>
                  <a:lnTo>
                    <a:pt x="315" y="384"/>
                  </a:lnTo>
                  <a:cubicBezTo>
                    <a:pt x="0" y="593"/>
                    <a:pt x="187" y="1043"/>
                    <a:pt x="495" y="1043"/>
                  </a:cubicBezTo>
                  <a:cubicBezTo>
                    <a:pt x="557" y="1043"/>
                    <a:pt x="624" y="1025"/>
                    <a:pt x="693" y="982"/>
                  </a:cubicBezTo>
                  <a:lnTo>
                    <a:pt x="1260" y="636"/>
                  </a:lnTo>
                  <a:cubicBezTo>
                    <a:pt x="1587" y="472"/>
                    <a:pt x="1395"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88"/>
            <p:cNvSpPr/>
            <p:nvPr/>
          </p:nvSpPr>
          <p:spPr>
            <a:xfrm>
              <a:off x="-944925" y="3730950"/>
              <a:ext cx="40200" cy="26375"/>
            </a:xfrm>
            <a:custGeom>
              <a:avLst/>
              <a:gdLst/>
              <a:ahLst/>
              <a:cxnLst/>
              <a:rect l="l" t="t" r="r" b="b"/>
              <a:pathLst>
                <a:path w="1608" h="1055" extrusionOk="0">
                  <a:moveTo>
                    <a:pt x="515" y="0"/>
                  </a:moveTo>
                  <a:cubicBezTo>
                    <a:pt x="198" y="0"/>
                    <a:pt x="1" y="460"/>
                    <a:pt x="348" y="647"/>
                  </a:cubicBezTo>
                  <a:lnTo>
                    <a:pt x="915" y="993"/>
                  </a:lnTo>
                  <a:cubicBezTo>
                    <a:pt x="984" y="1036"/>
                    <a:pt x="1052" y="1054"/>
                    <a:pt x="1114" y="1054"/>
                  </a:cubicBezTo>
                  <a:cubicBezTo>
                    <a:pt x="1421" y="1054"/>
                    <a:pt x="1608" y="609"/>
                    <a:pt x="1293" y="426"/>
                  </a:cubicBezTo>
                  <a:lnTo>
                    <a:pt x="695" y="48"/>
                  </a:lnTo>
                  <a:cubicBezTo>
                    <a:pt x="633" y="15"/>
                    <a:pt x="572" y="0"/>
                    <a:pt x="5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88"/>
            <p:cNvSpPr/>
            <p:nvPr/>
          </p:nvSpPr>
          <p:spPr>
            <a:xfrm>
              <a:off x="-1167000" y="3603025"/>
              <a:ext cx="40200" cy="26375"/>
            </a:xfrm>
            <a:custGeom>
              <a:avLst/>
              <a:gdLst/>
              <a:ahLst/>
              <a:cxnLst/>
              <a:rect l="l" t="t" r="r" b="b"/>
              <a:pathLst>
                <a:path w="1608" h="1055" extrusionOk="0">
                  <a:moveTo>
                    <a:pt x="477" y="1"/>
                  </a:moveTo>
                  <a:cubicBezTo>
                    <a:pt x="188" y="1"/>
                    <a:pt x="1" y="450"/>
                    <a:pt x="315" y="660"/>
                  </a:cubicBezTo>
                  <a:lnTo>
                    <a:pt x="914" y="1006"/>
                  </a:lnTo>
                  <a:cubicBezTo>
                    <a:pt x="981" y="1040"/>
                    <a:pt x="1044" y="1054"/>
                    <a:pt x="1103" y="1054"/>
                  </a:cubicBezTo>
                  <a:cubicBezTo>
                    <a:pt x="1434" y="1054"/>
                    <a:pt x="1608" y="595"/>
                    <a:pt x="1260" y="408"/>
                  </a:cubicBezTo>
                  <a:lnTo>
                    <a:pt x="662" y="61"/>
                  </a:lnTo>
                  <a:cubicBezTo>
                    <a:pt x="598" y="19"/>
                    <a:pt x="536" y="1"/>
                    <a:pt x="4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88"/>
            <p:cNvSpPr/>
            <p:nvPr/>
          </p:nvSpPr>
          <p:spPr>
            <a:xfrm>
              <a:off x="-1065400" y="3658900"/>
              <a:ext cx="59875" cy="77200"/>
            </a:xfrm>
            <a:custGeom>
              <a:avLst/>
              <a:gdLst/>
              <a:ahLst/>
              <a:cxnLst/>
              <a:rect l="l" t="t" r="r" b="b"/>
              <a:pathLst>
                <a:path w="2395" h="3088" extrusionOk="0">
                  <a:moveTo>
                    <a:pt x="882" y="0"/>
                  </a:moveTo>
                  <a:lnTo>
                    <a:pt x="0" y="1355"/>
                  </a:lnTo>
                  <a:lnTo>
                    <a:pt x="1355" y="1922"/>
                  </a:lnTo>
                  <a:cubicBezTo>
                    <a:pt x="1450" y="1953"/>
                    <a:pt x="1544" y="2111"/>
                    <a:pt x="1544" y="2237"/>
                  </a:cubicBezTo>
                  <a:lnTo>
                    <a:pt x="1544" y="3088"/>
                  </a:lnTo>
                  <a:lnTo>
                    <a:pt x="2395" y="1733"/>
                  </a:lnTo>
                  <a:lnTo>
                    <a:pt x="1071" y="1166"/>
                  </a:lnTo>
                  <a:cubicBezTo>
                    <a:pt x="945" y="1134"/>
                    <a:pt x="882" y="1008"/>
                    <a:pt x="882" y="851"/>
                  </a:cubicBezTo>
                  <a:lnTo>
                    <a:pt x="8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88"/>
            <p:cNvSpPr/>
            <p:nvPr/>
          </p:nvSpPr>
          <p:spPr>
            <a:xfrm>
              <a:off x="-1078000" y="3809325"/>
              <a:ext cx="85075" cy="67750"/>
            </a:xfrm>
            <a:custGeom>
              <a:avLst/>
              <a:gdLst/>
              <a:ahLst/>
              <a:cxnLst/>
              <a:rect l="l" t="t" r="r" b="b"/>
              <a:pathLst>
                <a:path w="3403" h="2710" extrusionOk="0">
                  <a:moveTo>
                    <a:pt x="0" y="1"/>
                  </a:moveTo>
                  <a:lnTo>
                    <a:pt x="0" y="662"/>
                  </a:lnTo>
                  <a:lnTo>
                    <a:pt x="1008" y="662"/>
                  </a:lnTo>
                  <a:cubicBezTo>
                    <a:pt x="1449" y="662"/>
                    <a:pt x="1481" y="1324"/>
                    <a:pt x="1008" y="1324"/>
                  </a:cubicBezTo>
                  <a:lnTo>
                    <a:pt x="0" y="1324"/>
                  </a:lnTo>
                  <a:lnTo>
                    <a:pt x="0" y="1670"/>
                  </a:lnTo>
                  <a:cubicBezTo>
                    <a:pt x="0" y="2237"/>
                    <a:pt x="473" y="2710"/>
                    <a:pt x="1008" y="2710"/>
                  </a:cubicBezTo>
                  <a:lnTo>
                    <a:pt x="2395" y="2710"/>
                  </a:lnTo>
                  <a:cubicBezTo>
                    <a:pt x="2962" y="2710"/>
                    <a:pt x="3403" y="2237"/>
                    <a:pt x="3403" y="1670"/>
                  </a:cubicBezTo>
                  <a:lnTo>
                    <a:pt x="3403" y="1324"/>
                  </a:lnTo>
                  <a:lnTo>
                    <a:pt x="2395" y="1324"/>
                  </a:lnTo>
                  <a:cubicBezTo>
                    <a:pt x="1954" y="1324"/>
                    <a:pt x="1922" y="662"/>
                    <a:pt x="2395" y="662"/>
                  </a:cubicBezTo>
                  <a:lnTo>
                    <a:pt x="3403" y="662"/>
                  </a:lnTo>
                  <a:lnTo>
                    <a:pt x="34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88"/>
            <p:cNvSpPr/>
            <p:nvPr/>
          </p:nvSpPr>
          <p:spPr>
            <a:xfrm>
              <a:off x="-1135500" y="3586525"/>
              <a:ext cx="193775" cy="204700"/>
            </a:xfrm>
            <a:custGeom>
              <a:avLst/>
              <a:gdLst/>
              <a:ahLst/>
              <a:cxnLst/>
              <a:rect l="l" t="t" r="r" b="b"/>
              <a:pathLst>
                <a:path w="7751" h="8188" extrusionOk="0">
                  <a:moveTo>
                    <a:pt x="4023" y="1424"/>
                  </a:moveTo>
                  <a:cubicBezTo>
                    <a:pt x="4201" y="1424"/>
                    <a:pt x="4380" y="1561"/>
                    <a:pt x="4380" y="1761"/>
                  </a:cubicBezTo>
                  <a:lnTo>
                    <a:pt x="4380" y="3588"/>
                  </a:lnTo>
                  <a:lnTo>
                    <a:pt x="5892" y="4124"/>
                  </a:lnTo>
                  <a:cubicBezTo>
                    <a:pt x="5955" y="4187"/>
                    <a:pt x="6049" y="4250"/>
                    <a:pt x="6081" y="4344"/>
                  </a:cubicBezTo>
                  <a:cubicBezTo>
                    <a:pt x="6081" y="4407"/>
                    <a:pt x="6081" y="4533"/>
                    <a:pt x="5986" y="4628"/>
                  </a:cubicBezTo>
                  <a:lnTo>
                    <a:pt x="4285" y="7369"/>
                  </a:lnTo>
                  <a:cubicBezTo>
                    <a:pt x="4222" y="7495"/>
                    <a:pt x="4127" y="7526"/>
                    <a:pt x="4033" y="7526"/>
                  </a:cubicBezTo>
                  <a:lnTo>
                    <a:pt x="3938" y="7526"/>
                  </a:lnTo>
                  <a:cubicBezTo>
                    <a:pt x="3781" y="7495"/>
                    <a:pt x="3718" y="7369"/>
                    <a:pt x="3718" y="7211"/>
                  </a:cubicBezTo>
                  <a:lnTo>
                    <a:pt x="3718" y="5384"/>
                  </a:lnTo>
                  <a:lnTo>
                    <a:pt x="2206" y="4817"/>
                  </a:lnTo>
                  <a:cubicBezTo>
                    <a:pt x="2143" y="4754"/>
                    <a:pt x="2048" y="4691"/>
                    <a:pt x="2017" y="4596"/>
                  </a:cubicBezTo>
                  <a:cubicBezTo>
                    <a:pt x="1985" y="4533"/>
                    <a:pt x="2017" y="4407"/>
                    <a:pt x="2048" y="4344"/>
                  </a:cubicBezTo>
                  <a:lnTo>
                    <a:pt x="3749" y="1572"/>
                  </a:lnTo>
                  <a:cubicBezTo>
                    <a:pt x="3818" y="1469"/>
                    <a:pt x="3920" y="1424"/>
                    <a:pt x="4023" y="1424"/>
                  </a:cubicBezTo>
                  <a:close/>
                  <a:moveTo>
                    <a:pt x="4019" y="1"/>
                  </a:moveTo>
                  <a:cubicBezTo>
                    <a:pt x="3743" y="1"/>
                    <a:pt x="3463" y="31"/>
                    <a:pt x="3182" y="91"/>
                  </a:cubicBezTo>
                  <a:cubicBezTo>
                    <a:pt x="1733" y="406"/>
                    <a:pt x="567" y="1572"/>
                    <a:pt x="284" y="3084"/>
                  </a:cubicBezTo>
                  <a:cubicBezTo>
                    <a:pt x="0" y="4533"/>
                    <a:pt x="599" y="5479"/>
                    <a:pt x="1040" y="6140"/>
                  </a:cubicBezTo>
                  <a:cubicBezTo>
                    <a:pt x="1922" y="7526"/>
                    <a:pt x="1387" y="7526"/>
                    <a:pt x="1670" y="8188"/>
                  </a:cubicBezTo>
                  <a:lnTo>
                    <a:pt x="6301" y="8188"/>
                  </a:lnTo>
                  <a:cubicBezTo>
                    <a:pt x="6553" y="7526"/>
                    <a:pt x="6018" y="7526"/>
                    <a:pt x="6931" y="6109"/>
                  </a:cubicBezTo>
                  <a:cubicBezTo>
                    <a:pt x="7373" y="5447"/>
                    <a:pt x="7719" y="4817"/>
                    <a:pt x="7719" y="3746"/>
                  </a:cubicBezTo>
                  <a:cubicBezTo>
                    <a:pt x="7751" y="2612"/>
                    <a:pt x="7246" y="1540"/>
                    <a:pt x="6396" y="847"/>
                  </a:cubicBezTo>
                  <a:cubicBezTo>
                    <a:pt x="5726" y="297"/>
                    <a:pt x="4892" y="1"/>
                    <a:pt x="40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4" name="Google Shape;7564;p88"/>
          <p:cNvGrpSpPr/>
          <p:nvPr/>
        </p:nvGrpSpPr>
        <p:grpSpPr>
          <a:xfrm>
            <a:off x="1917896" y="1689799"/>
            <a:ext cx="420811" cy="418507"/>
            <a:chOff x="-5971525" y="3273750"/>
            <a:chExt cx="292250" cy="290650"/>
          </a:xfrm>
        </p:grpSpPr>
        <p:sp>
          <p:nvSpPr>
            <p:cNvPr id="7565" name="Google Shape;7565;p88"/>
            <p:cNvSpPr/>
            <p:nvPr/>
          </p:nvSpPr>
          <p:spPr>
            <a:xfrm>
              <a:off x="-5868325" y="3273750"/>
              <a:ext cx="85075" cy="84300"/>
            </a:xfrm>
            <a:custGeom>
              <a:avLst/>
              <a:gdLst/>
              <a:ahLst/>
              <a:cxnLst/>
              <a:rect l="l" t="t" r="r" b="b"/>
              <a:pathLst>
                <a:path w="3403" h="3372" extrusionOk="0">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88"/>
            <p:cNvSpPr/>
            <p:nvPr/>
          </p:nvSpPr>
          <p:spPr>
            <a:xfrm>
              <a:off x="-5971525" y="3308400"/>
              <a:ext cx="292250" cy="256000"/>
            </a:xfrm>
            <a:custGeom>
              <a:avLst/>
              <a:gdLst/>
              <a:ahLst/>
              <a:cxnLst/>
              <a:rect l="l" t="t" r="r" b="b"/>
              <a:pathLst>
                <a:path w="11690" h="10240" extrusionOk="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7" name="Google Shape;7567;p88"/>
          <p:cNvGrpSpPr/>
          <p:nvPr/>
        </p:nvGrpSpPr>
        <p:grpSpPr>
          <a:xfrm>
            <a:off x="1912226" y="2203826"/>
            <a:ext cx="432150" cy="422395"/>
            <a:chOff x="-5974675" y="3632100"/>
            <a:chExt cx="300125" cy="293350"/>
          </a:xfrm>
        </p:grpSpPr>
        <p:sp>
          <p:nvSpPr>
            <p:cNvPr id="7568" name="Google Shape;7568;p88"/>
            <p:cNvSpPr/>
            <p:nvPr/>
          </p:nvSpPr>
          <p:spPr>
            <a:xfrm>
              <a:off x="-5974675" y="3701875"/>
              <a:ext cx="141025" cy="221650"/>
            </a:xfrm>
            <a:custGeom>
              <a:avLst/>
              <a:gdLst/>
              <a:ahLst/>
              <a:cxnLst/>
              <a:rect l="l" t="t" r="r" b="b"/>
              <a:pathLst>
                <a:path w="5641" h="8866" extrusionOk="0">
                  <a:moveTo>
                    <a:pt x="540" y="1"/>
                  </a:moveTo>
                  <a:cubicBezTo>
                    <a:pt x="331" y="1"/>
                    <a:pt x="123" y="188"/>
                    <a:pt x="221" y="423"/>
                  </a:cubicBezTo>
                  <a:lnTo>
                    <a:pt x="568" y="1526"/>
                  </a:lnTo>
                  <a:cubicBezTo>
                    <a:pt x="788" y="2251"/>
                    <a:pt x="1419" y="2723"/>
                    <a:pt x="2175" y="2723"/>
                  </a:cubicBezTo>
                  <a:lnTo>
                    <a:pt x="2899" y="2723"/>
                  </a:lnTo>
                  <a:lnTo>
                    <a:pt x="2899" y="4110"/>
                  </a:lnTo>
                  <a:lnTo>
                    <a:pt x="473" y="4110"/>
                  </a:lnTo>
                  <a:cubicBezTo>
                    <a:pt x="64" y="4110"/>
                    <a:pt x="1" y="4771"/>
                    <a:pt x="473" y="4771"/>
                  </a:cubicBezTo>
                  <a:lnTo>
                    <a:pt x="2899" y="4771"/>
                  </a:lnTo>
                  <a:lnTo>
                    <a:pt x="2899" y="5779"/>
                  </a:lnTo>
                  <a:cubicBezTo>
                    <a:pt x="2899" y="5905"/>
                    <a:pt x="2899" y="6031"/>
                    <a:pt x="2931" y="6126"/>
                  </a:cubicBezTo>
                  <a:lnTo>
                    <a:pt x="2175" y="6126"/>
                  </a:lnTo>
                  <a:cubicBezTo>
                    <a:pt x="1419" y="6126"/>
                    <a:pt x="788" y="6598"/>
                    <a:pt x="568" y="7323"/>
                  </a:cubicBezTo>
                  <a:lnTo>
                    <a:pt x="221" y="8426"/>
                  </a:lnTo>
                  <a:cubicBezTo>
                    <a:pt x="126" y="8691"/>
                    <a:pt x="329" y="8866"/>
                    <a:pt x="533" y="8866"/>
                  </a:cubicBezTo>
                  <a:cubicBezTo>
                    <a:pt x="667" y="8866"/>
                    <a:pt x="801" y="8790"/>
                    <a:pt x="852" y="8615"/>
                  </a:cubicBezTo>
                  <a:lnTo>
                    <a:pt x="1198" y="7512"/>
                  </a:lnTo>
                  <a:cubicBezTo>
                    <a:pt x="1356" y="7071"/>
                    <a:pt x="1734" y="6819"/>
                    <a:pt x="2175" y="6819"/>
                  </a:cubicBezTo>
                  <a:lnTo>
                    <a:pt x="3088" y="6819"/>
                  </a:lnTo>
                  <a:cubicBezTo>
                    <a:pt x="3466" y="7922"/>
                    <a:pt x="4475" y="8709"/>
                    <a:pt x="5640" y="8835"/>
                  </a:cubicBezTo>
                  <a:lnTo>
                    <a:pt x="5640" y="613"/>
                  </a:lnTo>
                  <a:lnTo>
                    <a:pt x="3939" y="613"/>
                  </a:lnTo>
                  <a:cubicBezTo>
                    <a:pt x="3372" y="676"/>
                    <a:pt x="2899" y="1148"/>
                    <a:pt x="2899" y="1684"/>
                  </a:cubicBezTo>
                  <a:lnTo>
                    <a:pt x="2899" y="2062"/>
                  </a:lnTo>
                  <a:lnTo>
                    <a:pt x="2175" y="2062"/>
                  </a:lnTo>
                  <a:cubicBezTo>
                    <a:pt x="1734" y="2062"/>
                    <a:pt x="1356" y="1778"/>
                    <a:pt x="1198" y="1337"/>
                  </a:cubicBezTo>
                  <a:lnTo>
                    <a:pt x="852" y="234"/>
                  </a:lnTo>
                  <a:cubicBezTo>
                    <a:pt x="792" y="69"/>
                    <a:pt x="666" y="1"/>
                    <a:pt x="5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88"/>
            <p:cNvSpPr/>
            <p:nvPr/>
          </p:nvSpPr>
          <p:spPr>
            <a:xfrm>
              <a:off x="-5880150" y="3632100"/>
              <a:ext cx="108725" cy="68550"/>
            </a:xfrm>
            <a:custGeom>
              <a:avLst/>
              <a:gdLst/>
              <a:ahLst/>
              <a:cxnLst/>
              <a:rect l="l" t="t" r="r" b="b"/>
              <a:pathLst>
                <a:path w="4349" h="2742" extrusionOk="0">
                  <a:moveTo>
                    <a:pt x="788" y="1"/>
                  </a:moveTo>
                  <a:cubicBezTo>
                    <a:pt x="599" y="1"/>
                    <a:pt x="442" y="159"/>
                    <a:pt x="442" y="348"/>
                  </a:cubicBezTo>
                  <a:lnTo>
                    <a:pt x="442" y="1009"/>
                  </a:lnTo>
                  <a:cubicBezTo>
                    <a:pt x="442" y="1324"/>
                    <a:pt x="599" y="1608"/>
                    <a:pt x="788" y="1797"/>
                  </a:cubicBezTo>
                  <a:cubicBezTo>
                    <a:pt x="442" y="2049"/>
                    <a:pt x="158" y="2364"/>
                    <a:pt x="0" y="2742"/>
                  </a:cubicBezTo>
                  <a:lnTo>
                    <a:pt x="4348" y="2742"/>
                  </a:lnTo>
                  <a:cubicBezTo>
                    <a:pt x="4159" y="2364"/>
                    <a:pt x="3876" y="2049"/>
                    <a:pt x="3561" y="1797"/>
                  </a:cubicBezTo>
                  <a:cubicBezTo>
                    <a:pt x="3813" y="1608"/>
                    <a:pt x="3907" y="1324"/>
                    <a:pt x="3907" y="1009"/>
                  </a:cubicBezTo>
                  <a:lnTo>
                    <a:pt x="3907" y="348"/>
                  </a:lnTo>
                  <a:cubicBezTo>
                    <a:pt x="3907" y="123"/>
                    <a:pt x="3736" y="5"/>
                    <a:pt x="3568" y="5"/>
                  </a:cubicBezTo>
                  <a:cubicBezTo>
                    <a:pt x="3405" y="5"/>
                    <a:pt x="3245" y="115"/>
                    <a:pt x="3245" y="348"/>
                  </a:cubicBezTo>
                  <a:lnTo>
                    <a:pt x="3245" y="1009"/>
                  </a:lnTo>
                  <a:cubicBezTo>
                    <a:pt x="3245" y="1230"/>
                    <a:pt x="3088" y="1387"/>
                    <a:pt x="2899" y="1387"/>
                  </a:cubicBezTo>
                  <a:lnTo>
                    <a:pt x="1513" y="1387"/>
                  </a:lnTo>
                  <a:cubicBezTo>
                    <a:pt x="1324" y="1387"/>
                    <a:pt x="1166" y="1230"/>
                    <a:pt x="1166" y="1009"/>
                  </a:cubicBezTo>
                  <a:lnTo>
                    <a:pt x="1166" y="348"/>
                  </a:lnTo>
                  <a:cubicBezTo>
                    <a:pt x="1166" y="159"/>
                    <a:pt x="1009" y="1"/>
                    <a:pt x="7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88"/>
            <p:cNvSpPr/>
            <p:nvPr/>
          </p:nvSpPr>
          <p:spPr>
            <a:xfrm>
              <a:off x="-5814775" y="3702500"/>
              <a:ext cx="140225" cy="222950"/>
            </a:xfrm>
            <a:custGeom>
              <a:avLst/>
              <a:gdLst/>
              <a:ahLst/>
              <a:cxnLst/>
              <a:rect l="l" t="t" r="r" b="b"/>
              <a:pathLst>
                <a:path w="5609" h="8918" extrusionOk="0">
                  <a:moveTo>
                    <a:pt x="5092" y="1"/>
                  </a:moveTo>
                  <a:cubicBezTo>
                    <a:pt x="4964" y="1"/>
                    <a:pt x="4837" y="72"/>
                    <a:pt x="4789" y="241"/>
                  </a:cubicBezTo>
                  <a:lnTo>
                    <a:pt x="4443" y="1344"/>
                  </a:lnTo>
                  <a:cubicBezTo>
                    <a:pt x="4285" y="1785"/>
                    <a:pt x="3907" y="2068"/>
                    <a:pt x="3466" y="2068"/>
                  </a:cubicBezTo>
                  <a:lnTo>
                    <a:pt x="2710" y="2068"/>
                  </a:lnTo>
                  <a:lnTo>
                    <a:pt x="2710" y="1722"/>
                  </a:lnTo>
                  <a:cubicBezTo>
                    <a:pt x="2710" y="1155"/>
                    <a:pt x="2237" y="682"/>
                    <a:pt x="1702" y="682"/>
                  </a:cubicBezTo>
                  <a:lnTo>
                    <a:pt x="0" y="682"/>
                  </a:lnTo>
                  <a:lnTo>
                    <a:pt x="0" y="8873"/>
                  </a:lnTo>
                  <a:cubicBezTo>
                    <a:pt x="1198" y="8747"/>
                    <a:pt x="2174" y="7928"/>
                    <a:pt x="2552" y="6857"/>
                  </a:cubicBezTo>
                  <a:lnTo>
                    <a:pt x="3466" y="6857"/>
                  </a:lnTo>
                  <a:cubicBezTo>
                    <a:pt x="3907" y="6857"/>
                    <a:pt x="4285" y="7140"/>
                    <a:pt x="4443" y="7582"/>
                  </a:cubicBezTo>
                  <a:lnTo>
                    <a:pt x="4789" y="8684"/>
                  </a:lnTo>
                  <a:cubicBezTo>
                    <a:pt x="4848" y="8850"/>
                    <a:pt x="4974" y="8918"/>
                    <a:pt x="5100" y="8918"/>
                  </a:cubicBezTo>
                  <a:cubicBezTo>
                    <a:pt x="5309" y="8918"/>
                    <a:pt x="5518" y="8731"/>
                    <a:pt x="5419" y="8495"/>
                  </a:cubicBezTo>
                  <a:lnTo>
                    <a:pt x="5041" y="7298"/>
                  </a:lnTo>
                  <a:cubicBezTo>
                    <a:pt x="4789" y="6573"/>
                    <a:pt x="4159" y="6101"/>
                    <a:pt x="3434" y="6101"/>
                  </a:cubicBezTo>
                  <a:lnTo>
                    <a:pt x="2678" y="6101"/>
                  </a:lnTo>
                  <a:cubicBezTo>
                    <a:pt x="2678" y="6006"/>
                    <a:pt x="2710" y="5880"/>
                    <a:pt x="2710" y="5754"/>
                  </a:cubicBezTo>
                  <a:lnTo>
                    <a:pt x="2710" y="4778"/>
                  </a:lnTo>
                  <a:lnTo>
                    <a:pt x="5136" y="4778"/>
                  </a:lnTo>
                  <a:cubicBezTo>
                    <a:pt x="5545" y="4778"/>
                    <a:pt x="5608" y="4116"/>
                    <a:pt x="5136" y="4116"/>
                  </a:cubicBezTo>
                  <a:lnTo>
                    <a:pt x="2710" y="4116"/>
                  </a:lnTo>
                  <a:lnTo>
                    <a:pt x="2710" y="2730"/>
                  </a:lnTo>
                  <a:lnTo>
                    <a:pt x="3466" y="2730"/>
                  </a:lnTo>
                  <a:cubicBezTo>
                    <a:pt x="4222" y="2730"/>
                    <a:pt x="4852" y="2257"/>
                    <a:pt x="5073" y="1564"/>
                  </a:cubicBezTo>
                  <a:lnTo>
                    <a:pt x="5419" y="461"/>
                  </a:lnTo>
                  <a:cubicBezTo>
                    <a:pt x="5517" y="189"/>
                    <a:pt x="5301" y="1"/>
                    <a:pt x="50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1" name="Google Shape;7571;p88"/>
          <p:cNvGrpSpPr/>
          <p:nvPr/>
        </p:nvGrpSpPr>
        <p:grpSpPr>
          <a:xfrm>
            <a:off x="1942267" y="2755694"/>
            <a:ext cx="395865" cy="421927"/>
            <a:chOff x="-5971525" y="3990475"/>
            <a:chExt cx="274925" cy="293025"/>
          </a:xfrm>
        </p:grpSpPr>
        <p:sp>
          <p:nvSpPr>
            <p:cNvPr id="7572" name="Google Shape;7572;p88"/>
            <p:cNvSpPr/>
            <p:nvPr/>
          </p:nvSpPr>
          <p:spPr>
            <a:xfrm>
              <a:off x="-5851000" y="4061375"/>
              <a:ext cx="102400" cy="33875"/>
            </a:xfrm>
            <a:custGeom>
              <a:avLst/>
              <a:gdLst/>
              <a:ahLst/>
              <a:cxnLst/>
              <a:rect l="l" t="t" r="r" b="b"/>
              <a:pathLst>
                <a:path w="4096" h="1355" extrusionOk="0">
                  <a:moveTo>
                    <a:pt x="0" y="0"/>
                  </a:moveTo>
                  <a:lnTo>
                    <a:pt x="0" y="1355"/>
                  </a:lnTo>
                  <a:lnTo>
                    <a:pt x="4096" y="1355"/>
                  </a:lnTo>
                  <a:lnTo>
                    <a:pt x="40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88"/>
            <p:cNvSpPr/>
            <p:nvPr/>
          </p:nvSpPr>
          <p:spPr>
            <a:xfrm>
              <a:off x="-5971525" y="3990475"/>
              <a:ext cx="69350" cy="275700"/>
            </a:xfrm>
            <a:custGeom>
              <a:avLst/>
              <a:gdLst/>
              <a:ahLst/>
              <a:cxnLst/>
              <a:rect l="l" t="t" r="r" b="b"/>
              <a:pathLst>
                <a:path w="2774" h="11028" extrusionOk="0">
                  <a:moveTo>
                    <a:pt x="1041" y="1"/>
                  </a:moveTo>
                  <a:lnTo>
                    <a:pt x="1041" y="32"/>
                  </a:lnTo>
                  <a:cubicBezTo>
                    <a:pt x="473" y="32"/>
                    <a:pt x="1" y="505"/>
                    <a:pt x="1" y="1072"/>
                  </a:cubicBezTo>
                  <a:lnTo>
                    <a:pt x="1" y="9988"/>
                  </a:lnTo>
                  <a:cubicBezTo>
                    <a:pt x="1" y="10555"/>
                    <a:pt x="473" y="11027"/>
                    <a:pt x="1041" y="11027"/>
                  </a:cubicBezTo>
                  <a:lnTo>
                    <a:pt x="2395" y="11027"/>
                  </a:lnTo>
                  <a:cubicBezTo>
                    <a:pt x="2521" y="11027"/>
                    <a:pt x="2647" y="10996"/>
                    <a:pt x="2773" y="10933"/>
                  </a:cubicBezTo>
                  <a:lnTo>
                    <a:pt x="2773" y="64"/>
                  </a:lnTo>
                  <a:cubicBezTo>
                    <a:pt x="2647" y="32"/>
                    <a:pt x="2521"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88"/>
            <p:cNvSpPr/>
            <p:nvPr/>
          </p:nvSpPr>
          <p:spPr>
            <a:xfrm>
              <a:off x="-5851000" y="4214950"/>
              <a:ext cx="103200" cy="68550"/>
            </a:xfrm>
            <a:custGeom>
              <a:avLst/>
              <a:gdLst/>
              <a:ahLst/>
              <a:cxnLst/>
              <a:rect l="l" t="t" r="r" b="b"/>
              <a:pathLst>
                <a:path w="4128" h="2742" extrusionOk="0">
                  <a:moveTo>
                    <a:pt x="3056" y="694"/>
                  </a:moveTo>
                  <a:cubicBezTo>
                    <a:pt x="3277" y="694"/>
                    <a:pt x="3434" y="851"/>
                    <a:pt x="3434" y="1072"/>
                  </a:cubicBezTo>
                  <a:cubicBezTo>
                    <a:pt x="3434" y="1261"/>
                    <a:pt x="3277" y="1418"/>
                    <a:pt x="3056" y="1418"/>
                  </a:cubicBezTo>
                  <a:lnTo>
                    <a:pt x="1008" y="1418"/>
                  </a:lnTo>
                  <a:cubicBezTo>
                    <a:pt x="819" y="1418"/>
                    <a:pt x="662" y="1261"/>
                    <a:pt x="662" y="1072"/>
                  </a:cubicBezTo>
                  <a:cubicBezTo>
                    <a:pt x="662" y="851"/>
                    <a:pt x="819" y="694"/>
                    <a:pt x="1008" y="694"/>
                  </a:cubicBezTo>
                  <a:close/>
                  <a:moveTo>
                    <a:pt x="32" y="1"/>
                  </a:moveTo>
                  <a:lnTo>
                    <a:pt x="32" y="2395"/>
                  </a:lnTo>
                  <a:lnTo>
                    <a:pt x="0" y="2395"/>
                  </a:lnTo>
                  <a:cubicBezTo>
                    <a:pt x="0" y="2584"/>
                    <a:pt x="158" y="2741"/>
                    <a:pt x="347" y="2741"/>
                  </a:cubicBezTo>
                  <a:lnTo>
                    <a:pt x="3781" y="2741"/>
                  </a:lnTo>
                  <a:cubicBezTo>
                    <a:pt x="3970" y="2741"/>
                    <a:pt x="4127" y="2584"/>
                    <a:pt x="4127" y="2395"/>
                  </a:cubicBezTo>
                  <a:lnTo>
                    <a:pt x="412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88"/>
            <p:cNvSpPr/>
            <p:nvPr/>
          </p:nvSpPr>
          <p:spPr>
            <a:xfrm>
              <a:off x="-5885675" y="4010175"/>
              <a:ext cx="189075" cy="239450"/>
            </a:xfrm>
            <a:custGeom>
              <a:avLst/>
              <a:gdLst/>
              <a:ahLst/>
              <a:cxnLst/>
              <a:rect l="l" t="t" r="r" b="b"/>
              <a:pathLst>
                <a:path w="7563" h="9578" extrusionOk="0">
                  <a:moveTo>
                    <a:pt x="5829" y="1323"/>
                  </a:moveTo>
                  <a:cubicBezTo>
                    <a:pt x="6018" y="1323"/>
                    <a:pt x="6176" y="1481"/>
                    <a:pt x="6176" y="1702"/>
                  </a:cubicBezTo>
                  <a:lnTo>
                    <a:pt x="6176" y="3749"/>
                  </a:lnTo>
                  <a:cubicBezTo>
                    <a:pt x="6176" y="3938"/>
                    <a:pt x="6018" y="4096"/>
                    <a:pt x="5829" y="4096"/>
                  </a:cubicBezTo>
                  <a:lnTo>
                    <a:pt x="1009" y="4096"/>
                  </a:lnTo>
                  <a:cubicBezTo>
                    <a:pt x="820" y="4096"/>
                    <a:pt x="663" y="3938"/>
                    <a:pt x="663" y="3749"/>
                  </a:cubicBezTo>
                  <a:lnTo>
                    <a:pt x="663" y="1702"/>
                  </a:lnTo>
                  <a:cubicBezTo>
                    <a:pt x="663" y="1481"/>
                    <a:pt x="820" y="1323"/>
                    <a:pt x="1009" y="1323"/>
                  </a:cubicBezTo>
                  <a:close/>
                  <a:moveTo>
                    <a:pt x="1734" y="4789"/>
                  </a:moveTo>
                  <a:cubicBezTo>
                    <a:pt x="2175" y="4789"/>
                    <a:pt x="2175" y="5482"/>
                    <a:pt x="1734" y="5482"/>
                  </a:cubicBezTo>
                  <a:lnTo>
                    <a:pt x="1072" y="5482"/>
                  </a:lnTo>
                  <a:cubicBezTo>
                    <a:pt x="631" y="5482"/>
                    <a:pt x="600" y="4789"/>
                    <a:pt x="1072" y="4789"/>
                  </a:cubicBezTo>
                  <a:close/>
                  <a:moveTo>
                    <a:pt x="3782" y="4758"/>
                  </a:moveTo>
                  <a:cubicBezTo>
                    <a:pt x="4223" y="4789"/>
                    <a:pt x="4223" y="5482"/>
                    <a:pt x="3782" y="5482"/>
                  </a:cubicBezTo>
                  <a:lnTo>
                    <a:pt x="3120" y="5482"/>
                  </a:lnTo>
                  <a:cubicBezTo>
                    <a:pt x="2899" y="5482"/>
                    <a:pt x="2742" y="5325"/>
                    <a:pt x="2742" y="5104"/>
                  </a:cubicBezTo>
                  <a:cubicBezTo>
                    <a:pt x="2742" y="4915"/>
                    <a:pt x="2899" y="4758"/>
                    <a:pt x="3120" y="4758"/>
                  </a:cubicBezTo>
                  <a:close/>
                  <a:moveTo>
                    <a:pt x="5829" y="4789"/>
                  </a:moveTo>
                  <a:cubicBezTo>
                    <a:pt x="6270" y="4789"/>
                    <a:pt x="6302" y="5482"/>
                    <a:pt x="5829" y="5482"/>
                  </a:cubicBezTo>
                  <a:lnTo>
                    <a:pt x="5168" y="5482"/>
                  </a:lnTo>
                  <a:cubicBezTo>
                    <a:pt x="4727" y="5482"/>
                    <a:pt x="4695" y="4789"/>
                    <a:pt x="5168" y="4789"/>
                  </a:cubicBezTo>
                  <a:close/>
                  <a:moveTo>
                    <a:pt x="1762" y="6174"/>
                  </a:moveTo>
                  <a:cubicBezTo>
                    <a:pt x="2175" y="6174"/>
                    <a:pt x="2165" y="6837"/>
                    <a:pt x="1734" y="6837"/>
                  </a:cubicBezTo>
                  <a:lnTo>
                    <a:pt x="1072" y="6837"/>
                  </a:lnTo>
                  <a:cubicBezTo>
                    <a:pt x="631" y="6837"/>
                    <a:pt x="600" y="6175"/>
                    <a:pt x="1072" y="6175"/>
                  </a:cubicBezTo>
                  <a:lnTo>
                    <a:pt x="1734" y="6175"/>
                  </a:lnTo>
                  <a:cubicBezTo>
                    <a:pt x="1744" y="6175"/>
                    <a:pt x="1753" y="6174"/>
                    <a:pt x="1762" y="6174"/>
                  </a:cubicBezTo>
                  <a:close/>
                  <a:moveTo>
                    <a:pt x="3782" y="6144"/>
                  </a:moveTo>
                  <a:cubicBezTo>
                    <a:pt x="4223" y="6144"/>
                    <a:pt x="4223" y="6837"/>
                    <a:pt x="3782" y="6837"/>
                  </a:cubicBezTo>
                  <a:lnTo>
                    <a:pt x="3120" y="6837"/>
                  </a:lnTo>
                  <a:cubicBezTo>
                    <a:pt x="2899" y="6837"/>
                    <a:pt x="2742" y="6679"/>
                    <a:pt x="2742" y="6490"/>
                  </a:cubicBezTo>
                  <a:cubicBezTo>
                    <a:pt x="2742" y="6301"/>
                    <a:pt x="2899" y="6144"/>
                    <a:pt x="3120" y="6144"/>
                  </a:cubicBezTo>
                  <a:close/>
                  <a:moveTo>
                    <a:pt x="5858" y="6174"/>
                  </a:moveTo>
                  <a:cubicBezTo>
                    <a:pt x="6272" y="6174"/>
                    <a:pt x="6291" y="6837"/>
                    <a:pt x="5829" y="6837"/>
                  </a:cubicBezTo>
                  <a:lnTo>
                    <a:pt x="5168" y="6837"/>
                  </a:lnTo>
                  <a:cubicBezTo>
                    <a:pt x="4727" y="6837"/>
                    <a:pt x="4695" y="6175"/>
                    <a:pt x="5168" y="6175"/>
                  </a:cubicBezTo>
                  <a:lnTo>
                    <a:pt x="5829" y="6175"/>
                  </a:lnTo>
                  <a:cubicBezTo>
                    <a:pt x="5839" y="6175"/>
                    <a:pt x="5849" y="6174"/>
                    <a:pt x="5858" y="6174"/>
                  </a:cubicBezTo>
                  <a:close/>
                  <a:moveTo>
                    <a:pt x="1" y="0"/>
                  </a:moveTo>
                  <a:lnTo>
                    <a:pt x="1" y="9578"/>
                  </a:lnTo>
                  <a:lnTo>
                    <a:pt x="663" y="9578"/>
                  </a:lnTo>
                  <a:lnTo>
                    <a:pt x="663" y="7876"/>
                  </a:lnTo>
                  <a:cubicBezTo>
                    <a:pt x="663" y="7687"/>
                    <a:pt x="820" y="7530"/>
                    <a:pt x="1009" y="7530"/>
                  </a:cubicBezTo>
                  <a:lnTo>
                    <a:pt x="5829" y="7530"/>
                  </a:lnTo>
                  <a:cubicBezTo>
                    <a:pt x="6018" y="7530"/>
                    <a:pt x="6176" y="7687"/>
                    <a:pt x="6176" y="7876"/>
                  </a:cubicBezTo>
                  <a:lnTo>
                    <a:pt x="6176" y="9578"/>
                  </a:lnTo>
                  <a:lnTo>
                    <a:pt x="6522" y="9578"/>
                  </a:lnTo>
                  <a:cubicBezTo>
                    <a:pt x="7090" y="9578"/>
                    <a:pt x="7562" y="9105"/>
                    <a:pt x="7562" y="8538"/>
                  </a:cubicBezTo>
                  <a:lnTo>
                    <a:pt x="7562" y="1008"/>
                  </a:lnTo>
                  <a:cubicBezTo>
                    <a:pt x="7531" y="473"/>
                    <a:pt x="7090" y="0"/>
                    <a:pt x="64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6" name="Google Shape;7576;p88"/>
          <p:cNvGrpSpPr/>
          <p:nvPr/>
        </p:nvGrpSpPr>
        <p:grpSpPr>
          <a:xfrm>
            <a:off x="4615473" y="1689798"/>
            <a:ext cx="420775" cy="418507"/>
            <a:chOff x="-4118225" y="3253275"/>
            <a:chExt cx="292225" cy="290650"/>
          </a:xfrm>
        </p:grpSpPr>
        <p:sp>
          <p:nvSpPr>
            <p:cNvPr id="7577" name="Google Shape;7577;p88"/>
            <p:cNvSpPr/>
            <p:nvPr/>
          </p:nvSpPr>
          <p:spPr>
            <a:xfrm>
              <a:off x="-4118225" y="3287125"/>
              <a:ext cx="256725" cy="256800"/>
            </a:xfrm>
            <a:custGeom>
              <a:avLst/>
              <a:gdLst/>
              <a:ahLst/>
              <a:cxnLst/>
              <a:rect l="l" t="t" r="r" b="b"/>
              <a:pathLst>
                <a:path w="10269" h="10272" extrusionOk="0">
                  <a:moveTo>
                    <a:pt x="5104" y="1"/>
                  </a:moveTo>
                  <a:cubicBezTo>
                    <a:pt x="2268" y="1"/>
                    <a:pt x="0" y="2301"/>
                    <a:pt x="0" y="5136"/>
                  </a:cubicBezTo>
                  <a:cubicBezTo>
                    <a:pt x="0" y="7972"/>
                    <a:pt x="2268" y="10271"/>
                    <a:pt x="5104" y="10271"/>
                  </a:cubicBezTo>
                  <a:cubicBezTo>
                    <a:pt x="7939" y="10271"/>
                    <a:pt x="10239" y="8003"/>
                    <a:pt x="10239" y="5168"/>
                  </a:cubicBezTo>
                  <a:cubicBezTo>
                    <a:pt x="10268" y="4993"/>
                    <a:pt x="10108" y="4818"/>
                    <a:pt x="9910" y="4818"/>
                  </a:cubicBezTo>
                  <a:cubicBezTo>
                    <a:pt x="9894" y="4818"/>
                    <a:pt x="9877" y="4819"/>
                    <a:pt x="9861" y="4821"/>
                  </a:cubicBezTo>
                  <a:lnTo>
                    <a:pt x="5797" y="4821"/>
                  </a:lnTo>
                  <a:cubicBezTo>
                    <a:pt x="5639" y="4821"/>
                    <a:pt x="5450" y="4695"/>
                    <a:pt x="5450" y="4506"/>
                  </a:cubicBezTo>
                  <a:lnTo>
                    <a:pt x="5450" y="347"/>
                  </a:lnTo>
                  <a:cubicBezTo>
                    <a:pt x="5450" y="158"/>
                    <a:pt x="5324" y="1"/>
                    <a:pt x="5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8" name="Google Shape;7578;p88"/>
            <p:cNvSpPr/>
            <p:nvPr/>
          </p:nvSpPr>
          <p:spPr>
            <a:xfrm>
              <a:off x="-3963850" y="3253275"/>
              <a:ext cx="137850" cy="137850"/>
            </a:xfrm>
            <a:custGeom>
              <a:avLst/>
              <a:gdLst/>
              <a:ahLst/>
              <a:cxnLst/>
              <a:rect l="l" t="t" r="r" b="b"/>
              <a:pathLst>
                <a:path w="5514" h="5514" extrusionOk="0">
                  <a:moveTo>
                    <a:pt x="347" y="0"/>
                  </a:moveTo>
                  <a:cubicBezTo>
                    <a:pt x="158" y="0"/>
                    <a:pt x="0" y="158"/>
                    <a:pt x="0" y="347"/>
                  </a:cubicBezTo>
                  <a:lnTo>
                    <a:pt x="0" y="5135"/>
                  </a:lnTo>
                  <a:cubicBezTo>
                    <a:pt x="0" y="5356"/>
                    <a:pt x="158" y="5514"/>
                    <a:pt x="347" y="5514"/>
                  </a:cubicBezTo>
                  <a:lnTo>
                    <a:pt x="5167" y="5514"/>
                  </a:lnTo>
                  <a:cubicBezTo>
                    <a:pt x="5356" y="5514"/>
                    <a:pt x="5513" y="5356"/>
                    <a:pt x="5513" y="5135"/>
                  </a:cubicBezTo>
                  <a:cubicBezTo>
                    <a:pt x="5513" y="2269"/>
                    <a:pt x="3182"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9" name="Google Shape;7579;p88"/>
          <p:cNvGrpSpPr/>
          <p:nvPr/>
        </p:nvGrpSpPr>
        <p:grpSpPr>
          <a:xfrm>
            <a:off x="4665924" y="2204922"/>
            <a:ext cx="319874" cy="420199"/>
            <a:chOff x="-4082800" y="3612425"/>
            <a:chExt cx="222150" cy="291825"/>
          </a:xfrm>
        </p:grpSpPr>
        <p:sp>
          <p:nvSpPr>
            <p:cNvPr id="7580" name="Google Shape;7580;p88"/>
            <p:cNvSpPr/>
            <p:nvPr/>
          </p:nvSpPr>
          <p:spPr>
            <a:xfrm>
              <a:off x="-4027650" y="3663625"/>
              <a:ext cx="112650" cy="119725"/>
            </a:xfrm>
            <a:custGeom>
              <a:avLst/>
              <a:gdLst/>
              <a:ahLst/>
              <a:cxnLst/>
              <a:rect l="l" t="t" r="r" b="b"/>
              <a:pathLst>
                <a:path w="4506" h="4789" extrusionOk="0">
                  <a:moveTo>
                    <a:pt x="2237" y="1355"/>
                  </a:moveTo>
                  <a:cubicBezTo>
                    <a:pt x="2773" y="1355"/>
                    <a:pt x="3245" y="1827"/>
                    <a:pt x="3245" y="2395"/>
                  </a:cubicBezTo>
                  <a:cubicBezTo>
                    <a:pt x="3308" y="2930"/>
                    <a:pt x="2836" y="3434"/>
                    <a:pt x="2237" y="3434"/>
                  </a:cubicBezTo>
                  <a:cubicBezTo>
                    <a:pt x="1670" y="3434"/>
                    <a:pt x="1197" y="2962"/>
                    <a:pt x="1197" y="2395"/>
                  </a:cubicBezTo>
                  <a:cubicBezTo>
                    <a:pt x="1197" y="1859"/>
                    <a:pt x="1670" y="1355"/>
                    <a:pt x="2237" y="1355"/>
                  </a:cubicBezTo>
                  <a:close/>
                  <a:moveTo>
                    <a:pt x="1922" y="0"/>
                  </a:moveTo>
                  <a:lnTo>
                    <a:pt x="1922" y="473"/>
                  </a:lnTo>
                  <a:cubicBezTo>
                    <a:pt x="1922" y="630"/>
                    <a:pt x="1827" y="725"/>
                    <a:pt x="1670" y="788"/>
                  </a:cubicBezTo>
                  <a:cubicBezTo>
                    <a:pt x="1481" y="851"/>
                    <a:pt x="1292" y="945"/>
                    <a:pt x="1134" y="1103"/>
                  </a:cubicBezTo>
                  <a:cubicBezTo>
                    <a:pt x="1055" y="1143"/>
                    <a:pt x="962" y="1183"/>
                    <a:pt x="873" y="1183"/>
                  </a:cubicBezTo>
                  <a:cubicBezTo>
                    <a:pt x="822" y="1183"/>
                    <a:pt x="771" y="1169"/>
                    <a:pt x="725" y="1134"/>
                  </a:cubicBezTo>
                  <a:lnTo>
                    <a:pt x="347" y="914"/>
                  </a:lnTo>
                  <a:lnTo>
                    <a:pt x="0" y="1481"/>
                  </a:lnTo>
                  <a:lnTo>
                    <a:pt x="378" y="1733"/>
                  </a:lnTo>
                  <a:cubicBezTo>
                    <a:pt x="504" y="1796"/>
                    <a:pt x="599" y="1922"/>
                    <a:pt x="536" y="2079"/>
                  </a:cubicBezTo>
                  <a:cubicBezTo>
                    <a:pt x="504" y="2332"/>
                    <a:pt x="504" y="2489"/>
                    <a:pt x="536" y="2710"/>
                  </a:cubicBezTo>
                  <a:cubicBezTo>
                    <a:pt x="599" y="2867"/>
                    <a:pt x="504" y="2993"/>
                    <a:pt x="378" y="3056"/>
                  </a:cubicBezTo>
                  <a:lnTo>
                    <a:pt x="0" y="3308"/>
                  </a:lnTo>
                  <a:lnTo>
                    <a:pt x="347" y="3907"/>
                  </a:lnTo>
                  <a:lnTo>
                    <a:pt x="725" y="3655"/>
                  </a:lnTo>
                  <a:cubicBezTo>
                    <a:pt x="773" y="3631"/>
                    <a:pt x="826" y="3620"/>
                    <a:pt x="879" y="3620"/>
                  </a:cubicBezTo>
                  <a:cubicBezTo>
                    <a:pt x="967" y="3620"/>
                    <a:pt x="1056" y="3647"/>
                    <a:pt x="1134" y="3686"/>
                  </a:cubicBezTo>
                  <a:cubicBezTo>
                    <a:pt x="1292" y="3812"/>
                    <a:pt x="1481" y="3938"/>
                    <a:pt x="1670" y="4001"/>
                  </a:cubicBezTo>
                  <a:cubicBezTo>
                    <a:pt x="1796" y="4064"/>
                    <a:pt x="1922" y="4222"/>
                    <a:pt x="1922" y="4316"/>
                  </a:cubicBezTo>
                  <a:lnTo>
                    <a:pt x="1922" y="4789"/>
                  </a:lnTo>
                  <a:lnTo>
                    <a:pt x="2584" y="4789"/>
                  </a:lnTo>
                  <a:lnTo>
                    <a:pt x="2584" y="4316"/>
                  </a:lnTo>
                  <a:cubicBezTo>
                    <a:pt x="2584" y="4159"/>
                    <a:pt x="2678" y="4064"/>
                    <a:pt x="2836" y="4001"/>
                  </a:cubicBezTo>
                  <a:cubicBezTo>
                    <a:pt x="3025" y="3938"/>
                    <a:pt x="3182" y="3844"/>
                    <a:pt x="3371" y="3686"/>
                  </a:cubicBezTo>
                  <a:cubicBezTo>
                    <a:pt x="3449" y="3647"/>
                    <a:pt x="3539" y="3620"/>
                    <a:pt x="3626" y="3620"/>
                  </a:cubicBezTo>
                  <a:cubicBezTo>
                    <a:pt x="3680" y="3620"/>
                    <a:pt x="3733" y="3631"/>
                    <a:pt x="3781" y="3655"/>
                  </a:cubicBezTo>
                  <a:lnTo>
                    <a:pt x="4159" y="3907"/>
                  </a:lnTo>
                  <a:lnTo>
                    <a:pt x="4505" y="3308"/>
                  </a:lnTo>
                  <a:lnTo>
                    <a:pt x="4127" y="3056"/>
                  </a:lnTo>
                  <a:cubicBezTo>
                    <a:pt x="4001" y="2993"/>
                    <a:pt x="3938" y="2867"/>
                    <a:pt x="3970" y="2710"/>
                  </a:cubicBezTo>
                  <a:cubicBezTo>
                    <a:pt x="4001" y="2489"/>
                    <a:pt x="4001" y="2332"/>
                    <a:pt x="3970" y="2079"/>
                  </a:cubicBezTo>
                  <a:cubicBezTo>
                    <a:pt x="3938" y="1922"/>
                    <a:pt x="4001" y="1796"/>
                    <a:pt x="4127" y="1733"/>
                  </a:cubicBezTo>
                  <a:lnTo>
                    <a:pt x="4505" y="1481"/>
                  </a:lnTo>
                  <a:lnTo>
                    <a:pt x="4159" y="914"/>
                  </a:lnTo>
                  <a:lnTo>
                    <a:pt x="3781" y="1134"/>
                  </a:lnTo>
                  <a:cubicBezTo>
                    <a:pt x="3734" y="1169"/>
                    <a:pt x="3684" y="1183"/>
                    <a:pt x="3632" y="1183"/>
                  </a:cubicBezTo>
                  <a:cubicBezTo>
                    <a:pt x="3543" y="1183"/>
                    <a:pt x="3451" y="1143"/>
                    <a:pt x="3371" y="1103"/>
                  </a:cubicBezTo>
                  <a:cubicBezTo>
                    <a:pt x="3214" y="977"/>
                    <a:pt x="3025" y="851"/>
                    <a:pt x="2836" y="788"/>
                  </a:cubicBezTo>
                  <a:cubicBezTo>
                    <a:pt x="2710" y="725"/>
                    <a:pt x="2584" y="567"/>
                    <a:pt x="2584" y="473"/>
                  </a:cubicBezTo>
                  <a:lnTo>
                    <a:pt x="25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88"/>
            <p:cNvSpPr/>
            <p:nvPr/>
          </p:nvSpPr>
          <p:spPr>
            <a:xfrm>
              <a:off x="-4082800" y="3612425"/>
              <a:ext cx="222150" cy="291825"/>
            </a:xfrm>
            <a:custGeom>
              <a:avLst/>
              <a:gdLst/>
              <a:ahLst/>
              <a:cxnLst/>
              <a:rect l="l" t="t" r="r" b="b"/>
              <a:pathLst>
                <a:path w="8886" h="11673" extrusionOk="0">
                  <a:moveTo>
                    <a:pt x="5168" y="1324"/>
                  </a:moveTo>
                  <a:cubicBezTo>
                    <a:pt x="5357" y="1324"/>
                    <a:pt x="5514" y="1481"/>
                    <a:pt x="5514" y="1702"/>
                  </a:cubicBezTo>
                  <a:lnTo>
                    <a:pt x="5514" y="2269"/>
                  </a:lnTo>
                  <a:cubicBezTo>
                    <a:pt x="5609" y="2332"/>
                    <a:pt x="5735" y="2395"/>
                    <a:pt x="5829" y="2489"/>
                  </a:cubicBezTo>
                  <a:lnTo>
                    <a:pt x="6333" y="2206"/>
                  </a:lnTo>
                  <a:cubicBezTo>
                    <a:pt x="6396" y="2174"/>
                    <a:pt x="6491" y="2174"/>
                    <a:pt x="6617" y="2174"/>
                  </a:cubicBezTo>
                  <a:cubicBezTo>
                    <a:pt x="6680" y="2206"/>
                    <a:pt x="6774" y="2237"/>
                    <a:pt x="6806" y="2300"/>
                  </a:cubicBezTo>
                  <a:lnTo>
                    <a:pt x="7467" y="3497"/>
                  </a:lnTo>
                  <a:cubicBezTo>
                    <a:pt x="7562" y="3655"/>
                    <a:pt x="7530" y="3844"/>
                    <a:pt x="7341" y="3970"/>
                  </a:cubicBezTo>
                  <a:lnTo>
                    <a:pt x="6837" y="4254"/>
                  </a:lnTo>
                  <a:cubicBezTo>
                    <a:pt x="6869" y="4380"/>
                    <a:pt x="6869" y="4474"/>
                    <a:pt x="6837" y="4632"/>
                  </a:cubicBezTo>
                  <a:lnTo>
                    <a:pt x="7341" y="4915"/>
                  </a:lnTo>
                  <a:cubicBezTo>
                    <a:pt x="7499" y="4978"/>
                    <a:pt x="7593" y="5230"/>
                    <a:pt x="7467" y="5388"/>
                  </a:cubicBezTo>
                  <a:lnTo>
                    <a:pt x="6806" y="6553"/>
                  </a:lnTo>
                  <a:cubicBezTo>
                    <a:pt x="6774" y="6648"/>
                    <a:pt x="6680" y="6679"/>
                    <a:pt x="6617" y="6711"/>
                  </a:cubicBezTo>
                  <a:cubicBezTo>
                    <a:pt x="6588" y="6730"/>
                    <a:pt x="6555" y="6738"/>
                    <a:pt x="6523" y="6738"/>
                  </a:cubicBezTo>
                  <a:cubicBezTo>
                    <a:pt x="6450" y="6738"/>
                    <a:pt x="6377" y="6701"/>
                    <a:pt x="6333" y="6679"/>
                  </a:cubicBezTo>
                  <a:lnTo>
                    <a:pt x="5829" y="6396"/>
                  </a:lnTo>
                  <a:cubicBezTo>
                    <a:pt x="5703" y="6490"/>
                    <a:pt x="5609" y="6522"/>
                    <a:pt x="5514" y="6616"/>
                  </a:cubicBezTo>
                  <a:lnTo>
                    <a:pt x="5514" y="7183"/>
                  </a:lnTo>
                  <a:cubicBezTo>
                    <a:pt x="5514" y="7404"/>
                    <a:pt x="5357" y="7562"/>
                    <a:pt x="5168" y="7562"/>
                  </a:cubicBezTo>
                  <a:lnTo>
                    <a:pt x="3781" y="7562"/>
                  </a:lnTo>
                  <a:cubicBezTo>
                    <a:pt x="3592" y="7562"/>
                    <a:pt x="3435" y="7404"/>
                    <a:pt x="3435" y="7183"/>
                  </a:cubicBezTo>
                  <a:lnTo>
                    <a:pt x="3435" y="6616"/>
                  </a:lnTo>
                  <a:cubicBezTo>
                    <a:pt x="3309" y="6553"/>
                    <a:pt x="3183" y="6490"/>
                    <a:pt x="3120" y="6396"/>
                  </a:cubicBezTo>
                  <a:lnTo>
                    <a:pt x="2584" y="6679"/>
                  </a:lnTo>
                  <a:cubicBezTo>
                    <a:pt x="2521" y="6711"/>
                    <a:pt x="2427" y="6711"/>
                    <a:pt x="2332" y="6711"/>
                  </a:cubicBezTo>
                  <a:cubicBezTo>
                    <a:pt x="2238" y="6679"/>
                    <a:pt x="2175" y="6648"/>
                    <a:pt x="2112" y="6553"/>
                  </a:cubicBezTo>
                  <a:lnTo>
                    <a:pt x="1450" y="5388"/>
                  </a:lnTo>
                  <a:cubicBezTo>
                    <a:pt x="1387" y="5230"/>
                    <a:pt x="1419" y="5041"/>
                    <a:pt x="1576" y="4915"/>
                  </a:cubicBezTo>
                  <a:lnTo>
                    <a:pt x="2080" y="4632"/>
                  </a:lnTo>
                  <a:lnTo>
                    <a:pt x="2080" y="4443"/>
                  </a:lnTo>
                  <a:lnTo>
                    <a:pt x="2080" y="4254"/>
                  </a:lnTo>
                  <a:lnTo>
                    <a:pt x="1576" y="3970"/>
                  </a:lnTo>
                  <a:cubicBezTo>
                    <a:pt x="1419" y="3907"/>
                    <a:pt x="1324" y="3655"/>
                    <a:pt x="1450" y="3497"/>
                  </a:cubicBezTo>
                  <a:lnTo>
                    <a:pt x="2112" y="2332"/>
                  </a:lnTo>
                  <a:cubicBezTo>
                    <a:pt x="2175" y="2237"/>
                    <a:pt x="2238" y="2206"/>
                    <a:pt x="2332" y="2174"/>
                  </a:cubicBezTo>
                  <a:cubicBezTo>
                    <a:pt x="2352" y="2155"/>
                    <a:pt x="2377" y="2147"/>
                    <a:pt x="2405" y="2147"/>
                  </a:cubicBezTo>
                  <a:cubicBezTo>
                    <a:pt x="2467" y="2147"/>
                    <a:pt x="2541" y="2184"/>
                    <a:pt x="2584" y="2206"/>
                  </a:cubicBezTo>
                  <a:lnTo>
                    <a:pt x="3120" y="2489"/>
                  </a:lnTo>
                  <a:cubicBezTo>
                    <a:pt x="3214" y="2395"/>
                    <a:pt x="3309" y="2363"/>
                    <a:pt x="3435" y="2269"/>
                  </a:cubicBezTo>
                  <a:lnTo>
                    <a:pt x="3435" y="1702"/>
                  </a:lnTo>
                  <a:cubicBezTo>
                    <a:pt x="3435" y="1481"/>
                    <a:pt x="3592" y="1324"/>
                    <a:pt x="3781" y="1324"/>
                  </a:cubicBezTo>
                  <a:close/>
                  <a:moveTo>
                    <a:pt x="4443" y="0"/>
                  </a:moveTo>
                  <a:cubicBezTo>
                    <a:pt x="1986" y="0"/>
                    <a:pt x="1" y="2017"/>
                    <a:pt x="1" y="4443"/>
                  </a:cubicBezTo>
                  <a:cubicBezTo>
                    <a:pt x="1" y="5419"/>
                    <a:pt x="316" y="6333"/>
                    <a:pt x="851" y="7120"/>
                  </a:cubicBezTo>
                  <a:lnTo>
                    <a:pt x="4159" y="11531"/>
                  </a:lnTo>
                  <a:cubicBezTo>
                    <a:pt x="4222" y="11626"/>
                    <a:pt x="4325" y="11673"/>
                    <a:pt x="4431" y="11673"/>
                  </a:cubicBezTo>
                  <a:cubicBezTo>
                    <a:pt x="4538" y="11673"/>
                    <a:pt x="4648" y="11626"/>
                    <a:pt x="4727" y="11531"/>
                  </a:cubicBezTo>
                  <a:lnTo>
                    <a:pt x="8066" y="6994"/>
                  </a:lnTo>
                  <a:cubicBezTo>
                    <a:pt x="8602" y="6270"/>
                    <a:pt x="8885" y="5356"/>
                    <a:pt x="8885" y="4443"/>
                  </a:cubicBezTo>
                  <a:cubicBezTo>
                    <a:pt x="8885" y="2017"/>
                    <a:pt x="6932"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88"/>
            <p:cNvSpPr/>
            <p:nvPr/>
          </p:nvSpPr>
          <p:spPr>
            <a:xfrm>
              <a:off x="-3980400" y="3714800"/>
              <a:ext cx="17350" cy="17375"/>
            </a:xfrm>
            <a:custGeom>
              <a:avLst/>
              <a:gdLst/>
              <a:ahLst/>
              <a:cxnLst/>
              <a:rect l="l" t="t" r="r" b="b"/>
              <a:pathLst>
                <a:path w="694" h="695" extrusionOk="0">
                  <a:moveTo>
                    <a:pt x="347" y="1"/>
                  </a:moveTo>
                  <a:cubicBezTo>
                    <a:pt x="158" y="1"/>
                    <a:pt x="0" y="159"/>
                    <a:pt x="0" y="348"/>
                  </a:cubicBezTo>
                  <a:cubicBezTo>
                    <a:pt x="0" y="537"/>
                    <a:pt x="158" y="694"/>
                    <a:pt x="347" y="694"/>
                  </a:cubicBezTo>
                  <a:cubicBezTo>
                    <a:pt x="536" y="694"/>
                    <a:pt x="694" y="537"/>
                    <a:pt x="694" y="348"/>
                  </a:cubicBez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3" name="Google Shape;7583;p88"/>
          <p:cNvGrpSpPr/>
          <p:nvPr/>
        </p:nvGrpSpPr>
        <p:grpSpPr>
          <a:xfrm>
            <a:off x="4627372" y="2769876"/>
            <a:ext cx="420775" cy="393561"/>
            <a:chOff x="-4118225" y="3990475"/>
            <a:chExt cx="292225" cy="273325"/>
          </a:xfrm>
        </p:grpSpPr>
        <p:sp>
          <p:nvSpPr>
            <p:cNvPr id="7584" name="Google Shape;7584;p88"/>
            <p:cNvSpPr/>
            <p:nvPr/>
          </p:nvSpPr>
          <p:spPr>
            <a:xfrm>
              <a:off x="-3963850" y="4040100"/>
              <a:ext cx="51200" cy="51225"/>
            </a:xfrm>
            <a:custGeom>
              <a:avLst/>
              <a:gdLst/>
              <a:ahLst/>
              <a:cxnLst/>
              <a:rect l="l" t="t" r="r" b="b"/>
              <a:pathLst>
                <a:path w="2048" h="2049" extrusionOk="0">
                  <a:moveTo>
                    <a:pt x="1008" y="0"/>
                  </a:moveTo>
                  <a:cubicBezTo>
                    <a:pt x="473" y="0"/>
                    <a:pt x="0" y="473"/>
                    <a:pt x="0" y="1040"/>
                  </a:cubicBezTo>
                  <a:cubicBezTo>
                    <a:pt x="0" y="1607"/>
                    <a:pt x="473" y="2048"/>
                    <a:pt x="1008" y="2048"/>
                  </a:cubicBezTo>
                  <a:cubicBezTo>
                    <a:pt x="1575" y="2048"/>
                    <a:pt x="2048" y="1607"/>
                    <a:pt x="2048" y="1040"/>
                  </a:cubicBezTo>
                  <a:cubicBezTo>
                    <a:pt x="2048" y="473"/>
                    <a:pt x="1575"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88"/>
            <p:cNvSpPr/>
            <p:nvPr/>
          </p:nvSpPr>
          <p:spPr>
            <a:xfrm>
              <a:off x="-4015050" y="3990475"/>
              <a:ext cx="153600" cy="153625"/>
            </a:xfrm>
            <a:custGeom>
              <a:avLst/>
              <a:gdLst/>
              <a:ahLst/>
              <a:cxnLst/>
              <a:rect l="l" t="t" r="r" b="b"/>
              <a:pathLst>
                <a:path w="6144" h="6145" extrusionOk="0">
                  <a:moveTo>
                    <a:pt x="3056" y="1324"/>
                  </a:moveTo>
                  <a:cubicBezTo>
                    <a:pt x="4001" y="1324"/>
                    <a:pt x="4757" y="2080"/>
                    <a:pt x="4757" y="3025"/>
                  </a:cubicBezTo>
                  <a:cubicBezTo>
                    <a:pt x="4757" y="3970"/>
                    <a:pt x="4033" y="4726"/>
                    <a:pt x="3056" y="4726"/>
                  </a:cubicBezTo>
                  <a:cubicBezTo>
                    <a:pt x="2111" y="4726"/>
                    <a:pt x="1386" y="3970"/>
                    <a:pt x="1386" y="3025"/>
                  </a:cubicBezTo>
                  <a:cubicBezTo>
                    <a:pt x="1386" y="2080"/>
                    <a:pt x="2111" y="1324"/>
                    <a:pt x="3056" y="1324"/>
                  </a:cubicBezTo>
                  <a:close/>
                  <a:moveTo>
                    <a:pt x="3056" y="1"/>
                  </a:moveTo>
                  <a:cubicBezTo>
                    <a:pt x="1386" y="1"/>
                    <a:pt x="0" y="1355"/>
                    <a:pt x="0" y="3057"/>
                  </a:cubicBezTo>
                  <a:cubicBezTo>
                    <a:pt x="0" y="4758"/>
                    <a:pt x="1323" y="6144"/>
                    <a:pt x="3056" y="6144"/>
                  </a:cubicBezTo>
                  <a:cubicBezTo>
                    <a:pt x="4757" y="6144"/>
                    <a:pt x="6144" y="4758"/>
                    <a:pt x="6144" y="3057"/>
                  </a:cubicBezTo>
                  <a:cubicBezTo>
                    <a:pt x="6144" y="1355"/>
                    <a:pt x="4757" y="1"/>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88"/>
            <p:cNvSpPr/>
            <p:nvPr/>
          </p:nvSpPr>
          <p:spPr>
            <a:xfrm>
              <a:off x="-4118225" y="4144075"/>
              <a:ext cx="33875" cy="119725"/>
            </a:xfrm>
            <a:custGeom>
              <a:avLst/>
              <a:gdLst/>
              <a:ahLst/>
              <a:cxnLst/>
              <a:rect l="l" t="t" r="r" b="b"/>
              <a:pathLst>
                <a:path w="1355" h="4789" extrusionOk="0">
                  <a:moveTo>
                    <a:pt x="347" y="0"/>
                  </a:moveTo>
                  <a:cubicBezTo>
                    <a:pt x="158" y="0"/>
                    <a:pt x="0" y="158"/>
                    <a:pt x="0" y="347"/>
                  </a:cubicBezTo>
                  <a:lnTo>
                    <a:pt x="0" y="4442"/>
                  </a:lnTo>
                  <a:cubicBezTo>
                    <a:pt x="0" y="4631"/>
                    <a:pt x="158" y="4789"/>
                    <a:pt x="347" y="4789"/>
                  </a:cubicBezTo>
                  <a:lnTo>
                    <a:pt x="1008" y="4789"/>
                  </a:lnTo>
                  <a:cubicBezTo>
                    <a:pt x="1134" y="4789"/>
                    <a:pt x="1260" y="4757"/>
                    <a:pt x="1355" y="4726"/>
                  </a:cubicBezTo>
                  <a:lnTo>
                    <a:pt x="1355" y="63"/>
                  </a:lnTo>
                  <a:cubicBezTo>
                    <a:pt x="1260" y="32"/>
                    <a:pt x="1134"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88"/>
            <p:cNvSpPr/>
            <p:nvPr/>
          </p:nvSpPr>
          <p:spPr>
            <a:xfrm>
              <a:off x="-4067050" y="4143750"/>
              <a:ext cx="241050" cy="120050"/>
            </a:xfrm>
            <a:custGeom>
              <a:avLst/>
              <a:gdLst/>
              <a:ahLst/>
              <a:cxnLst/>
              <a:rect l="l" t="t" r="r" b="b"/>
              <a:pathLst>
                <a:path w="9642" h="4802" extrusionOk="0">
                  <a:moveTo>
                    <a:pt x="1750" y="1"/>
                  </a:moveTo>
                  <a:cubicBezTo>
                    <a:pt x="1124" y="1"/>
                    <a:pt x="537" y="197"/>
                    <a:pt x="1" y="549"/>
                  </a:cubicBezTo>
                  <a:lnTo>
                    <a:pt x="1" y="4550"/>
                  </a:lnTo>
                  <a:cubicBezTo>
                    <a:pt x="410" y="4707"/>
                    <a:pt x="883" y="4802"/>
                    <a:pt x="1356" y="4802"/>
                  </a:cubicBezTo>
                  <a:lnTo>
                    <a:pt x="5294" y="4802"/>
                  </a:lnTo>
                  <a:cubicBezTo>
                    <a:pt x="5735" y="4802"/>
                    <a:pt x="6144" y="4644"/>
                    <a:pt x="6459" y="4392"/>
                  </a:cubicBezTo>
                  <a:cubicBezTo>
                    <a:pt x="6459" y="4392"/>
                    <a:pt x="8507" y="2502"/>
                    <a:pt x="9169" y="1872"/>
                  </a:cubicBezTo>
                  <a:cubicBezTo>
                    <a:pt x="9169" y="1872"/>
                    <a:pt x="9547" y="1399"/>
                    <a:pt x="9547" y="1021"/>
                  </a:cubicBezTo>
                  <a:cubicBezTo>
                    <a:pt x="9641" y="454"/>
                    <a:pt x="9169" y="13"/>
                    <a:pt x="8602" y="13"/>
                  </a:cubicBezTo>
                  <a:cubicBezTo>
                    <a:pt x="8413" y="13"/>
                    <a:pt x="7751" y="202"/>
                    <a:pt x="6711" y="1777"/>
                  </a:cubicBezTo>
                  <a:cubicBezTo>
                    <a:pt x="6333" y="2376"/>
                    <a:pt x="5766" y="2754"/>
                    <a:pt x="5199" y="2754"/>
                  </a:cubicBezTo>
                  <a:lnTo>
                    <a:pt x="2710" y="2754"/>
                  </a:lnTo>
                  <a:cubicBezTo>
                    <a:pt x="2584" y="2754"/>
                    <a:pt x="2458" y="2849"/>
                    <a:pt x="2395" y="2975"/>
                  </a:cubicBezTo>
                  <a:cubicBezTo>
                    <a:pt x="2333" y="3099"/>
                    <a:pt x="2223" y="3152"/>
                    <a:pt x="2110" y="3152"/>
                  </a:cubicBezTo>
                  <a:cubicBezTo>
                    <a:pt x="1880" y="3152"/>
                    <a:pt x="1638" y="2934"/>
                    <a:pt x="1765" y="2660"/>
                  </a:cubicBezTo>
                  <a:cubicBezTo>
                    <a:pt x="1923" y="2344"/>
                    <a:pt x="2238" y="2092"/>
                    <a:pt x="2616" y="2092"/>
                  </a:cubicBezTo>
                  <a:lnTo>
                    <a:pt x="5231" y="2092"/>
                  </a:lnTo>
                  <a:cubicBezTo>
                    <a:pt x="6081" y="2061"/>
                    <a:pt x="6081" y="706"/>
                    <a:pt x="5136" y="706"/>
                  </a:cubicBezTo>
                  <a:lnTo>
                    <a:pt x="3844" y="706"/>
                  </a:lnTo>
                  <a:cubicBezTo>
                    <a:pt x="3116" y="220"/>
                    <a:pt x="2412" y="1"/>
                    <a:pt x="1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8" name="Google Shape;7588;p88"/>
          <p:cNvGrpSpPr/>
          <p:nvPr/>
        </p:nvGrpSpPr>
        <p:grpSpPr>
          <a:xfrm>
            <a:off x="7338026" y="1688087"/>
            <a:ext cx="394713" cy="421927"/>
            <a:chOff x="-2312225" y="3238300"/>
            <a:chExt cx="274125" cy="293025"/>
          </a:xfrm>
        </p:grpSpPr>
        <p:sp>
          <p:nvSpPr>
            <p:cNvPr id="7589" name="Google Shape;7589;p88"/>
            <p:cNvSpPr/>
            <p:nvPr/>
          </p:nvSpPr>
          <p:spPr>
            <a:xfrm>
              <a:off x="-2241325" y="3289500"/>
              <a:ext cx="203225" cy="241825"/>
            </a:xfrm>
            <a:custGeom>
              <a:avLst/>
              <a:gdLst/>
              <a:ahLst/>
              <a:cxnLst/>
              <a:rect l="l" t="t" r="r" b="b"/>
              <a:pathLst>
                <a:path w="8129" h="9673" extrusionOk="0">
                  <a:moveTo>
                    <a:pt x="2458" y="0"/>
                  </a:moveTo>
                  <a:cubicBezTo>
                    <a:pt x="2174" y="0"/>
                    <a:pt x="1954" y="221"/>
                    <a:pt x="1954" y="504"/>
                  </a:cubicBezTo>
                  <a:lnTo>
                    <a:pt x="1954" y="2836"/>
                  </a:lnTo>
                  <a:lnTo>
                    <a:pt x="1954" y="5167"/>
                  </a:lnTo>
                  <a:lnTo>
                    <a:pt x="914" y="4128"/>
                  </a:lnTo>
                  <a:cubicBezTo>
                    <a:pt x="820" y="4033"/>
                    <a:pt x="693" y="3986"/>
                    <a:pt x="567" y="3986"/>
                  </a:cubicBezTo>
                  <a:cubicBezTo>
                    <a:pt x="441" y="3986"/>
                    <a:pt x="315" y="4033"/>
                    <a:pt x="221" y="4128"/>
                  </a:cubicBezTo>
                  <a:cubicBezTo>
                    <a:pt x="0" y="4317"/>
                    <a:pt x="0" y="4632"/>
                    <a:pt x="221" y="4852"/>
                  </a:cubicBezTo>
                  <a:lnTo>
                    <a:pt x="2678" y="7310"/>
                  </a:lnTo>
                  <a:lnTo>
                    <a:pt x="2678" y="8664"/>
                  </a:lnTo>
                  <a:cubicBezTo>
                    <a:pt x="2678" y="9200"/>
                    <a:pt x="3151" y="9672"/>
                    <a:pt x="3718" y="9672"/>
                  </a:cubicBezTo>
                  <a:lnTo>
                    <a:pt x="6459" y="9672"/>
                  </a:lnTo>
                  <a:cubicBezTo>
                    <a:pt x="7026" y="9672"/>
                    <a:pt x="7499" y="9200"/>
                    <a:pt x="7499" y="8664"/>
                  </a:cubicBezTo>
                  <a:lnTo>
                    <a:pt x="7499" y="8066"/>
                  </a:lnTo>
                  <a:cubicBezTo>
                    <a:pt x="7688" y="7656"/>
                    <a:pt x="7845" y="7278"/>
                    <a:pt x="7940" y="6837"/>
                  </a:cubicBezTo>
                  <a:cubicBezTo>
                    <a:pt x="8034" y="6396"/>
                    <a:pt x="8129" y="5986"/>
                    <a:pt x="8129" y="5514"/>
                  </a:cubicBezTo>
                  <a:lnTo>
                    <a:pt x="8129" y="3308"/>
                  </a:lnTo>
                  <a:cubicBezTo>
                    <a:pt x="8129" y="3025"/>
                    <a:pt x="7877" y="2773"/>
                    <a:pt x="7625" y="2773"/>
                  </a:cubicBezTo>
                  <a:cubicBezTo>
                    <a:pt x="7341" y="2773"/>
                    <a:pt x="7089" y="3025"/>
                    <a:pt x="7089" y="3308"/>
                  </a:cubicBezTo>
                  <a:lnTo>
                    <a:pt x="7089" y="3812"/>
                  </a:lnTo>
                  <a:cubicBezTo>
                    <a:pt x="7089" y="4002"/>
                    <a:pt x="6931" y="4159"/>
                    <a:pt x="6742" y="4159"/>
                  </a:cubicBezTo>
                  <a:cubicBezTo>
                    <a:pt x="6553" y="4159"/>
                    <a:pt x="6396" y="4002"/>
                    <a:pt x="6396" y="3812"/>
                  </a:cubicBezTo>
                  <a:lnTo>
                    <a:pt x="6396" y="2615"/>
                  </a:lnTo>
                  <a:cubicBezTo>
                    <a:pt x="6396" y="2363"/>
                    <a:pt x="6144" y="2111"/>
                    <a:pt x="5892" y="2111"/>
                  </a:cubicBezTo>
                  <a:cubicBezTo>
                    <a:pt x="5608" y="2111"/>
                    <a:pt x="5356" y="2363"/>
                    <a:pt x="5356" y="2615"/>
                  </a:cubicBezTo>
                  <a:cubicBezTo>
                    <a:pt x="5357" y="2615"/>
                    <a:pt x="5358" y="2615"/>
                    <a:pt x="5359" y="2615"/>
                  </a:cubicBezTo>
                  <a:cubicBezTo>
                    <a:pt x="5418" y="2615"/>
                    <a:pt x="5419" y="3769"/>
                    <a:pt x="5419" y="3781"/>
                  </a:cubicBezTo>
                  <a:lnTo>
                    <a:pt x="5419" y="3781"/>
                  </a:lnTo>
                  <a:cubicBezTo>
                    <a:pt x="5419" y="3970"/>
                    <a:pt x="5262" y="4128"/>
                    <a:pt x="5041" y="4128"/>
                  </a:cubicBezTo>
                  <a:cubicBezTo>
                    <a:pt x="4852" y="4128"/>
                    <a:pt x="4695" y="3970"/>
                    <a:pt x="4695" y="3781"/>
                  </a:cubicBezTo>
                  <a:lnTo>
                    <a:pt x="4695" y="2584"/>
                  </a:lnTo>
                  <a:cubicBezTo>
                    <a:pt x="4695" y="2332"/>
                    <a:pt x="4474" y="2080"/>
                    <a:pt x="4191" y="2080"/>
                  </a:cubicBezTo>
                  <a:cubicBezTo>
                    <a:pt x="3907" y="2080"/>
                    <a:pt x="3686" y="2332"/>
                    <a:pt x="3686" y="2584"/>
                  </a:cubicBezTo>
                  <a:lnTo>
                    <a:pt x="3686" y="3781"/>
                  </a:lnTo>
                  <a:cubicBezTo>
                    <a:pt x="3686" y="3970"/>
                    <a:pt x="3529" y="4128"/>
                    <a:pt x="3308" y="4128"/>
                  </a:cubicBezTo>
                  <a:cubicBezTo>
                    <a:pt x="3119" y="4128"/>
                    <a:pt x="2962" y="3970"/>
                    <a:pt x="2962" y="3781"/>
                  </a:cubicBezTo>
                  <a:lnTo>
                    <a:pt x="2962" y="504"/>
                  </a:lnTo>
                  <a:cubicBezTo>
                    <a:pt x="2962" y="221"/>
                    <a:pt x="2741"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88"/>
            <p:cNvSpPr/>
            <p:nvPr/>
          </p:nvSpPr>
          <p:spPr>
            <a:xfrm>
              <a:off x="-2312225" y="3238300"/>
              <a:ext cx="241825" cy="241050"/>
            </a:xfrm>
            <a:custGeom>
              <a:avLst/>
              <a:gdLst/>
              <a:ahLst/>
              <a:cxnLst/>
              <a:rect l="l" t="t" r="r" b="b"/>
              <a:pathLst>
                <a:path w="9673" h="9642" extrusionOk="0">
                  <a:moveTo>
                    <a:pt x="379" y="1"/>
                  </a:moveTo>
                  <a:cubicBezTo>
                    <a:pt x="158" y="1"/>
                    <a:pt x="1" y="158"/>
                    <a:pt x="1" y="347"/>
                  </a:cubicBezTo>
                  <a:lnTo>
                    <a:pt x="1" y="1733"/>
                  </a:lnTo>
                  <a:cubicBezTo>
                    <a:pt x="1" y="1922"/>
                    <a:pt x="158" y="2080"/>
                    <a:pt x="379" y="2080"/>
                  </a:cubicBezTo>
                  <a:lnTo>
                    <a:pt x="726" y="2080"/>
                  </a:lnTo>
                  <a:lnTo>
                    <a:pt x="726" y="7562"/>
                  </a:lnTo>
                  <a:lnTo>
                    <a:pt x="379" y="7562"/>
                  </a:lnTo>
                  <a:cubicBezTo>
                    <a:pt x="158" y="7562"/>
                    <a:pt x="1" y="7719"/>
                    <a:pt x="1" y="7908"/>
                  </a:cubicBezTo>
                  <a:lnTo>
                    <a:pt x="1" y="9294"/>
                  </a:lnTo>
                  <a:cubicBezTo>
                    <a:pt x="1" y="9484"/>
                    <a:pt x="158" y="9641"/>
                    <a:pt x="379" y="9641"/>
                  </a:cubicBezTo>
                  <a:lnTo>
                    <a:pt x="1734" y="9641"/>
                  </a:lnTo>
                  <a:cubicBezTo>
                    <a:pt x="1954" y="9641"/>
                    <a:pt x="2112" y="9484"/>
                    <a:pt x="2112" y="9294"/>
                  </a:cubicBezTo>
                  <a:lnTo>
                    <a:pt x="2112" y="8916"/>
                  </a:lnTo>
                  <a:lnTo>
                    <a:pt x="4160" y="8916"/>
                  </a:lnTo>
                  <a:lnTo>
                    <a:pt x="3435" y="8223"/>
                  </a:lnTo>
                  <a:lnTo>
                    <a:pt x="2112" y="8223"/>
                  </a:lnTo>
                  <a:lnTo>
                    <a:pt x="2112" y="7877"/>
                  </a:lnTo>
                  <a:cubicBezTo>
                    <a:pt x="2112" y="7688"/>
                    <a:pt x="1954" y="7530"/>
                    <a:pt x="1734" y="7530"/>
                  </a:cubicBezTo>
                  <a:lnTo>
                    <a:pt x="1387" y="7530"/>
                  </a:lnTo>
                  <a:lnTo>
                    <a:pt x="1387" y="2080"/>
                  </a:lnTo>
                  <a:lnTo>
                    <a:pt x="1734" y="2080"/>
                  </a:lnTo>
                  <a:cubicBezTo>
                    <a:pt x="1954" y="2080"/>
                    <a:pt x="2112" y="1922"/>
                    <a:pt x="2112" y="1733"/>
                  </a:cubicBezTo>
                  <a:lnTo>
                    <a:pt x="2112" y="1387"/>
                  </a:lnTo>
                  <a:lnTo>
                    <a:pt x="7562" y="1387"/>
                  </a:lnTo>
                  <a:lnTo>
                    <a:pt x="7562" y="1733"/>
                  </a:lnTo>
                  <a:cubicBezTo>
                    <a:pt x="7562" y="1922"/>
                    <a:pt x="7720" y="2080"/>
                    <a:pt x="7940" y="2080"/>
                  </a:cubicBezTo>
                  <a:lnTo>
                    <a:pt x="8287" y="2080"/>
                  </a:lnTo>
                  <a:lnTo>
                    <a:pt x="8287" y="3592"/>
                  </a:lnTo>
                  <a:cubicBezTo>
                    <a:pt x="8444" y="3498"/>
                    <a:pt x="8602" y="3466"/>
                    <a:pt x="8791" y="3466"/>
                  </a:cubicBezTo>
                  <a:cubicBezTo>
                    <a:pt x="8885" y="3466"/>
                    <a:pt x="8917" y="3466"/>
                    <a:pt x="8948" y="3498"/>
                  </a:cubicBezTo>
                  <a:lnTo>
                    <a:pt x="8948" y="2080"/>
                  </a:lnTo>
                  <a:lnTo>
                    <a:pt x="9326" y="2080"/>
                  </a:lnTo>
                  <a:cubicBezTo>
                    <a:pt x="9515" y="2080"/>
                    <a:pt x="9673" y="1922"/>
                    <a:pt x="9673" y="1733"/>
                  </a:cubicBezTo>
                  <a:lnTo>
                    <a:pt x="9673" y="347"/>
                  </a:lnTo>
                  <a:cubicBezTo>
                    <a:pt x="9673" y="158"/>
                    <a:pt x="9515" y="1"/>
                    <a:pt x="9326" y="1"/>
                  </a:cubicBezTo>
                  <a:lnTo>
                    <a:pt x="7940" y="1"/>
                  </a:lnTo>
                  <a:cubicBezTo>
                    <a:pt x="7751" y="1"/>
                    <a:pt x="7562" y="158"/>
                    <a:pt x="7562" y="347"/>
                  </a:cubicBezTo>
                  <a:lnTo>
                    <a:pt x="7562" y="694"/>
                  </a:lnTo>
                  <a:lnTo>
                    <a:pt x="2112" y="694"/>
                  </a:lnTo>
                  <a:lnTo>
                    <a:pt x="2112" y="347"/>
                  </a:lnTo>
                  <a:cubicBezTo>
                    <a:pt x="2112" y="158"/>
                    <a:pt x="1954" y="1"/>
                    <a:pt x="17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1" name="Google Shape;7591;p88"/>
          <p:cNvGrpSpPr/>
          <p:nvPr/>
        </p:nvGrpSpPr>
        <p:grpSpPr>
          <a:xfrm>
            <a:off x="7335742" y="2756825"/>
            <a:ext cx="423079" cy="419659"/>
            <a:chOff x="-2310650" y="3958175"/>
            <a:chExt cx="293825" cy="291450"/>
          </a:xfrm>
        </p:grpSpPr>
        <p:sp>
          <p:nvSpPr>
            <p:cNvPr id="7592" name="Google Shape;7592;p88"/>
            <p:cNvSpPr/>
            <p:nvPr/>
          </p:nvSpPr>
          <p:spPr>
            <a:xfrm>
              <a:off x="-2310650" y="3958175"/>
              <a:ext cx="185925" cy="118950"/>
            </a:xfrm>
            <a:custGeom>
              <a:avLst/>
              <a:gdLst/>
              <a:ahLst/>
              <a:cxnLst/>
              <a:rect l="l" t="t" r="r" b="b"/>
              <a:pathLst>
                <a:path w="7437" h="4758" extrusionOk="0">
                  <a:moveTo>
                    <a:pt x="1009" y="1"/>
                  </a:moveTo>
                  <a:cubicBezTo>
                    <a:pt x="474" y="1"/>
                    <a:pt x="1" y="474"/>
                    <a:pt x="1" y="1009"/>
                  </a:cubicBezTo>
                  <a:lnTo>
                    <a:pt x="1" y="2395"/>
                  </a:lnTo>
                  <a:cubicBezTo>
                    <a:pt x="1" y="2931"/>
                    <a:pt x="474" y="3372"/>
                    <a:pt x="1009" y="3372"/>
                  </a:cubicBezTo>
                  <a:lnTo>
                    <a:pt x="1356" y="3372"/>
                  </a:lnTo>
                  <a:lnTo>
                    <a:pt x="1356" y="4412"/>
                  </a:lnTo>
                  <a:cubicBezTo>
                    <a:pt x="1356" y="4618"/>
                    <a:pt x="1518" y="4757"/>
                    <a:pt x="1692" y="4757"/>
                  </a:cubicBezTo>
                  <a:cubicBezTo>
                    <a:pt x="1784" y="4757"/>
                    <a:pt x="1878" y="4719"/>
                    <a:pt x="1954" y="4632"/>
                  </a:cubicBezTo>
                  <a:lnTo>
                    <a:pt x="3214" y="3372"/>
                  </a:lnTo>
                  <a:lnTo>
                    <a:pt x="3403" y="3372"/>
                  </a:lnTo>
                  <a:lnTo>
                    <a:pt x="3403" y="2364"/>
                  </a:lnTo>
                  <a:cubicBezTo>
                    <a:pt x="3403" y="1419"/>
                    <a:pt x="4160" y="663"/>
                    <a:pt x="5105" y="663"/>
                  </a:cubicBezTo>
                  <a:lnTo>
                    <a:pt x="7436" y="663"/>
                  </a:lnTo>
                  <a:cubicBezTo>
                    <a:pt x="7279" y="253"/>
                    <a:pt x="6932"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88"/>
            <p:cNvSpPr/>
            <p:nvPr/>
          </p:nvSpPr>
          <p:spPr>
            <a:xfrm>
              <a:off x="-2309075" y="3992050"/>
              <a:ext cx="292250" cy="257575"/>
            </a:xfrm>
            <a:custGeom>
              <a:avLst/>
              <a:gdLst/>
              <a:ahLst/>
              <a:cxnLst/>
              <a:rect l="l" t="t" r="r" b="b"/>
              <a:pathLst>
                <a:path w="11690" h="10303" extrusionOk="0">
                  <a:moveTo>
                    <a:pt x="5042" y="1"/>
                  </a:moveTo>
                  <a:cubicBezTo>
                    <a:pt x="4506" y="1"/>
                    <a:pt x="4034" y="473"/>
                    <a:pt x="4034" y="1040"/>
                  </a:cubicBezTo>
                  <a:lnTo>
                    <a:pt x="4034" y="2395"/>
                  </a:lnTo>
                  <a:cubicBezTo>
                    <a:pt x="4034" y="2962"/>
                    <a:pt x="4506" y="3435"/>
                    <a:pt x="5042" y="3435"/>
                  </a:cubicBezTo>
                  <a:lnTo>
                    <a:pt x="6964" y="3435"/>
                  </a:lnTo>
                  <a:lnTo>
                    <a:pt x="7814" y="4254"/>
                  </a:lnTo>
                  <a:cubicBezTo>
                    <a:pt x="7216" y="4537"/>
                    <a:pt x="6775" y="5136"/>
                    <a:pt x="6775" y="5829"/>
                  </a:cubicBezTo>
                  <a:cubicBezTo>
                    <a:pt x="6775" y="6270"/>
                    <a:pt x="6932" y="6680"/>
                    <a:pt x="7216" y="6932"/>
                  </a:cubicBezTo>
                  <a:cubicBezTo>
                    <a:pt x="6585" y="7089"/>
                    <a:pt x="6081" y="7499"/>
                    <a:pt x="5766" y="8034"/>
                  </a:cubicBezTo>
                  <a:cubicBezTo>
                    <a:pt x="5451" y="7499"/>
                    <a:pt x="4916" y="7089"/>
                    <a:pt x="4286" y="6932"/>
                  </a:cubicBezTo>
                  <a:cubicBezTo>
                    <a:pt x="4569" y="6617"/>
                    <a:pt x="4727" y="6270"/>
                    <a:pt x="4727" y="5829"/>
                  </a:cubicBezTo>
                  <a:cubicBezTo>
                    <a:pt x="4727" y="4884"/>
                    <a:pt x="3971" y="4159"/>
                    <a:pt x="3025" y="4159"/>
                  </a:cubicBezTo>
                  <a:cubicBezTo>
                    <a:pt x="2080" y="4159"/>
                    <a:pt x="1356" y="4884"/>
                    <a:pt x="1356" y="5829"/>
                  </a:cubicBezTo>
                  <a:cubicBezTo>
                    <a:pt x="1356" y="6270"/>
                    <a:pt x="1513" y="6680"/>
                    <a:pt x="1765" y="6932"/>
                  </a:cubicBezTo>
                  <a:cubicBezTo>
                    <a:pt x="757" y="7215"/>
                    <a:pt x="1" y="8129"/>
                    <a:pt x="1" y="9263"/>
                  </a:cubicBezTo>
                  <a:lnTo>
                    <a:pt x="1" y="9925"/>
                  </a:lnTo>
                  <a:cubicBezTo>
                    <a:pt x="1" y="10145"/>
                    <a:pt x="158" y="10303"/>
                    <a:pt x="348" y="10303"/>
                  </a:cubicBezTo>
                  <a:lnTo>
                    <a:pt x="11343" y="10303"/>
                  </a:lnTo>
                  <a:cubicBezTo>
                    <a:pt x="11532" y="10303"/>
                    <a:pt x="11689" y="10145"/>
                    <a:pt x="11689" y="9925"/>
                  </a:cubicBezTo>
                  <a:lnTo>
                    <a:pt x="11689" y="9263"/>
                  </a:lnTo>
                  <a:cubicBezTo>
                    <a:pt x="11689" y="8160"/>
                    <a:pt x="10965" y="7215"/>
                    <a:pt x="9925" y="6932"/>
                  </a:cubicBezTo>
                  <a:cubicBezTo>
                    <a:pt x="10209" y="6617"/>
                    <a:pt x="10366" y="6270"/>
                    <a:pt x="10366" y="5829"/>
                  </a:cubicBezTo>
                  <a:cubicBezTo>
                    <a:pt x="10366" y="5010"/>
                    <a:pt x="9767" y="4317"/>
                    <a:pt x="8980" y="4159"/>
                  </a:cubicBezTo>
                  <a:lnTo>
                    <a:pt x="8980" y="3435"/>
                  </a:lnTo>
                  <a:lnTo>
                    <a:pt x="10555" y="3435"/>
                  </a:lnTo>
                  <a:cubicBezTo>
                    <a:pt x="11122" y="3435"/>
                    <a:pt x="11595" y="2962"/>
                    <a:pt x="11595" y="2395"/>
                  </a:cubicBezTo>
                  <a:lnTo>
                    <a:pt x="11595" y="1040"/>
                  </a:lnTo>
                  <a:cubicBezTo>
                    <a:pt x="11595" y="473"/>
                    <a:pt x="11122" y="1"/>
                    <a:pt x="105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4" name="Google Shape;7594;p88"/>
          <p:cNvGrpSpPr/>
          <p:nvPr/>
        </p:nvGrpSpPr>
        <p:grpSpPr>
          <a:xfrm>
            <a:off x="4702603" y="3308459"/>
            <a:ext cx="424159" cy="419659"/>
            <a:chOff x="-1182750" y="3962900"/>
            <a:chExt cx="294575" cy="291450"/>
          </a:xfrm>
        </p:grpSpPr>
        <p:sp>
          <p:nvSpPr>
            <p:cNvPr id="7595" name="Google Shape;7595;p88"/>
            <p:cNvSpPr/>
            <p:nvPr/>
          </p:nvSpPr>
          <p:spPr>
            <a:xfrm>
              <a:off x="-1078000" y="40306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88"/>
            <p:cNvSpPr/>
            <p:nvPr/>
          </p:nvSpPr>
          <p:spPr>
            <a:xfrm>
              <a:off x="-1129200" y="40999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88"/>
            <p:cNvSpPr/>
            <p:nvPr/>
          </p:nvSpPr>
          <p:spPr>
            <a:xfrm>
              <a:off x="-1009475" y="40818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88"/>
            <p:cNvSpPr/>
            <p:nvPr/>
          </p:nvSpPr>
          <p:spPr>
            <a:xfrm>
              <a:off x="-1182750" y="4168475"/>
              <a:ext cx="292225" cy="34675"/>
            </a:xfrm>
            <a:custGeom>
              <a:avLst/>
              <a:gdLst/>
              <a:ahLst/>
              <a:cxnLst/>
              <a:rect l="l" t="t" r="r" b="b"/>
              <a:pathLst>
                <a:path w="11689" h="1387" extrusionOk="0">
                  <a:moveTo>
                    <a:pt x="0" y="1"/>
                  </a:moveTo>
                  <a:lnTo>
                    <a:pt x="0" y="347"/>
                  </a:lnTo>
                  <a:lnTo>
                    <a:pt x="63" y="347"/>
                  </a:lnTo>
                  <a:cubicBezTo>
                    <a:pt x="63" y="914"/>
                    <a:pt x="504" y="1387"/>
                    <a:pt x="1071" y="1387"/>
                  </a:cubicBezTo>
                  <a:lnTo>
                    <a:pt x="10680" y="1387"/>
                  </a:lnTo>
                  <a:cubicBezTo>
                    <a:pt x="11247" y="1387"/>
                    <a:pt x="11688" y="914"/>
                    <a:pt x="11688" y="347"/>
                  </a:cubicBezTo>
                  <a:lnTo>
                    <a:pt x="1168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88"/>
            <p:cNvSpPr/>
            <p:nvPr/>
          </p:nvSpPr>
          <p:spPr>
            <a:xfrm>
              <a:off x="-1117400" y="4220475"/>
              <a:ext cx="161500" cy="33875"/>
            </a:xfrm>
            <a:custGeom>
              <a:avLst/>
              <a:gdLst/>
              <a:ahLst/>
              <a:cxnLst/>
              <a:rect l="l" t="t" r="r" b="b"/>
              <a:pathLst>
                <a:path w="6460" h="1355" extrusionOk="0">
                  <a:moveTo>
                    <a:pt x="1513" y="0"/>
                  </a:moveTo>
                  <a:lnTo>
                    <a:pt x="1356" y="693"/>
                  </a:lnTo>
                  <a:lnTo>
                    <a:pt x="474" y="693"/>
                  </a:lnTo>
                  <a:cubicBezTo>
                    <a:pt x="32" y="693"/>
                    <a:pt x="1" y="1355"/>
                    <a:pt x="474" y="1355"/>
                  </a:cubicBezTo>
                  <a:lnTo>
                    <a:pt x="5924" y="1355"/>
                  </a:lnTo>
                  <a:cubicBezTo>
                    <a:pt x="6459" y="1355"/>
                    <a:pt x="6459" y="693"/>
                    <a:pt x="5987" y="693"/>
                  </a:cubicBezTo>
                  <a:lnTo>
                    <a:pt x="5073" y="693"/>
                  </a:lnTo>
                  <a:lnTo>
                    <a:pt x="491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88"/>
            <p:cNvSpPr/>
            <p:nvPr/>
          </p:nvSpPr>
          <p:spPr>
            <a:xfrm>
              <a:off x="-958300" y="40141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88"/>
            <p:cNvSpPr/>
            <p:nvPr/>
          </p:nvSpPr>
          <p:spPr>
            <a:xfrm>
              <a:off x="-1180400" y="3962900"/>
              <a:ext cx="292225" cy="188275"/>
            </a:xfrm>
            <a:custGeom>
              <a:avLst/>
              <a:gdLst/>
              <a:ahLst/>
              <a:cxnLst/>
              <a:rect l="l" t="t" r="r" b="b"/>
              <a:pathLst>
                <a:path w="11689" h="7531" extrusionOk="0">
                  <a:moveTo>
                    <a:pt x="9232" y="1324"/>
                  </a:moveTo>
                  <a:cubicBezTo>
                    <a:pt x="9799" y="1324"/>
                    <a:pt x="10271" y="1797"/>
                    <a:pt x="10271" y="2364"/>
                  </a:cubicBezTo>
                  <a:cubicBezTo>
                    <a:pt x="10271" y="2922"/>
                    <a:pt x="9822" y="3391"/>
                    <a:pt x="9247" y="3391"/>
                  </a:cubicBezTo>
                  <a:cubicBezTo>
                    <a:pt x="9140" y="3391"/>
                    <a:pt x="9029" y="3375"/>
                    <a:pt x="8916" y="3341"/>
                  </a:cubicBezTo>
                  <a:lnTo>
                    <a:pt x="8034" y="4538"/>
                  </a:lnTo>
                  <a:cubicBezTo>
                    <a:pt x="8507" y="5199"/>
                    <a:pt x="7971" y="6144"/>
                    <a:pt x="7152" y="6144"/>
                  </a:cubicBezTo>
                  <a:cubicBezTo>
                    <a:pt x="6491" y="6144"/>
                    <a:pt x="5987" y="5514"/>
                    <a:pt x="6176" y="4790"/>
                  </a:cubicBezTo>
                  <a:lnTo>
                    <a:pt x="4978" y="3908"/>
                  </a:lnTo>
                  <a:cubicBezTo>
                    <a:pt x="4839" y="4007"/>
                    <a:pt x="4661" y="4069"/>
                    <a:pt x="4470" y="4069"/>
                  </a:cubicBezTo>
                  <a:cubicBezTo>
                    <a:pt x="4359" y="4069"/>
                    <a:pt x="4243" y="4048"/>
                    <a:pt x="4128" y="4002"/>
                  </a:cubicBezTo>
                  <a:lnTo>
                    <a:pt x="3214" y="5199"/>
                  </a:lnTo>
                  <a:cubicBezTo>
                    <a:pt x="3340" y="5357"/>
                    <a:pt x="3372" y="5546"/>
                    <a:pt x="3372" y="5735"/>
                  </a:cubicBezTo>
                  <a:cubicBezTo>
                    <a:pt x="3372" y="6302"/>
                    <a:pt x="2899" y="6775"/>
                    <a:pt x="2363" y="6775"/>
                  </a:cubicBezTo>
                  <a:cubicBezTo>
                    <a:pt x="1796" y="6775"/>
                    <a:pt x="1324" y="6302"/>
                    <a:pt x="1324" y="5735"/>
                  </a:cubicBezTo>
                  <a:cubicBezTo>
                    <a:pt x="1324" y="5199"/>
                    <a:pt x="1796" y="4727"/>
                    <a:pt x="2363" y="4727"/>
                  </a:cubicBezTo>
                  <a:cubicBezTo>
                    <a:pt x="2489" y="4727"/>
                    <a:pt x="2552" y="4758"/>
                    <a:pt x="2678" y="4758"/>
                  </a:cubicBezTo>
                  <a:lnTo>
                    <a:pt x="3592" y="3593"/>
                  </a:lnTo>
                  <a:cubicBezTo>
                    <a:pt x="3120" y="2899"/>
                    <a:pt x="3624" y="1954"/>
                    <a:pt x="4443" y="1954"/>
                  </a:cubicBezTo>
                  <a:cubicBezTo>
                    <a:pt x="5104" y="1954"/>
                    <a:pt x="5640" y="2584"/>
                    <a:pt x="5419" y="3309"/>
                  </a:cubicBezTo>
                  <a:lnTo>
                    <a:pt x="6617" y="4223"/>
                  </a:lnTo>
                  <a:cubicBezTo>
                    <a:pt x="6766" y="4116"/>
                    <a:pt x="6959" y="4038"/>
                    <a:pt x="7165" y="4038"/>
                  </a:cubicBezTo>
                  <a:cubicBezTo>
                    <a:pt x="7264" y="4038"/>
                    <a:pt x="7365" y="4056"/>
                    <a:pt x="7467" y="4097"/>
                  </a:cubicBezTo>
                  <a:lnTo>
                    <a:pt x="8381" y="2899"/>
                  </a:lnTo>
                  <a:cubicBezTo>
                    <a:pt x="8255" y="2742"/>
                    <a:pt x="8223" y="2553"/>
                    <a:pt x="8223" y="2364"/>
                  </a:cubicBezTo>
                  <a:cubicBezTo>
                    <a:pt x="8223" y="1797"/>
                    <a:pt x="8696" y="1324"/>
                    <a:pt x="9232" y="1324"/>
                  </a:cubicBezTo>
                  <a:close/>
                  <a:moveTo>
                    <a:pt x="1009" y="1"/>
                  </a:moveTo>
                  <a:cubicBezTo>
                    <a:pt x="473" y="1"/>
                    <a:pt x="1" y="474"/>
                    <a:pt x="1" y="1009"/>
                  </a:cubicBezTo>
                  <a:lnTo>
                    <a:pt x="1" y="7531"/>
                  </a:lnTo>
                  <a:lnTo>
                    <a:pt x="11689" y="7531"/>
                  </a:lnTo>
                  <a:lnTo>
                    <a:pt x="11689" y="1009"/>
                  </a:lnTo>
                  <a:cubicBezTo>
                    <a:pt x="11657" y="411"/>
                    <a:pt x="11185" y="1"/>
                    <a:pt x="106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2" name="Google Shape;7602;p88"/>
          <p:cNvGrpSpPr/>
          <p:nvPr/>
        </p:nvGrpSpPr>
        <p:grpSpPr>
          <a:xfrm>
            <a:off x="2455739" y="1689223"/>
            <a:ext cx="424195" cy="419659"/>
            <a:chOff x="-5611575" y="3272950"/>
            <a:chExt cx="294600" cy="291450"/>
          </a:xfrm>
        </p:grpSpPr>
        <p:sp>
          <p:nvSpPr>
            <p:cNvPr id="7603" name="Google Shape;7603;p88"/>
            <p:cNvSpPr/>
            <p:nvPr/>
          </p:nvSpPr>
          <p:spPr>
            <a:xfrm>
              <a:off x="-5594250" y="3273750"/>
              <a:ext cx="85875" cy="84300"/>
            </a:xfrm>
            <a:custGeom>
              <a:avLst/>
              <a:gdLst/>
              <a:ahLst/>
              <a:cxnLst/>
              <a:rect l="l" t="t" r="r" b="b"/>
              <a:pathLst>
                <a:path w="3435" h="3372" extrusionOk="0">
                  <a:moveTo>
                    <a:pt x="1734" y="0"/>
                  </a:moveTo>
                  <a:cubicBezTo>
                    <a:pt x="788" y="0"/>
                    <a:pt x="32" y="756"/>
                    <a:pt x="32" y="1702"/>
                  </a:cubicBezTo>
                  <a:cubicBezTo>
                    <a:pt x="1" y="2678"/>
                    <a:pt x="820" y="3371"/>
                    <a:pt x="1702" y="3371"/>
                  </a:cubicBezTo>
                  <a:cubicBezTo>
                    <a:pt x="2269" y="3371"/>
                    <a:pt x="2899" y="3025"/>
                    <a:pt x="3214" y="2426"/>
                  </a:cubicBezTo>
                  <a:cubicBezTo>
                    <a:pt x="3340" y="2206"/>
                    <a:pt x="3435" y="1922"/>
                    <a:pt x="3435" y="1702"/>
                  </a:cubicBezTo>
                  <a:cubicBezTo>
                    <a:pt x="3435" y="756"/>
                    <a:pt x="2679"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88"/>
            <p:cNvSpPr/>
            <p:nvPr/>
          </p:nvSpPr>
          <p:spPr>
            <a:xfrm>
              <a:off x="-5457200" y="3324950"/>
              <a:ext cx="67775" cy="67750"/>
            </a:xfrm>
            <a:custGeom>
              <a:avLst/>
              <a:gdLst/>
              <a:ahLst/>
              <a:cxnLst/>
              <a:rect l="l" t="t" r="r" b="b"/>
              <a:pathLst>
                <a:path w="2711" h="2710" extrusionOk="0">
                  <a:moveTo>
                    <a:pt x="1009" y="0"/>
                  </a:moveTo>
                  <a:cubicBezTo>
                    <a:pt x="410" y="158"/>
                    <a:pt x="1" y="662"/>
                    <a:pt x="1" y="1323"/>
                  </a:cubicBezTo>
                  <a:cubicBezTo>
                    <a:pt x="1" y="2079"/>
                    <a:pt x="631" y="2710"/>
                    <a:pt x="1355" y="2710"/>
                  </a:cubicBezTo>
                  <a:cubicBezTo>
                    <a:pt x="1985" y="2710"/>
                    <a:pt x="2553" y="2268"/>
                    <a:pt x="2710" y="1701"/>
                  </a:cubicBezTo>
                  <a:lnTo>
                    <a:pt x="1355" y="1701"/>
                  </a:lnTo>
                  <a:cubicBezTo>
                    <a:pt x="1166" y="1701"/>
                    <a:pt x="1009" y="1544"/>
                    <a:pt x="1009" y="1323"/>
                  </a:cubicBez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88"/>
            <p:cNvSpPr/>
            <p:nvPr/>
          </p:nvSpPr>
          <p:spPr>
            <a:xfrm>
              <a:off x="-5415450" y="3325725"/>
              <a:ext cx="25225" cy="24450"/>
            </a:xfrm>
            <a:custGeom>
              <a:avLst/>
              <a:gdLst/>
              <a:ahLst/>
              <a:cxnLst/>
              <a:rect l="l" t="t" r="r" b="b"/>
              <a:pathLst>
                <a:path w="1009" h="978" extrusionOk="0">
                  <a:moveTo>
                    <a:pt x="0" y="1"/>
                  </a:moveTo>
                  <a:lnTo>
                    <a:pt x="0" y="977"/>
                  </a:lnTo>
                  <a:lnTo>
                    <a:pt x="1009" y="977"/>
                  </a:lnTo>
                  <a:cubicBezTo>
                    <a:pt x="883" y="473"/>
                    <a:pt x="473" y="127"/>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88"/>
            <p:cNvSpPr/>
            <p:nvPr/>
          </p:nvSpPr>
          <p:spPr>
            <a:xfrm>
              <a:off x="-5611575" y="3359600"/>
              <a:ext cx="118950" cy="204800"/>
            </a:xfrm>
            <a:custGeom>
              <a:avLst/>
              <a:gdLst/>
              <a:ahLst/>
              <a:cxnLst/>
              <a:rect l="l" t="t" r="r" b="b"/>
              <a:pathLst>
                <a:path w="4758" h="8192" extrusionOk="0">
                  <a:moveTo>
                    <a:pt x="694" y="0"/>
                  </a:moveTo>
                  <a:cubicBezTo>
                    <a:pt x="253" y="410"/>
                    <a:pt x="1" y="1008"/>
                    <a:pt x="1" y="1670"/>
                  </a:cubicBezTo>
                  <a:lnTo>
                    <a:pt x="1" y="3718"/>
                  </a:lnTo>
                  <a:cubicBezTo>
                    <a:pt x="1" y="4159"/>
                    <a:pt x="253" y="4569"/>
                    <a:pt x="662" y="4726"/>
                  </a:cubicBezTo>
                  <a:lnTo>
                    <a:pt x="662" y="7152"/>
                  </a:lnTo>
                  <a:cubicBezTo>
                    <a:pt x="662" y="7687"/>
                    <a:pt x="1135" y="8192"/>
                    <a:pt x="1670" y="8192"/>
                  </a:cubicBezTo>
                  <a:lnTo>
                    <a:pt x="3057" y="8192"/>
                  </a:lnTo>
                  <a:cubicBezTo>
                    <a:pt x="3624" y="8192"/>
                    <a:pt x="4096" y="7719"/>
                    <a:pt x="4096" y="7152"/>
                  </a:cubicBezTo>
                  <a:lnTo>
                    <a:pt x="4096" y="4726"/>
                  </a:lnTo>
                  <a:cubicBezTo>
                    <a:pt x="4474" y="4569"/>
                    <a:pt x="4758" y="4190"/>
                    <a:pt x="4758" y="3718"/>
                  </a:cubicBezTo>
                  <a:lnTo>
                    <a:pt x="4758" y="1670"/>
                  </a:lnTo>
                  <a:cubicBezTo>
                    <a:pt x="4758" y="1008"/>
                    <a:pt x="4474" y="410"/>
                    <a:pt x="4033" y="0"/>
                  </a:cubicBezTo>
                  <a:cubicBezTo>
                    <a:pt x="3718" y="347"/>
                    <a:pt x="3246" y="567"/>
                    <a:pt x="2742" y="662"/>
                  </a:cubicBezTo>
                  <a:lnTo>
                    <a:pt x="2742" y="2395"/>
                  </a:lnTo>
                  <a:cubicBezTo>
                    <a:pt x="2742" y="2584"/>
                    <a:pt x="2584" y="2741"/>
                    <a:pt x="2395" y="2741"/>
                  </a:cubicBezTo>
                  <a:cubicBezTo>
                    <a:pt x="2175" y="2741"/>
                    <a:pt x="2017" y="2584"/>
                    <a:pt x="2017" y="2395"/>
                  </a:cubicBezTo>
                  <a:lnTo>
                    <a:pt x="2017" y="662"/>
                  </a:lnTo>
                  <a:cubicBezTo>
                    <a:pt x="1513" y="567"/>
                    <a:pt x="1040" y="347"/>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88"/>
            <p:cNvSpPr/>
            <p:nvPr/>
          </p:nvSpPr>
          <p:spPr>
            <a:xfrm>
              <a:off x="-5510750" y="3272950"/>
              <a:ext cx="193775" cy="187475"/>
            </a:xfrm>
            <a:custGeom>
              <a:avLst/>
              <a:gdLst/>
              <a:ahLst/>
              <a:cxnLst/>
              <a:rect l="l" t="t" r="r" b="b"/>
              <a:pathLst>
                <a:path w="7751" h="7499" extrusionOk="0">
                  <a:moveTo>
                    <a:pt x="3497" y="1355"/>
                  </a:moveTo>
                  <a:cubicBezTo>
                    <a:pt x="4663" y="1355"/>
                    <a:pt x="5577" y="2269"/>
                    <a:pt x="5577" y="3403"/>
                  </a:cubicBezTo>
                  <a:cubicBezTo>
                    <a:pt x="5577" y="4569"/>
                    <a:pt x="4600" y="5451"/>
                    <a:pt x="3497" y="5451"/>
                  </a:cubicBezTo>
                  <a:cubicBezTo>
                    <a:pt x="2363" y="5451"/>
                    <a:pt x="1450" y="4569"/>
                    <a:pt x="1450" y="3403"/>
                  </a:cubicBezTo>
                  <a:cubicBezTo>
                    <a:pt x="1450" y="2269"/>
                    <a:pt x="2363" y="1355"/>
                    <a:pt x="3497" y="1355"/>
                  </a:cubicBezTo>
                  <a:close/>
                  <a:moveTo>
                    <a:pt x="0" y="1"/>
                  </a:moveTo>
                  <a:cubicBezTo>
                    <a:pt x="441" y="410"/>
                    <a:pt x="725" y="1009"/>
                    <a:pt x="725" y="1671"/>
                  </a:cubicBezTo>
                  <a:cubicBezTo>
                    <a:pt x="725" y="2112"/>
                    <a:pt x="599" y="2521"/>
                    <a:pt x="410" y="2868"/>
                  </a:cubicBezTo>
                  <a:cubicBezTo>
                    <a:pt x="1040" y="3403"/>
                    <a:pt x="1387" y="4191"/>
                    <a:pt x="1387" y="5105"/>
                  </a:cubicBezTo>
                  <a:lnTo>
                    <a:pt x="1387" y="7152"/>
                  </a:lnTo>
                  <a:cubicBezTo>
                    <a:pt x="1387" y="7278"/>
                    <a:pt x="1387" y="7404"/>
                    <a:pt x="1355" y="7499"/>
                  </a:cubicBezTo>
                  <a:lnTo>
                    <a:pt x="5829" y="7499"/>
                  </a:lnTo>
                  <a:cubicBezTo>
                    <a:pt x="6396" y="7499"/>
                    <a:pt x="6900" y="7026"/>
                    <a:pt x="6900" y="6491"/>
                  </a:cubicBezTo>
                  <a:lnTo>
                    <a:pt x="6900" y="694"/>
                  </a:lnTo>
                  <a:lnTo>
                    <a:pt x="7246" y="694"/>
                  </a:lnTo>
                  <a:cubicBezTo>
                    <a:pt x="7751" y="694"/>
                    <a:pt x="7751" y="1"/>
                    <a:pt x="72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8" name="Google Shape;7608;p88"/>
          <p:cNvGrpSpPr/>
          <p:nvPr/>
        </p:nvGrpSpPr>
        <p:grpSpPr>
          <a:xfrm>
            <a:off x="2455739" y="2205770"/>
            <a:ext cx="424195" cy="418507"/>
            <a:chOff x="-5613150" y="3632900"/>
            <a:chExt cx="294600" cy="290650"/>
          </a:xfrm>
        </p:grpSpPr>
        <p:sp>
          <p:nvSpPr>
            <p:cNvPr id="7609" name="Google Shape;7609;p88"/>
            <p:cNvSpPr/>
            <p:nvPr/>
          </p:nvSpPr>
          <p:spPr>
            <a:xfrm>
              <a:off x="-5440825" y="3708275"/>
              <a:ext cx="49550" cy="41450"/>
            </a:xfrm>
            <a:custGeom>
              <a:avLst/>
              <a:gdLst/>
              <a:ahLst/>
              <a:cxnLst/>
              <a:rect l="l" t="t" r="r" b="b"/>
              <a:pathLst>
                <a:path w="1982" h="1658" extrusionOk="0">
                  <a:moveTo>
                    <a:pt x="522" y="1"/>
                  </a:moveTo>
                  <a:cubicBezTo>
                    <a:pt x="249" y="1"/>
                    <a:pt x="1" y="335"/>
                    <a:pt x="291" y="577"/>
                  </a:cubicBezTo>
                  <a:lnTo>
                    <a:pt x="1267" y="1554"/>
                  </a:lnTo>
                  <a:cubicBezTo>
                    <a:pt x="1341" y="1627"/>
                    <a:pt x="1422" y="1658"/>
                    <a:pt x="1501" y="1658"/>
                  </a:cubicBezTo>
                  <a:cubicBezTo>
                    <a:pt x="1760" y="1658"/>
                    <a:pt x="1982" y="1323"/>
                    <a:pt x="1740" y="1081"/>
                  </a:cubicBezTo>
                  <a:lnTo>
                    <a:pt x="763" y="104"/>
                  </a:lnTo>
                  <a:cubicBezTo>
                    <a:pt x="690" y="31"/>
                    <a:pt x="605" y="1"/>
                    <a:pt x="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88"/>
            <p:cNvSpPr/>
            <p:nvPr/>
          </p:nvSpPr>
          <p:spPr>
            <a:xfrm>
              <a:off x="-5613150" y="3632900"/>
              <a:ext cx="294600" cy="290650"/>
            </a:xfrm>
            <a:custGeom>
              <a:avLst/>
              <a:gdLst/>
              <a:ahLst/>
              <a:cxnLst/>
              <a:rect l="l" t="t" r="r" b="b"/>
              <a:pathLst>
                <a:path w="11784" h="11626" extrusionOk="0">
                  <a:moveTo>
                    <a:pt x="7444" y="2281"/>
                  </a:moveTo>
                  <a:cubicBezTo>
                    <a:pt x="7676" y="2281"/>
                    <a:pt x="7915" y="2370"/>
                    <a:pt x="8129" y="2584"/>
                  </a:cubicBezTo>
                  <a:lnTo>
                    <a:pt x="9106" y="3592"/>
                  </a:lnTo>
                  <a:cubicBezTo>
                    <a:pt x="9736" y="4254"/>
                    <a:pt x="9263" y="5356"/>
                    <a:pt x="8349" y="5356"/>
                  </a:cubicBezTo>
                  <a:cubicBezTo>
                    <a:pt x="8066" y="5356"/>
                    <a:pt x="7814" y="5230"/>
                    <a:pt x="7656" y="5041"/>
                  </a:cubicBezTo>
                  <a:lnTo>
                    <a:pt x="6648" y="4065"/>
                  </a:lnTo>
                  <a:cubicBezTo>
                    <a:pt x="5941" y="3333"/>
                    <a:pt x="6649" y="2281"/>
                    <a:pt x="7444" y="2281"/>
                  </a:cubicBezTo>
                  <a:close/>
                  <a:moveTo>
                    <a:pt x="5495" y="3992"/>
                  </a:moveTo>
                  <a:cubicBezTo>
                    <a:pt x="5754" y="3992"/>
                    <a:pt x="5976" y="4327"/>
                    <a:pt x="5735" y="4569"/>
                  </a:cubicBezTo>
                  <a:lnTo>
                    <a:pt x="5262" y="5041"/>
                  </a:lnTo>
                  <a:cubicBezTo>
                    <a:pt x="4978" y="5325"/>
                    <a:pt x="5262" y="5514"/>
                    <a:pt x="5483" y="5734"/>
                  </a:cubicBezTo>
                  <a:lnTo>
                    <a:pt x="6207" y="5041"/>
                  </a:lnTo>
                  <a:cubicBezTo>
                    <a:pt x="6280" y="4968"/>
                    <a:pt x="6362" y="4937"/>
                    <a:pt x="6440" y="4937"/>
                  </a:cubicBezTo>
                  <a:cubicBezTo>
                    <a:pt x="6699" y="4937"/>
                    <a:pt x="6922" y="5272"/>
                    <a:pt x="6680" y="5514"/>
                  </a:cubicBezTo>
                  <a:lnTo>
                    <a:pt x="5955" y="6207"/>
                  </a:lnTo>
                  <a:cubicBezTo>
                    <a:pt x="6132" y="6384"/>
                    <a:pt x="6294" y="6577"/>
                    <a:pt x="6462" y="6577"/>
                  </a:cubicBezTo>
                  <a:cubicBezTo>
                    <a:pt x="6533" y="6577"/>
                    <a:pt x="6605" y="6543"/>
                    <a:pt x="6680" y="6459"/>
                  </a:cubicBezTo>
                  <a:lnTo>
                    <a:pt x="7152" y="5986"/>
                  </a:lnTo>
                  <a:cubicBezTo>
                    <a:pt x="7213" y="5926"/>
                    <a:pt x="7285" y="5900"/>
                    <a:pt x="7358" y="5900"/>
                  </a:cubicBezTo>
                  <a:cubicBezTo>
                    <a:pt x="7626" y="5900"/>
                    <a:pt x="7904" y="6250"/>
                    <a:pt x="7656" y="6522"/>
                  </a:cubicBezTo>
                  <a:lnTo>
                    <a:pt x="7184" y="6995"/>
                  </a:lnTo>
                  <a:cubicBezTo>
                    <a:pt x="6963" y="7215"/>
                    <a:pt x="6743" y="7310"/>
                    <a:pt x="6459" y="7310"/>
                  </a:cubicBezTo>
                  <a:cubicBezTo>
                    <a:pt x="6176" y="7310"/>
                    <a:pt x="5924" y="7215"/>
                    <a:pt x="5766" y="6995"/>
                  </a:cubicBezTo>
                  <a:lnTo>
                    <a:pt x="4789" y="6018"/>
                  </a:lnTo>
                  <a:cubicBezTo>
                    <a:pt x="4380" y="5640"/>
                    <a:pt x="4380" y="4947"/>
                    <a:pt x="4789" y="4569"/>
                  </a:cubicBezTo>
                  <a:lnTo>
                    <a:pt x="5262" y="4096"/>
                  </a:lnTo>
                  <a:cubicBezTo>
                    <a:pt x="5335" y="4023"/>
                    <a:pt x="5417" y="3992"/>
                    <a:pt x="5495" y="3992"/>
                  </a:cubicBezTo>
                  <a:close/>
                  <a:moveTo>
                    <a:pt x="3510" y="5977"/>
                  </a:moveTo>
                  <a:cubicBezTo>
                    <a:pt x="3769" y="5977"/>
                    <a:pt x="3992" y="6312"/>
                    <a:pt x="3750" y="6553"/>
                  </a:cubicBezTo>
                  <a:lnTo>
                    <a:pt x="3277" y="7026"/>
                  </a:lnTo>
                  <a:cubicBezTo>
                    <a:pt x="3035" y="7268"/>
                    <a:pt x="3258" y="7603"/>
                    <a:pt x="3516" y="7603"/>
                  </a:cubicBezTo>
                  <a:cubicBezTo>
                    <a:pt x="3595" y="7603"/>
                    <a:pt x="3677" y="7572"/>
                    <a:pt x="3750" y="7499"/>
                  </a:cubicBezTo>
                  <a:cubicBezTo>
                    <a:pt x="3976" y="7273"/>
                    <a:pt x="4227" y="7178"/>
                    <a:pt x="4467" y="7178"/>
                  </a:cubicBezTo>
                  <a:cubicBezTo>
                    <a:pt x="5267" y="7178"/>
                    <a:pt x="5950" y="8221"/>
                    <a:pt x="5199" y="8948"/>
                  </a:cubicBezTo>
                  <a:lnTo>
                    <a:pt x="4726" y="9420"/>
                  </a:lnTo>
                  <a:cubicBezTo>
                    <a:pt x="4653" y="9494"/>
                    <a:pt x="4571" y="9524"/>
                    <a:pt x="4493" y="9524"/>
                  </a:cubicBezTo>
                  <a:cubicBezTo>
                    <a:pt x="4234" y="9524"/>
                    <a:pt x="4012" y="9190"/>
                    <a:pt x="4254" y="8948"/>
                  </a:cubicBezTo>
                  <a:lnTo>
                    <a:pt x="4726" y="8475"/>
                  </a:lnTo>
                  <a:cubicBezTo>
                    <a:pt x="4968" y="8233"/>
                    <a:pt x="4746" y="7899"/>
                    <a:pt x="4487" y="7899"/>
                  </a:cubicBezTo>
                  <a:cubicBezTo>
                    <a:pt x="4409" y="7899"/>
                    <a:pt x="4327" y="7929"/>
                    <a:pt x="4254" y="8003"/>
                  </a:cubicBezTo>
                  <a:cubicBezTo>
                    <a:pt x="4035" y="8222"/>
                    <a:pt x="3787" y="8314"/>
                    <a:pt x="3547" y="8314"/>
                  </a:cubicBezTo>
                  <a:cubicBezTo>
                    <a:pt x="2754" y="8314"/>
                    <a:pt x="2054" y="7304"/>
                    <a:pt x="2805" y="6553"/>
                  </a:cubicBezTo>
                  <a:lnTo>
                    <a:pt x="3277" y="6081"/>
                  </a:lnTo>
                  <a:cubicBezTo>
                    <a:pt x="3350" y="6008"/>
                    <a:pt x="3432" y="5977"/>
                    <a:pt x="3510" y="5977"/>
                  </a:cubicBezTo>
                  <a:close/>
                  <a:moveTo>
                    <a:pt x="11390" y="0"/>
                  </a:moveTo>
                  <a:cubicBezTo>
                    <a:pt x="11303" y="0"/>
                    <a:pt x="11216" y="32"/>
                    <a:pt x="11153" y="95"/>
                  </a:cubicBezTo>
                  <a:lnTo>
                    <a:pt x="10208" y="1009"/>
                  </a:lnTo>
                  <a:cubicBezTo>
                    <a:pt x="9893" y="820"/>
                    <a:pt x="9547" y="757"/>
                    <a:pt x="9169" y="757"/>
                  </a:cubicBezTo>
                  <a:lnTo>
                    <a:pt x="6396" y="914"/>
                  </a:lnTo>
                  <a:cubicBezTo>
                    <a:pt x="5798" y="946"/>
                    <a:pt x="5230" y="1166"/>
                    <a:pt x="4821" y="1607"/>
                  </a:cubicBezTo>
                  <a:lnTo>
                    <a:pt x="410" y="6018"/>
                  </a:lnTo>
                  <a:cubicBezTo>
                    <a:pt x="1" y="6427"/>
                    <a:pt x="1" y="7089"/>
                    <a:pt x="410" y="7467"/>
                  </a:cubicBezTo>
                  <a:lnTo>
                    <a:pt x="4254" y="11342"/>
                  </a:lnTo>
                  <a:cubicBezTo>
                    <a:pt x="4459" y="11531"/>
                    <a:pt x="4726" y="11626"/>
                    <a:pt x="4990" y="11626"/>
                  </a:cubicBezTo>
                  <a:cubicBezTo>
                    <a:pt x="5254" y="11626"/>
                    <a:pt x="5514" y="11531"/>
                    <a:pt x="5703" y="11342"/>
                  </a:cubicBezTo>
                  <a:cubicBezTo>
                    <a:pt x="9704" y="7373"/>
                    <a:pt x="8854" y="8192"/>
                    <a:pt x="9956" y="7058"/>
                  </a:cubicBezTo>
                  <a:cubicBezTo>
                    <a:pt x="10492" y="6616"/>
                    <a:pt x="10807" y="5986"/>
                    <a:pt x="10838" y="5325"/>
                  </a:cubicBezTo>
                  <a:lnTo>
                    <a:pt x="10996" y="2521"/>
                  </a:lnTo>
                  <a:cubicBezTo>
                    <a:pt x="10996" y="2174"/>
                    <a:pt x="10901" y="1765"/>
                    <a:pt x="10712" y="1481"/>
                  </a:cubicBezTo>
                  <a:lnTo>
                    <a:pt x="11689" y="568"/>
                  </a:lnTo>
                  <a:cubicBezTo>
                    <a:pt x="11784" y="442"/>
                    <a:pt x="11784" y="190"/>
                    <a:pt x="11626" y="95"/>
                  </a:cubicBezTo>
                  <a:cubicBezTo>
                    <a:pt x="11563" y="32"/>
                    <a:pt x="11476" y="0"/>
                    <a:pt x="11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1" name="Google Shape;7611;p88"/>
          <p:cNvGrpSpPr/>
          <p:nvPr/>
        </p:nvGrpSpPr>
        <p:grpSpPr>
          <a:xfrm>
            <a:off x="7324977" y="2153586"/>
            <a:ext cx="420811" cy="522864"/>
            <a:chOff x="-2310650" y="3525775"/>
            <a:chExt cx="292250" cy="363125"/>
          </a:xfrm>
        </p:grpSpPr>
        <p:sp>
          <p:nvSpPr>
            <p:cNvPr id="7612" name="Google Shape;7612;p88"/>
            <p:cNvSpPr/>
            <p:nvPr/>
          </p:nvSpPr>
          <p:spPr>
            <a:xfrm>
              <a:off x="-2053075" y="3648650"/>
              <a:ext cx="34675" cy="233950"/>
            </a:xfrm>
            <a:custGeom>
              <a:avLst/>
              <a:gdLst/>
              <a:ahLst/>
              <a:cxnLst/>
              <a:rect l="l" t="t" r="r" b="b"/>
              <a:pathLst>
                <a:path w="1387" h="9358" extrusionOk="0">
                  <a:moveTo>
                    <a:pt x="0" y="1"/>
                  </a:moveTo>
                  <a:lnTo>
                    <a:pt x="0" y="8286"/>
                  </a:lnTo>
                  <a:cubicBezTo>
                    <a:pt x="0" y="8664"/>
                    <a:pt x="158" y="9011"/>
                    <a:pt x="441" y="9263"/>
                  </a:cubicBezTo>
                  <a:cubicBezTo>
                    <a:pt x="504" y="9326"/>
                    <a:pt x="591" y="9358"/>
                    <a:pt x="677" y="9358"/>
                  </a:cubicBezTo>
                  <a:cubicBezTo>
                    <a:pt x="764" y="9358"/>
                    <a:pt x="851" y="9326"/>
                    <a:pt x="914" y="9263"/>
                  </a:cubicBezTo>
                  <a:cubicBezTo>
                    <a:pt x="1197" y="9011"/>
                    <a:pt x="1355" y="8664"/>
                    <a:pt x="1355" y="8286"/>
                  </a:cubicBezTo>
                  <a:lnTo>
                    <a:pt x="1355" y="347"/>
                  </a:lnTo>
                  <a:lnTo>
                    <a:pt x="1386" y="347"/>
                  </a:lnTo>
                  <a:cubicBezTo>
                    <a:pt x="1386" y="158"/>
                    <a:pt x="122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88"/>
            <p:cNvSpPr/>
            <p:nvPr/>
          </p:nvSpPr>
          <p:spPr>
            <a:xfrm>
              <a:off x="-2259450" y="3751825"/>
              <a:ext cx="51225" cy="51225"/>
            </a:xfrm>
            <a:custGeom>
              <a:avLst/>
              <a:gdLst/>
              <a:ahLst/>
              <a:cxnLst/>
              <a:rect l="l" t="t" r="r" b="b"/>
              <a:pathLst>
                <a:path w="2049" h="2049" extrusionOk="0">
                  <a:moveTo>
                    <a:pt x="1" y="1"/>
                  </a:moveTo>
                  <a:lnTo>
                    <a:pt x="1" y="2049"/>
                  </a:lnTo>
                  <a:lnTo>
                    <a:pt x="2049" y="2049"/>
                  </a:lnTo>
                  <a:lnTo>
                    <a:pt x="2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88"/>
            <p:cNvSpPr/>
            <p:nvPr/>
          </p:nvSpPr>
          <p:spPr>
            <a:xfrm>
              <a:off x="-2259450" y="3649450"/>
              <a:ext cx="137075" cy="51200"/>
            </a:xfrm>
            <a:custGeom>
              <a:avLst/>
              <a:gdLst/>
              <a:ahLst/>
              <a:cxnLst/>
              <a:rect l="l" t="t" r="r" b="b"/>
              <a:pathLst>
                <a:path w="5483" h="2048" extrusionOk="0">
                  <a:moveTo>
                    <a:pt x="1" y="0"/>
                  </a:moveTo>
                  <a:lnTo>
                    <a:pt x="1" y="2048"/>
                  </a:lnTo>
                  <a:lnTo>
                    <a:pt x="5483" y="2048"/>
                  </a:lnTo>
                  <a:lnTo>
                    <a:pt x="54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88"/>
            <p:cNvSpPr/>
            <p:nvPr/>
          </p:nvSpPr>
          <p:spPr>
            <a:xfrm>
              <a:off x="-2310650" y="3525775"/>
              <a:ext cx="252075" cy="363125"/>
            </a:xfrm>
            <a:custGeom>
              <a:avLst/>
              <a:gdLst/>
              <a:ahLst/>
              <a:cxnLst/>
              <a:rect l="l" t="t" r="r" b="b"/>
              <a:pathLst>
                <a:path w="10083" h="14525" extrusionOk="0">
                  <a:moveTo>
                    <a:pt x="7814" y="4222"/>
                  </a:moveTo>
                  <a:cubicBezTo>
                    <a:pt x="8035" y="4222"/>
                    <a:pt x="8192" y="4380"/>
                    <a:pt x="8192" y="4569"/>
                  </a:cubicBezTo>
                  <a:lnTo>
                    <a:pt x="8192" y="7310"/>
                  </a:lnTo>
                  <a:cubicBezTo>
                    <a:pt x="8192" y="7530"/>
                    <a:pt x="8035" y="7657"/>
                    <a:pt x="7814" y="7657"/>
                  </a:cubicBezTo>
                  <a:lnTo>
                    <a:pt x="1671" y="7657"/>
                  </a:lnTo>
                  <a:cubicBezTo>
                    <a:pt x="1482" y="7657"/>
                    <a:pt x="1324" y="7530"/>
                    <a:pt x="1324" y="7310"/>
                  </a:cubicBezTo>
                  <a:lnTo>
                    <a:pt x="1324" y="4569"/>
                  </a:lnTo>
                  <a:cubicBezTo>
                    <a:pt x="1324" y="4380"/>
                    <a:pt x="1482" y="4222"/>
                    <a:pt x="1671" y="4222"/>
                  </a:cubicBezTo>
                  <a:close/>
                  <a:moveTo>
                    <a:pt x="7904" y="8380"/>
                  </a:moveTo>
                  <a:cubicBezTo>
                    <a:pt x="8287" y="8380"/>
                    <a:pt x="8278" y="9043"/>
                    <a:pt x="7877" y="9043"/>
                  </a:cubicBezTo>
                  <a:lnTo>
                    <a:pt x="5829" y="9043"/>
                  </a:lnTo>
                  <a:cubicBezTo>
                    <a:pt x="5388" y="9043"/>
                    <a:pt x="5357" y="8381"/>
                    <a:pt x="5829" y="8381"/>
                  </a:cubicBezTo>
                  <a:lnTo>
                    <a:pt x="7877" y="8381"/>
                  </a:lnTo>
                  <a:cubicBezTo>
                    <a:pt x="7886" y="8380"/>
                    <a:pt x="7895" y="8380"/>
                    <a:pt x="7904" y="8380"/>
                  </a:cubicBezTo>
                  <a:close/>
                  <a:moveTo>
                    <a:pt x="7904" y="9766"/>
                  </a:moveTo>
                  <a:cubicBezTo>
                    <a:pt x="8287" y="9766"/>
                    <a:pt x="8278" y="10429"/>
                    <a:pt x="7877" y="10429"/>
                  </a:cubicBezTo>
                  <a:lnTo>
                    <a:pt x="5829" y="10429"/>
                  </a:lnTo>
                  <a:cubicBezTo>
                    <a:pt x="5388" y="10429"/>
                    <a:pt x="5357" y="9767"/>
                    <a:pt x="5829" y="9767"/>
                  </a:cubicBezTo>
                  <a:lnTo>
                    <a:pt x="7877" y="9767"/>
                  </a:lnTo>
                  <a:cubicBezTo>
                    <a:pt x="7886" y="9767"/>
                    <a:pt x="7895" y="9766"/>
                    <a:pt x="7904" y="9766"/>
                  </a:cubicBezTo>
                  <a:close/>
                  <a:moveTo>
                    <a:pt x="7877" y="11091"/>
                  </a:moveTo>
                  <a:cubicBezTo>
                    <a:pt x="8287" y="11091"/>
                    <a:pt x="8287" y="11784"/>
                    <a:pt x="7877" y="11784"/>
                  </a:cubicBezTo>
                  <a:lnTo>
                    <a:pt x="5829" y="11784"/>
                  </a:lnTo>
                  <a:cubicBezTo>
                    <a:pt x="5388" y="11784"/>
                    <a:pt x="5357" y="11091"/>
                    <a:pt x="5829" y="11091"/>
                  </a:cubicBezTo>
                  <a:close/>
                  <a:moveTo>
                    <a:pt x="4475" y="8350"/>
                  </a:moveTo>
                  <a:cubicBezTo>
                    <a:pt x="4664" y="8350"/>
                    <a:pt x="4821" y="8507"/>
                    <a:pt x="4821" y="8696"/>
                  </a:cubicBezTo>
                  <a:lnTo>
                    <a:pt x="4821" y="11469"/>
                  </a:lnTo>
                  <a:cubicBezTo>
                    <a:pt x="4821" y="11658"/>
                    <a:pt x="4664" y="11815"/>
                    <a:pt x="4475" y="11815"/>
                  </a:cubicBezTo>
                  <a:lnTo>
                    <a:pt x="1734" y="11815"/>
                  </a:lnTo>
                  <a:cubicBezTo>
                    <a:pt x="1513" y="11815"/>
                    <a:pt x="1356" y="11658"/>
                    <a:pt x="1356" y="11469"/>
                  </a:cubicBezTo>
                  <a:lnTo>
                    <a:pt x="1356" y="8696"/>
                  </a:lnTo>
                  <a:cubicBezTo>
                    <a:pt x="1356" y="8507"/>
                    <a:pt x="1513" y="8350"/>
                    <a:pt x="1734" y="8350"/>
                  </a:cubicBezTo>
                  <a:close/>
                  <a:moveTo>
                    <a:pt x="7877" y="12508"/>
                  </a:moveTo>
                  <a:cubicBezTo>
                    <a:pt x="8287" y="12508"/>
                    <a:pt x="8287" y="13170"/>
                    <a:pt x="7877" y="13170"/>
                  </a:cubicBezTo>
                  <a:lnTo>
                    <a:pt x="1734" y="13170"/>
                  </a:lnTo>
                  <a:cubicBezTo>
                    <a:pt x="1293" y="13170"/>
                    <a:pt x="1261" y="12508"/>
                    <a:pt x="1734" y="12508"/>
                  </a:cubicBezTo>
                  <a:close/>
                  <a:moveTo>
                    <a:pt x="348" y="2868"/>
                  </a:moveTo>
                  <a:cubicBezTo>
                    <a:pt x="158" y="2868"/>
                    <a:pt x="1" y="3025"/>
                    <a:pt x="1" y="3214"/>
                  </a:cubicBezTo>
                  <a:lnTo>
                    <a:pt x="1" y="12823"/>
                  </a:lnTo>
                  <a:cubicBezTo>
                    <a:pt x="1" y="13768"/>
                    <a:pt x="726" y="14525"/>
                    <a:pt x="1702" y="14525"/>
                  </a:cubicBezTo>
                  <a:lnTo>
                    <a:pt x="10083" y="14525"/>
                  </a:lnTo>
                  <a:cubicBezTo>
                    <a:pt x="9767" y="14178"/>
                    <a:pt x="9515" y="13705"/>
                    <a:pt x="9515" y="13138"/>
                  </a:cubicBezTo>
                  <a:cubicBezTo>
                    <a:pt x="9547" y="1"/>
                    <a:pt x="9547" y="6333"/>
                    <a:pt x="9547" y="3214"/>
                  </a:cubicBezTo>
                  <a:cubicBezTo>
                    <a:pt x="9547" y="3025"/>
                    <a:pt x="9389" y="2868"/>
                    <a:pt x="9200" y="2868"/>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6" name="Google Shape;7616;p88"/>
          <p:cNvGrpSpPr/>
          <p:nvPr/>
        </p:nvGrpSpPr>
        <p:grpSpPr>
          <a:xfrm>
            <a:off x="2467638" y="2756270"/>
            <a:ext cx="424195" cy="420775"/>
            <a:chOff x="-5613150" y="3991275"/>
            <a:chExt cx="294600" cy="292225"/>
          </a:xfrm>
        </p:grpSpPr>
        <p:sp>
          <p:nvSpPr>
            <p:cNvPr id="7617" name="Google Shape;7617;p88"/>
            <p:cNvSpPr/>
            <p:nvPr/>
          </p:nvSpPr>
          <p:spPr>
            <a:xfrm>
              <a:off x="-5480050" y="4046400"/>
              <a:ext cx="27600" cy="14200"/>
            </a:xfrm>
            <a:custGeom>
              <a:avLst/>
              <a:gdLst/>
              <a:ahLst/>
              <a:cxnLst/>
              <a:rect l="l" t="t" r="r" b="b"/>
              <a:pathLst>
                <a:path w="1104" h="568" extrusionOk="0">
                  <a:moveTo>
                    <a:pt x="537" y="1"/>
                  </a:moveTo>
                  <a:lnTo>
                    <a:pt x="1" y="568"/>
                  </a:lnTo>
                  <a:lnTo>
                    <a:pt x="1104" y="568"/>
                  </a:lnTo>
                  <a:lnTo>
                    <a:pt x="5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88"/>
            <p:cNvSpPr/>
            <p:nvPr/>
          </p:nvSpPr>
          <p:spPr>
            <a:xfrm>
              <a:off x="-5531225" y="4042450"/>
              <a:ext cx="44125" cy="18150"/>
            </a:xfrm>
            <a:custGeom>
              <a:avLst/>
              <a:gdLst/>
              <a:ahLst/>
              <a:cxnLst/>
              <a:rect l="l" t="t" r="r" b="b"/>
              <a:pathLst>
                <a:path w="1765" h="726" extrusionOk="0">
                  <a:moveTo>
                    <a:pt x="693" y="1"/>
                  </a:moveTo>
                  <a:lnTo>
                    <a:pt x="0" y="726"/>
                  </a:lnTo>
                  <a:lnTo>
                    <a:pt x="1103" y="726"/>
                  </a:lnTo>
                  <a:lnTo>
                    <a:pt x="17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88"/>
            <p:cNvSpPr/>
            <p:nvPr/>
          </p:nvSpPr>
          <p:spPr>
            <a:xfrm>
              <a:off x="-5443025" y="4077125"/>
              <a:ext cx="41775" cy="40975"/>
            </a:xfrm>
            <a:custGeom>
              <a:avLst/>
              <a:gdLst/>
              <a:ahLst/>
              <a:cxnLst/>
              <a:rect l="l" t="t" r="r" b="b"/>
              <a:pathLst>
                <a:path w="1671" h="1639" extrusionOk="0">
                  <a:moveTo>
                    <a:pt x="694" y="0"/>
                  </a:moveTo>
                  <a:lnTo>
                    <a:pt x="1" y="1638"/>
                  </a:lnTo>
                  <a:lnTo>
                    <a:pt x="1" y="1638"/>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88"/>
            <p:cNvSpPr/>
            <p:nvPr/>
          </p:nvSpPr>
          <p:spPr>
            <a:xfrm>
              <a:off x="-5487925" y="4077125"/>
              <a:ext cx="43350" cy="54375"/>
            </a:xfrm>
            <a:custGeom>
              <a:avLst/>
              <a:gdLst/>
              <a:ahLst/>
              <a:cxnLst/>
              <a:rect l="l" t="t" r="r" b="b"/>
              <a:pathLst>
                <a:path w="1734" h="2175" extrusionOk="0">
                  <a:moveTo>
                    <a:pt x="1" y="0"/>
                  </a:moveTo>
                  <a:lnTo>
                    <a:pt x="852" y="2174"/>
                  </a:lnTo>
                  <a:lnTo>
                    <a:pt x="17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88"/>
            <p:cNvSpPr/>
            <p:nvPr/>
          </p:nvSpPr>
          <p:spPr>
            <a:xfrm>
              <a:off x="-5445375" y="4042450"/>
              <a:ext cx="44125" cy="18150"/>
            </a:xfrm>
            <a:custGeom>
              <a:avLst/>
              <a:gdLst/>
              <a:ahLst/>
              <a:cxnLst/>
              <a:rect l="l" t="t" r="r" b="b"/>
              <a:pathLst>
                <a:path w="1765" h="726" extrusionOk="0">
                  <a:moveTo>
                    <a:pt x="0" y="1"/>
                  </a:moveTo>
                  <a:lnTo>
                    <a:pt x="693" y="726"/>
                  </a:lnTo>
                  <a:lnTo>
                    <a:pt x="1764" y="726"/>
                  </a:lnTo>
                  <a:lnTo>
                    <a:pt x="11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88"/>
            <p:cNvSpPr/>
            <p:nvPr/>
          </p:nvSpPr>
          <p:spPr>
            <a:xfrm>
              <a:off x="-5531225" y="4077125"/>
              <a:ext cx="41750" cy="40975"/>
            </a:xfrm>
            <a:custGeom>
              <a:avLst/>
              <a:gdLst/>
              <a:ahLst/>
              <a:cxnLst/>
              <a:rect l="l" t="t" r="r" b="b"/>
              <a:pathLst>
                <a:path w="1670" h="1639" extrusionOk="0">
                  <a:moveTo>
                    <a:pt x="0" y="0"/>
                  </a:moveTo>
                  <a:lnTo>
                    <a:pt x="1670" y="1638"/>
                  </a:ln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88"/>
            <p:cNvSpPr/>
            <p:nvPr/>
          </p:nvSpPr>
          <p:spPr>
            <a:xfrm>
              <a:off x="-5613150" y="4198400"/>
              <a:ext cx="292225" cy="33900"/>
            </a:xfrm>
            <a:custGeom>
              <a:avLst/>
              <a:gdLst/>
              <a:ahLst/>
              <a:cxnLst/>
              <a:rect l="l" t="t" r="r" b="b"/>
              <a:pathLst>
                <a:path w="11689" h="1356" extrusionOk="0">
                  <a:moveTo>
                    <a:pt x="1" y="1"/>
                  </a:moveTo>
                  <a:lnTo>
                    <a:pt x="1" y="347"/>
                  </a:lnTo>
                  <a:lnTo>
                    <a:pt x="32" y="347"/>
                  </a:lnTo>
                  <a:cubicBezTo>
                    <a:pt x="32" y="883"/>
                    <a:pt x="505" y="1356"/>
                    <a:pt x="1072" y="1356"/>
                  </a:cubicBezTo>
                  <a:lnTo>
                    <a:pt x="10681" y="1356"/>
                  </a:lnTo>
                  <a:cubicBezTo>
                    <a:pt x="11216" y="1356"/>
                    <a:pt x="11689" y="883"/>
                    <a:pt x="11689" y="347"/>
                  </a:cubicBezTo>
                  <a:lnTo>
                    <a:pt x="116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88"/>
            <p:cNvSpPr/>
            <p:nvPr/>
          </p:nvSpPr>
          <p:spPr>
            <a:xfrm>
              <a:off x="-5610775" y="3991275"/>
              <a:ext cx="292225" cy="189050"/>
            </a:xfrm>
            <a:custGeom>
              <a:avLst/>
              <a:gdLst/>
              <a:ahLst/>
              <a:cxnLst/>
              <a:rect l="l" t="t" r="r" b="b"/>
              <a:pathLst>
                <a:path w="11689" h="7562" extrusionOk="0">
                  <a:moveTo>
                    <a:pt x="7813" y="1386"/>
                  </a:moveTo>
                  <a:cubicBezTo>
                    <a:pt x="7908" y="1386"/>
                    <a:pt x="8034" y="1418"/>
                    <a:pt x="8065" y="1512"/>
                  </a:cubicBezTo>
                  <a:cubicBezTo>
                    <a:pt x="8128" y="1575"/>
                    <a:pt x="9483" y="2867"/>
                    <a:pt x="9515" y="2993"/>
                  </a:cubicBezTo>
                  <a:cubicBezTo>
                    <a:pt x="9578" y="3088"/>
                    <a:pt x="9578" y="3214"/>
                    <a:pt x="9452" y="3340"/>
                  </a:cubicBezTo>
                  <a:lnTo>
                    <a:pt x="6018" y="6774"/>
                  </a:lnTo>
                  <a:cubicBezTo>
                    <a:pt x="5943" y="6848"/>
                    <a:pt x="5862" y="6880"/>
                    <a:pt x="5783" y="6880"/>
                  </a:cubicBezTo>
                  <a:cubicBezTo>
                    <a:pt x="5696" y="6880"/>
                    <a:pt x="5612" y="6840"/>
                    <a:pt x="5545" y="6774"/>
                  </a:cubicBezTo>
                  <a:lnTo>
                    <a:pt x="2111" y="3340"/>
                  </a:lnTo>
                  <a:cubicBezTo>
                    <a:pt x="2001" y="3230"/>
                    <a:pt x="1987" y="2976"/>
                    <a:pt x="2027" y="2976"/>
                  </a:cubicBezTo>
                  <a:cubicBezTo>
                    <a:pt x="2033" y="2976"/>
                    <a:pt x="2040" y="2981"/>
                    <a:pt x="2048" y="2993"/>
                  </a:cubicBezTo>
                  <a:cubicBezTo>
                    <a:pt x="2048" y="2962"/>
                    <a:pt x="2079" y="2930"/>
                    <a:pt x="2111" y="2867"/>
                  </a:cubicBezTo>
                  <a:lnTo>
                    <a:pt x="3497" y="1512"/>
                  </a:lnTo>
                  <a:cubicBezTo>
                    <a:pt x="3560" y="1418"/>
                    <a:pt x="3655" y="1386"/>
                    <a:pt x="3718" y="1386"/>
                  </a:cubicBezTo>
                  <a:close/>
                  <a:moveTo>
                    <a:pt x="1008" y="0"/>
                  </a:moveTo>
                  <a:cubicBezTo>
                    <a:pt x="473" y="0"/>
                    <a:pt x="0" y="473"/>
                    <a:pt x="0" y="1040"/>
                  </a:cubicBezTo>
                  <a:lnTo>
                    <a:pt x="0" y="7561"/>
                  </a:lnTo>
                  <a:lnTo>
                    <a:pt x="11689" y="7561"/>
                  </a:lnTo>
                  <a:lnTo>
                    <a:pt x="11689" y="1040"/>
                  </a:lnTo>
                  <a:cubicBezTo>
                    <a:pt x="11657" y="473"/>
                    <a:pt x="11184" y="0"/>
                    <a:pt x="106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88"/>
            <p:cNvSpPr/>
            <p:nvPr/>
          </p:nvSpPr>
          <p:spPr>
            <a:xfrm>
              <a:off x="-5546975" y="4250400"/>
              <a:ext cx="160700" cy="33100"/>
            </a:xfrm>
            <a:custGeom>
              <a:avLst/>
              <a:gdLst/>
              <a:ahLst/>
              <a:cxnLst/>
              <a:rect l="l" t="t" r="r" b="b"/>
              <a:pathLst>
                <a:path w="6428" h="1324" extrusionOk="0">
                  <a:moveTo>
                    <a:pt x="1544" y="0"/>
                  </a:moveTo>
                  <a:lnTo>
                    <a:pt x="1386" y="662"/>
                  </a:lnTo>
                  <a:lnTo>
                    <a:pt x="473" y="662"/>
                  </a:lnTo>
                  <a:cubicBezTo>
                    <a:pt x="32" y="662"/>
                    <a:pt x="0" y="1323"/>
                    <a:pt x="473" y="1323"/>
                  </a:cubicBezTo>
                  <a:lnTo>
                    <a:pt x="5955" y="1323"/>
                  </a:lnTo>
                  <a:cubicBezTo>
                    <a:pt x="6427" y="1323"/>
                    <a:pt x="6427" y="662"/>
                    <a:pt x="5986" y="662"/>
                  </a:cubicBezTo>
                  <a:lnTo>
                    <a:pt x="5072" y="662"/>
                  </a:ln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6" name="Google Shape;7626;p88"/>
          <p:cNvGrpSpPr/>
          <p:nvPr/>
        </p:nvGrpSpPr>
        <p:grpSpPr>
          <a:xfrm>
            <a:off x="5139126" y="1689438"/>
            <a:ext cx="434634" cy="419227"/>
            <a:chOff x="-3768700" y="3253275"/>
            <a:chExt cx="301850" cy="291150"/>
          </a:xfrm>
        </p:grpSpPr>
        <p:sp>
          <p:nvSpPr>
            <p:cNvPr id="7627" name="Google Shape;7627;p88"/>
            <p:cNvSpPr/>
            <p:nvPr/>
          </p:nvSpPr>
          <p:spPr>
            <a:xfrm>
              <a:off x="-3603925" y="3355650"/>
              <a:ext cx="69350" cy="33900"/>
            </a:xfrm>
            <a:custGeom>
              <a:avLst/>
              <a:gdLst/>
              <a:ahLst/>
              <a:cxnLst/>
              <a:rect l="l" t="t" r="r" b="b"/>
              <a:pathLst>
                <a:path w="2774" h="1356" extrusionOk="0">
                  <a:moveTo>
                    <a:pt x="1040" y="1"/>
                  </a:moveTo>
                  <a:cubicBezTo>
                    <a:pt x="505" y="1"/>
                    <a:pt x="1" y="473"/>
                    <a:pt x="1" y="1009"/>
                  </a:cubicBezTo>
                  <a:lnTo>
                    <a:pt x="1" y="1356"/>
                  </a:lnTo>
                  <a:lnTo>
                    <a:pt x="2773" y="1356"/>
                  </a:lnTo>
                  <a:lnTo>
                    <a:pt x="2773" y="1009"/>
                  </a:lnTo>
                  <a:cubicBezTo>
                    <a:pt x="2742" y="473"/>
                    <a:pt x="2269" y="1"/>
                    <a:pt x="17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88"/>
            <p:cNvSpPr/>
            <p:nvPr/>
          </p:nvSpPr>
          <p:spPr>
            <a:xfrm>
              <a:off x="-3586600" y="3305250"/>
              <a:ext cx="33125" cy="33100"/>
            </a:xfrm>
            <a:custGeom>
              <a:avLst/>
              <a:gdLst/>
              <a:ahLst/>
              <a:cxnLst/>
              <a:rect l="l" t="t" r="r" b="b"/>
              <a:pathLst>
                <a:path w="1325" h="1324" extrusionOk="0">
                  <a:moveTo>
                    <a:pt x="663" y="0"/>
                  </a:moveTo>
                  <a:cubicBezTo>
                    <a:pt x="253" y="0"/>
                    <a:pt x="1" y="316"/>
                    <a:pt x="1" y="662"/>
                  </a:cubicBezTo>
                  <a:cubicBezTo>
                    <a:pt x="1" y="1009"/>
                    <a:pt x="316" y="1324"/>
                    <a:pt x="663" y="1324"/>
                  </a:cubicBezTo>
                  <a:cubicBezTo>
                    <a:pt x="1041" y="1324"/>
                    <a:pt x="1324" y="1009"/>
                    <a:pt x="1324" y="662"/>
                  </a:cubicBezTo>
                  <a:cubicBezTo>
                    <a:pt x="1324" y="284"/>
                    <a:pt x="1009" y="0"/>
                    <a:pt x="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88"/>
            <p:cNvSpPr/>
            <p:nvPr/>
          </p:nvSpPr>
          <p:spPr>
            <a:xfrm>
              <a:off x="-3768700" y="3253275"/>
              <a:ext cx="301850" cy="291150"/>
            </a:xfrm>
            <a:custGeom>
              <a:avLst/>
              <a:gdLst/>
              <a:ahLst/>
              <a:cxnLst/>
              <a:rect l="l" t="t" r="r" b="b"/>
              <a:pathLst>
                <a:path w="12074" h="11646" extrusionOk="0">
                  <a:moveTo>
                    <a:pt x="7947" y="1323"/>
                  </a:moveTo>
                  <a:cubicBezTo>
                    <a:pt x="8703" y="1323"/>
                    <a:pt x="9333" y="1953"/>
                    <a:pt x="9333" y="2710"/>
                  </a:cubicBezTo>
                  <a:cubicBezTo>
                    <a:pt x="9333" y="3025"/>
                    <a:pt x="9207" y="3340"/>
                    <a:pt x="9018" y="3560"/>
                  </a:cubicBezTo>
                  <a:cubicBezTo>
                    <a:pt x="9585" y="3844"/>
                    <a:pt x="9994" y="4442"/>
                    <a:pt x="9994" y="5104"/>
                  </a:cubicBezTo>
                  <a:lnTo>
                    <a:pt x="9994" y="5766"/>
                  </a:lnTo>
                  <a:lnTo>
                    <a:pt x="10026" y="5766"/>
                  </a:lnTo>
                  <a:cubicBezTo>
                    <a:pt x="10026" y="5955"/>
                    <a:pt x="9868" y="6112"/>
                    <a:pt x="9679" y="6112"/>
                  </a:cubicBezTo>
                  <a:lnTo>
                    <a:pt x="6245" y="6112"/>
                  </a:lnTo>
                  <a:cubicBezTo>
                    <a:pt x="6056" y="6112"/>
                    <a:pt x="5899" y="5955"/>
                    <a:pt x="5899" y="5766"/>
                  </a:cubicBezTo>
                  <a:lnTo>
                    <a:pt x="5899" y="5104"/>
                  </a:lnTo>
                  <a:cubicBezTo>
                    <a:pt x="5899" y="4442"/>
                    <a:pt x="6308" y="3844"/>
                    <a:pt x="6875" y="3560"/>
                  </a:cubicBezTo>
                  <a:cubicBezTo>
                    <a:pt x="6686" y="3340"/>
                    <a:pt x="6560" y="3056"/>
                    <a:pt x="6560" y="2710"/>
                  </a:cubicBezTo>
                  <a:cubicBezTo>
                    <a:pt x="6560" y="1953"/>
                    <a:pt x="7190" y="1323"/>
                    <a:pt x="7947" y="1323"/>
                  </a:cubicBezTo>
                  <a:close/>
                  <a:moveTo>
                    <a:pt x="7947" y="0"/>
                  </a:moveTo>
                  <a:cubicBezTo>
                    <a:pt x="5647" y="0"/>
                    <a:pt x="3851" y="1827"/>
                    <a:pt x="3851" y="4096"/>
                  </a:cubicBezTo>
                  <a:cubicBezTo>
                    <a:pt x="3851" y="5104"/>
                    <a:pt x="4197" y="6018"/>
                    <a:pt x="4828" y="6711"/>
                  </a:cubicBezTo>
                  <a:lnTo>
                    <a:pt x="4134" y="7435"/>
                  </a:lnTo>
                  <a:cubicBezTo>
                    <a:pt x="3981" y="7364"/>
                    <a:pt x="3823" y="7329"/>
                    <a:pt x="3669" y="7329"/>
                  </a:cubicBezTo>
                  <a:cubicBezTo>
                    <a:pt x="3412" y="7329"/>
                    <a:pt x="3166" y="7427"/>
                    <a:pt x="2969" y="7624"/>
                  </a:cubicBezTo>
                  <a:lnTo>
                    <a:pt x="732" y="9861"/>
                  </a:lnTo>
                  <a:cubicBezTo>
                    <a:pt x="0" y="10593"/>
                    <a:pt x="722" y="11645"/>
                    <a:pt x="1509" y="11645"/>
                  </a:cubicBezTo>
                  <a:cubicBezTo>
                    <a:pt x="1739" y="11645"/>
                    <a:pt x="1975" y="11555"/>
                    <a:pt x="2181" y="11342"/>
                  </a:cubicBezTo>
                  <a:lnTo>
                    <a:pt x="4449" y="9074"/>
                  </a:lnTo>
                  <a:cubicBezTo>
                    <a:pt x="4765" y="8759"/>
                    <a:pt x="4796" y="8286"/>
                    <a:pt x="4638" y="7939"/>
                  </a:cubicBezTo>
                  <a:lnTo>
                    <a:pt x="5332" y="7246"/>
                  </a:lnTo>
                  <a:cubicBezTo>
                    <a:pt x="6056" y="7813"/>
                    <a:pt x="7001" y="8223"/>
                    <a:pt x="7978" y="8223"/>
                  </a:cubicBezTo>
                  <a:cubicBezTo>
                    <a:pt x="10278" y="8223"/>
                    <a:pt x="12074" y="6364"/>
                    <a:pt x="12074" y="4127"/>
                  </a:cubicBezTo>
                  <a:cubicBezTo>
                    <a:pt x="12074" y="1796"/>
                    <a:pt x="10215" y="0"/>
                    <a:pt x="79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0" name="Google Shape;7630;p88"/>
          <p:cNvGrpSpPr/>
          <p:nvPr/>
        </p:nvGrpSpPr>
        <p:grpSpPr>
          <a:xfrm>
            <a:off x="5143209" y="2217090"/>
            <a:ext cx="426462" cy="395865"/>
            <a:chOff x="-3808700" y="3628950"/>
            <a:chExt cx="296175" cy="274925"/>
          </a:xfrm>
        </p:grpSpPr>
        <p:sp>
          <p:nvSpPr>
            <p:cNvPr id="7631" name="Google Shape;7631;p88"/>
            <p:cNvSpPr/>
            <p:nvPr/>
          </p:nvSpPr>
          <p:spPr>
            <a:xfrm>
              <a:off x="-3665972" y="3680950"/>
              <a:ext cx="51200" cy="51225"/>
            </a:xfrm>
            <a:custGeom>
              <a:avLst/>
              <a:gdLst/>
              <a:ahLst/>
              <a:cxnLst/>
              <a:rect l="l" t="t" r="r" b="b"/>
              <a:pathLst>
                <a:path w="2048" h="2049" extrusionOk="0">
                  <a:moveTo>
                    <a:pt x="1008" y="0"/>
                  </a:moveTo>
                  <a:cubicBezTo>
                    <a:pt x="441" y="0"/>
                    <a:pt x="0" y="473"/>
                    <a:pt x="0" y="1040"/>
                  </a:cubicBezTo>
                  <a:cubicBezTo>
                    <a:pt x="0" y="1607"/>
                    <a:pt x="441" y="2048"/>
                    <a:pt x="1008" y="2048"/>
                  </a:cubicBezTo>
                  <a:cubicBezTo>
                    <a:pt x="1575" y="2048"/>
                    <a:pt x="2048" y="1607"/>
                    <a:pt x="2048" y="1040"/>
                  </a:cubicBezTo>
                  <a:cubicBezTo>
                    <a:pt x="2048" y="473"/>
                    <a:pt x="1575"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88"/>
            <p:cNvSpPr/>
            <p:nvPr/>
          </p:nvSpPr>
          <p:spPr>
            <a:xfrm>
              <a:off x="-3808700" y="3664400"/>
              <a:ext cx="296175" cy="239475"/>
            </a:xfrm>
            <a:custGeom>
              <a:avLst/>
              <a:gdLst/>
              <a:ahLst/>
              <a:cxnLst/>
              <a:rect l="l" t="t" r="r" b="b"/>
              <a:pathLst>
                <a:path w="11847" h="9579" extrusionOk="0">
                  <a:moveTo>
                    <a:pt x="3970" y="8223"/>
                  </a:moveTo>
                  <a:cubicBezTo>
                    <a:pt x="4159" y="8223"/>
                    <a:pt x="4316" y="8381"/>
                    <a:pt x="4316" y="8570"/>
                  </a:cubicBezTo>
                  <a:cubicBezTo>
                    <a:pt x="4316" y="8791"/>
                    <a:pt x="4159" y="8948"/>
                    <a:pt x="3970" y="8948"/>
                  </a:cubicBezTo>
                  <a:cubicBezTo>
                    <a:pt x="3781" y="8948"/>
                    <a:pt x="3623" y="8791"/>
                    <a:pt x="3623" y="8570"/>
                  </a:cubicBezTo>
                  <a:cubicBezTo>
                    <a:pt x="3623" y="8349"/>
                    <a:pt x="3781" y="8223"/>
                    <a:pt x="3970" y="8223"/>
                  </a:cubicBezTo>
                  <a:close/>
                  <a:moveTo>
                    <a:pt x="8727" y="8223"/>
                  </a:moveTo>
                  <a:cubicBezTo>
                    <a:pt x="8916" y="8223"/>
                    <a:pt x="9074" y="8381"/>
                    <a:pt x="9074" y="8570"/>
                  </a:cubicBezTo>
                  <a:cubicBezTo>
                    <a:pt x="9074" y="8791"/>
                    <a:pt x="8916" y="8948"/>
                    <a:pt x="8727" y="8948"/>
                  </a:cubicBezTo>
                  <a:cubicBezTo>
                    <a:pt x="8538" y="8948"/>
                    <a:pt x="8381" y="8791"/>
                    <a:pt x="8381" y="8570"/>
                  </a:cubicBezTo>
                  <a:cubicBezTo>
                    <a:pt x="8412" y="8349"/>
                    <a:pt x="8538" y="8223"/>
                    <a:pt x="8727" y="8223"/>
                  </a:cubicBezTo>
                  <a:close/>
                  <a:moveTo>
                    <a:pt x="473" y="1"/>
                  </a:moveTo>
                  <a:cubicBezTo>
                    <a:pt x="32" y="1"/>
                    <a:pt x="0" y="662"/>
                    <a:pt x="473" y="662"/>
                  </a:cubicBezTo>
                  <a:lnTo>
                    <a:pt x="819" y="662"/>
                  </a:lnTo>
                  <a:cubicBezTo>
                    <a:pt x="977" y="662"/>
                    <a:pt x="1134" y="788"/>
                    <a:pt x="1166" y="946"/>
                  </a:cubicBezTo>
                  <a:lnTo>
                    <a:pt x="2143" y="6428"/>
                  </a:lnTo>
                  <a:cubicBezTo>
                    <a:pt x="1481" y="7058"/>
                    <a:pt x="1922" y="8192"/>
                    <a:pt x="2867" y="8192"/>
                  </a:cubicBezTo>
                  <a:lnTo>
                    <a:pt x="2930" y="8192"/>
                  </a:lnTo>
                  <a:cubicBezTo>
                    <a:pt x="2899" y="8318"/>
                    <a:pt x="2867" y="8412"/>
                    <a:pt x="2867" y="8538"/>
                  </a:cubicBezTo>
                  <a:cubicBezTo>
                    <a:pt x="2867" y="9106"/>
                    <a:pt x="3340" y="9578"/>
                    <a:pt x="3875" y="9578"/>
                  </a:cubicBezTo>
                  <a:cubicBezTo>
                    <a:pt x="4442" y="9578"/>
                    <a:pt x="4915" y="9106"/>
                    <a:pt x="4915" y="8538"/>
                  </a:cubicBezTo>
                  <a:cubicBezTo>
                    <a:pt x="4915" y="8412"/>
                    <a:pt x="4884" y="8318"/>
                    <a:pt x="4821" y="8192"/>
                  </a:cubicBezTo>
                  <a:lnTo>
                    <a:pt x="7719" y="8192"/>
                  </a:lnTo>
                  <a:cubicBezTo>
                    <a:pt x="7656" y="8318"/>
                    <a:pt x="7624" y="8412"/>
                    <a:pt x="7624" y="8538"/>
                  </a:cubicBezTo>
                  <a:cubicBezTo>
                    <a:pt x="7624" y="9106"/>
                    <a:pt x="8097" y="9578"/>
                    <a:pt x="8664" y="9578"/>
                  </a:cubicBezTo>
                  <a:cubicBezTo>
                    <a:pt x="9200" y="9578"/>
                    <a:pt x="9672" y="9106"/>
                    <a:pt x="9672" y="8538"/>
                  </a:cubicBezTo>
                  <a:cubicBezTo>
                    <a:pt x="9672" y="8412"/>
                    <a:pt x="9641" y="8318"/>
                    <a:pt x="9609" y="8192"/>
                  </a:cubicBezTo>
                  <a:lnTo>
                    <a:pt x="9987" y="8192"/>
                  </a:lnTo>
                  <a:cubicBezTo>
                    <a:pt x="10176" y="8192"/>
                    <a:pt x="10334" y="8034"/>
                    <a:pt x="10334" y="7845"/>
                  </a:cubicBezTo>
                  <a:cubicBezTo>
                    <a:pt x="10334" y="7625"/>
                    <a:pt x="10176" y="7467"/>
                    <a:pt x="9987" y="7467"/>
                  </a:cubicBezTo>
                  <a:lnTo>
                    <a:pt x="2773" y="7467"/>
                  </a:lnTo>
                  <a:cubicBezTo>
                    <a:pt x="2759" y="7470"/>
                    <a:pt x="2746" y="7471"/>
                    <a:pt x="2733" y="7471"/>
                  </a:cubicBezTo>
                  <a:cubicBezTo>
                    <a:pt x="2459" y="7471"/>
                    <a:pt x="2477" y="6837"/>
                    <a:pt x="2899" y="6837"/>
                  </a:cubicBezTo>
                  <a:lnTo>
                    <a:pt x="10145" y="6837"/>
                  </a:lnTo>
                  <a:cubicBezTo>
                    <a:pt x="10302" y="6837"/>
                    <a:pt x="10428" y="6774"/>
                    <a:pt x="10460" y="6617"/>
                  </a:cubicBezTo>
                  <a:lnTo>
                    <a:pt x="11815" y="2553"/>
                  </a:lnTo>
                  <a:cubicBezTo>
                    <a:pt x="11846" y="2427"/>
                    <a:pt x="11815" y="2332"/>
                    <a:pt x="11752" y="2238"/>
                  </a:cubicBezTo>
                  <a:cubicBezTo>
                    <a:pt x="11657" y="2080"/>
                    <a:pt x="11500" y="2048"/>
                    <a:pt x="10775" y="2048"/>
                  </a:cubicBezTo>
                  <a:lnTo>
                    <a:pt x="10491" y="2048"/>
                  </a:lnTo>
                  <a:lnTo>
                    <a:pt x="10491" y="2395"/>
                  </a:lnTo>
                  <a:cubicBezTo>
                    <a:pt x="10491" y="2584"/>
                    <a:pt x="10334" y="2742"/>
                    <a:pt x="10145" y="2742"/>
                  </a:cubicBezTo>
                  <a:lnTo>
                    <a:pt x="9641" y="2742"/>
                  </a:lnTo>
                  <a:cubicBezTo>
                    <a:pt x="9609" y="2868"/>
                    <a:pt x="9546" y="2962"/>
                    <a:pt x="9515" y="3057"/>
                  </a:cubicBezTo>
                  <a:lnTo>
                    <a:pt x="9861" y="3435"/>
                  </a:lnTo>
                  <a:cubicBezTo>
                    <a:pt x="9987" y="3529"/>
                    <a:pt x="9987" y="3781"/>
                    <a:pt x="9861" y="3907"/>
                  </a:cubicBezTo>
                  <a:lnTo>
                    <a:pt x="8885" y="4884"/>
                  </a:lnTo>
                  <a:cubicBezTo>
                    <a:pt x="8822" y="4947"/>
                    <a:pt x="8735" y="4978"/>
                    <a:pt x="8648" y="4978"/>
                  </a:cubicBezTo>
                  <a:cubicBezTo>
                    <a:pt x="8562" y="4978"/>
                    <a:pt x="8475" y="4947"/>
                    <a:pt x="8412" y="4884"/>
                  </a:cubicBezTo>
                  <a:lnTo>
                    <a:pt x="8066" y="4537"/>
                  </a:lnTo>
                  <a:cubicBezTo>
                    <a:pt x="7971" y="4569"/>
                    <a:pt x="7877" y="4600"/>
                    <a:pt x="7751" y="4632"/>
                  </a:cubicBezTo>
                  <a:lnTo>
                    <a:pt x="7751" y="5167"/>
                  </a:lnTo>
                  <a:cubicBezTo>
                    <a:pt x="7751" y="5356"/>
                    <a:pt x="7593" y="5514"/>
                    <a:pt x="7404" y="5514"/>
                  </a:cubicBezTo>
                  <a:lnTo>
                    <a:pt x="5986" y="5514"/>
                  </a:lnTo>
                  <a:cubicBezTo>
                    <a:pt x="5766" y="5514"/>
                    <a:pt x="5608" y="5356"/>
                    <a:pt x="5608" y="5167"/>
                  </a:cubicBezTo>
                  <a:lnTo>
                    <a:pt x="5608" y="4632"/>
                  </a:lnTo>
                  <a:cubicBezTo>
                    <a:pt x="5514" y="4600"/>
                    <a:pt x="5419" y="4569"/>
                    <a:pt x="5293" y="4537"/>
                  </a:cubicBezTo>
                  <a:lnTo>
                    <a:pt x="4947" y="4884"/>
                  </a:lnTo>
                  <a:cubicBezTo>
                    <a:pt x="4884" y="4947"/>
                    <a:pt x="4797" y="4978"/>
                    <a:pt x="4710" y="4978"/>
                  </a:cubicBezTo>
                  <a:cubicBezTo>
                    <a:pt x="4624" y="4978"/>
                    <a:pt x="4537" y="4947"/>
                    <a:pt x="4474" y="4884"/>
                  </a:cubicBezTo>
                  <a:lnTo>
                    <a:pt x="3497" y="3907"/>
                  </a:lnTo>
                  <a:cubicBezTo>
                    <a:pt x="3371" y="3781"/>
                    <a:pt x="3371" y="3529"/>
                    <a:pt x="3497" y="3435"/>
                  </a:cubicBezTo>
                  <a:lnTo>
                    <a:pt x="3844" y="3057"/>
                  </a:lnTo>
                  <a:cubicBezTo>
                    <a:pt x="3812" y="2994"/>
                    <a:pt x="3781" y="2868"/>
                    <a:pt x="3718" y="2742"/>
                  </a:cubicBezTo>
                  <a:lnTo>
                    <a:pt x="3214" y="2742"/>
                  </a:lnTo>
                  <a:cubicBezTo>
                    <a:pt x="3025" y="2742"/>
                    <a:pt x="2867" y="2584"/>
                    <a:pt x="2867" y="2395"/>
                  </a:cubicBezTo>
                  <a:lnTo>
                    <a:pt x="2867" y="2048"/>
                  </a:lnTo>
                  <a:lnTo>
                    <a:pt x="2080" y="2048"/>
                  </a:lnTo>
                  <a:lnTo>
                    <a:pt x="1828" y="820"/>
                  </a:lnTo>
                  <a:cubicBezTo>
                    <a:pt x="1765" y="347"/>
                    <a:pt x="1324" y="1"/>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88"/>
            <p:cNvSpPr/>
            <p:nvPr/>
          </p:nvSpPr>
          <p:spPr>
            <a:xfrm>
              <a:off x="-3718359" y="3628950"/>
              <a:ext cx="155975" cy="156775"/>
            </a:xfrm>
            <a:custGeom>
              <a:avLst/>
              <a:gdLst/>
              <a:ahLst/>
              <a:cxnLst/>
              <a:rect l="l" t="t" r="r" b="b"/>
              <a:pathLst>
                <a:path w="6239" h="6271" extrusionOk="0">
                  <a:moveTo>
                    <a:pt x="3056" y="1419"/>
                  </a:moveTo>
                  <a:cubicBezTo>
                    <a:pt x="4001" y="1419"/>
                    <a:pt x="4758" y="2175"/>
                    <a:pt x="4758" y="3120"/>
                  </a:cubicBezTo>
                  <a:cubicBezTo>
                    <a:pt x="4758" y="4065"/>
                    <a:pt x="4001" y="4821"/>
                    <a:pt x="3056" y="4821"/>
                  </a:cubicBezTo>
                  <a:cubicBezTo>
                    <a:pt x="2111" y="4821"/>
                    <a:pt x="1355" y="4065"/>
                    <a:pt x="1355" y="3120"/>
                  </a:cubicBezTo>
                  <a:cubicBezTo>
                    <a:pt x="1355" y="2175"/>
                    <a:pt x="2111" y="1419"/>
                    <a:pt x="3056" y="1419"/>
                  </a:cubicBezTo>
                  <a:close/>
                  <a:moveTo>
                    <a:pt x="2773" y="1"/>
                  </a:moveTo>
                  <a:lnTo>
                    <a:pt x="2773" y="442"/>
                  </a:lnTo>
                  <a:cubicBezTo>
                    <a:pt x="2773" y="600"/>
                    <a:pt x="2678" y="726"/>
                    <a:pt x="2521" y="757"/>
                  </a:cubicBezTo>
                  <a:cubicBezTo>
                    <a:pt x="2300" y="789"/>
                    <a:pt x="2080" y="915"/>
                    <a:pt x="1891" y="1041"/>
                  </a:cubicBezTo>
                  <a:cubicBezTo>
                    <a:pt x="1846" y="1063"/>
                    <a:pt x="1793" y="1073"/>
                    <a:pt x="1739" y="1073"/>
                  </a:cubicBezTo>
                  <a:cubicBezTo>
                    <a:pt x="1639" y="1073"/>
                    <a:pt x="1531" y="1039"/>
                    <a:pt x="1450" y="978"/>
                  </a:cubicBezTo>
                  <a:lnTo>
                    <a:pt x="1135" y="663"/>
                  </a:lnTo>
                  <a:lnTo>
                    <a:pt x="662" y="1135"/>
                  </a:lnTo>
                  <a:lnTo>
                    <a:pt x="977" y="1450"/>
                  </a:lnTo>
                  <a:cubicBezTo>
                    <a:pt x="1103" y="1576"/>
                    <a:pt x="1103" y="1734"/>
                    <a:pt x="1009" y="1891"/>
                  </a:cubicBezTo>
                  <a:cubicBezTo>
                    <a:pt x="883" y="2080"/>
                    <a:pt x="819" y="2301"/>
                    <a:pt x="725" y="2521"/>
                  </a:cubicBezTo>
                  <a:cubicBezTo>
                    <a:pt x="693" y="2679"/>
                    <a:pt x="599" y="2805"/>
                    <a:pt x="410" y="2805"/>
                  </a:cubicBezTo>
                  <a:lnTo>
                    <a:pt x="0" y="2805"/>
                  </a:lnTo>
                  <a:lnTo>
                    <a:pt x="0" y="3466"/>
                  </a:lnTo>
                  <a:lnTo>
                    <a:pt x="410" y="3466"/>
                  </a:lnTo>
                  <a:cubicBezTo>
                    <a:pt x="567" y="3466"/>
                    <a:pt x="693" y="3593"/>
                    <a:pt x="725" y="3750"/>
                  </a:cubicBezTo>
                  <a:cubicBezTo>
                    <a:pt x="788" y="3939"/>
                    <a:pt x="883" y="4191"/>
                    <a:pt x="1009" y="4380"/>
                  </a:cubicBezTo>
                  <a:cubicBezTo>
                    <a:pt x="1103" y="4506"/>
                    <a:pt x="1040" y="4695"/>
                    <a:pt x="977" y="4821"/>
                  </a:cubicBezTo>
                  <a:lnTo>
                    <a:pt x="662" y="5136"/>
                  </a:lnTo>
                  <a:lnTo>
                    <a:pt x="1135" y="5609"/>
                  </a:lnTo>
                  <a:lnTo>
                    <a:pt x="1450" y="5294"/>
                  </a:lnTo>
                  <a:cubicBezTo>
                    <a:pt x="1523" y="5220"/>
                    <a:pt x="1608" y="5189"/>
                    <a:pt x="1697" y="5189"/>
                  </a:cubicBezTo>
                  <a:cubicBezTo>
                    <a:pt x="1760" y="5189"/>
                    <a:pt x="1825" y="5205"/>
                    <a:pt x="1891" y="5231"/>
                  </a:cubicBezTo>
                  <a:cubicBezTo>
                    <a:pt x="2080" y="5357"/>
                    <a:pt x="2269" y="5451"/>
                    <a:pt x="2521" y="5514"/>
                  </a:cubicBezTo>
                  <a:cubicBezTo>
                    <a:pt x="2678" y="5546"/>
                    <a:pt x="2773" y="5672"/>
                    <a:pt x="2773" y="5829"/>
                  </a:cubicBezTo>
                  <a:lnTo>
                    <a:pt x="2773" y="6270"/>
                  </a:lnTo>
                  <a:lnTo>
                    <a:pt x="3466" y="6270"/>
                  </a:lnTo>
                  <a:lnTo>
                    <a:pt x="3466" y="5829"/>
                  </a:lnTo>
                  <a:cubicBezTo>
                    <a:pt x="3466" y="5672"/>
                    <a:pt x="3560" y="5546"/>
                    <a:pt x="3718" y="5514"/>
                  </a:cubicBezTo>
                  <a:cubicBezTo>
                    <a:pt x="3938" y="5483"/>
                    <a:pt x="4159" y="5357"/>
                    <a:pt x="4348" y="5231"/>
                  </a:cubicBezTo>
                  <a:cubicBezTo>
                    <a:pt x="4393" y="5208"/>
                    <a:pt x="4445" y="5198"/>
                    <a:pt x="4500" y="5198"/>
                  </a:cubicBezTo>
                  <a:cubicBezTo>
                    <a:pt x="4600" y="5198"/>
                    <a:pt x="4708" y="5233"/>
                    <a:pt x="4789" y="5294"/>
                  </a:cubicBezTo>
                  <a:lnTo>
                    <a:pt x="5104" y="5609"/>
                  </a:lnTo>
                  <a:lnTo>
                    <a:pt x="5577" y="5136"/>
                  </a:lnTo>
                  <a:lnTo>
                    <a:pt x="5262" y="4821"/>
                  </a:lnTo>
                  <a:cubicBezTo>
                    <a:pt x="5136" y="4695"/>
                    <a:pt x="5136" y="4538"/>
                    <a:pt x="5230" y="4380"/>
                  </a:cubicBezTo>
                  <a:cubicBezTo>
                    <a:pt x="5356" y="4191"/>
                    <a:pt x="5419" y="3971"/>
                    <a:pt x="5514" y="3750"/>
                  </a:cubicBezTo>
                  <a:cubicBezTo>
                    <a:pt x="5545" y="3593"/>
                    <a:pt x="5671" y="3466"/>
                    <a:pt x="5829" y="3466"/>
                  </a:cubicBezTo>
                  <a:lnTo>
                    <a:pt x="6238" y="3466"/>
                  </a:lnTo>
                  <a:lnTo>
                    <a:pt x="6238" y="2805"/>
                  </a:lnTo>
                  <a:lnTo>
                    <a:pt x="5829" y="2805"/>
                  </a:lnTo>
                  <a:cubicBezTo>
                    <a:pt x="5671" y="2805"/>
                    <a:pt x="5545" y="2679"/>
                    <a:pt x="5514" y="2521"/>
                  </a:cubicBezTo>
                  <a:cubicBezTo>
                    <a:pt x="5451" y="2332"/>
                    <a:pt x="5356" y="2080"/>
                    <a:pt x="5230" y="1891"/>
                  </a:cubicBezTo>
                  <a:cubicBezTo>
                    <a:pt x="5136" y="1765"/>
                    <a:pt x="5199" y="1576"/>
                    <a:pt x="5262" y="1450"/>
                  </a:cubicBezTo>
                  <a:lnTo>
                    <a:pt x="5577" y="1135"/>
                  </a:lnTo>
                  <a:lnTo>
                    <a:pt x="5104" y="663"/>
                  </a:lnTo>
                  <a:lnTo>
                    <a:pt x="4789" y="978"/>
                  </a:lnTo>
                  <a:cubicBezTo>
                    <a:pt x="4715" y="1051"/>
                    <a:pt x="4641" y="1082"/>
                    <a:pt x="4555" y="1082"/>
                  </a:cubicBezTo>
                  <a:cubicBezTo>
                    <a:pt x="4494" y="1082"/>
                    <a:pt x="4426" y="1067"/>
                    <a:pt x="4348" y="1041"/>
                  </a:cubicBezTo>
                  <a:cubicBezTo>
                    <a:pt x="4159" y="915"/>
                    <a:pt x="3970" y="820"/>
                    <a:pt x="3718" y="757"/>
                  </a:cubicBezTo>
                  <a:cubicBezTo>
                    <a:pt x="3560" y="726"/>
                    <a:pt x="3466" y="600"/>
                    <a:pt x="3466" y="442"/>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4" name="Google Shape;7634;p88"/>
          <p:cNvGrpSpPr/>
          <p:nvPr/>
        </p:nvGrpSpPr>
        <p:grpSpPr>
          <a:xfrm>
            <a:off x="5208420" y="2756412"/>
            <a:ext cx="419443" cy="420487"/>
            <a:chOff x="-3771675" y="3971775"/>
            <a:chExt cx="291300" cy="292025"/>
          </a:xfrm>
        </p:grpSpPr>
        <p:sp>
          <p:nvSpPr>
            <p:cNvPr id="7635" name="Google Shape;7635;p88"/>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6" name="Google Shape;7636;p88"/>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88"/>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88"/>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88"/>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0" name="Google Shape;7640;p88"/>
          <p:cNvGrpSpPr/>
          <p:nvPr/>
        </p:nvGrpSpPr>
        <p:grpSpPr>
          <a:xfrm>
            <a:off x="7869864" y="1716461"/>
            <a:ext cx="420271" cy="320774"/>
            <a:chOff x="-1951475" y="3273100"/>
            <a:chExt cx="291875" cy="222775"/>
          </a:xfrm>
        </p:grpSpPr>
        <p:sp>
          <p:nvSpPr>
            <p:cNvPr id="7641" name="Google Shape;7641;p88"/>
            <p:cNvSpPr/>
            <p:nvPr/>
          </p:nvSpPr>
          <p:spPr>
            <a:xfrm>
              <a:off x="-1951475" y="3325050"/>
              <a:ext cx="51225" cy="119250"/>
            </a:xfrm>
            <a:custGeom>
              <a:avLst/>
              <a:gdLst/>
              <a:ahLst/>
              <a:cxnLst/>
              <a:rect l="l" t="t" r="r" b="b"/>
              <a:pathLst>
                <a:path w="2049" h="4770" extrusionOk="0">
                  <a:moveTo>
                    <a:pt x="1033" y="0"/>
                  </a:moveTo>
                  <a:cubicBezTo>
                    <a:pt x="518" y="0"/>
                    <a:pt x="0" y="339"/>
                    <a:pt x="0" y="1004"/>
                  </a:cubicBezTo>
                  <a:lnTo>
                    <a:pt x="0" y="3777"/>
                  </a:lnTo>
                  <a:cubicBezTo>
                    <a:pt x="0" y="4438"/>
                    <a:pt x="512" y="4769"/>
                    <a:pt x="1024" y="4769"/>
                  </a:cubicBezTo>
                  <a:cubicBezTo>
                    <a:pt x="1536" y="4769"/>
                    <a:pt x="2048" y="4438"/>
                    <a:pt x="2048" y="3777"/>
                  </a:cubicBezTo>
                  <a:lnTo>
                    <a:pt x="2048" y="1004"/>
                  </a:lnTo>
                  <a:cubicBezTo>
                    <a:pt x="2048" y="331"/>
                    <a:pt x="1542" y="0"/>
                    <a:pt x="1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88"/>
            <p:cNvSpPr/>
            <p:nvPr/>
          </p:nvSpPr>
          <p:spPr>
            <a:xfrm>
              <a:off x="-1711250" y="3273100"/>
              <a:ext cx="51650" cy="221725"/>
            </a:xfrm>
            <a:custGeom>
              <a:avLst/>
              <a:gdLst/>
              <a:ahLst/>
              <a:cxnLst/>
              <a:rect l="l" t="t" r="r" b="b"/>
              <a:pathLst>
                <a:path w="2066" h="8869" extrusionOk="0">
                  <a:moveTo>
                    <a:pt x="1027" y="0"/>
                  </a:moveTo>
                  <a:cubicBezTo>
                    <a:pt x="608" y="0"/>
                    <a:pt x="186" y="229"/>
                    <a:pt x="32" y="719"/>
                  </a:cubicBezTo>
                  <a:cubicBezTo>
                    <a:pt x="0" y="814"/>
                    <a:pt x="0" y="940"/>
                    <a:pt x="0" y="1003"/>
                  </a:cubicBezTo>
                  <a:lnTo>
                    <a:pt x="0" y="7871"/>
                  </a:lnTo>
                  <a:cubicBezTo>
                    <a:pt x="0" y="7934"/>
                    <a:pt x="0" y="8060"/>
                    <a:pt x="32" y="8123"/>
                  </a:cubicBezTo>
                  <a:cubicBezTo>
                    <a:pt x="173" y="8632"/>
                    <a:pt x="594" y="8869"/>
                    <a:pt x="1015" y="8869"/>
                  </a:cubicBezTo>
                  <a:cubicBezTo>
                    <a:pt x="1532" y="8869"/>
                    <a:pt x="2048" y="8513"/>
                    <a:pt x="2048" y="7871"/>
                  </a:cubicBezTo>
                  <a:lnTo>
                    <a:pt x="2048" y="1003"/>
                  </a:lnTo>
                  <a:cubicBezTo>
                    <a:pt x="2066" y="356"/>
                    <a:pt x="1549" y="0"/>
                    <a:pt x="10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88"/>
            <p:cNvSpPr/>
            <p:nvPr/>
          </p:nvSpPr>
          <p:spPr>
            <a:xfrm>
              <a:off x="-1886900" y="3296575"/>
              <a:ext cx="156775" cy="199300"/>
            </a:xfrm>
            <a:custGeom>
              <a:avLst/>
              <a:gdLst/>
              <a:ahLst/>
              <a:cxnLst/>
              <a:rect l="l" t="t" r="r" b="b"/>
              <a:pathLst>
                <a:path w="6271" h="7972" extrusionOk="0">
                  <a:moveTo>
                    <a:pt x="851" y="5672"/>
                  </a:moveTo>
                  <a:lnTo>
                    <a:pt x="3466" y="6333"/>
                  </a:lnTo>
                  <a:cubicBezTo>
                    <a:pt x="3277" y="6869"/>
                    <a:pt x="2773" y="7279"/>
                    <a:pt x="2174" y="7279"/>
                  </a:cubicBezTo>
                  <a:cubicBezTo>
                    <a:pt x="1418" y="7279"/>
                    <a:pt x="788" y="6648"/>
                    <a:pt x="788" y="5892"/>
                  </a:cubicBezTo>
                  <a:cubicBezTo>
                    <a:pt x="851" y="5798"/>
                    <a:pt x="851" y="5735"/>
                    <a:pt x="851" y="5672"/>
                  </a:cubicBezTo>
                  <a:close/>
                  <a:moveTo>
                    <a:pt x="6270" y="1"/>
                  </a:moveTo>
                  <a:lnTo>
                    <a:pt x="1" y="1576"/>
                  </a:lnTo>
                  <a:cubicBezTo>
                    <a:pt x="95" y="1734"/>
                    <a:pt x="127" y="1923"/>
                    <a:pt x="127" y="2143"/>
                  </a:cubicBezTo>
                  <a:lnTo>
                    <a:pt x="127" y="4916"/>
                  </a:lnTo>
                  <a:cubicBezTo>
                    <a:pt x="127" y="5105"/>
                    <a:pt x="95" y="5294"/>
                    <a:pt x="1" y="5514"/>
                  </a:cubicBezTo>
                  <a:lnTo>
                    <a:pt x="158" y="5546"/>
                  </a:lnTo>
                  <a:cubicBezTo>
                    <a:pt x="127" y="5672"/>
                    <a:pt x="127" y="5829"/>
                    <a:pt x="127" y="5924"/>
                  </a:cubicBezTo>
                  <a:cubicBezTo>
                    <a:pt x="127" y="7090"/>
                    <a:pt x="1040" y="7972"/>
                    <a:pt x="2174" y="7972"/>
                  </a:cubicBezTo>
                  <a:cubicBezTo>
                    <a:pt x="3120" y="7972"/>
                    <a:pt x="3907" y="7405"/>
                    <a:pt x="4159" y="6522"/>
                  </a:cubicBezTo>
                  <a:lnTo>
                    <a:pt x="6270" y="7090"/>
                  </a:lnTo>
                  <a:lnTo>
                    <a:pt x="6270" y="5672"/>
                  </a:lnTo>
                  <a:lnTo>
                    <a:pt x="6270" y="2238"/>
                  </a:lnTo>
                  <a:lnTo>
                    <a:pt x="62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4" name="Google Shape;7644;p88"/>
          <p:cNvGrpSpPr/>
          <p:nvPr/>
        </p:nvGrpSpPr>
        <p:grpSpPr>
          <a:xfrm>
            <a:off x="7867344" y="2205191"/>
            <a:ext cx="425310" cy="419659"/>
            <a:chOff x="-1951475" y="3597450"/>
            <a:chExt cx="295375" cy="291450"/>
          </a:xfrm>
        </p:grpSpPr>
        <p:sp>
          <p:nvSpPr>
            <p:cNvPr id="7645" name="Google Shape;7645;p88"/>
            <p:cNvSpPr/>
            <p:nvPr/>
          </p:nvSpPr>
          <p:spPr>
            <a:xfrm>
              <a:off x="-1951475" y="3597450"/>
              <a:ext cx="170925" cy="34675"/>
            </a:xfrm>
            <a:custGeom>
              <a:avLst/>
              <a:gdLst/>
              <a:ahLst/>
              <a:cxnLst/>
              <a:rect l="l" t="t" r="r" b="b"/>
              <a:pathLst>
                <a:path w="6837" h="1387" extrusionOk="0">
                  <a:moveTo>
                    <a:pt x="1008" y="1"/>
                  </a:moveTo>
                  <a:cubicBezTo>
                    <a:pt x="473" y="1"/>
                    <a:pt x="0" y="473"/>
                    <a:pt x="0" y="1040"/>
                  </a:cubicBezTo>
                  <a:lnTo>
                    <a:pt x="0" y="1387"/>
                  </a:lnTo>
                  <a:lnTo>
                    <a:pt x="6837" y="1387"/>
                  </a:lnTo>
                  <a:lnTo>
                    <a:pt x="6837" y="1040"/>
                  </a:lnTo>
                  <a:cubicBezTo>
                    <a:pt x="6837" y="473"/>
                    <a:pt x="6364"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88"/>
            <p:cNvSpPr/>
            <p:nvPr/>
          </p:nvSpPr>
          <p:spPr>
            <a:xfrm>
              <a:off x="-1949900" y="3648650"/>
              <a:ext cx="171725" cy="173300"/>
            </a:xfrm>
            <a:custGeom>
              <a:avLst/>
              <a:gdLst/>
              <a:ahLst/>
              <a:cxnLst/>
              <a:rect l="l" t="t" r="r" b="b"/>
              <a:pathLst>
                <a:path w="6869" h="6932" extrusionOk="0">
                  <a:moveTo>
                    <a:pt x="0" y="1"/>
                  </a:moveTo>
                  <a:lnTo>
                    <a:pt x="0" y="6932"/>
                  </a:lnTo>
                  <a:lnTo>
                    <a:pt x="2426" y="6932"/>
                  </a:lnTo>
                  <a:cubicBezTo>
                    <a:pt x="2521" y="6585"/>
                    <a:pt x="2836" y="6333"/>
                    <a:pt x="3245" y="6270"/>
                  </a:cubicBezTo>
                  <a:lnTo>
                    <a:pt x="1166" y="4191"/>
                  </a:lnTo>
                  <a:cubicBezTo>
                    <a:pt x="693" y="3718"/>
                    <a:pt x="693" y="2962"/>
                    <a:pt x="1166" y="2489"/>
                  </a:cubicBezTo>
                  <a:cubicBezTo>
                    <a:pt x="1386" y="2237"/>
                    <a:pt x="1670" y="2143"/>
                    <a:pt x="2017" y="2143"/>
                  </a:cubicBezTo>
                  <a:cubicBezTo>
                    <a:pt x="2363" y="2143"/>
                    <a:pt x="2647" y="2237"/>
                    <a:pt x="2899" y="2489"/>
                  </a:cubicBezTo>
                  <a:lnTo>
                    <a:pt x="3560" y="3151"/>
                  </a:lnTo>
                  <a:cubicBezTo>
                    <a:pt x="3592" y="2994"/>
                    <a:pt x="3718" y="2836"/>
                    <a:pt x="3844" y="2710"/>
                  </a:cubicBezTo>
                  <a:cubicBezTo>
                    <a:pt x="4064" y="2489"/>
                    <a:pt x="4348" y="2363"/>
                    <a:pt x="4694" y="2363"/>
                  </a:cubicBezTo>
                  <a:cubicBezTo>
                    <a:pt x="4694" y="2048"/>
                    <a:pt x="4820" y="1733"/>
                    <a:pt x="5041" y="1513"/>
                  </a:cubicBezTo>
                  <a:cubicBezTo>
                    <a:pt x="5293" y="1261"/>
                    <a:pt x="5577" y="1135"/>
                    <a:pt x="5923" y="1135"/>
                  </a:cubicBezTo>
                  <a:cubicBezTo>
                    <a:pt x="6112" y="1135"/>
                    <a:pt x="6301" y="1198"/>
                    <a:pt x="6459" y="1261"/>
                  </a:cubicBezTo>
                  <a:cubicBezTo>
                    <a:pt x="6522" y="1072"/>
                    <a:pt x="6616" y="914"/>
                    <a:pt x="6774" y="757"/>
                  </a:cubicBezTo>
                  <a:lnTo>
                    <a:pt x="6868" y="662"/>
                  </a:lnTo>
                  <a:lnTo>
                    <a:pt x="68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88"/>
            <p:cNvSpPr/>
            <p:nvPr/>
          </p:nvSpPr>
          <p:spPr>
            <a:xfrm>
              <a:off x="-1951475" y="3838475"/>
              <a:ext cx="170925" cy="50425"/>
            </a:xfrm>
            <a:custGeom>
              <a:avLst/>
              <a:gdLst/>
              <a:ahLst/>
              <a:cxnLst/>
              <a:rect l="l" t="t" r="r" b="b"/>
              <a:pathLst>
                <a:path w="6837" h="2017" extrusionOk="0">
                  <a:moveTo>
                    <a:pt x="0" y="0"/>
                  </a:moveTo>
                  <a:lnTo>
                    <a:pt x="0" y="1008"/>
                  </a:lnTo>
                  <a:cubicBezTo>
                    <a:pt x="0" y="1544"/>
                    <a:pt x="473" y="2017"/>
                    <a:pt x="1008" y="2017"/>
                  </a:cubicBezTo>
                  <a:lnTo>
                    <a:pt x="5829" y="2017"/>
                  </a:lnTo>
                  <a:cubicBezTo>
                    <a:pt x="6333" y="2017"/>
                    <a:pt x="6774" y="1670"/>
                    <a:pt x="6837" y="1166"/>
                  </a:cubicBezTo>
                  <a:lnTo>
                    <a:pt x="6679" y="1071"/>
                  </a:lnTo>
                  <a:lnTo>
                    <a:pt x="3466" y="1071"/>
                  </a:lnTo>
                  <a:cubicBezTo>
                    <a:pt x="2867" y="1071"/>
                    <a:pt x="2363" y="599"/>
                    <a:pt x="22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88"/>
            <p:cNvSpPr/>
            <p:nvPr/>
          </p:nvSpPr>
          <p:spPr>
            <a:xfrm>
              <a:off x="-1912900" y="3675825"/>
              <a:ext cx="256800" cy="202825"/>
            </a:xfrm>
            <a:custGeom>
              <a:avLst/>
              <a:gdLst/>
              <a:ahLst/>
              <a:cxnLst/>
              <a:rect l="l" t="t" r="r" b="b"/>
              <a:pathLst>
                <a:path w="10272" h="8113" extrusionOk="0">
                  <a:moveTo>
                    <a:pt x="6085" y="0"/>
                  </a:moveTo>
                  <a:cubicBezTo>
                    <a:pt x="5955" y="0"/>
                    <a:pt x="5829" y="48"/>
                    <a:pt x="5735" y="142"/>
                  </a:cubicBezTo>
                  <a:cubicBezTo>
                    <a:pt x="5546" y="331"/>
                    <a:pt x="5546" y="646"/>
                    <a:pt x="5735" y="835"/>
                  </a:cubicBezTo>
                  <a:lnTo>
                    <a:pt x="6081" y="1213"/>
                  </a:lnTo>
                  <a:cubicBezTo>
                    <a:pt x="6207" y="1308"/>
                    <a:pt x="6207" y="1560"/>
                    <a:pt x="6081" y="1655"/>
                  </a:cubicBezTo>
                  <a:cubicBezTo>
                    <a:pt x="6034" y="1718"/>
                    <a:pt x="5948" y="1749"/>
                    <a:pt x="5857" y="1749"/>
                  </a:cubicBezTo>
                  <a:cubicBezTo>
                    <a:pt x="5766" y="1749"/>
                    <a:pt x="5672" y="1718"/>
                    <a:pt x="5609" y="1655"/>
                  </a:cubicBezTo>
                  <a:lnTo>
                    <a:pt x="4758" y="804"/>
                  </a:lnTo>
                  <a:cubicBezTo>
                    <a:pt x="4664" y="709"/>
                    <a:pt x="4538" y="662"/>
                    <a:pt x="4408" y="662"/>
                  </a:cubicBezTo>
                  <a:cubicBezTo>
                    <a:pt x="4278" y="662"/>
                    <a:pt x="4144" y="709"/>
                    <a:pt x="4034" y="804"/>
                  </a:cubicBezTo>
                  <a:cubicBezTo>
                    <a:pt x="3845" y="993"/>
                    <a:pt x="3845" y="1308"/>
                    <a:pt x="4034" y="1528"/>
                  </a:cubicBezTo>
                  <a:cubicBezTo>
                    <a:pt x="4034" y="1655"/>
                    <a:pt x="4884" y="2505"/>
                    <a:pt x="4821" y="2505"/>
                  </a:cubicBezTo>
                  <a:cubicBezTo>
                    <a:pt x="4947" y="2631"/>
                    <a:pt x="4947" y="2852"/>
                    <a:pt x="4821" y="2978"/>
                  </a:cubicBezTo>
                  <a:cubicBezTo>
                    <a:pt x="4774" y="3041"/>
                    <a:pt x="4687" y="3072"/>
                    <a:pt x="4601" y="3072"/>
                  </a:cubicBezTo>
                  <a:cubicBezTo>
                    <a:pt x="4514" y="3072"/>
                    <a:pt x="4427" y="3041"/>
                    <a:pt x="4380" y="2978"/>
                  </a:cubicBezTo>
                  <a:lnTo>
                    <a:pt x="3498" y="2096"/>
                  </a:lnTo>
                  <a:cubicBezTo>
                    <a:pt x="3403" y="2001"/>
                    <a:pt x="3277" y="1954"/>
                    <a:pt x="3151" y="1954"/>
                  </a:cubicBezTo>
                  <a:cubicBezTo>
                    <a:pt x="3025" y="1954"/>
                    <a:pt x="2899" y="2001"/>
                    <a:pt x="2805" y="2096"/>
                  </a:cubicBezTo>
                  <a:cubicBezTo>
                    <a:pt x="2584" y="2316"/>
                    <a:pt x="2584" y="2631"/>
                    <a:pt x="2805" y="2820"/>
                  </a:cubicBezTo>
                  <a:lnTo>
                    <a:pt x="3656" y="3671"/>
                  </a:lnTo>
                  <a:cubicBezTo>
                    <a:pt x="3782" y="3797"/>
                    <a:pt x="3782" y="4017"/>
                    <a:pt x="3656" y="4143"/>
                  </a:cubicBezTo>
                  <a:cubicBezTo>
                    <a:pt x="3593" y="4206"/>
                    <a:pt x="3506" y="4238"/>
                    <a:pt x="3419" y="4238"/>
                  </a:cubicBezTo>
                  <a:cubicBezTo>
                    <a:pt x="3333" y="4238"/>
                    <a:pt x="3246" y="4206"/>
                    <a:pt x="3183" y="4143"/>
                  </a:cubicBezTo>
                  <a:lnTo>
                    <a:pt x="883" y="1875"/>
                  </a:lnTo>
                  <a:cubicBezTo>
                    <a:pt x="789" y="1765"/>
                    <a:pt x="663" y="1710"/>
                    <a:pt x="537" y="1710"/>
                  </a:cubicBezTo>
                  <a:cubicBezTo>
                    <a:pt x="411" y="1710"/>
                    <a:pt x="284" y="1765"/>
                    <a:pt x="190" y="1875"/>
                  </a:cubicBezTo>
                  <a:cubicBezTo>
                    <a:pt x="1" y="2064"/>
                    <a:pt x="1" y="2379"/>
                    <a:pt x="190" y="2568"/>
                  </a:cubicBezTo>
                  <a:lnTo>
                    <a:pt x="1797" y="4206"/>
                  </a:lnTo>
                  <a:lnTo>
                    <a:pt x="3403" y="5845"/>
                  </a:lnTo>
                  <a:lnTo>
                    <a:pt x="1954" y="5845"/>
                  </a:lnTo>
                  <a:cubicBezTo>
                    <a:pt x="1671" y="5845"/>
                    <a:pt x="1450" y="6097"/>
                    <a:pt x="1450" y="6349"/>
                  </a:cubicBezTo>
                  <a:cubicBezTo>
                    <a:pt x="1450" y="6632"/>
                    <a:pt x="1671" y="6884"/>
                    <a:pt x="1954" y="6884"/>
                  </a:cubicBezTo>
                  <a:lnTo>
                    <a:pt x="5451" y="6884"/>
                  </a:lnTo>
                  <a:cubicBezTo>
                    <a:pt x="5514" y="6916"/>
                    <a:pt x="6491" y="7829"/>
                    <a:pt x="6491" y="7829"/>
                  </a:cubicBezTo>
                  <a:cubicBezTo>
                    <a:pt x="6680" y="8018"/>
                    <a:pt x="6948" y="8113"/>
                    <a:pt x="7216" y="8113"/>
                  </a:cubicBezTo>
                  <a:cubicBezTo>
                    <a:pt x="7483" y="8113"/>
                    <a:pt x="7751" y="8018"/>
                    <a:pt x="7940" y="7829"/>
                  </a:cubicBezTo>
                  <a:lnTo>
                    <a:pt x="9862" y="5876"/>
                  </a:lnTo>
                  <a:cubicBezTo>
                    <a:pt x="10272" y="5498"/>
                    <a:pt x="10272" y="4836"/>
                    <a:pt x="9862" y="4427"/>
                  </a:cubicBezTo>
                  <a:lnTo>
                    <a:pt x="9452" y="3986"/>
                  </a:lnTo>
                  <a:cubicBezTo>
                    <a:pt x="9326" y="3608"/>
                    <a:pt x="9043" y="3198"/>
                    <a:pt x="8822" y="2820"/>
                  </a:cubicBezTo>
                  <a:cubicBezTo>
                    <a:pt x="8570" y="2411"/>
                    <a:pt x="8350" y="2064"/>
                    <a:pt x="8035" y="1718"/>
                  </a:cubicBezTo>
                  <a:lnTo>
                    <a:pt x="6459" y="142"/>
                  </a:lnTo>
                  <a:cubicBezTo>
                    <a:pt x="6349" y="48"/>
                    <a:pt x="6215" y="0"/>
                    <a:pt x="60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9" name="Google Shape;7649;p88"/>
          <p:cNvGrpSpPr/>
          <p:nvPr/>
        </p:nvGrpSpPr>
        <p:grpSpPr>
          <a:xfrm>
            <a:off x="7869595" y="2756825"/>
            <a:ext cx="444605" cy="419659"/>
            <a:chOff x="-1960150" y="3956600"/>
            <a:chExt cx="308775" cy="291450"/>
          </a:xfrm>
        </p:grpSpPr>
        <p:sp>
          <p:nvSpPr>
            <p:cNvPr id="7650" name="Google Shape;7650;p88"/>
            <p:cNvSpPr/>
            <p:nvPr/>
          </p:nvSpPr>
          <p:spPr>
            <a:xfrm>
              <a:off x="-1960150" y="3956600"/>
              <a:ext cx="308775" cy="51275"/>
            </a:xfrm>
            <a:custGeom>
              <a:avLst/>
              <a:gdLst/>
              <a:ahLst/>
              <a:cxnLst/>
              <a:rect l="l" t="t" r="r" b="b"/>
              <a:pathLst>
                <a:path w="12351" h="2051" extrusionOk="0">
                  <a:moveTo>
                    <a:pt x="1355" y="1"/>
                  </a:moveTo>
                  <a:cubicBezTo>
                    <a:pt x="1" y="1"/>
                    <a:pt x="32" y="2049"/>
                    <a:pt x="1355" y="2049"/>
                  </a:cubicBezTo>
                  <a:lnTo>
                    <a:pt x="11027" y="2049"/>
                  </a:lnTo>
                  <a:cubicBezTo>
                    <a:pt x="11047" y="2050"/>
                    <a:pt x="11066" y="2050"/>
                    <a:pt x="11085" y="2050"/>
                  </a:cubicBezTo>
                  <a:cubicBezTo>
                    <a:pt x="12350" y="2050"/>
                    <a:pt x="12331" y="1"/>
                    <a:pt x="110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88"/>
            <p:cNvSpPr/>
            <p:nvPr/>
          </p:nvSpPr>
          <p:spPr>
            <a:xfrm>
              <a:off x="-1934950" y="4025925"/>
              <a:ext cx="256000" cy="222125"/>
            </a:xfrm>
            <a:custGeom>
              <a:avLst/>
              <a:gdLst/>
              <a:ahLst/>
              <a:cxnLst/>
              <a:rect l="l" t="t" r="r" b="b"/>
              <a:pathLst>
                <a:path w="10240" h="8885" extrusionOk="0">
                  <a:moveTo>
                    <a:pt x="8570" y="756"/>
                  </a:moveTo>
                  <a:cubicBezTo>
                    <a:pt x="8759" y="756"/>
                    <a:pt x="8917" y="914"/>
                    <a:pt x="8917" y="1103"/>
                  </a:cubicBezTo>
                  <a:lnTo>
                    <a:pt x="8917" y="1765"/>
                  </a:lnTo>
                  <a:cubicBezTo>
                    <a:pt x="8917" y="1995"/>
                    <a:pt x="8737" y="2116"/>
                    <a:pt x="8558" y="2116"/>
                  </a:cubicBezTo>
                  <a:cubicBezTo>
                    <a:pt x="8419" y="2116"/>
                    <a:pt x="8279" y="2042"/>
                    <a:pt x="8224" y="1891"/>
                  </a:cubicBezTo>
                  <a:lnTo>
                    <a:pt x="6081" y="4065"/>
                  </a:lnTo>
                  <a:cubicBezTo>
                    <a:pt x="6018" y="4112"/>
                    <a:pt x="5924" y="4135"/>
                    <a:pt x="5833" y="4135"/>
                  </a:cubicBezTo>
                  <a:cubicBezTo>
                    <a:pt x="5743" y="4135"/>
                    <a:pt x="5656" y="4112"/>
                    <a:pt x="5609" y="4065"/>
                  </a:cubicBezTo>
                  <a:lnTo>
                    <a:pt x="3781" y="2237"/>
                  </a:lnTo>
                  <a:lnTo>
                    <a:pt x="1986" y="4065"/>
                  </a:lnTo>
                  <a:cubicBezTo>
                    <a:pt x="1912" y="4138"/>
                    <a:pt x="1831" y="4168"/>
                    <a:pt x="1752" y="4168"/>
                  </a:cubicBezTo>
                  <a:cubicBezTo>
                    <a:pt x="1493" y="4168"/>
                    <a:pt x="1271" y="3834"/>
                    <a:pt x="1513" y="3592"/>
                  </a:cubicBezTo>
                  <a:lnTo>
                    <a:pt x="3561" y="1544"/>
                  </a:lnTo>
                  <a:cubicBezTo>
                    <a:pt x="3624" y="1481"/>
                    <a:pt x="3711" y="1450"/>
                    <a:pt x="3797" y="1450"/>
                  </a:cubicBezTo>
                  <a:cubicBezTo>
                    <a:pt x="3884" y="1450"/>
                    <a:pt x="3970" y="1481"/>
                    <a:pt x="4033" y="1544"/>
                  </a:cubicBezTo>
                  <a:lnTo>
                    <a:pt x="5829" y="3340"/>
                  </a:lnTo>
                  <a:lnTo>
                    <a:pt x="7783" y="1418"/>
                  </a:lnTo>
                  <a:cubicBezTo>
                    <a:pt x="7404" y="1292"/>
                    <a:pt x="7499" y="756"/>
                    <a:pt x="7877" y="756"/>
                  </a:cubicBezTo>
                  <a:close/>
                  <a:moveTo>
                    <a:pt x="5136" y="7562"/>
                  </a:moveTo>
                  <a:cubicBezTo>
                    <a:pt x="5325" y="7562"/>
                    <a:pt x="5483" y="7719"/>
                    <a:pt x="5483" y="7908"/>
                  </a:cubicBezTo>
                  <a:cubicBezTo>
                    <a:pt x="5483" y="8097"/>
                    <a:pt x="5325" y="8255"/>
                    <a:pt x="5136" y="8255"/>
                  </a:cubicBezTo>
                  <a:cubicBezTo>
                    <a:pt x="4916" y="8255"/>
                    <a:pt x="4758" y="8097"/>
                    <a:pt x="4758" y="7908"/>
                  </a:cubicBezTo>
                  <a:cubicBezTo>
                    <a:pt x="4758" y="7719"/>
                    <a:pt x="4916" y="7562"/>
                    <a:pt x="5136" y="7562"/>
                  </a:cubicBezTo>
                  <a:close/>
                  <a:moveTo>
                    <a:pt x="1" y="0"/>
                  </a:moveTo>
                  <a:lnTo>
                    <a:pt x="1" y="5167"/>
                  </a:lnTo>
                  <a:cubicBezTo>
                    <a:pt x="1" y="5703"/>
                    <a:pt x="442" y="6175"/>
                    <a:pt x="1040" y="6175"/>
                  </a:cubicBezTo>
                  <a:lnTo>
                    <a:pt x="4758" y="6175"/>
                  </a:lnTo>
                  <a:lnTo>
                    <a:pt x="4758" y="6931"/>
                  </a:lnTo>
                  <a:cubicBezTo>
                    <a:pt x="4380" y="7089"/>
                    <a:pt x="4096" y="7436"/>
                    <a:pt x="4096" y="7877"/>
                  </a:cubicBezTo>
                  <a:cubicBezTo>
                    <a:pt x="4096" y="8412"/>
                    <a:pt x="4569" y="8885"/>
                    <a:pt x="5136" y="8885"/>
                  </a:cubicBezTo>
                  <a:cubicBezTo>
                    <a:pt x="5672" y="8885"/>
                    <a:pt x="6144" y="8412"/>
                    <a:pt x="6144" y="7877"/>
                  </a:cubicBezTo>
                  <a:cubicBezTo>
                    <a:pt x="6144" y="7436"/>
                    <a:pt x="5861" y="7057"/>
                    <a:pt x="5483" y="6931"/>
                  </a:cubicBezTo>
                  <a:lnTo>
                    <a:pt x="5483" y="6175"/>
                  </a:lnTo>
                  <a:lnTo>
                    <a:pt x="9232" y="6175"/>
                  </a:lnTo>
                  <a:cubicBezTo>
                    <a:pt x="9767" y="6175"/>
                    <a:pt x="10240" y="5703"/>
                    <a:pt x="10240" y="5167"/>
                  </a:cubicBezTo>
                  <a:lnTo>
                    <a:pt x="10240" y="0"/>
                  </a:lnTo>
                  <a:cubicBezTo>
                    <a:pt x="10114" y="32"/>
                    <a:pt x="10019" y="32"/>
                    <a:pt x="9893" y="32"/>
                  </a:cubicBezTo>
                  <a:lnTo>
                    <a:pt x="347" y="32"/>
                  </a:lnTo>
                  <a:cubicBezTo>
                    <a:pt x="253" y="32"/>
                    <a:pt x="127" y="32"/>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2" name="Google Shape;7652;p88"/>
          <p:cNvGrpSpPr/>
          <p:nvPr/>
        </p:nvGrpSpPr>
        <p:grpSpPr>
          <a:xfrm>
            <a:off x="1923633" y="3307636"/>
            <a:ext cx="420775" cy="420775"/>
            <a:chOff x="-804700" y="3226500"/>
            <a:chExt cx="292225" cy="292225"/>
          </a:xfrm>
        </p:grpSpPr>
        <p:sp>
          <p:nvSpPr>
            <p:cNvPr id="7653" name="Google Shape;7653;p88"/>
            <p:cNvSpPr/>
            <p:nvPr/>
          </p:nvSpPr>
          <p:spPr>
            <a:xfrm>
              <a:off x="-804700" y="3467500"/>
              <a:ext cx="85875" cy="51225"/>
            </a:xfrm>
            <a:custGeom>
              <a:avLst/>
              <a:gdLst/>
              <a:ahLst/>
              <a:cxnLst/>
              <a:rect l="l" t="t" r="r" b="b"/>
              <a:pathLst>
                <a:path w="3435" h="2049" extrusionOk="0">
                  <a:moveTo>
                    <a:pt x="1040" y="0"/>
                  </a:moveTo>
                  <a:cubicBezTo>
                    <a:pt x="473" y="0"/>
                    <a:pt x="0" y="473"/>
                    <a:pt x="0" y="1040"/>
                  </a:cubicBezTo>
                  <a:cubicBezTo>
                    <a:pt x="0" y="1576"/>
                    <a:pt x="473" y="2048"/>
                    <a:pt x="1040" y="2048"/>
                  </a:cubicBezTo>
                  <a:lnTo>
                    <a:pt x="2395" y="2048"/>
                  </a:lnTo>
                  <a:cubicBezTo>
                    <a:pt x="2962" y="2048"/>
                    <a:pt x="3434" y="1576"/>
                    <a:pt x="3434" y="1040"/>
                  </a:cubicBezTo>
                  <a:cubicBezTo>
                    <a:pt x="3434" y="473"/>
                    <a:pt x="2962"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88"/>
            <p:cNvSpPr/>
            <p:nvPr/>
          </p:nvSpPr>
          <p:spPr>
            <a:xfrm>
              <a:off x="-710975" y="3466700"/>
              <a:ext cx="196925" cy="51225"/>
            </a:xfrm>
            <a:custGeom>
              <a:avLst/>
              <a:gdLst/>
              <a:ahLst/>
              <a:cxnLst/>
              <a:rect l="l" t="t" r="r" b="b"/>
              <a:pathLst>
                <a:path w="7877" h="2049" extrusionOk="0">
                  <a:moveTo>
                    <a:pt x="1" y="1"/>
                  </a:moveTo>
                  <a:cubicBezTo>
                    <a:pt x="221" y="253"/>
                    <a:pt x="347" y="663"/>
                    <a:pt x="347" y="1009"/>
                  </a:cubicBezTo>
                  <a:cubicBezTo>
                    <a:pt x="347" y="1419"/>
                    <a:pt x="221" y="1765"/>
                    <a:pt x="1" y="2049"/>
                  </a:cubicBezTo>
                  <a:lnTo>
                    <a:pt x="6837" y="2049"/>
                  </a:lnTo>
                  <a:cubicBezTo>
                    <a:pt x="7404" y="2049"/>
                    <a:pt x="7877" y="1576"/>
                    <a:pt x="7877" y="1009"/>
                  </a:cubicBezTo>
                  <a:cubicBezTo>
                    <a:pt x="7877" y="474"/>
                    <a:pt x="7436" y="1"/>
                    <a:pt x="6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88"/>
            <p:cNvSpPr/>
            <p:nvPr/>
          </p:nvSpPr>
          <p:spPr>
            <a:xfrm>
              <a:off x="-667650" y="3312350"/>
              <a:ext cx="18125" cy="17350"/>
            </a:xfrm>
            <a:custGeom>
              <a:avLst/>
              <a:gdLst/>
              <a:ahLst/>
              <a:cxnLst/>
              <a:rect l="l" t="t" r="r" b="b"/>
              <a:pathLst>
                <a:path w="725" h="694" extrusionOk="0">
                  <a:moveTo>
                    <a:pt x="347" y="0"/>
                  </a:moveTo>
                  <a:cubicBezTo>
                    <a:pt x="158" y="0"/>
                    <a:pt x="0" y="158"/>
                    <a:pt x="0" y="347"/>
                  </a:cubicBezTo>
                  <a:cubicBezTo>
                    <a:pt x="0" y="567"/>
                    <a:pt x="158" y="693"/>
                    <a:pt x="347" y="693"/>
                  </a:cubicBezTo>
                  <a:cubicBezTo>
                    <a:pt x="536" y="693"/>
                    <a:pt x="725" y="536"/>
                    <a:pt x="725"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88"/>
            <p:cNvSpPr/>
            <p:nvPr/>
          </p:nvSpPr>
          <p:spPr>
            <a:xfrm>
              <a:off x="-683400" y="3347775"/>
              <a:ext cx="48050" cy="16575"/>
            </a:xfrm>
            <a:custGeom>
              <a:avLst/>
              <a:gdLst/>
              <a:ahLst/>
              <a:cxnLst/>
              <a:rect l="l" t="t" r="r" b="b"/>
              <a:pathLst>
                <a:path w="1922" h="663" extrusionOk="0">
                  <a:moveTo>
                    <a:pt x="977" y="1"/>
                  </a:moveTo>
                  <a:cubicBezTo>
                    <a:pt x="567" y="1"/>
                    <a:pt x="158" y="253"/>
                    <a:pt x="0" y="662"/>
                  </a:cubicBezTo>
                  <a:lnTo>
                    <a:pt x="1922" y="662"/>
                  </a:lnTo>
                  <a:cubicBezTo>
                    <a:pt x="1796" y="253"/>
                    <a:pt x="1418" y="1"/>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88"/>
            <p:cNvSpPr/>
            <p:nvPr/>
          </p:nvSpPr>
          <p:spPr>
            <a:xfrm>
              <a:off x="-735400" y="3261925"/>
              <a:ext cx="153625" cy="187875"/>
            </a:xfrm>
            <a:custGeom>
              <a:avLst/>
              <a:gdLst/>
              <a:ahLst/>
              <a:cxnLst/>
              <a:rect l="l" t="t" r="r" b="b"/>
              <a:pathLst>
                <a:path w="6145" h="7515" extrusionOk="0">
                  <a:moveTo>
                    <a:pt x="3025" y="1324"/>
                  </a:moveTo>
                  <a:cubicBezTo>
                    <a:pt x="3561" y="1324"/>
                    <a:pt x="4034" y="1796"/>
                    <a:pt x="4034" y="2364"/>
                  </a:cubicBezTo>
                  <a:cubicBezTo>
                    <a:pt x="4034" y="2553"/>
                    <a:pt x="3970" y="2742"/>
                    <a:pt x="3844" y="2962"/>
                  </a:cubicBezTo>
                  <a:cubicBezTo>
                    <a:pt x="4349" y="3277"/>
                    <a:pt x="4727" y="3781"/>
                    <a:pt x="4727" y="4443"/>
                  </a:cubicBezTo>
                  <a:cubicBezTo>
                    <a:pt x="4758" y="4632"/>
                    <a:pt x="4601" y="4789"/>
                    <a:pt x="4443" y="4789"/>
                  </a:cubicBezTo>
                  <a:lnTo>
                    <a:pt x="1671" y="4789"/>
                  </a:lnTo>
                  <a:cubicBezTo>
                    <a:pt x="1482" y="4789"/>
                    <a:pt x="1324" y="4632"/>
                    <a:pt x="1324" y="4443"/>
                  </a:cubicBezTo>
                  <a:cubicBezTo>
                    <a:pt x="1324" y="3813"/>
                    <a:pt x="1671" y="3277"/>
                    <a:pt x="2206" y="2962"/>
                  </a:cubicBezTo>
                  <a:cubicBezTo>
                    <a:pt x="2080" y="2805"/>
                    <a:pt x="1986" y="2584"/>
                    <a:pt x="1986" y="2364"/>
                  </a:cubicBezTo>
                  <a:cubicBezTo>
                    <a:pt x="1986" y="1796"/>
                    <a:pt x="2458" y="1324"/>
                    <a:pt x="3025" y="1324"/>
                  </a:cubicBezTo>
                  <a:close/>
                  <a:moveTo>
                    <a:pt x="1009" y="1"/>
                  </a:moveTo>
                  <a:cubicBezTo>
                    <a:pt x="473" y="1"/>
                    <a:pt x="1" y="473"/>
                    <a:pt x="1" y="1009"/>
                  </a:cubicBezTo>
                  <a:lnTo>
                    <a:pt x="1" y="5105"/>
                  </a:lnTo>
                  <a:cubicBezTo>
                    <a:pt x="1" y="5672"/>
                    <a:pt x="473" y="6144"/>
                    <a:pt x="1009" y="6144"/>
                  </a:cubicBezTo>
                  <a:lnTo>
                    <a:pt x="1954" y="6144"/>
                  </a:lnTo>
                  <a:lnTo>
                    <a:pt x="2773" y="7373"/>
                  </a:lnTo>
                  <a:cubicBezTo>
                    <a:pt x="2836" y="7467"/>
                    <a:pt x="2947" y="7515"/>
                    <a:pt x="3057" y="7515"/>
                  </a:cubicBezTo>
                  <a:cubicBezTo>
                    <a:pt x="3167" y="7515"/>
                    <a:pt x="3277" y="7467"/>
                    <a:pt x="3340" y="7373"/>
                  </a:cubicBezTo>
                  <a:lnTo>
                    <a:pt x="4160" y="6144"/>
                  </a:lnTo>
                  <a:lnTo>
                    <a:pt x="5105" y="6144"/>
                  </a:lnTo>
                  <a:cubicBezTo>
                    <a:pt x="5672" y="6144"/>
                    <a:pt x="6144" y="5672"/>
                    <a:pt x="6144" y="5105"/>
                  </a:cubicBezTo>
                  <a:lnTo>
                    <a:pt x="6144" y="1009"/>
                  </a:lnTo>
                  <a:cubicBezTo>
                    <a:pt x="6144" y="473"/>
                    <a:pt x="5672" y="1"/>
                    <a:pt x="51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88"/>
            <p:cNvSpPr/>
            <p:nvPr/>
          </p:nvSpPr>
          <p:spPr>
            <a:xfrm>
              <a:off x="-804700" y="3226500"/>
              <a:ext cx="118175" cy="170925"/>
            </a:xfrm>
            <a:custGeom>
              <a:avLst/>
              <a:gdLst/>
              <a:ahLst/>
              <a:cxnLst/>
              <a:rect l="l" t="t" r="r" b="b"/>
              <a:pathLst>
                <a:path w="4727" h="6837" extrusionOk="0">
                  <a:moveTo>
                    <a:pt x="1040" y="0"/>
                  </a:moveTo>
                  <a:cubicBezTo>
                    <a:pt x="473" y="0"/>
                    <a:pt x="0" y="473"/>
                    <a:pt x="0" y="1008"/>
                  </a:cubicBezTo>
                  <a:lnTo>
                    <a:pt x="0" y="4442"/>
                  </a:lnTo>
                  <a:cubicBezTo>
                    <a:pt x="0" y="5009"/>
                    <a:pt x="473" y="5450"/>
                    <a:pt x="1040" y="5450"/>
                  </a:cubicBezTo>
                  <a:cubicBezTo>
                    <a:pt x="1040" y="5450"/>
                    <a:pt x="1198" y="5986"/>
                    <a:pt x="1387" y="6490"/>
                  </a:cubicBezTo>
                  <a:cubicBezTo>
                    <a:pt x="1481" y="6679"/>
                    <a:pt x="1544" y="6837"/>
                    <a:pt x="1733" y="6837"/>
                  </a:cubicBezTo>
                  <a:cubicBezTo>
                    <a:pt x="1891" y="6837"/>
                    <a:pt x="1985" y="6774"/>
                    <a:pt x="2111" y="6648"/>
                  </a:cubicBezTo>
                  <a:lnTo>
                    <a:pt x="2111" y="6522"/>
                  </a:lnTo>
                  <a:lnTo>
                    <a:pt x="2111" y="2426"/>
                  </a:lnTo>
                  <a:cubicBezTo>
                    <a:pt x="2111" y="1481"/>
                    <a:pt x="2836" y="725"/>
                    <a:pt x="3781" y="725"/>
                  </a:cubicBezTo>
                  <a:lnTo>
                    <a:pt x="4726" y="725"/>
                  </a:lnTo>
                  <a:cubicBezTo>
                    <a:pt x="4569" y="284"/>
                    <a:pt x="4222"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88"/>
            <p:cNvSpPr/>
            <p:nvPr/>
          </p:nvSpPr>
          <p:spPr>
            <a:xfrm>
              <a:off x="-630625" y="3226500"/>
              <a:ext cx="118150" cy="170950"/>
            </a:xfrm>
            <a:custGeom>
              <a:avLst/>
              <a:gdLst/>
              <a:ahLst/>
              <a:cxnLst/>
              <a:rect l="l" t="t" r="r" b="b"/>
              <a:pathLst>
                <a:path w="4726" h="6838" extrusionOk="0">
                  <a:moveTo>
                    <a:pt x="945" y="0"/>
                  </a:moveTo>
                  <a:cubicBezTo>
                    <a:pt x="536" y="0"/>
                    <a:pt x="126" y="284"/>
                    <a:pt x="0" y="662"/>
                  </a:cubicBezTo>
                  <a:lnTo>
                    <a:pt x="945" y="662"/>
                  </a:lnTo>
                  <a:cubicBezTo>
                    <a:pt x="1890" y="662"/>
                    <a:pt x="2646" y="1418"/>
                    <a:pt x="2646" y="2363"/>
                  </a:cubicBezTo>
                  <a:lnTo>
                    <a:pt x="2646" y="6490"/>
                  </a:lnTo>
                  <a:lnTo>
                    <a:pt x="2646" y="6616"/>
                  </a:lnTo>
                  <a:cubicBezTo>
                    <a:pt x="2766" y="6736"/>
                    <a:pt x="2868" y="6838"/>
                    <a:pt x="2993" y="6838"/>
                  </a:cubicBezTo>
                  <a:cubicBezTo>
                    <a:pt x="3032" y="6838"/>
                    <a:pt x="3074" y="6828"/>
                    <a:pt x="3119" y="6805"/>
                  </a:cubicBezTo>
                  <a:cubicBezTo>
                    <a:pt x="3245" y="6774"/>
                    <a:pt x="3277" y="6616"/>
                    <a:pt x="3308" y="6490"/>
                  </a:cubicBezTo>
                  <a:cubicBezTo>
                    <a:pt x="3497" y="6017"/>
                    <a:pt x="3686" y="5482"/>
                    <a:pt x="3686" y="5482"/>
                  </a:cubicBezTo>
                  <a:cubicBezTo>
                    <a:pt x="4222" y="5482"/>
                    <a:pt x="4694" y="5009"/>
                    <a:pt x="4694" y="4442"/>
                  </a:cubicBezTo>
                  <a:lnTo>
                    <a:pt x="4694" y="1008"/>
                  </a:lnTo>
                  <a:cubicBezTo>
                    <a:pt x="4726" y="473"/>
                    <a:pt x="4253" y="0"/>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0" name="Google Shape;7660;p88"/>
          <p:cNvGrpSpPr/>
          <p:nvPr/>
        </p:nvGrpSpPr>
        <p:grpSpPr>
          <a:xfrm>
            <a:off x="3003724" y="1688647"/>
            <a:ext cx="420775" cy="420811"/>
            <a:chOff x="-5251625" y="3272950"/>
            <a:chExt cx="292225" cy="292250"/>
          </a:xfrm>
        </p:grpSpPr>
        <p:sp>
          <p:nvSpPr>
            <p:cNvPr id="7661" name="Google Shape;7661;p88"/>
            <p:cNvSpPr/>
            <p:nvPr/>
          </p:nvSpPr>
          <p:spPr>
            <a:xfrm>
              <a:off x="-5156325" y="3462775"/>
              <a:ext cx="33900" cy="33100"/>
            </a:xfrm>
            <a:custGeom>
              <a:avLst/>
              <a:gdLst/>
              <a:ahLst/>
              <a:cxnLst/>
              <a:rect l="l" t="t" r="r" b="b"/>
              <a:pathLst>
                <a:path w="1356" h="1324" extrusionOk="0">
                  <a:moveTo>
                    <a:pt x="662" y="0"/>
                  </a:moveTo>
                  <a:cubicBezTo>
                    <a:pt x="284" y="0"/>
                    <a:pt x="1" y="315"/>
                    <a:pt x="1" y="662"/>
                  </a:cubicBezTo>
                  <a:cubicBezTo>
                    <a:pt x="1" y="1072"/>
                    <a:pt x="316" y="1324"/>
                    <a:pt x="662" y="1324"/>
                  </a:cubicBezTo>
                  <a:cubicBezTo>
                    <a:pt x="1072" y="1324"/>
                    <a:pt x="1355" y="1009"/>
                    <a:pt x="1355" y="662"/>
                  </a:cubicBezTo>
                  <a:cubicBezTo>
                    <a:pt x="1355" y="284"/>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88"/>
            <p:cNvSpPr/>
            <p:nvPr/>
          </p:nvSpPr>
          <p:spPr>
            <a:xfrm>
              <a:off x="-5251625" y="3272950"/>
              <a:ext cx="292225" cy="292250"/>
            </a:xfrm>
            <a:custGeom>
              <a:avLst/>
              <a:gdLst/>
              <a:ahLst/>
              <a:cxnLst/>
              <a:rect l="l" t="t" r="r" b="b"/>
              <a:pathLst>
                <a:path w="11689" h="11690" extrusionOk="0">
                  <a:moveTo>
                    <a:pt x="3699" y="2764"/>
                  </a:moveTo>
                  <a:cubicBezTo>
                    <a:pt x="3958" y="2764"/>
                    <a:pt x="4180" y="3098"/>
                    <a:pt x="3939" y="3340"/>
                  </a:cubicBezTo>
                  <a:lnTo>
                    <a:pt x="3497" y="3781"/>
                  </a:lnTo>
                  <a:lnTo>
                    <a:pt x="3939" y="4191"/>
                  </a:lnTo>
                  <a:cubicBezTo>
                    <a:pt x="4180" y="4433"/>
                    <a:pt x="3958" y="4767"/>
                    <a:pt x="3699" y="4767"/>
                  </a:cubicBezTo>
                  <a:cubicBezTo>
                    <a:pt x="3621" y="4767"/>
                    <a:pt x="3539" y="4737"/>
                    <a:pt x="3466" y="4664"/>
                  </a:cubicBezTo>
                  <a:lnTo>
                    <a:pt x="3025" y="4222"/>
                  </a:lnTo>
                  <a:lnTo>
                    <a:pt x="2584" y="4664"/>
                  </a:lnTo>
                  <a:cubicBezTo>
                    <a:pt x="2515" y="4756"/>
                    <a:pt x="2432" y="4794"/>
                    <a:pt x="2352" y="4794"/>
                  </a:cubicBezTo>
                  <a:cubicBezTo>
                    <a:pt x="2103" y="4794"/>
                    <a:pt x="1873" y="4429"/>
                    <a:pt x="2111" y="4191"/>
                  </a:cubicBezTo>
                  <a:lnTo>
                    <a:pt x="2552" y="3781"/>
                  </a:lnTo>
                  <a:lnTo>
                    <a:pt x="2111" y="3340"/>
                  </a:lnTo>
                  <a:cubicBezTo>
                    <a:pt x="1869" y="3098"/>
                    <a:pt x="2092" y="2764"/>
                    <a:pt x="2351" y="2764"/>
                  </a:cubicBezTo>
                  <a:cubicBezTo>
                    <a:pt x="2429" y="2764"/>
                    <a:pt x="2511" y="2795"/>
                    <a:pt x="2584" y="2868"/>
                  </a:cubicBezTo>
                  <a:lnTo>
                    <a:pt x="3025" y="3309"/>
                  </a:lnTo>
                  <a:lnTo>
                    <a:pt x="3466" y="2868"/>
                  </a:lnTo>
                  <a:cubicBezTo>
                    <a:pt x="3539" y="2795"/>
                    <a:pt x="3621" y="2764"/>
                    <a:pt x="3699" y="2764"/>
                  </a:cubicBezTo>
                  <a:close/>
                  <a:moveTo>
                    <a:pt x="8583" y="6922"/>
                  </a:moveTo>
                  <a:cubicBezTo>
                    <a:pt x="8841" y="6922"/>
                    <a:pt x="9064" y="7257"/>
                    <a:pt x="8822" y="7499"/>
                  </a:cubicBezTo>
                  <a:lnTo>
                    <a:pt x="8381" y="7940"/>
                  </a:lnTo>
                  <a:lnTo>
                    <a:pt x="8822" y="8381"/>
                  </a:lnTo>
                  <a:cubicBezTo>
                    <a:pt x="9064" y="8623"/>
                    <a:pt x="8841" y="8958"/>
                    <a:pt x="8583" y="8958"/>
                  </a:cubicBezTo>
                  <a:cubicBezTo>
                    <a:pt x="8504" y="8958"/>
                    <a:pt x="8422" y="8927"/>
                    <a:pt x="8349" y="8854"/>
                  </a:cubicBezTo>
                  <a:lnTo>
                    <a:pt x="7908" y="8413"/>
                  </a:lnTo>
                  <a:lnTo>
                    <a:pt x="7467" y="8854"/>
                  </a:lnTo>
                  <a:cubicBezTo>
                    <a:pt x="7394" y="8927"/>
                    <a:pt x="7312" y="8958"/>
                    <a:pt x="7234" y="8958"/>
                  </a:cubicBezTo>
                  <a:cubicBezTo>
                    <a:pt x="6975" y="8958"/>
                    <a:pt x="6753" y="8623"/>
                    <a:pt x="6995" y="8381"/>
                  </a:cubicBezTo>
                  <a:lnTo>
                    <a:pt x="7436" y="7940"/>
                  </a:lnTo>
                  <a:lnTo>
                    <a:pt x="6995" y="7499"/>
                  </a:lnTo>
                  <a:cubicBezTo>
                    <a:pt x="6753" y="7257"/>
                    <a:pt x="6975" y="6922"/>
                    <a:pt x="7234" y="6922"/>
                  </a:cubicBezTo>
                  <a:cubicBezTo>
                    <a:pt x="7312" y="6922"/>
                    <a:pt x="7394" y="6953"/>
                    <a:pt x="7467" y="7026"/>
                  </a:cubicBezTo>
                  <a:lnTo>
                    <a:pt x="7908" y="7467"/>
                  </a:lnTo>
                  <a:lnTo>
                    <a:pt x="8349" y="7026"/>
                  </a:lnTo>
                  <a:cubicBezTo>
                    <a:pt x="8422" y="6953"/>
                    <a:pt x="8504" y="6922"/>
                    <a:pt x="8583" y="6922"/>
                  </a:cubicBezTo>
                  <a:close/>
                  <a:moveTo>
                    <a:pt x="7895" y="2732"/>
                  </a:moveTo>
                  <a:cubicBezTo>
                    <a:pt x="7974" y="2732"/>
                    <a:pt x="8055" y="2763"/>
                    <a:pt x="8129" y="2836"/>
                  </a:cubicBezTo>
                  <a:lnTo>
                    <a:pt x="8790" y="3498"/>
                  </a:lnTo>
                  <a:cubicBezTo>
                    <a:pt x="8916" y="3624"/>
                    <a:pt x="8916" y="3844"/>
                    <a:pt x="8790" y="3970"/>
                  </a:cubicBezTo>
                  <a:lnTo>
                    <a:pt x="8129" y="4632"/>
                  </a:lnTo>
                  <a:cubicBezTo>
                    <a:pt x="8055" y="4705"/>
                    <a:pt x="7974" y="4736"/>
                    <a:pt x="7895" y="4736"/>
                  </a:cubicBezTo>
                  <a:cubicBezTo>
                    <a:pt x="7637" y="4736"/>
                    <a:pt x="7414" y="4401"/>
                    <a:pt x="7656" y="4159"/>
                  </a:cubicBezTo>
                  <a:lnTo>
                    <a:pt x="7719" y="4096"/>
                  </a:lnTo>
                  <a:lnTo>
                    <a:pt x="7719" y="4096"/>
                  </a:lnTo>
                  <a:cubicBezTo>
                    <a:pt x="6175" y="4159"/>
                    <a:pt x="4978" y="5388"/>
                    <a:pt x="4852" y="6932"/>
                  </a:cubicBezTo>
                  <a:cubicBezTo>
                    <a:pt x="5451" y="7089"/>
                    <a:pt x="5829" y="7593"/>
                    <a:pt x="5829" y="8224"/>
                  </a:cubicBezTo>
                  <a:cubicBezTo>
                    <a:pt x="5829" y="9011"/>
                    <a:pt x="5230" y="9641"/>
                    <a:pt x="4474" y="9641"/>
                  </a:cubicBezTo>
                  <a:cubicBezTo>
                    <a:pt x="3750" y="9641"/>
                    <a:pt x="3119" y="9011"/>
                    <a:pt x="3119" y="8255"/>
                  </a:cubicBezTo>
                  <a:cubicBezTo>
                    <a:pt x="3119" y="7625"/>
                    <a:pt x="3529" y="7089"/>
                    <a:pt x="4128" y="6932"/>
                  </a:cubicBezTo>
                  <a:cubicBezTo>
                    <a:pt x="4285" y="5042"/>
                    <a:pt x="5829" y="3498"/>
                    <a:pt x="7751" y="3403"/>
                  </a:cubicBezTo>
                  <a:lnTo>
                    <a:pt x="7656" y="3309"/>
                  </a:lnTo>
                  <a:cubicBezTo>
                    <a:pt x="7414" y="3067"/>
                    <a:pt x="7637" y="2732"/>
                    <a:pt x="7895" y="2732"/>
                  </a:cubicBezTo>
                  <a:close/>
                  <a:moveTo>
                    <a:pt x="5829" y="1"/>
                  </a:moveTo>
                  <a:cubicBezTo>
                    <a:pt x="2647" y="1"/>
                    <a:pt x="0" y="2584"/>
                    <a:pt x="0" y="5829"/>
                  </a:cubicBezTo>
                  <a:cubicBezTo>
                    <a:pt x="0" y="9011"/>
                    <a:pt x="2615" y="11689"/>
                    <a:pt x="5829" y="11689"/>
                  </a:cubicBezTo>
                  <a:cubicBezTo>
                    <a:pt x="9011" y="11689"/>
                    <a:pt x="11689" y="9043"/>
                    <a:pt x="11689" y="5829"/>
                  </a:cubicBezTo>
                  <a:cubicBezTo>
                    <a:pt x="11657" y="5357"/>
                    <a:pt x="11563" y="4884"/>
                    <a:pt x="11500" y="4443"/>
                  </a:cubicBezTo>
                  <a:cubicBezTo>
                    <a:pt x="11248" y="4884"/>
                    <a:pt x="10838" y="5136"/>
                    <a:pt x="10303" y="5136"/>
                  </a:cubicBezTo>
                  <a:cubicBezTo>
                    <a:pt x="9578" y="5136"/>
                    <a:pt x="8948" y="4506"/>
                    <a:pt x="8948" y="3781"/>
                  </a:cubicBezTo>
                  <a:cubicBezTo>
                    <a:pt x="8948" y="3025"/>
                    <a:pt x="9578" y="2395"/>
                    <a:pt x="10303" y="2395"/>
                  </a:cubicBezTo>
                  <a:cubicBezTo>
                    <a:pt x="10397" y="2395"/>
                    <a:pt x="10523" y="2395"/>
                    <a:pt x="10586" y="2427"/>
                  </a:cubicBezTo>
                  <a:cubicBezTo>
                    <a:pt x="9483" y="883"/>
                    <a:pt x="7719"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88"/>
            <p:cNvSpPr/>
            <p:nvPr/>
          </p:nvSpPr>
          <p:spPr>
            <a:xfrm>
              <a:off x="-5011400" y="3350150"/>
              <a:ext cx="33900" cy="33875"/>
            </a:xfrm>
            <a:custGeom>
              <a:avLst/>
              <a:gdLst/>
              <a:ahLst/>
              <a:cxnLst/>
              <a:rect l="l" t="t" r="r" b="b"/>
              <a:pathLst>
                <a:path w="1356" h="1355" extrusionOk="0">
                  <a:moveTo>
                    <a:pt x="662" y="0"/>
                  </a:moveTo>
                  <a:cubicBezTo>
                    <a:pt x="315" y="0"/>
                    <a:pt x="0" y="284"/>
                    <a:pt x="0" y="693"/>
                  </a:cubicBezTo>
                  <a:cubicBezTo>
                    <a:pt x="0" y="1071"/>
                    <a:pt x="315" y="1355"/>
                    <a:pt x="662" y="1355"/>
                  </a:cubicBezTo>
                  <a:cubicBezTo>
                    <a:pt x="1072" y="1355"/>
                    <a:pt x="1355" y="1040"/>
                    <a:pt x="1355" y="693"/>
                  </a:cubicBezTo>
                  <a:cubicBezTo>
                    <a:pt x="1355" y="315"/>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4" name="Google Shape;7664;p88"/>
          <p:cNvGrpSpPr/>
          <p:nvPr/>
        </p:nvGrpSpPr>
        <p:grpSpPr>
          <a:xfrm>
            <a:off x="3000322" y="2204348"/>
            <a:ext cx="427578" cy="421351"/>
            <a:chOff x="-5254775" y="3631325"/>
            <a:chExt cx="296950" cy="292625"/>
          </a:xfrm>
        </p:grpSpPr>
        <p:sp>
          <p:nvSpPr>
            <p:cNvPr id="7665" name="Google Shape;7665;p88"/>
            <p:cNvSpPr/>
            <p:nvPr/>
          </p:nvSpPr>
          <p:spPr>
            <a:xfrm>
              <a:off x="-5246900" y="3766400"/>
              <a:ext cx="58300" cy="55150"/>
            </a:xfrm>
            <a:custGeom>
              <a:avLst/>
              <a:gdLst/>
              <a:ahLst/>
              <a:cxnLst/>
              <a:rect l="l" t="t" r="r" b="b"/>
              <a:pathLst>
                <a:path w="2332" h="2206" extrusionOk="0">
                  <a:moveTo>
                    <a:pt x="1769" y="1"/>
                  </a:moveTo>
                  <a:cubicBezTo>
                    <a:pt x="1639" y="1"/>
                    <a:pt x="1513" y="48"/>
                    <a:pt x="1418" y="142"/>
                  </a:cubicBezTo>
                  <a:lnTo>
                    <a:pt x="189" y="1371"/>
                  </a:lnTo>
                  <a:cubicBezTo>
                    <a:pt x="0" y="1560"/>
                    <a:pt x="0" y="1875"/>
                    <a:pt x="189" y="2064"/>
                  </a:cubicBezTo>
                  <a:cubicBezTo>
                    <a:pt x="300" y="2159"/>
                    <a:pt x="434" y="2206"/>
                    <a:pt x="564" y="2206"/>
                  </a:cubicBezTo>
                  <a:cubicBezTo>
                    <a:pt x="694" y="2206"/>
                    <a:pt x="820" y="2159"/>
                    <a:pt x="914" y="2064"/>
                  </a:cubicBezTo>
                  <a:lnTo>
                    <a:pt x="2143" y="835"/>
                  </a:lnTo>
                  <a:cubicBezTo>
                    <a:pt x="2332" y="646"/>
                    <a:pt x="2332" y="331"/>
                    <a:pt x="2143" y="142"/>
                  </a:cubicBezTo>
                  <a:cubicBezTo>
                    <a:pt x="2033" y="48"/>
                    <a:pt x="1899" y="1"/>
                    <a:pt x="17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88"/>
            <p:cNvSpPr/>
            <p:nvPr/>
          </p:nvSpPr>
          <p:spPr>
            <a:xfrm>
              <a:off x="-5216175" y="3795550"/>
              <a:ext cx="58300" cy="55950"/>
            </a:xfrm>
            <a:custGeom>
              <a:avLst/>
              <a:gdLst/>
              <a:ahLst/>
              <a:cxnLst/>
              <a:rect l="l" t="t" r="r" b="b"/>
              <a:pathLst>
                <a:path w="2332" h="2238" extrusionOk="0">
                  <a:moveTo>
                    <a:pt x="1764" y="0"/>
                  </a:moveTo>
                  <a:cubicBezTo>
                    <a:pt x="1638" y="0"/>
                    <a:pt x="1512" y="47"/>
                    <a:pt x="1418" y="142"/>
                  </a:cubicBezTo>
                  <a:lnTo>
                    <a:pt x="189" y="1371"/>
                  </a:lnTo>
                  <a:cubicBezTo>
                    <a:pt x="0" y="1560"/>
                    <a:pt x="0" y="1875"/>
                    <a:pt x="189" y="2095"/>
                  </a:cubicBezTo>
                  <a:cubicBezTo>
                    <a:pt x="284" y="2190"/>
                    <a:pt x="410" y="2237"/>
                    <a:pt x="540" y="2237"/>
                  </a:cubicBezTo>
                  <a:cubicBezTo>
                    <a:pt x="670" y="2237"/>
                    <a:pt x="804" y="2190"/>
                    <a:pt x="914" y="2095"/>
                  </a:cubicBezTo>
                  <a:lnTo>
                    <a:pt x="2111" y="867"/>
                  </a:lnTo>
                  <a:cubicBezTo>
                    <a:pt x="2332" y="678"/>
                    <a:pt x="2332" y="363"/>
                    <a:pt x="2111" y="142"/>
                  </a:cubicBezTo>
                  <a:cubicBezTo>
                    <a:pt x="2016" y="47"/>
                    <a:pt x="1890" y="0"/>
                    <a:pt x="1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88"/>
            <p:cNvSpPr/>
            <p:nvPr/>
          </p:nvSpPr>
          <p:spPr>
            <a:xfrm>
              <a:off x="-5185475" y="3826250"/>
              <a:ext cx="57525" cy="55750"/>
            </a:xfrm>
            <a:custGeom>
              <a:avLst/>
              <a:gdLst/>
              <a:ahLst/>
              <a:cxnLst/>
              <a:rect l="l" t="t" r="r" b="b"/>
              <a:pathLst>
                <a:path w="2301" h="2230" extrusionOk="0">
                  <a:moveTo>
                    <a:pt x="1765" y="1"/>
                  </a:moveTo>
                  <a:cubicBezTo>
                    <a:pt x="1639" y="1"/>
                    <a:pt x="1513" y="48"/>
                    <a:pt x="1419" y="143"/>
                  </a:cubicBezTo>
                  <a:lnTo>
                    <a:pt x="190" y="1371"/>
                  </a:lnTo>
                  <a:cubicBezTo>
                    <a:pt x="1" y="1560"/>
                    <a:pt x="1" y="1875"/>
                    <a:pt x="190" y="2064"/>
                  </a:cubicBezTo>
                  <a:cubicBezTo>
                    <a:pt x="284" y="2175"/>
                    <a:pt x="410" y="2230"/>
                    <a:pt x="536" y="2230"/>
                  </a:cubicBezTo>
                  <a:cubicBezTo>
                    <a:pt x="662" y="2230"/>
                    <a:pt x="788" y="2175"/>
                    <a:pt x="883" y="2064"/>
                  </a:cubicBezTo>
                  <a:lnTo>
                    <a:pt x="2112" y="836"/>
                  </a:lnTo>
                  <a:cubicBezTo>
                    <a:pt x="2301" y="647"/>
                    <a:pt x="2301" y="332"/>
                    <a:pt x="2112" y="143"/>
                  </a:cubicBezTo>
                  <a:cubicBezTo>
                    <a:pt x="2017" y="48"/>
                    <a:pt x="1891"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88"/>
            <p:cNvSpPr/>
            <p:nvPr/>
          </p:nvSpPr>
          <p:spPr>
            <a:xfrm>
              <a:off x="-5156325" y="3856375"/>
              <a:ext cx="58300" cy="55750"/>
            </a:xfrm>
            <a:custGeom>
              <a:avLst/>
              <a:gdLst/>
              <a:ahLst/>
              <a:cxnLst/>
              <a:rect l="l" t="t" r="r" b="b"/>
              <a:pathLst>
                <a:path w="2332" h="2230" extrusionOk="0">
                  <a:moveTo>
                    <a:pt x="1781" y="1"/>
                  </a:moveTo>
                  <a:cubicBezTo>
                    <a:pt x="1655" y="1"/>
                    <a:pt x="1529" y="56"/>
                    <a:pt x="1418" y="166"/>
                  </a:cubicBezTo>
                  <a:lnTo>
                    <a:pt x="190" y="1395"/>
                  </a:lnTo>
                  <a:cubicBezTo>
                    <a:pt x="1" y="1584"/>
                    <a:pt x="1" y="1899"/>
                    <a:pt x="190" y="2088"/>
                  </a:cubicBezTo>
                  <a:cubicBezTo>
                    <a:pt x="300" y="2183"/>
                    <a:pt x="442" y="2230"/>
                    <a:pt x="575" y="2230"/>
                  </a:cubicBezTo>
                  <a:cubicBezTo>
                    <a:pt x="709" y="2230"/>
                    <a:pt x="835" y="2183"/>
                    <a:pt x="914" y="2088"/>
                  </a:cubicBezTo>
                  <a:lnTo>
                    <a:pt x="2143" y="859"/>
                  </a:lnTo>
                  <a:cubicBezTo>
                    <a:pt x="2332" y="670"/>
                    <a:pt x="2332" y="355"/>
                    <a:pt x="2143" y="166"/>
                  </a:cubicBezTo>
                  <a:cubicBezTo>
                    <a:pt x="2033" y="56"/>
                    <a:pt x="1907" y="1"/>
                    <a:pt x="1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88"/>
            <p:cNvSpPr/>
            <p:nvPr/>
          </p:nvSpPr>
          <p:spPr>
            <a:xfrm>
              <a:off x="-5105925" y="3886525"/>
              <a:ext cx="37050" cy="37425"/>
            </a:xfrm>
            <a:custGeom>
              <a:avLst/>
              <a:gdLst/>
              <a:ahLst/>
              <a:cxnLst/>
              <a:rect l="l" t="t" r="r" b="b"/>
              <a:pathLst>
                <a:path w="1482" h="1497" extrusionOk="0">
                  <a:moveTo>
                    <a:pt x="662" y="0"/>
                  </a:moveTo>
                  <a:lnTo>
                    <a:pt x="536" y="126"/>
                  </a:lnTo>
                  <a:lnTo>
                    <a:pt x="1" y="756"/>
                  </a:lnTo>
                  <a:lnTo>
                    <a:pt x="599" y="1355"/>
                  </a:lnTo>
                  <a:cubicBezTo>
                    <a:pt x="694" y="1449"/>
                    <a:pt x="820" y="1497"/>
                    <a:pt x="946" y="1497"/>
                  </a:cubicBezTo>
                  <a:cubicBezTo>
                    <a:pt x="1072" y="1497"/>
                    <a:pt x="1198" y="1449"/>
                    <a:pt x="1293" y="1355"/>
                  </a:cubicBezTo>
                  <a:cubicBezTo>
                    <a:pt x="1482" y="1166"/>
                    <a:pt x="1482" y="851"/>
                    <a:pt x="1293" y="662"/>
                  </a:cubicBezTo>
                  <a:lnTo>
                    <a:pt x="6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88"/>
            <p:cNvSpPr/>
            <p:nvPr/>
          </p:nvSpPr>
          <p:spPr>
            <a:xfrm>
              <a:off x="-5254775" y="3648050"/>
              <a:ext cx="278050" cy="248325"/>
            </a:xfrm>
            <a:custGeom>
              <a:avLst/>
              <a:gdLst/>
              <a:ahLst/>
              <a:cxnLst/>
              <a:rect l="l" t="t" r="r" b="b"/>
              <a:pathLst>
                <a:path w="11122" h="9933" extrusionOk="0">
                  <a:moveTo>
                    <a:pt x="4049" y="1"/>
                  </a:moveTo>
                  <a:cubicBezTo>
                    <a:pt x="3781" y="1"/>
                    <a:pt x="3513" y="103"/>
                    <a:pt x="3308" y="308"/>
                  </a:cubicBezTo>
                  <a:lnTo>
                    <a:pt x="410" y="3364"/>
                  </a:lnTo>
                  <a:cubicBezTo>
                    <a:pt x="0" y="3774"/>
                    <a:pt x="0" y="4435"/>
                    <a:pt x="410" y="4813"/>
                  </a:cubicBezTo>
                  <a:lnTo>
                    <a:pt x="631" y="5065"/>
                  </a:lnTo>
                  <a:lnTo>
                    <a:pt x="1198" y="4498"/>
                  </a:lnTo>
                  <a:cubicBezTo>
                    <a:pt x="1454" y="4242"/>
                    <a:pt x="1794" y="4106"/>
                    <a:pt x="2122" y="4106"/>
                  </a:cubicBezTo>
                  <a:cubicBezTo>
                    <a:pt x="2398" y="4106"/>
                    <a:pt x="2666" y="4202"/>
                    <a:pt x="2867" y="4404"/>
                  </a:cubicBezTo>
                  <a:cubicBezTo>
                    <a:pt x="3151" y="4624"/>
                    <a:pt x="3308" y="4971"/>
                    <a:pt x="3277" y="5286"/>
                  </a:cubicBezTo>
                  <a:cubicBezTo>
                    <a:pt x="3592" y="5286"/>
                    <a:pt x="3907" y="5412"/>
                    <a:pt x="4128" y="5664"/>
                  </a:cubicBezTo>
                  <a:cubicBezTo>
                    <a:pt x="4380" y="5884"/>
                    <a:pt x="4506" y="6200"/>
                    <a:pt x="4506" y="6515"/>
                  </a:cubicBezTo>
                  <a:cubicBezTo>
                    <a:pt x="4821" y="6515"/>
                    <a:pt x="5136" y="6641"/>
                    <a:pt x="5356" y="6861"/>
                  </a:cubicBezTo>
                  <a:cubicBezTo>
                    <a:pt x="5608" y="7113"/>
                    <a:pt x="5703" y="7428"/>
                    <a:pt x="5703" y="7743"/>
                  </a:cubicBezTo>
                  <a:cubicBezTo>
                    <a:pt x="6018" y="7743"/>
                    <a:pt x="6364" y="7869"/>
                    <a:pt x="6585" y="8090"/>
                  </a:cubicBezTo>
                  <a:cubicBezTo>
                    <a:pt x="6837" y="8342"/>
                    <a:pt x="6931" y="8657"/>
                    <a:pt x="6931" y="8909"/>
                  </a:cubicBezTo>
                  <a:lnTo>
                    <a:pt x="7814" y="9791"/>
                  </a:lnTo>
                  <a:cubicBezTo>
                    <a:pt x="7908" y="9886"/>
                    <a:pt x="8034" y="9933"/>
                    <a:pt x="8160" y="9933"/>
                  </a:cubicBezTo>
                  <a:cubicBezTo>
                    <a:pt x="8286" y="9933"/>
                    <a:pt x="8412" y="9886"/>
                    <a:pt x="8507" y="9791"/>
                  </a:cubicBezTo>
                  <a:cubicBezTo>
                    <a:pt x="8727" y="9602"/>
                    <a:pt x="8727" y="9287"/>
                    <a:pt x="8507" y="9066"/>
                  </a:cubicBezTo>
                  <a:lnTo>
                    <a:pt x="7656" y="8216"/>
                  </a:lnTo>
                  <a:cubicBezTo>
                    <a:pt x="7530" y="8090"/>
                    <a:pt x="7530" y="7869"/>
                    <a:pt x="7656" y="7743"/>
                  </a:cubicBezTo>
                  <a:cubicBezTo>
                    <a:pt x="7748" y="7596"/>
                    <a:pt x="7851" y="7534"/>
                    <a:pt x="7953" y="7534"/>
                  </a:cubicBezTo>
                  <a:cubicBezTo>
                    <a:pt x="8024" y="7534"/>
                    <a:pt x="8095" y="7565"/>
                    <a:pt x="8160" y="7617"/>
                  </a:cubicBezTo>
                  <a:lnTo>
                    <a:pt x="9011" y="8499"/>
                  </a:lnTo>
                  <a:cubicBezTo>
                    <a:pt x="9121" y="8594"/>
                    <a:pt x="9255" y="8641"/>
                    <a:pt x="9385" y="8641"/>
                  </a:cubicBezTo>
                  <a:cubicBezTo>
                    <a:pt x="9515" y="8641"/>
                    <a:pt x="9641" y="8594"/>
                    <a:pt x="9735" y="8499"/>
                  </a:cubicBezTo>
                  <a:cubicBezTo>
                    <a:pt x="9924" y="8279"/>
                    <a:pt x="9924" y="7964"/>
                    <a:pt x="9735" y="7775"/>
                  </a:cubicBezTo>
                  <a:lnTo>
                    <a:pt x="8853" y="6924"/>
                  </a:lnTo>
                  <a:cubicBezTo>
                    <a:pt x="8759" y="6798"/>
                    <a:pt x="8759" y="6578"/>
                    <a:pt x="8853" y="6452"/>
                  </a:cubicBezTo>
                  <a:cubicBezTo>
                    <a:pt x="8916" y="6389"/>
                    <a:pt x="9011" y="6357"/>
                    <a:pt x="9101" y="6357"/>
                  </a:cubicBezTo>
                  <a:cubicBezTo>
                    <a:pt x="9192" y="6357"/>
                    <a:pt x="9279" y="6389"/>
                    <a:pt x="9326" y="6452"/>
                  </a:cubicBezTo>
                  <a:lnTo>
                    <a:pt x="10208" y="7302"/>
                  </a:lnTo>
                  <a:cubicBezTo>
                    <a:pt x="10303" y="7397"/>
                    <a:pt x="10429" y="7444"/>
                    <a:pt x="10555" y="7444"/>
                  </a:cubicBezTo>
                  <a:cubicBezTo>
                    <a:pt x="10681" y="7444"/>
                    <a:pt x="10807" y="7397"/>
                    <a:pt x="10901" y="7302"/>
                  </a:cubicBezTo>
                  <a:cubicBezTo>
                    <a:pt x="11122" y="7113"/>
                    <a:pt x="11122" y="6798"/>
                    <a:pt x="10901" y="6609"/>
                  </a:cubicBezTo>
                  <a:lnTo>
                    <a:pt x="10334" y="6010"/>
                  </a:lnTo>
                  <a:lnTo>
                    <a:pt x="10208" y="5884"/>
                  </a:lnTo>
                  <a:lnTo>
                    <a:pt x="6931" y="2608"/>
                  </a:lnTo>
                  <a:cubicBezTo>
                    <a:pt x="6884" y="2561"/>
                    <a:pt x="6798" y="2537"/>
                    <a:pt x="6707" y="2537"/>
                  </a:cubicBezTo>
                  <a:cubicBezTo>
                    <a:pt x="6616" y="2537"/>
                    <a:pt x="6522" y="2561"/>
                    <a:pt x="6459" y="2608"/>
                  </a:cubicBezTo>
                  <a:lnTo>
                    <a:pt x="5167" y="3931"/>
                  </a:lnTo>
                  <a:cubicBezTo>
                    <a:pt x="4904" y="4176"/>
                    <a:pt x="4562" y="4308"/>
                    <a:pt x="4229" y="4308"/>
                  </a:cubicBezTo>
                  <a:cubicBezTo>
                    <a:pt x="4004" y="4308"/>
                    <a:pt x="3783" y="4247"/>
                    <a:pt x="3592" y="4120"/>
                  </a:cubicBezTo>
                  <a:cubicBezTo>
                    <a:pt x="2962" y="3679"/>
                    <a:pt x="2930" y="2829"/>
                    <a:pt x="3434" y="2293"/>
                  </a:cubicBezTo>
                  <a:lnTo>
                    <a:pt x="5010" y="529"/>
                  </a:lnTo>
                  <a:lnTo>
                    <a:pt x="4789" y="308"/>
                  </a:lnTo>
                  <a:cubicBezTo>
                    <a:pt x="4584" y="103"/>
                    <a:pt x="4317" y="1"/>
                    <a:pt x="4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88"/>
            <p:cNvSpPr/>
            <p:nvPr/>
          </p:nvSpPr>
          <p:spPr>
            <a:xfrm>
              <a:off x="-5163425" y="3631325"/>
              <a:ext cx="205600" cy="150450"/>
            </a:xfrm>
            <a:custGeom>
              <a:avLst/>
              <a:gdLst/>
              <a:ahLst/>
              <a:cxnLst/>
              <a:rect l="l" t="t" r="r" b="b"/>
              <a:pathLst>
                <a:path w="8224" h="6018" extrusionOk="0">
                  <a:moveTo>
                    <a:pt x="3699" y="0"/>
                  </a:moveTo>
                  <a:cubicBezTo>
                    <a:pt x="3435" y="0"/>
                    <a:pt x="3167" y="95"/>
                    <a:pt x="2962" y="284"/>
                  </a:cubicBezTo>
                  <a:lnTo>
                    <a:pt x="2364" y="883"/>
                  </a:lnTo>
                  <a:lnTo>
                    <a:pt x="2269" y="1009"/>
                  </a:lnTo>
                  <a:lnTo>
                    <a:pt x="222" y="3245"/>
                  </a:lnTo>
                  <a:cubicBezTo>
                    <a:pt x="1" y="3435"/>
                    <a:pt x="1" y="3781"/>
                    <a:pt x="222" y="3970"/>
                  </a:cubicBezTo>
                  <a:cubicBezTo>
                    <a:pt x="316" y="4065"/>
                    <a:pt x="442" y="4112"/>
                    <a:pt x="568" y="4112"/>
                  </a:cubicBezTo>
                  <a:cubicBezTo>
                    <a:pt x="694" y="4112"/>
                    <a:pt x="820" y="4065"/>
                    <a:pt x="915" y="3970"/>
                  </a:cubicBezTo>
                  <a:lnTo>
                    <a:pt x="2269" y="2615"/>
                  </a:lnTo>
                  <a:cubicBezTo>
                    <a:pt x="2458" y="2426"/>
                    <a:pt x="2718" y="2332"/>
                    <a:pt x="2982" y="2332"/>
                  </a:cubicBezTo>
                  <a:cubicBezTo>
                    <a:pt x="3246" y="2332"/>
                    <a:pt x="3514" y="2426"/>
                    <a:pt x="3719" y="2615"/>
                  </a:cubicBezTo>
                  <a:lnTo>
                    <a:pt x="7090" y="6018"/>
                  </a:lnTo>
                  <a:lnTo>
                    <a:pt x="7814" y="5356"/>
                  </a:lnTo>
                  <a:cubicBezTo>
                    <a:pt x="8224" y="4947"/>
                    <a:pt x="8224" y="4285"/>
                    <a:pt x="7814" y="3876"/>
                  </a:cubicBezTo>
                  <a:lnTo>
                    <a:pt x="4412" y="284"/>
                  </a:lnTo>
                  <a:cubicBezTo>
                    <a:pt x="4223" y="95"/>
                    <a:pt x="3963" y="0"/>
                    <a:pt x="36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2" name="Google Shape;7672;p88"/>
          <p:cNvGrpSpPr/>
          <p:nvPr/>
        </p:nvGrpSpPr>
        <p:grpSpPr>
          <a:xfrm>
            <a:off x="3016181" y="2756270"/>
            <a:ext cx="419659" cy="420775"/>
            <a:chOff x="-5251625" y="3991275"/>
            <a:chExt cx="291450" cy="292225"/>
          </a:xfrm>
        </p:grpSpPr>
        <p:sp>
          <p:nvSpPr>
            <p:cNvPr id="7673" name="Google Shape;7673;p88"/>
            <p:cNvSpPr/>
            <p:nvPr/>
          </p:nvSpPr>
          <p:spPr>
            <a:xfrm>
              <a:off x="-5179950" y="4198400"/>
              <a:ext cx="145725" cy="85100"/>
            </a:xfrm>
            <a:custGeom>
              <a:avLst/>
              <a:gdLst/>
              <a:ahLst/>
              <a:cxnLst/>
              <a:rect l="l" t="t" r="r" b="b"/>
              <a:pathLst>
                <a:path w="5829" h="3404" extrusionOk="0">
                  <a:moveTo>
                    <a:pt x="0" y="1"/>
                  </a:moveTo>
                  <a:lnTo>
                    <a:pt x="504" y="3151"/>
                  </a:lnTo>
                  <a:cubicBezTo>
                    <a:pt x="567" y="3309"/>
                    <a:pt x="662" y="3403"/>
                    <a:pt x="883" y="3403"/>
                  </a:cubicBezTo>
                  <a:lnTo>
                    <a:pt x="4978" y="3403"/>
                  </a:lnTo>
                  <a:cubicBezTo>
                    <a:pt x="5136" y="3403"/>
                    <a:pt x="5293" y="3309"/>
                    <a:pt x="5325" y="3151"/>
                  </a:cubicBezTo>
                  <a:lnTo>
                    <a:pt x="58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88"/>
            <p:cNvSpPr/>
            <p:nvPr/>
          </p:nvSpPr>
          <p:spPr>
            <a:xfrm>
              <a:off x="-5203575" y="4129100"/>
              <a:ext cx="196925" cy="51225"/>
            </a:xfrm>
            <a:custGeom>
              <a:avLst/>
              <a:gdLst/>
              <a:ahLst/>
              <a:cxnLst/>
              <a:rect l="l" t="t" r="r" b="b"/>
              <a:pathLst>
                <a:path w="7877" h="2049" extrusionOk="0">
                  <a:moveTo>
                    <a:pt x="1229" y="1"/>
                  </a:moveTo>
                  <a:cubicBezTo>
                    <a:pt x="504" y="1"/>
                    <a:pt x="0" y="662"/>
                    <a:pt x="284" y="1387"/>
                  </a:cubicBezTo>
                  <a:cubicBezTo>
                    <a:pt x="284" y="1702"/>
                    <a:pt x="567" y="1922"/>
                    <a:pt x="882" y="2017"/>
                  </a:cubicBezTo>
                  <a:cubicBezTo>
                    <a:pt x="945" y="2048"/>
                    <a:pt x="1071" y="2048"/>
                    <a:pt x="1197" y="2048"/>
                  </a:cubicBezTo>
                  <a:lnTo>
                    <a:pt x="6648" y="2048"/>
                  </a:lnTo>
                  <a:cubicBezTo>
                    <a:pt x="6774" y="2048"/>
                    <a:pt x="6868" y="2017"/>
                    <a:pt x="6963" y="2017"/>
                  </a:cubicBezTo>
                  <a:cubicBezTo>
                    <a:pt x="7278" y="1922"/>
                    <a:pt x="7530" y="1702"/>
                    <a:pt x="7656" y="1387"/>
                  </a:cubicBezTo>
                  <a:cubicBezTo>
                    <a:pt x="7876" y="662"/>
                    <a:pt x="7372" y="1"/>
                    <a:pt x="6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88"/>
            <p:cNvSpPr/>
            <p:nvPr/>
          </p:nvSpPr>
          <p:spPr>
            <a:xfrm>
              <a:off x="-5251625" y="3991275"/>
              <a:ext cx="291450" cy="172500"/>
            </a:xfrm>
            <a:custGeom>
              <a:avLst/>
              <a:gdLst/>
              <a:ahLst/>
              <a:cxnLst/>
              <a:rect l="l" t="t" r="r" b="b"/>
              <a:pathLst>
                <a:path w="11658" h="6900" extrusionOk="0">
                  <a:moveTo>
                    <a:pt x="1009" y="0"/>
                  </a:moveTo>
                  <a:cubicBezTo>
                    <a:pt x="473" y="0"/>
                    <a:pt x="0" y="473"/>
                    <a:pt x="0" y="1040"/>
                  </a:cubicBezTo>
                  <a:lnTo>
                    <a:pt x="0" y="5829"/>
                  </a:lnTo>
                  <a:cubicBezTo>
                    <a:pt x="0" y="6396"/>
                    <a:pt x="473" y="6900"/>
                    <a:pt x="1009" y="6900"/>
                  </a:cubicBezTo>
                  <a:lnTo>
                    <a:pt x="1418" y="6900"/>
                  </a:lnTo>
                  <a:cubicBezTo>
                    <a:pt x="1387" y="6774"/>
                    <a:pt x="1387" y="6648"/>
                    <a:pt x="1387" y="6553"/>
                  </a:cubicBezTo>
                  <a:cubicBezTo>
                    <a:pt x="1387" y="5608"/>
                    <a:pt x="2111" y="4852"/>
                    <a:pt x="3056" y="4852"/>
                  </a:cubicBezTo>
                  <a:lnTo>
                    <a:pt x="3781" y="4852"/>
                  </a:lnTo>
                  <a:cubicBezTo>
                    <a:pt x="3907" y="4285"/>
                    <a:pt x="4254" y="3875"/>
                    <a:pt x="4726" y="3623"/>
                  </a:cubicBezTo>
                  <a:cubicBezTo>
                    <a:pt x="4537" y="3371"/>
                    <a:pt x="4411" y="3119"/>
                    <a:pt x="4411" y="2773"/>
                  </a:cubicBezTo>
                  <a:cubicBezTo>
                    <a:pt x="4411" y="2016"/>
                    <a:pt x="5041" y="1386"/>
                    <a:pt x="5797" y="1386"/>
                  </a:cubicBezTo>
                  <a:cubicBezTo>
                    <a:pt x="6522" y="1386"/>
                    <a:pt x="7152" y="2016"/>
                    <a:pt x="7152" y="2773"/>
                  </a:cubicBezTo>
                  <a:cubicBezTo>
                    <a:pt x="7152" y="3088"/>
                    <a:pt x="7058" y="3403"/>
                    <a:pt x="6837" y="3623"/>
                  </a:cubicBezTo>
                  <a:cubicBezTo>
                    <a:pt x="7310" y="3875"/>
                    <a:pt x="7688" y="4285"/>
                    <a:pt x="7782" y="4852"/>
                  </a:cubicBezTo>
                  <a:lnTo>
                    <a:pt x="8507" y="4852"/>
                  </a:lnTo>
                  <a:cubicBezTo>
                    <a:pt x="9452" y="4852"/>
                    <a:pt x="10208" y="5608"/>
                    <a:pt x="10208" y="6553"/>
                  </a:cubicBezTo>
                  <a:cubicBezTo>
                    <a:pt x="10208" y="6648"/>
                    <a:pt x="10208" y="6774"/>
                    <a:pt x="10145" y="6900"/>
                  </a:cubicBezTo>
                  <a:lnTo>
                    <a:pt x="10586" y="6900"/>
                  </a:lnTo>
                  <a:cubicBezTo>
                    <a:pt x="11153" y="6900"/>
                    <a:pt x="11626" y="6427"/>
                    <a:pt x="11626" y="5829"/>
                  </a:cubicBezTo>
                  <a:lnTo>
                    <a:pt x="11626" y="1040"/>
                  </a:lnTo>
                  <a:cubicBezTo>
                    <a:pt x="11657" y="473"/>
                    <a:pt x="11185" y="0"/>
                    <a:pt x="10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88"/>
            <p:cNvSpPr/>
            <p:nvPr/>
          </p:nvSpPr>
          <p:spPr>
            <a:xfrm>
              <a:off x="-5139775" y="4096025"/>
              <a:ext cx="65400" cy="17350"/>
            </a:xfrm>
            <a:custGeom>
              <a:avLst/>
              <a:gdLst/>
              <a:ahLst/>
              <a:cxnLst/>
              <a:rect l="l" t="t" r="r" b="b"/>
              <a:pathLst>
                <a:path w="2616" h="694" extrusionOk="0">
                  <a:moveTo>
                    <a:pt x="1008" y="0"/>
                  </a:moveTo>
                  <a:cubicBezTo>
                    <a:pt x="567" y="0"/>
                    <a:pt x="158" y="315"/>
                    <a:pt x="0" y="693"/>
                  </a:cubicBezTo>
                  <a:lnTo>
                    <a:pt x="2615" y="693"/>
                  </a:lnTo>
                  <a:cubicBezTo>
                    <a:pt x="2489" y="252"/>
                    <a:pt x="2111"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88"/>
            <p:cNvSpPr/>
            <p:nvPr/>
          </p:nvSpPr>
          <p:spPr>
            <a:xfrm>
              <a:off x="-5122450" y="4044825"/>
              <a:ext cx="33100" cy="33100"/>
            </a:xfrm>
            <a:custGeom>
              <a:avLst/>
              <a:gdLst/>
              <a:ahLst/>
              <a:cxnLst/>
              <a:rect l="l" t="t" r="r" b="b"/>
              <a:pathLst>
                <a:path w="1324" h="1324" extrusionOk="0">
                  <a:moveTo>
                    <a:pt x="662" y="0"/>
                  </a:moveTo>
                  <a:cubicBezTo>
                    <a:pt x="252" y="0"/>
                    <a:pt x="0" y="316"/>
                    <a:pt x="0" y="662"/>
                  </a:cubicBezTo>
                  <a:cubicBezTo>
                    <a:pt x="0" y="1009"/>
                    <a:pt x="315" y="1324"/>
                    <a:pt x="662" y="1324"/>
                  </a:cubicBezTo>
                  <a:cubicBezTo>
                    <a:pt x="1008" y="1324"/>
                    <a:pt x="1323" y="1009"/>
                    <a:pt x="1323" y="662"/>
                  </a:cubicBezTo>
                  <a:cubicBezTo>
                    <a:pt x="1323" y="253"/>
                    <a:pt x="1008"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8" name="Google Shape;7678;p88"/>
          <p:cNvGrpSpPr/>
          <p:nvPr/>
        </p:nvGrpSpPr>
        <p:grpSpPr>
          <a:xfrm>
            <a:off x="5756763" y="1689240"/>
            <a:ext cx="319874" cy="419623"/>
            <a:chOff x="-3365275" y="3253275"/>
            <a:chExt cx="222150" cy="291425"/>
          </a:xfrm>
        </p:grpSpPr>
        <p:sp>
          <p:nvSpPr>
            <p:cNvPr id="7679" name="Google Shape;7679;p88"/>
            <p:cNvSpPr/>
            <p:nvPr/>
          </p:nvSpPr>
          <p:spPr>
            <a:xfrm>
              <a:off x="-3365275" y="3253275"/>
              <a:ext cx="222150" cy="291425"/>
            </a:xfrm>
            <a:custGeom>
              <a:avLst/>
              <a:gdLst/>
              <a:ahLst/>
              <a:cxnLst/>
              <a:rect l="l" t="t" r="r" b="b"/>
              <a:pathLst>
                <a:path w="8886" h="11657" extrusionOk="0">
                  <a:moveTo>
                    <a:pt x="5861" y="662"/>
                  </a:moveTo>
                  <a:cubicBezTo>
                    <a:pt x="6302" y="662"/>
                    <a:pt x="6302" y="1323"/>
                    <a:pt x="5861" y="1323"/>
                  </a:cubicBezTo>
                  <a:lnTo>
                    <a:pt x="3120" y="1323"/>
                  </a:lnTo>
                  <a:cubicBezTo>
                    <a:pt x="2647" y="1323"/>
                    <a:pt x="2647" y="662"/>
                    <a:pt x="3120" y="662"/>
                  </a:cubicBezTo>
                  <a:close/>
                  <a:moveTo>
                    <a:pt x="7215" y="3466"/>
                  </a:moveTo>
                  <a:cubicBezTo>
                    <a:pt x="7625" y="3466"/>
                    <a:pt x="7625" y="4127"/>
                    <a:pt x="7215" y="4127"/>
                  </a:cubicBezTo>
                  <a:lnTo>
                    <a:pt x="4443" y="4127"/>
                  </a:lnTo>
                  <a:cubicBezTo>
                    <a:pt x="4002" y="4127"/>
                    <a:pt x="3970" y="3466"/>
                    <a:pt x="4443" y="3466"/>
                  </a:cubicBezTo>
                  <a:close/>
                  <a:moveTo>
                    <a:pt x="3101" y="2795"/>
                  </a:moveTo>
                  <a:cubicBezTo>
                    <a:pt x="3360" y="2795"/>
                    <a:pt x="3582" y="3129"/>
                    <a:pt x="3340" y="3371"/>
                  </a:cubicBezTo>
                  <a:lnTo>
                    <a:pt x="2899" y="3812"/>
                  </a:lnTo>
                  <a:lnTo>
                    <a:pt x="3340" y="4253"/>
                  </a:lnTo>
                  <a:cubicBezTo>
                    <a:pt x="3582" y="4495"/>
                    <a:pt x="3360" y="4830"/>
                    <a:pt x="3101" y="4830"/>
                  </a:cubicBezTo>
                  <a:cubicBezTo>
                    <a:pt x="3023" y="4830"/>
                    <a:pt x="2941" y="4799"/>
                    <a:pt x="2868" y="4726"/>
                  </a:cubicBezTo>
                  <a:lnTo>
                    <a:pt x="2427" y="4285"/>
                  </a:lnTo>
                  <a:lnTo>
                    <a:pt x="2017" y="4726"/>
                  </a:lnTo>
                  <a:cubicBezTo>
                    <a:pt x="1944" y="4799"/>
                    <a:pt x="1862" y="4830"/>
                    <a:pt x="1784" y="4830"/>
                  </a:cubicBezTo>
                  <a:cubicBezTo>
                    <a:pt x="1525" y="4830"/>
                    <a:pt x="1303" y="4495"/>
                    <a:pt x="1545" y="4253"/>
                  </a:cubicBezTo>
                  <a:lnTo>
                    <a:pt x="1954" y="3812"/>
                  </a:lnTo>
                  <a:lnTo>
                    <a:pt x="1545" y="3371"/>
                  </a:lnTo>
                  <a:cubicBezTo>
                    <a:pt x="1303" y="3129"/>
                    <a:pt x="1525" y="2795"/>
                    <a:pt x="1784" y="2795"/>
                  </a:cubicBezTo>
                  <a:cubicBezTo>
                    <a:pt x="1862" y="2795"/>
                    <a:pt x="1944" y="2825"/>
                    <a:pt x="2017" y="2899"/>
                  </a:cubicBezTo>
                  <a:lnTo>
                    <a:pt x="2427" y="3340"/>
                  </a:lnTo>
                  <a:lnTo>
                    <a:pt x="2868" y="2899"/>
                  </a:lnTo>
                  <a:cubicBezTo>
                    <a:pt x="2941" y="2825"/>
                    <a:pt x="3023" y="2795"/>
                    <a:pt x="3101" y="2795"/>
                  </a:cubicBezTo>
                  <a:close/>
                  <a:moveTo>
                    <a:pt x="7242" y="6206"/>
                  </a:moveTo>
                  <a:cubicBezTo>
                    <a:pt x="7625" y="6206"/>
                    <a:pt x="7616" y="6868"/>
                    <a:pt x="7215" y="6868"/>
                  </a:cubicBezTo>
                  <a:lnTo>
                    <a:pt x="4443" y="6868"/>
                  </a:lnTo>
                  <a:cubicBezTo>
                    <a:pt x="4002" y="6868"/>
                    <a:pt x="3970" y="6207"/>
                    <a:pt x="4443" y="6207"/>
                  </a:cubicBezTo>
                  <a:lnTo>
                    <a:pt x="7215" y="6207"/>
                  </a:lnTo>
                  <a:cubicBezTo>
                    <a:pt x="7225" y="6206"/>
                    <a:pt x="7233" y="6206"/>
                    <a:pt x="7242" y="6206"/>
                  </a:cubicBezTo>
                  <a:close/>
                  <a:moveTo>
                    <a:pt x="3101" y="5504"/>
                  </a:moveTo>
                  <a:cubicBezTo>
                    <a:pt x="3360" y="5504"/>
                    <a:pt x="3582" y="5839"/>
                    <a:pt x="3340" y="6081"/>
                  </a:cubicBezTo>
                  <a:lnTo>
                    <a:pt x="2899" y="6522"/>
                  </a:lnTo>
                  <a:lnTo>
                    <a:pt x="3340" y="6963"/>
                  </a:lnTo>
                  <a:cubicBezTo>
                    <a:pt x="3582" y="7205"/>
                    <a:pt x="3360" y="7539"/>
                    <a:pt x="3101" y="7539"/>
                  </a:cubicBezTo>
                  <a:cubicBezTo>
                    <a:pt x="3023" y="7539"/>
                    <a:pt x="2941" y="7509"/>
                    <a:pt x="2868" y="7435"/>
                  </a:cubicBezTo>
                  <a:lnTo>
                    <a:pt x="2427" y="6994"/>
                  </a:lnTo>
                  <a:lnTo>
                    <a:pt x="2017" y="7435"/>
                  </a:lnTo>
                  <a:cubicBezTo>
                    <a:pt x="1944" y="7509"/>
                    <a:pt x="1862" y="7539"/>
                    <a:pt x="1784" y="7539"/>
                  </a:cubicBezTo>
                  <a:cubicBezTo>
                    <a:pt x="1525" y="7539"/>
                    <a:pt x="1303" y="7205"/>
                    <a:pt x="1545" y="6963"/>
                  </a:cubicBezTo>
                  <a:lnTo>
                    <a:pt x="1954" y="6522"/>
                  </a:lnTo>
                  <a:lnTo>
                    <a:pt x="1545" y="6081"/>
                  </a:lnTo>
                  <a:cubicBezTo>
                    <a:pt x="1303" y="5839"/>
                    <a:pt x="1525" y="5504"/>
                    <a:pt x="1784" y="5504"/>
                  </a:cubicBezTo>
                  <a:cubicBezTo>
                    <a:pt x="1862" y="5504"/>
                    <a:pt x="1944" y="5535"/>
                    <a:pt x="2017" y="5608"/>
                  </a:cubicBezTo>
                  <a:lnTo>
                    <a:pt x="2427" y="6049"/>
                  </a:lnTo>
                  <a:lnTo>
                    <a:pt x="2868" y="5608"/>
                  </a:lnTo>
                  <a:cubicBezTo>
                    <a:pt x="2941" y="5535"/>
                    <a:pt x="3023" y="5504"/>
                    <a:pt x="3101" y="5504"/>
                  </a:cubicBezTo>
                  <a:close/>
                  <a:moveTo>
                    <a:pt x="7215" y="8916"/>
                  </a:moveTo>
                  <a:cubicBezTo>
                    <a:pt x="7625" y="8916"/>
                    <a:pt x="7625" y="9609"/>
                    <a:pt x="7215" y="9609"/>
                  </a:cubicBezTo>
                  <a:lnTo>
                    <a:pt x="4443" y="9609"/>
                  </a:lnTo>
                  <a:cubicBezTo>
                    <a:pt x="4002" y="9609"/>
                    <a:pt x="3970" y="8916"/>
                    <a:pt x="4443" y="8916"/>
                  </a:cubicBezTo>
                  <a:close/>
                  <a:moveTo>
                    <a:pt x="2395" y="8254"/>
                  </a:moveTo>
                  <a:cubicBezTo>
                    <a:pt x="2962" y="8254"/>
                    <a:pt x="3435" y="8727"/>
                    <a:pt x="3435" y="9263"/>
                  </a:cubicBezTo>
                  <a:cubicBezTo>
                    <a:pt x="3435" y="9830"/>
                    <a:pt x="2994" y="10302"/>
                    <a:pt x="2395" y="10302"/>
                  </a:cubicBezTo>
                  <a:cubicBezTo>
                    <a:pt x="1860" y="10302"/>
                    <a:pt x="1387" y="9830"/>
                    <a:pt x="1387" y="9263"/>
                  </a:cubicBezTo>
                  <a:cubicBezTo>
                    <a:pt x="1387" y="8727"/>
                    <a:pt x="1860" y="8254"/>
                    <a:pt x="2395" y="8254"/>
                  </a:cubicBezTo>
                  <a:close/>
                  <a:moveTo>
                    <a:pt x="3057" y="0"/>
                  </a:moveTo>
                  <a:cubicBezTo>
                    <a:pt x="2647" y="0"/>
                    <a:pt x="2238" y="252"/>
                    <a:pt x="2112" y="662"/>
                  </a:cubicBezTo>
                  <a:lnTo>
                    <a:pt x="1009" y="662"/>
                  </a:lnTo>
                  <a:cubicBezTo>
                    <a:pt x="473" y="662"/>
                    <a:pt x="1" y="1134"/>
                    <a:pt x="1" y="1670"/>
                  </a:cubicBezTo>
                  <a:lnTo>
                    <a:pt x="1" y="10617"/>
                  </a:lnTo>
                  <a:cubicBezTo>
                    <a:pt x="1" y="11153"/>
                    <a:pt x="473" y="11657"/>
                    <a:pt x="1009" y="11657"/>
                  </a:cubicBezTo>
                  <a:lnTo>
                    <a:pt x="7877" y="11657"/>
                  </a:lnTo>
                  <a:cubicBezTo>
                    <a:pt x="8413" y="11657"/>
                    <a:pt x="8885" y="11184"/>
                    <a:pt x="8885" y="10617"/>
                  </a:cubicBezTo>
                  <a:lnTo>
                    <a:pt x="8885" y="1670"/>
                  </a:lnTo>
                  <a:cubicBezTo>
                    <a:pt x="8885" y="1134"/>
                    <a:pt x="8476" y="662"/>
                    <a:pt x="7877" y="662"/>
                  </a:cubicBezTo>
                  <a:lnTo>
                    <a:pt x="6774" y="662"/>
                  </a:lnTo>
                  <a:cubicBezTo>
                    <a:pt x="6617" y="252"/>
                    <a:pt x="6270"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88"/>
            <p:cNvSpPr/>
            <p:nvPr/>
          </p:nvSpPr>
          <p:spPr>
            <a:xfrm>
              <a:off x="-3314075" y="34761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1" name="Google Shape;7681;p88"/>
          <p:cNvGrpSpPr/>
          <p:nvPr/>
        </p:nvGrpSpPr>
        <p:grpSpPr>
          <a:xfrm>
            <a:off x="5730701" y="2204058"/>
            <a:ext cx="371998" cy="421927"/>
            <a:chOff x="-3383375" y="3611625"/>
            <a:chExt cx="258350" cy="293025"/>
          </a:xfrm>
        </p:grpSpPr>
        <p:sp>
          <p:nvSpPr>
            <p:cNvPr id="7682" name="Google Shape;7682;p88"/>
            <p:cNvSpPr/>
            <p:nvPr/>
          </p:nvSpPr>
          <p:spPr>
            <a:xfrm>
              <a:off x="-3383375" y="3611625"/>
              <a:ext cx="258350" cy="85175"/>
            </a:xfrm>
            <a:custGeom>
              <a:avLst/>
              <a:gdLst/>
              <a:ahLst/>
              <a:cxnLst/>
              <a:rect l="l" t="t" r="r" b="b"/>
              <a:pathLst>
                <a:path w="10334" h="3407" extrusionOk="0">
                  <a:moveTo>
                    <a:pt x="6049" y="694"/>
                  </a:moveTo>
                  <a:cubicBezTo>
                    <a:pt x="6207" y="694"/>
                    <a:pt x="6301" y="757"/>
                    <a:pt x="6364" y="946"/>
                  </a:cubicBezTo>
                  <a:lnTo>
                    <a:pt x="6522" y="1356"/>
                  </a:lnTo>
                  <a:lnTo>
                    <a:pt x="3781" y="1356"/>
                  </a:lnTo>
                  <a:lnTo>
                    <a:pt x="4001" y="946"/>
                  </a:lnTo>
                  <a:cubicBezTo>
                    <a:pt x="4033" y="788"/>
                    <a:pt x="4190" y="694"/>
                    <a:pt x="4316" y="694"/>
                  </a:cubicBezTo>
                  <a:close/>
                  <a:moveTo>
                    <a:pt x="4316" y="1"/>
                  </a:moveTo>
                  <a:cubicBezTo>
                    <a:pt x="3875" y="1"/>
                    <a:pt x="3466" y="253"/>
                    <a:pt x="3308" y="694"/>
                  </a:cubicBezTo>
                  <a:lnTo>
                    <a:pt x="3088" y="1356"/>
                  </a:lnTo>
                  <a:lnTo>
                    <a:pt x="1040" y="1356"/>
                  </a:lnTo>
                  <a:cubicBezTo>
                    <a:pt x="473" y="1356"/>
                    <a:pt x="0" y="1828"/>
                    <a:pt x="0" y="2395"/>
                  </a:cubicBezTo>
                  <a:lnTo>
                    <a:pt x="0" y="3057"/>
                  </a:lnTo>
                  <a:cubicBezTo>
                    <a:pt x="0" y="3370"/>
                    <a:pt x="221" y="3407"/>
                    <a:pt x="480" y="3407"/>
                  </a:cubicBezTo>
                  <a:cubicBezTo>
                    <a:pt x="560" y="3407"/>
                    <a:pt x="643" y="3403"/>
                    <a:pt x="725" y="3403"/>
                  </a:cubicBezTo>
                  <a:lnTo>
                    <a:pt x="9924" y="3403"/>
                  </a:lnTo>
                  <a:cubicBezTo>
                    <a:pt x="10145" y="3403"/>
                    <a:pt x="10302" y="3246"/>
                    <a:pt x="10302" y="3057"/>
                  </a:cubicBezTo>
                  <a:lnTo>
                    <a:pt x="10302" y="2395"/>
                  </a:lnTo>
                  <a:cubicBezTo>
                    <a:pt x="10334" y="1828"/>
                    <a:pt x="9861" y="1356"/>
                    <a:pt x="9294" y="1356"/>
                  </a:cubicBezTo>
                  <a:lnTo>
                    <a:pt x="7246" y="1356"/>
                  </a:lnTo>
                  <a:lnTo>
                    <a:pt x="7026" y="694"/>
                  </a:lnTo>
                  <a:cubicBezTo>
                    <a:pt x="6868" y="253"/>
                    <a:pt x="6522" y="1"/>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88"/>
            <p:cNvSpPr/>
            <p:nvPr/>
          </p:nvSpPr>
          <p:spPr>
            <a:xfrm>
              <a:off x="-3362900" y="3716375"/>
              <a:ext cx="218200" cy="188275"/>
            </a:xfrm>
            <a:custGeom>
              <a:avLst/>
              <a:gdLst/>
              <a:ahLst/>
              <a:cxnLst/>
              <a:rect l="l" t="t" r="r" b="b"/>
              <a:pathLst>
                <a:path w="8728" h="7531" extrusionOk="0">
                  <a:moveTo>
                    <a:pt x="2324" y="666"/>
                  </a:moveTo>
                  <a:cubicBezTo>
                    <a:pt x="2487" y="666"/>
                    <a:pt x="2647" y="777"/>
                    <a:pt x="2647" y="1009"/>
                  </a:cubicBezTo>
                  <a:lnTo>
                    <a:pt x="2647" y="5798"/>
                  </a:lnTo>
                  <a:cubicBezTo>
                    <a:pt x="2647" y="6022"/>
                    <a:pt x="2476" y="6141"/>
                    <a:pt x="2307" y="6141"/>
                  </a:cubicBezTo>
                  <a:cubicBezTo>
                    <a:pt x="2145" y="6141"/>
                    <a:pt x="1985" y="6030"/>
                    <a:pt x="1985" y="5798"/>
                  </a:cubicBezTo>
                  <a:lnTo>
                    <a:pt x="1985" y="1009"/>
                  </a:lnTo>
                  <a:cubicBezTo>
                    <a:pt x="1985" y="785"/>
                    <a:pt x="2156" y="666"/>
                    <a:pt x="2324" y="666"/>
                  </a:cubicBezTo>
                  <a:close/>
                  <a:moveTo>
                    <a:pt x="4372" y="666"/>
                  </a:moveTo>
                  <a:cubicBezTo>
                    <a:pt x="4535" y="666"/>
                    <a:pt x="4695" y="777"/>
                    <a:pt x="4695" y="1009"/>
                  </a:cubicBezTo>
                  <a:lnTo>
                    <a:pt x="4695" y="5798"/>
                  </a:lnTo>
                  <a:cubicBezTo>
                    <a:pt x="4695" y="6022"/>
                    <a:pt x="4523" y="6141"/>
                    <a:pt x="4355" y="6141"/>
                  </a:cubicBezTo>
                  <a:cubicBezTo>
                    <a:pt x="4193" y="6141"/>
                    <a:pt x="4033" y="6030"/>
                    <a:pt x="4033" y="5798"/>
                  </a:cubicBezTo>
                  <a:lnTo>
                    <a:pt x="4033" y="1009"/>
                  </a:lnTo>
                  <a:cubicBezTo>
                    <a:pt x="4033" y="785"/>
                    <a:pt x="4204" y="666"/>
                    <a:pt x="4372" y="666"/>
                  </a:cubicBezTo>
                  <a:close/>
                  <a:moveTo>
                    <a:pt x="6427" y="631"/>
                  </a:moveTo>
                  <a:cubicBezTo>
                    <a:pt x="6648" y="631"/>
                    <a:pt x="6805" y="789"/>
                    <a:pt x="6805" y="1009"/>
                  </a:cubicBezTo>
                  <a:lnTo>
                    <a:pt x="6805" y="5798"/>
                  </a:lnTo>
                  <a:cubicBezTo>
                    <a:pt x="6805" y="6022"/>
                    <a:pt x="6626" y="6141"/>
                    <a:pt x="6450" y="6141"/>
                  </a:cubicBezTo>
                  <a:cubicBezTo>
                    <a:pt x="6280" y="6141"/>
                    <a:pt x="6112" y="6030"/>
                    <a:pt x="6112" y="5798"/>
                  </a:cubicBezTo>
                  <a:lnTo>
                    <a:pt x="6112" y="1009"/>
                  </a:lnTo>
                  <a:lnTo>
                    <a:pt x="6081" y="1009"/>
                  </a:lnTo>
                  <a:cubicBezTo>
                    <a:pt x="6081" y="789"/>
                    <a:pt x="6238" y="631"/>
                    <a:pt x="6427" y="631"/>
                  </a:cubicBezTo>
                  <a:close/>
                  <a:moveTo>
                    <a:pt x="0" y="1"/>
                  </a:moveTo>
                  <a:lnTo>
                    <a:pt x="536" y="6585"/>
                  </a:lnTo>
                  <a:cubicBezTo>
                    <a:pt x="567" y="7121"/>
                    <a:pt x="1008" y="7531"/>
                    <a:pt x="1576" y="7531"/>
                  </a:cubicBezTo>
                  <a:lnTo>
                    <a:pt x="7152" y="7531"/>
                  </a:lnTo>
                  <a:cubicBezTo>
                    <a:pt x="7688" y="7531"/>
                    <a:pt x="8129" y="7121"/>
                    <a:pt x="8192" y="6585"/>
                  </a:cubicBezTo>
                  <a:lnTo>
                    <a:pt x="872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4" name="Google Shape;7684;p88"/>
          <p:cNvGrpSpPr/>
          <p:nvPr/>
        </p:nvGrpSpPr>
        <p:grpSpPr>
          <a:xfrm>
            <a:off x="5793050" y="2756826"/>
            <a:ext cx="271097" cy="419659"/>
            <a:chOff x="-3347950" y="3971575"/>
            <a:chExt cx="188275" cy="291450"/>
          </a:xfrm>
        </p:grpSpPr>
        <p:sp>
          <p:nvSpPr>
            <p:cNvPr id="7685" name="Google Shape;7685;p88"/>
            <p:cNvSpPr/>
            <p:nvPr/>
          </p:nvSpPr>
          <p:spPr>
            <a:xfrm>
              <a:off x="-3246325" y="4032225"/>
              <a:ext cx="29950" cy="42550"/>
            </a:xfrm>
            <a:custGeom>
              <a:avLst/>
              <a:gdLst/>
              <a:ahLst/>
              <a:cxnLst/>
              <a:rect l="l" t="t" r="r" b="b"/>
              <a:pathLst>
                <a:path w="1198" h="1702" extrusionOk="0">
                  <a:moveTo>
                    <a:pt x="347" y="0"/>
                  </a:moveTo>
                  <a:lnTo>
                    <a:pt x="0" y="536"/>
                  </a:lnTo>
                  <a:lnTo>
                    <a:pt x="599" y="1702"/>
                  </a:lnTo>
                  <a:lnTo>
                    <a:pt x="1197" y="1702"/>
                  </a:lnTo>
                  <a:lnTo>
                    <a:pt x="3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88"/>
            <p:cNvSpPr/>
            <p:nvPr/>
          </p:nvSpPr>
          <p:spPr>
            <a:xfrm>
              <a:off x="-3291225" y="4034575"/>
              <a:ext cx="40975" cy="40200"/>
            </a:xfrm>
            <a:custGeom>
              <a:avLst/>
              <a:gdLst/>
              <a:ahLst/>
              <a:cxnLst/>
              <a:rect l="l" t="t" r="r" b="b"/>
              <a:pathLst>
                <a:path w="1639" h="1608" extrusionOk="0">
                  <a:moveTo>
                    <a:pt x="819" y="1"/>
                  </a:moveTo>
                  <a:lnTo>
                    <a:pt x="0" y="1608"/>
                  </a:lnTo>
                  <a:lnTo>
                    <a:pt x="1639" y="1608"/>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88"/>
            <p:cNvSpPr/>
            <p:nvPr/>
          </p:nvSpPr>
          <p:spPr>
            <a:xfrm>
              <a:off x="-3347950" y="3971575"/>
              <a:ext cx="188275" cy="291450"/>
            </a:xfrm>
            <a:custGeom>
              <a:avLst/>
              <a:gdLst/>
              <a:ahLst/>
              <a:cxnLst/>
              <a:rect l="l" t="t" r="r" b="b"/>
              <a:pathLst>
                <a:path w="7531" h="11658" extrusionOk="0">
                  <a:moveTo>
                    <a:pt x="4491" y="1351"/>
                  </a:moveTo>
                  <a:cubicBezTo>
                    <a:pt x="4609" y="1351"/>
                    <a:pt x="4725" y="1414"/>
                    <a:pt x="4790" y="1544"/>
                  </a:cubicBezTo>
                  <a:lnTo>
                    <a:pt x="6144" y="4285"/>
                  </a:lnTo>
                  <a:cubicBezTo>
                    <a:pt x="6239" y="4569"/>
                    <a:pt x="6081" y="4821"/>
                    <a:pt x="5829" y="4821"/>
                  </a:cubicBezTo>
                  <a:lnTo>
                    <a:pt x="1702" y="4821"/>
                  </a:lnTo>
                  <a:cubicBezTo>
                    <a:pt x="1482" y="4821"/>
                    <a:pt x="1261" y="4537"/>
                    <a:pt x="1387" y="4285"/>
                  </a:cubicBezTo>
                  <a:lnTo>
                    <a:pt x="2773" y="1544"/>
                  </a:lnTo>
                  <a:cubicBezTo>
                    <a:pt x="2836" y="1418"/>
                    <a:pt x="2962" y="1355"/>
                    <a:pt x="3088" y="1355"/>
                  </a:cubicBezTo>
                  <a:cubicBezTo>
                    <a:pt x="3214" y="1355"/>
                    <a:pt x="3340" y="1418"/>
                    <a:pt x="3403" y="1544"/>
                  </a:cubicBezTo>
                  <a:lnTo>
                    <a:pt x="3719" y="2174"/>
                  </a:lnTo>
                  <a:lnTo>
                    <a:pt x="4191" y="1513"/>
                  </a:lnTo>
                  <a:cubicBezTo>
                    <a:pt x="4267" y="1406"/>
                    <a:pt x="4380" y="1351"/>
                    <a:pt x="4491" y="1351"/>
                  </a:cubicBezTo>
                  <a:close/>
                  <a:moveTo>
                    <a:pt x="5136" y="5514"/>
                  </a:moveTo>
                  <a:cubicBezTo>
                    <a:pt x="5609" y="5514"/>
                    <a:pt x="5609" y="6175"/>
                    <a:pt x="5136" y="6175"/>
                  </a:cubicBezTo>
                  <a:lnTo>
                    <a:pt x="2364" y="6175"/>
                  </a:lnTo>
                  <a:cubicBezTo>
                    <a:pt x="1954" y="6175"/>
                    <a:pt x="1891" y="5514"/>
                    <a:pt x="2364" y="5514"/>
                  </a:cubicBezTo>
                  <a:close/>
                  <a:moveTo>
                    <a:pt x="5136" y="6869"/>
                  </a:moveTo>
                  <a:cubicBezTo>
                    <a:pt x="5609" y="6900"/>
                    <a:pt x="5609" y="7562"/>
                    <a:pt x="5136" y="7562"/>
                  </a:cubicBezTo>
                  <a:lnTo>
                    <a:pt x="2364" y="7562"/>
                  </a:lnTo>
                  <a:cubicBezTo>
                    <a:pt x="2175" y="7562"/>
                    <a:pt x="2017" y="7404"/>
                    <a:pt x="2017" y="7215"/>
                  </a:cubicBezTo>
                  <a:cubicBezTo>
                    <a:pt x="2017" y="7026"/>
                    <a:pt x="2175" y="6869"/>
                    <a:pt x="2364" y="6869"/>
                  </a:cubicBezTo>
                  <a:close/>
                  <a:moveTo>
                    <a:pt x="4790" y="8948"/>
                  </a:moveTo>
                  <a:lnTo>
                    <a:pt x="4790" y="10996"/>
                  </a:lnTo>
                  <a:lnTo>
                    <a:pt x="2742" y="10996"/>
                  </a:lnTo>
                  <a:lnTo>
                    <a:pt x="2742" y="8948"/>
                  </a:lnTo>
                  <a:close/>
                  <a:moveTo>
                    <a:pt x="1041" y="1"/>
                  </a:moveTo>
                  <a:cubicBezTo>
                    <a:pt x="505" y="1"/>
                    <a:pt x="1" y="473"/>
                    <a:pt x="1" y="1040"/>
                  </a:cubicBezTo>
                  <a:lnTo>
                    <a:pt x="1" y="7908"/>
                  </a:lnTo>
                  <a:cubicBezTo>
                    <a:pt x="1" y="8475"/>
                    <a:pt x="473" y="8948"/>
                    <a:pt x="1041" y="8948"/>
                  </a:cubicBezTo>
                  <a:lnTo>
                    <a:pt x="2080" y="8948"/>
                  </a:lnTo>
                  <a:lnTo>
                    <a:pt x="2080" y="10996"/>
                  </a:lnTo>
                  <a:lnTo>
                    <a:pt x="1041" y="10996"/>
                  </a:lnTo>
                  <a:cubicBezTo>
                    <a:pt x="600" y="10996"/>
                    <a:pt x="568" y="11657"/>
                    <a:pt x="1041" y="11657"/>
                  </a:cubicBezTo>
                  <a:lnTo>
                    <a:pt x="6522" y="11657"/>
                  </a:lnTo>
                  <a:cubicBezTo>
                    <a:pt x="6711" y="11657"/>
                    <a:pt x="6869" y="11500"/>
                    <a:pt x="6869" y="11311"/>
                  </a:cubicBezTo>
                  <a:cubicBezTo>
                    <a:pt x="6869" y="11122"/>
                    <a:pt x="6711" y="10964"/>
                    <a:pt x="6522" y="10964"/>
                  </a:cubicBezTo>
                  <a:lnTo>
                    <a:pt x="5483" y="10964"/>
                  </a:lnTo>
                  <a:lnTo>
                    <a:pt x="5483" y="8916"/>
                  </a:lnTo>
                  <a:lnTo>
                    <a:pt x="6522" y="8916"/>
                  </a:lnTo>
                  <a:cubicBezTo>
                    <a:pt x="7058" y="8916"/>
                    <a:pt x="7531" y="8444"/>
                    <a:pt x="7531" y="7877"/>
                  </a:cubicBezTo>
                  <a:lnTo>
                    <a:pt x="7531" y="977"/>
                  </a:lnTo>
                  <a:cubicBezTo>
                    <a:pt x="7531" y="442"/>
                    <a:pt x="7058" y="1"/>
                    <a:pt x="6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8" name="Google Shape;7688;p88"/>
          <p:cNvGrpSpPr/>
          <p:nvPr/>
        </p:nvGrpSpPr>
        <p:grpSpPr>
          <a:xfrm>
            <a:off x="842909" y="3307061"/>
            <a:ext cx="371998" cy="421927"/>
            <a:chOff x="-1575775" y="3238300"/>
            <a:chExt cx="258350" cy="293025"/>
          </a:xfrm>
        </p:grpSpPr>
        <p:sp>
          <p:nvSpPr>
            <p:cNvPr id="7689" name="Google Shape;7689;p88"/>
            <p:cNvSpPr/>
            <p:nvPr/>
          </p:nvSpPr>
          <p:spPr>
            <a:xfrm>
              <a:off x="-1489150" y="3306825"/>
              <a:ext cx="85875" cy="33100"/>
            </a:xfrm>
            <a:custGeom>
              <a:avLst/>
              <a:gdLst/>
              <a:ahLst/>
              <a:cxnLst/>
              <a:rect l="l" t="t" r="r" b="b"/>
              <a:pathLst>
                <a:path w="3435" h="1324" extrusionOk="0">
                  <a:moveTo>
                    <a:pt x="1" y="0"/>
                  </a:moveTo>
                  <a:lnTo>
                    <a:pt x="1702" y="1324"/>
                  </a:lnTo>
                  <a:lnTo>
                    <a:pt x="34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88"/>
            <p:cNvSpPr/>
            <p:nvPr/>
          </p:nvSpPr>
          <p:spPr>
            <a:xfrm>
              <a:off x="-1506475" y="3316275"/>
              <a:ext cx="46500" cy="67750"/>
            </a:xfrm>
            <a:custGeom>
              <a:avLst/>
              <a:gdLst/>
              <a:ahLst/>
              <a:cxnLst/>
              <a:rect l="l" t="t" r="r" b="b"/>
              <a:pathLst>
                <a:path w="1860" h="2710" extrusionOk="0">
                  <a:moveTo>
                    <a:pt x="1" y="1"/>
                  </a:moveTo>
                  <a:lnTo>
                    <a:pt x="1" y="2710"/>
                  </a:lnTo>
                  <a:lnTo>
                    <a:pt x="1859" y="1324"/>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88"/>
            <p:cNvSpPr/>
            <p:nvPr/>
          </p:nvSpPr>
          <p:spPr>
            <a:xfrm>
              <a:off x="-1575775" y="3238300"/>
              <a:ext cx="258350" cy="293025"/>
            </a:xfrm>
            <a:custGeom>
              <a:avLst/>
              <a:gdLst/>
              <a:ahLst/>
              <a:cxnLst/>
              <a:rect l="l" t="t" r="r" b="b"/>
              <a:pathLst>
                <a:path w="10334" h="11721" extrusionOk="0">
                  <a:moveTo>
                    <a:pt x="1418" y="694"/>
                  </a:moveTo>
                  <a:lnTo>
                    <a:pt x="1418" y="1387"/>
                  </a:lnTo>
                  <a:lnTo>
                    <a:pt x="756" y="1387"/>
                  </a:lnTo>
                  <a:lnTo>
                    <a:pt x="756" y="694"/>
                  </a:lnTo>
                  <a:close/>
                  <a:moveTo>
                    <a:pt x="9609" y="694"/>
                  </a:moveTo>
                  <a:lnTo>
                    <a:pt x="9609" y="1387"/>
                  </a:lnTo>
                  <a:lnTo>
                    <a:pt x="8947" y="1387"/>
                  </a:lnTo>
                  <a:lnTo>
                    <a:pt x="8947" y="694"/>
                  </a:lnTo>
                  <a:close/>
                  <a:moveTo>
                    <a:pt x="8002" y="2080"/>
                  </a:moveTo>
                  <a:cubicBezTo>
                    <a:pt x="8160" y="2080"/>
                    <a:pt x="8286" y="2206"/>
                    <a:pt x="8317" y="2395"/>
                  </a:cubicBezTo>
                  <a:lnTo>
                    <a:pt x="8317" y="2426"/>
                  </a:lnTo>
                  <a:lnTo>
                    <a:pt x="8317" y="6522"/>
                  </a:lnTo>
                  <a:lnTo>
                    <a:pt x="8254" y="6522"/>
                  </a:lnTo>
                  <a:cubicBezTo>
                    <a:pt x="8191" y="6774"/>
                    <a:pt x="8034" y="6900"/>
                    <a:pt x="7876" y="6900"/>
                  </a:cubicBezTo>
                  <a:lnTo>
                    <a:pt x="2457" y="6900"/>
                  </a:lnTo>
                  <a:cubicBezTo>
                    <a:pt x="2300" y="6900"/>
                    <a:pt x="2142" y="6774"/>
                    <a:pt x="2142" y="6554"/>
                  </a:cubicBezTo>
                  <a:lnTo>
                    <a:pt x="2142" y="6522"/>
                  </a:lnTo>
                  <a:lnTo>
                    <a:pt x="2142" y="2426"/>
                  </a:lnTo>
                  <a:cubicBezTo>
                    <a:pt x="2142" y="2269"/>
                    <a:pt x="2300" y="2080"/>
                    <a:pt x="2489" y="2080"/>
                  </a:cubicBezTo>
                  <a:close/>
                  <a:moveTo>
                    <a:pt x="7215" y="7562"/>
                  </a:moveTo>
                  <a:cubicBezTo>
                    <a:pt x="7687" y="7562"/>
                    <a:pt x="7687" y="8223"/>
                    <a:pt x="7215" y="8223"/>
                  </a:cubicBezTo>
                  <a:lnTo>
                    <a:pt x="3119" y="8223"/>
                  </a:lnTo>
                  <a:cubicBezTo>
                    <a:pt x="2678" y="8223"/>
                    <a:pt x="2646" y="7562"/>
                    <a:pt x="3119" y="7562"/>
                  </a:cubicBezTo>
                  <a:close/>
                  <a:moveTo>
                    <a:pt x="7215" y="8979"/>
                  </a:moveTo>
                  <a:cubicBezTo>
                    <a:pt x="7687" y="8979"/>
                    <a:pt x="7687" y="9641"/>
                    <a:pt x="7215" y="9641"/>
                  </a:cubicBezTo>
                  <a:lnTo>
                    <a:pt x="3119" y="9641"/>
                  </a:lnTo>
                  <a:cubicBezTo>
                    <a:pt x="2678" y="9641"/>
                    <a:pt x="2646" y="8979"/>
                    <a:pt x="3119" y="8979"/>
                  </a:cubicBezTo>
                  <a:close/>
                  <a:moveTo>
                    <a:pt x="1418" y="10366"/>
                  </a:moveTo>
                  <a:lnTo>
                    <a:pt x="1418" y="11027"/>
                  </a:lnTo>
                  <a:lnTo>
                    <a:pt x="756" y="11027"/>
                  </a:lnTo>
                  <a:lnTo>
                    <a:pt x="756" y="10366"/>
                  </a:lnTo>
                  <a:close/>
                  <a:moveTo>
                    <a:pt x="9609" y="10366"/>
                  </a:moveTo>
                  <a:lnTo>
                    <a:pt x="9609" y="11027"/>
                  </a:lnTo>
                  <a:lnTo>
                    <a:pt x="8947" y="11027"/>
                  </a:lnTo>
                  <a:lnTo>
                    <a:pt x="8947" y="10366"/>
                  </a:lnTo>
                  <a:close/>
                  <a:moveTo>
                    <a:pt x="378" y="1"/>
                  </a:moveTo>
                  <a:cubicBezTo>
                    <a:pt x="158" y="1"/>
                    <a:pt x="0" y="158"/>
                    <a:pt x="0" y="347"/>
                  </a:cubicBezTo>
                  <a:lnTo>
                    <a:pt x="0" y="1733"/>
                  </a:lnTo>
                  <a:cubicBezTo>
                    <a:pt x="0" y="1922"/>
                    <a:pt x="158" y="2080"/>
                    <a:pt x="378" y="2080"/>
                  </a:cubicBezTo>
                  <a:lnTo>
                    <a:pt x="725" y="2080"/>
                  </a:lnTo>
                  <a:lnTo>
                    <a:pt x="725" y="9641"/>
                  </a:lnTo>
                  <a:lnTo>
                    <a:pt x="378" y="9641"/>
                  </a:lnTo>
                  <a:cubicBezTo>
                    <a:pt x="158" y="9641"/>
                    <a:pt x="0" y="9799"/>
                    <a:pt x="0" y="9988"/>
                  </a:cubicBezTo>
                  <a:lnTo>
                    <a:pt x="0" y="11374"/>
                  </a:lnTo>
                  <a:cubicBezTo>
                    <a:pt x="0" y="11563"/>
                    <a:pt x="158" y="11720"/>
                    <a:pt x="378" y="11720"/>
                  </a:cubicBezTo>
                  <a:lnTo>
                    <a:pt x="1733" y="11720"/>
                  </a:lnTo>
                  <a:cubicBezTo>
                    <a:pt x="1953" y="11720"/>
                    <a:pt x="2111" y="11563"/>
                    <a:pt x="2111" y="11374"/>
                  </a:cubicBezTo>
                  <a:lnTo>
                    <a:pt x="2111" y="11027"/>
                  </a:lnTo>
                  <a:lnTo>
                    <a:pt x="8254" y="11027"/>
                  </a:lnTo>
                  <a:lnTo>
                    <a:pt x="8254" y="11374"/>
                  </a:lnTo>
                  <a:cubicBezTo>
                    <a:pt x="8254" y="11563"/>
                    <a:pt x="8412" y="11720"/>
                    <a:pt x="8601" y="11720"/>
                  </a:cubicBezTo>
                  <a:lnTo>
                    <a:pt x="9987" y="11720"/>
                  </a:lnTo>
                  <a:cubicBezTo>
                    <a:pt x="10176" y="11720"/>
                    <a:pt x="10334" y="11563"/>
                    <a:pt x="10334" y="11374"/>
                  </a:cubicBezTo>
                  <a:lnTo>
                    <a:pt x="10334" y="9988"/>
                  </a:lnTo>
                  <a:cubicBezTo>
                    <a:pt x="10334" y="9799"/>
                    <a:pt x="10176" y="9641"/>
                    <a:pt x="9987" y="9641"/>
                  </a:cubicBezTo>
                  <a:lnTo>
                    <a:pt x="9609" y="9641"/>
                  </a:lnTo>
                  <a:lnTo>
                    <a:pt x="9609" y="2080"/>
                  </a:lnTo>
                  <a:lnTo>
                    <a:pt x="9987" y="2080"/>
                  </a:lnTo>
                  <a:cubicBezTo>
                    <a:pt x="10176" y="2080"/>
                    <a:pt x="10334" y="1922"/>
                    <a:pt x="10334" y="1733"/>
                  </a:cubicBezTo>
                  <a:lnTo>
                    <a:pt x="10334" y="347"/>
                  </a:lnTo>
                  <a:cubicBezTo>
                    <a:pt x="10334" y="158"/>
                    <a:pt x="10176" y="1"/>
                    <a:pt x="9987" y="1"/>
                  </a:cubicBezTo>
                  <a:lnTo>
                    <a:pt x="8601" y="1"/>
                  </a:lnTo>
                  <a:cubicBezTo>
                    <a:pt x="8412" y="1"/>
                    <a:pt x="8254" y="158"/>
                    <a:pt x="8254" y="347"/>
                  </a:cubicBezTo>
                  <a:lnTo>
                    <a:pt x="8254" y="694"/>
                  </a:lnTo>
                  <a:lnTo>
                    <a:pt x="2111" y="694"/>
                  </a:lnTo>
                  <a:lnTo>
                    <a:pt x="2111" y="347"/>
                  </a:lnTo>
                  <a:cubicBezTo>
                    <a:pt x="2111" y="158"/>
                    <a:pt x="1953"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88"/>
            <p:cNvSpPr/>
            <p:nvPr/>
          </p:nvSpPr>
          <p:spPr>
            <a:xfrm>
              <a:off x="-1489150" y="3360375"/>
              <a:ext cx="85875" cy="32325"/>
            </a:xfrm>
            <a:custGeom>
              <a:avLst/>
              <a:gdLst/>
              <a:ahLst/>
              <a:cxnLst/>
              <a:rect l="l" t="t" r="r" b="b"/>
              <a:pathLst>
                <a:path w="3435" h="1293" extrusionOk="0">
                  <a:moveTo>
                    <a:pt x="1702" y="1"/>
                  </a:moveTo>
                  <a:lnTo>
                    <a:pt x="1" y="1293"/>
                  </a:lnTo>
                  <a:lnTo>
                    <a:pt x="3435" y="1293"/>
                  </a:lnTo>
                  <a:lnTo>
                    <a:pt x="170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88"/>
            <p:cNvSpPr/>
            <p:nvPr/>
          </p:nvSpPr>
          <p:spPr>
            <a:xfrm>
              <a:off x="-1431650" y="3316275"/>
              <a:ext cx="44925" cy="67750"/>
            </a:xfrm>
            <a:custGeom>
              <a:avLst/>
              <a:gdLst/>
              <a:ahLst/>
              <a:cxnLst/>
              <a:rect l="l" t="t" r="r" b="b"/>
              <a:pathLst>
                <a:path w="1797" h="2710" extrusionOk="0">
                  <a:moveTo>
                    <a:pt x="1796" y="1"/>
                  </a:moveTo>
                  <a:lnTo>
                    <a:pt x="0" y="1324"/>
                  </a:lnTo>
                  <a:lnTo>
                    <a:pt x="1796" y="2710"/>
                  </a:lnTo>
                  <a:lnTo>
                    <a:pt x="17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4" name="Google Shape;7694;p88"/>
          <p:cNvGrpSpPr/>
          <p:nvPr/>
        </p:nvGrpSpPr>
        <p:grpSpPr>
          <a:xfrm>
            <a:off x="2487807" y="3309051"/>
            <a:ext cx="423079" cy="424159"/>
            <a:chOff x="-1591550" y="3597475"/>
            <a:chExt cx="293825" cy="294575"/>
          </a:xfrm>
        </p:grpSpPr>
        <p:sp>
          <p:nvSpPr>
            <p:cNvPr id="7695" name="Google Shape;7695;p88"/>
            <p:cNvSpPr/>
            <p:nvPr/>
          </p:nvSpPr>
          <p:spPr>
            <a:xfrm>
              <a:off x="-1509625" y="3597475"/>
              <a:ext cx="211900" cy="207150"/>
            </a:xfrm>
            <a:custGeom>
              <a:avLst/>
              <a:gdLst/>
              <a:ahLst/>
              <a:cxnLst/>
              <a:rect l="l" t="t" r="r" b="b"/>
              <a:pathLst>
                <a:path w="8476" h="8286" extrusionOk="0">
                  <a:moveTo>
                    <a:pt x="6105" y="1"/>
                  </a:moveTo>
                  <a:cubicBezTo>
                    <a:pt x="6014" y="1"/>
                    <a:pt x="5916" y="39"/>
                    <a:pt x="5829" y="126"/>
                  </a:cubicBezTo>
                  <a:lnTo>
                    <a:pt x="3781" y="2205"/>
                  </a:lnTo>
                  <a:cubicBezTo>
                    <a:pt x="3718" y="2268"/>
                    <a:pt x="3655" y="2363"/>
                    <a:pt x="3655" y="2426"/>
                  </a:cubicBezTo>
                  <a:lnTo>
                    <a:pt x="3655" y="4253"/>
                  </a:lnTo>
                  <a:lnTo>
                    <a:pt x="1544" y="6332"/>
                  </a:lnTo>
                  <a:cubicBezTo>
                    <a:pt x="1400" y="6270"/>
                    <a:pt x="1256" y="6242"/>
                    <a:pt x="1119" y="6242"/>
                  </a:cubicBezTo>
                  <a:cubicBezTo>
                    <a:pt x="835" y="6242"/>
                    <a:pt x="580" y="6362"/>
                    <a:pt x="410" y="6553"/>
                  </a:cubicBezTo>
                  <a:cubicBezTo>
                    <a:pt x="0" y="6931"/>
                    <a:pt x="0" y="7592"/>
                    <a:pt x="410" y="8002"/>
                  </a:cubicBezTo>
                  <a:cubicBezTo>
                    <a:pt x="599" y="8191"/>
                    <a:pt x="859" y="8286"/>
                    <a:pt x="1123" y="8286"/>
                  </a:cubicBezTo>
                  <a:cubicBezTo>
                    <a:pt x="1387" y="8286"/>
                    <a:pt x="1655" y="8191"/>
                    <a:pt x="1859" y="8002"/>
                  </a:cubicBezTo>
                  <a:cubicBezTo>
                    <a:pt x="2174" y="7687"/>
                    <a:pt x="2206" y="7214"/>
                    <a:pt x="2048" y="6868"/>
                  </a:cubicBezTo>
                  <a:lnTo>
                    <a:pt x="4128" y="4757"/>
                  </a:lnTo>
                  <a:lnTo>
                    <a:pt x="5955" y="4757"/>
                  </a:lnTo>
                  <a:cubicBezTo>
                    <a:pt x="6018" y="4757"/>
                    <a:pt x="6144" y="4725"/>
                    <a:pt x="6175" y="4662"/>
                  </a:cubicBezTo>
                  <a:lnTo>
                    <a:pt x="8286" y="2552"/>
                  </a:lnTo>
                  <a:cubicBezTo>
                    <a:pt x="8475" y="2331"/>
                    <a:pt x="8349" y="1985"/>
                    <a:pt x="8034" y="1985"/>
                  </a:cubicBezTo>
                  <a:lnTo>
                    <a:pt x="6428" y="1985"/>
                  </a:lnTo>
                  <a:lnTo>
                    <a:pt x="6428" y="346"/>
                  </a:lnTo>
                  <a:cubicBezTo>
                    <a:pt x="6428" y="140"/>
                    <a:pt x="6278" y="1"/>
                    <a:pt x="61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88"/>
            <p:cNvSpPr/>
            <p:nvPr/>
          </p:nvSpPr>
          <p:spPr>
            <a:xfrm>
              <a:off x="-1541125" y="3719125"/>
              <a:ext cx="120525" cy="118275"/>
            </a:xfrm>
            <a:custGeom>
              <a:avLst/>
              <a:gdLst/>
              <a:ahLst/>
              <a:cxnLst/>
              <a:rect l="l" t="t" r="r" b="b"/>
              <a:pathLst>
                <a:path w="4821" h="4731" extrusionOk="0">
                  <a:moveTo>
                    <a:pt x="2340" y="1"/>
                  </a:moveTo>
                  <a:cubicBezTo>
                    <a:pt x="1722" y="1"/>
                    <a:pt x="1163" y="241"/>
                    <a:pt x="725" y="679"/>
                  </a:cubicBezTo>
                  <a:cubicBezTo>
                    <a:pt x="284" y="1120"/>
                    <a:pt x="0" y="1750"/>
                    <a:pt x="0" y="2380"/>
                  </a:cubicBezTo>
                  <a:cubicBezTo>
                    <a:pt x="0" y="3943"/>
                    <a:pt x="1211" y="4731"/>
                    <a:pt x="2420" y="4731"/>
                  </a:cubicBezTo>
                  <a:cubicBezTo>
                    <a:pt x="3622" y="4731"/>
                    <a:pt x="4821" y="3951"/>
                    <a:pt x="4821" y="2380"/>
                  </a:cubicBezTo>
                  <a:cubicBezTo>
                    <a:pt x="4821" y="2096"/>
                    <a:pt x="4758" y="1844"/>
                    <a:pt x="4663" y="1592"/>
                  </a:cubicBezTo>
                  <a:lnTo>
                    <a:pt x="4096" y="2159"/>
                  </a:lnTo>
                  <a:cubicBezTo>
                    <a:pt x="4253" y="3199"/>
                    <a:pt x="3434" y="4081"/>
                    <a:pt x="2395" y="4081"/>
                  </a:cubicBezTo>
                  <a:cubicBezTo>
                    <a:pt x="882" y="4081"/>
                    <a:pt x="126" y="2222"/>
                    <a:pt x="1197" y="1151"/>
                  </a:cubicBezTo>
                  <a:cubicBezTo>
                    <a:pt x="1522" y="827"/>
                    <a:pt x="1984" y="665"/>
                    <a:pt x="2428" y="665"/>
                  </a:cubicBezTo>
                  <a:cubicBezTo>
                    <a:pt x="2501" y="665"/>
                    <a:pt x="2575" y="670"/>
                    <a:pt x="2647" y="679"/>
                  </a:cubicBezTo>
                  <a:lnTo>
                    <a:pt x="3182" y="143"/>
                  </a:lnTo>
                  <a:cubicBezTo>
                    <a:pt x="2894" y="47"/>
                    <a:pt x="2611" y="1"/>
                    <a:pt x="2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88"/>
            <p:cNvSpPr/>
            <p:nvPr/>
          </p:nvSpPr>
          <p:spPr>
            <a:xfrm>
              <a:off x="-1591550" y="3668825"/>
              <a:ext cx="222925" cy="223225"/>
            </a:xfrm>
            <a:custGeom>
              <a:avLst/>
              <a:gdLst/>
              <a:ahLst/>
              <a:cxnLst/>
              <a:rect l="l" t="t" r="r" b="b"/>
              <a:pathLst>
                <a:path w="8917" h="8929" extrusionOk="0">
                  <a:moveTo>
                    <a:pt x="4475" y="1"/>
                  </a:moveTo>
                  <a:cubicBezTo>
                    <a:pt x="3329" y="1"/>
                    <a:pt x="2187" y="454"/>
                    <a:pt x="1324" y="1336"/>
                  </a:cubicBezTo>
                  <a:cubicBezTo>
                    <a:pt x="474" y="2155"/>
                    <a:pt x="1" y="3289"/>
                    <a:pt x="1" y="4486"/>
                  </a:cubicBezTo>
                  <a:cubicBezTo>
                    <a:pt x="1" y="6912"/>
                    <a:pt x="2017" y="8929"/>
                    <a:pt x="4475" y="8929"/>
                  </a:cubicBezTo>
                  <a:cubicBezTo>
                    <a:pt x="6901" y="8929"/>
                    <a:pt x="8917" y="6912"/>
                    <a:pt x="8917" y="4486"/>
                  </a:cubicBezTo>
                  <a:cubicBezTo>
                    <a:pt x="8917" y="3604"/>
                    <a:pt x="8696" y="2817"/>
                    <a:pt x="8255" y="2124"/>
                  </a:cubicBezTo>
                  <a:cubicBezTo>
                    <a:pt x="8098" y="2218"/>
                    <a:pt x="7342" y="2943"/>
                    <a:pt x="7184" y="3100"/>
                  </a:cubicBezTo>
                  <a:cubicBezTo>
                    <a:pt x="8161" y="5148"/>
                    <a:pt x="6680" y="7511"/>
                    <a:pt x="4412" y="7511"/>
                  </a:cubicBezTo>
                  <a:cubicBezTo>
                    <a:pt x="1702" y="7511"/>
                    <a:pt x="316" y="4203"/>
                    <a:pt x="2269" y="2281"/>
                  </a:cubicBezTo>
                  <a:cubicBezTo>
                    <a:pt x="2869" y="1681"/>
                    <a:pt x="3659" y="1373"/>
                    <a:pt x="4447" y="1373"/>
                  </a:cubicBezTo>
                  <a:cubicBezTo>
                    <a:pt x="4900" y="1373"/>
                    <a:pt x="5352" y="1475"/>
                    <a:pt x="5766" y="1682"/>
                  </a:cubicBezTo>
                  <a:cubicBezTo>
                    <a:pt x="5924" y="1525"/>
                    <a:pt x="6617" y="800"/>
                    <a:pt x="6838" y="706"/>
                  </a:cubicBezTo>
                  <a:cubicBezTo>
                    <a:pt x="6115" y="233"/>
                    <a:pt x="5294" y="1"/>
                    <a:pt x="44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8" name="Google Shape;7698;p88"/>
          <p:cNvGrpSpPr/>
          <p:nvPr/>
        </p:nvGrpSpPr>
        <p:grpSpPr>
          <a:xfrm>
            <a:off x="4137277" y="3318663"/>
            <a:ext cx="421927" cy="399248"/>
            <a:chOff x="-1592325" y="3957400"/>
            <a:chExt cx="293025" cy="277275"/>
          </a:xfrm>
        </p:grpSpPr>
        <p:sp>
          <p:nvSpPr>
            <p:cNvPr id="7699" name="Google Shape;7699;p88"/>
            <p:cNvSpPr/>
            <p:nvPr/>
          </p:nvSpPr>
          <p:spPr>
            <a:xfrm>
              <a:off x="-1591550" y="3957400"/>
              <a:ext cx="292250" cy="68550"/>
            </a:xfrm>
            <a:custGeom>
              <a:avLst/>
              <a:gdLst/>
              <a:ahLst/>
              <a:cxnLst/>
              <a:rect l="l" t="t" r="r" b="b"/>
              <a:pathLst>
                <a:path w="11690" h="2742" extrusionOk="0">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88"/>
            <p:cNvSpPr/>
            <p:nvPr/>
          </p:nvSpPr>
          <p:spPr>
            <a:xfrm>
              <a:off x="-1592325" y="4043250"/>
              <a:ext cx="291450" cy="171725"/>
            </a:xfrm>
            <a:custGeom>
              <a:avLst/>
              <a:gdLst/>
              <a:ahLst/>
              <a:cxnLst/>
              <a:rect l="l" t="t" r="r" b="b"/>
              <a:pathLst>
                <a:path w="11658" h="6869" extrusionOk="0">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88"/>
            <p:cNvSpPr/>
            <p:nvPr/>
          </p:nvSpPr>
          <p:spPr>
            <a:xfrm>
              <a:off x="-1471825" y="4129100"/>
              <a:ext cx="51225" cy="51225"/>
            </a:xfrm>
            <a:custGeom>
              <a:avLst/>
              <a:gdLst/>
              <a:ahLst/>
              <a:cxnLst/>
              <a:rect l="l" t="t" r="r" b="b"/>
              <a:pathLst>
                <a:path w="2049" h="2049" extrusionOk="0">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88"/>
            <p:cNvSpPr/>
            <p:nvPr/>
          </p:nvSpPr>
          <p:spPr>
            <a:xfrm>
              <a:off x="-1526175" y="4077900"/>
              <a:ext cx="156775" cy="156775"/>
            </a:xfrm>
            <a:custGeom>
              <a:avLst/>
              <a:gdLst/>
              <a:ahLst/>
              <a:cxnLst/>
              <a:rect l="l" t="t" r="r" b="b"/>
              <a:pathLst>
                <a:path w="6271" h="6271" extrusionOk="0">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03" name="Google Shape;7703;p88"/>
          <p:cNvGrpSpPr/>
          <p:nvPr/>
        </p:nvGrpSpPr>
        <p:grpSpPr>
          <a:xfrm>
            <a:off x="3624147" y="3310744"/>
            <a:ext cx="369730" cy="420775"/>
            <a:chOff x="-778700" y="3612425"/>
            <a:chExt cx="256775" cy="292225"/>
          </a:xfrm>
        </p:grpSpPr>
        <p:sp>
          <p:nvSpPr>
            <p:cNvPr id="7704" name="Google Shape;7704;p88"/>
            <p:cNvSpPr/>
            <p:nvPr/>
          </p:nvSpPr>
          <p:spPr>
            <a:xfrm>
              <a:off x="-692850" y="36990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88"/>
            <p:cNvSpPr/>
            <p:nvPr/>
          </p:nvSpPr>
          <p:spPr>
            <a:xfrm>
              <a:off x="-777925" y="3612425"/>
              <a:ext cx="204800" cy="34675"/>
            </a:xfrm>
            <a:custGeom>
              <a:avLst/>
              <a:gdLst/>
              <a:ahLst/>
              <a:cxnLst/>
              <a:rect l="l" t="t" r="r" b="b"/>
              <a:pathLst>
                <a:path w="8192" h="1387" extrusionOk="0">
                  <a:moveTo>
                    <a:pt x="1009" y="0"/>
                  </a:moveTo>
                  <a:cubicBezTo>
                    <a:pt x="473" y="0"/>
                    <a:pt x="1" y="473"/>
                    <a:pt x="1" y="1009"/>
                  </a:cubicBezTo>
                  <a:lnTo>
                    <a:pt x="1" y="1387"/>
                  </a:lnTo>
                  <a:lnTo>
                    <a:pt x="8192" y="1387"/>
                  </a:lnTo>
                  <a:lnTo>
                    <a:pt x="8192" y="1009"/>
                  </a:lnTo>
                  <a:cubicBezTo>
                    <a:pt x="8192" y="473"/>
                    <a:pt x="7719" y="0"/>
                    <a:pt x="71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88"/>
            <p:cNvSpPr/>
            <p:nvPr/>
          </p:nvSpPr>
          <p:spPr>
            <a:xfrm>
              <a:off x="-727525" y="3699050"/>
              <a:ext cx="17375" cy="17350"/>
            </a:xfrm>
            <a:custGeom>
              <a:avLst/>
              <a:gdLst/>
              <a:ahLst/>
              <a:cxnLst/>
              <a:rect l="l" t="t" r="r" b="b"/>
              <a:pathLst>
                <a:path w="695"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88"/>
            <p:cNvSpPr/>
            <p:nvPr/>
          </p:nvSpPr>
          <p:spPr>
            <a:xfrm>
              <a:off x="-778700" y="3664400"/>
              <a:ext cx="205575" cy="102425"/>
            </a:xfrm>
            <a:custGeom>
              <a:avLst/>
              <a:gdLst/>
              <a:ahLst/>
              <a:cxnLst/>
              <a:rect l="l" t="t" r="r" b="b"/>
              <a:pathLst>
                <a:path w="8223" h="4097" extrusionOk="0">
                  <a:moveTo>
                    <a:pt x="3781" y="694"/>
                  </a:moveTo>
                  <a:cubicBezTo>
                    <a:pt x="4316" y="694"/>
                    <a:pt x="4789" y="1166"/>
                    <a:pt x="4789" y="1733"/>
                  </a:cubicBezTo>
                  <a:cubicBezTo>
                    <a:pt x="4789" y="2301"/>
                    <a:pt x="4316" y="2773"/>
                    <a:pt x="3781" y="2773"/>
                  </a:cubicBezTo>
                  <a:cubicBezTo>
                    <a:pt x="3497" y="2773"/>
                    <a:pt x="3245" y="2647"/>
                    <a:pt x="3088" y="2490"/>
                  </a:cubicBezTo>
                  <a:cubicBezTo>
                    <a:pt x="2899" y="2647"/>
                    <a:pt x="2678" y="2773"/>
                    <a:pt x="2426" y="2773"/>
                  </a:cubicBezTo>
                  <a:cubicBezTo>
                    <a:pt x="1890" y="2773"/>
                    <a:pt x="1418" y="2301"/>
                    <a:pt x="1418" y="1733"/>
                  </a:cubicBezTo>
                  <a:cubicBezTo>
                    <a:pt x="1418" y="1198"/>
                    <a:pt x="1890" y="694"/>
                    <a:pt x="2426" y="694"/>
                  </a:cubicBezTo>
                  <a:cubicBezTo>
                    <a:pt x="2710" y="694"/>
                    <a:pt x="2930" y="820"/>
                    <a:pt x="3088" y="977"/>
                  </a:cubicBezTo>
                  <a:cubicBezTo>
                    <a:pt x="3308" y="820"/>
                    <a:pt x="3529" y="694"/>
                    <a:pt x="3781" y="694"/>
                  </a:cubicBezTo>
                  <a:close/>
                  <a:moveTo>
                    <a:pt x="0" y="1"/>
                  </a:moveTo>
                  <a:lnTo>
                    <a:pt x="0" y="3088"/>
                  </a:lnTo>
                  <a:cubicBezTo>
                    <a:pt x="0" y="3624"/>
                    <a:pt x="473" y="4096"/>
                    <a:pt x="1008" y="4096"/>
                  </a:cubicBezTo>
                  <a:lnTo>
                    <a:pt x="6837" y="4096"/>
                  </a:lnTo>
                  <a:lnTo>
                    <a:pt x="6837" y="3498"/>
                  </a:lnTo>
                  <a:lnTo>
                    <a:pt x="5766" y="2458"/>
                  </a:lnTo>
                  <a:cubicBezTo>
                    <a:pt x="5034" y="1726"/>
                    <a:pt x="5756" y="674"/>
                    <a:pt x="6558" y="674"/>
                  </a:cubicBezTo>
                  <a:cubicBezTo>
                    <a:pt x="6792" y="674"/>
                    <a:pt x="7033" y="764"/>
                    <a:pt x="7246" y="977"/>
                  </a:cubicBezTo>
                  <a:lnTo>
                    <a:pt x="8223" y="1985"/>
                  </a:lnTo>
                  <a:lnTo>
                    <a:pt x="82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88"/>
            <p:cNvSpPr/>
            <p:nvPr/>
          </p:nvSpPr>
          <p:spPr>
            <a:xfrm>
              <a:off x="-659775" y="3835325"/>
              <a:ext cx="137850" cy="69325"/>
            </a:xfrm>
            <a:custGeom>
              <a:avLst/>
              <a:gdLst/>
              <a:ahLst/>
              <a:cxnLst/>
              <a:rect l="l" t="t" r="r" b="b"/>
              <a:pathLst>
                <a:path w="5514" h="2773" extrusionOk="0">
                  <a:moveTo>
                    <a:pt x="1733" y="693"/>
                  </a:moveTo>
                  <a:cubicBezTo>
                    <a:pt x="1922" y="693"/>
                    <a:pt x="2080" y="851"/>
                    <a:pt x="2080" y="1040"/>
                  </a:cubicBezTo>
                  <a:cubicBezTo>
                    <a:pt x="2080" y="1229"/>
                    <a:pt x="1922" y="1386"/>
                    <a:pt x="1733" y="1386"/>
                  </a:cubicBezTo>
                  <a:cubicBezTo>
                    <a:pt x="1544" y="1386"/>
                    <a:pt x="1387" y="1229"/>
                    <a:pt x="1387" y="1040"/>
                  </a:cubicBezTo>
                  <a:cubicBezTo>
                    <a:pt x="1387" y="851"/>
                    <a:pt x="1544" y="693"/>
                    <a:pt x="1733" y="693"/>
                  </a:cubicBezTo>
                  <a:close/>
                  <a:moveTo>
                    <a:pt x="63" y="0"/>
                  </a:moveTo>
                  <a:cubicBezTo>
                    <a:pt x="32" y="126"/>
                    <a:pt x="0" y="252"/>
                    <a:pt x="0" y="378"/>
                  </a:cubicBezTo>
                  <a:lnTo>
                    <a:pt x="0" y="2426"/>
                  </a:lnTo>
                  <a:cubicBezTo>
                    <a:pt x="0" y="2615"/>
                    <a:pt x="158" y="2773"/>
                    <a:pt x="347" y="2773"/>
                  </a:cubicBezTo>
                  <a:lnTo>
                    <a:pt x="5167" y="2773"/>
                  </a:lnTo>
                  <a:cubicBezTo>
                    <a:pt x="5356" y="2773"/>
                    <a:pt x="5514" y="2615"/>
                    <a:pt x="5514" y="2426"/>
                  </a:cubicBezTo>
                  <a:lnTo>
                    <a:pt x="5514" y="378"/>
                  </a:lnTo>
                  <a:cubicBezTo>
                    <a:pt x="5514" y="252"/>
                    <a:pt x="5482" y="126"/>
                    <a:pt x="54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88"/>
            <p:cNvSpPr/>
            <p:nvPr/>
          </p:nvSpPr>
          <p:spPr>
            <a:xfrm>
              <a:off x="-658200" y="3669925"/>
              <a:ext cx="136275" cy="148875"/>
            </a:xfrm>
            <a:custGeom>
              <a:avLst/>
              <a:gdLst/>
              <a:ahLst/>
              <a:cxnLst/>
              <a:rect l="l" t="t" r="r" b="b"/>
              <a:pathLst>
                <a:path w="5451" h="5955" extrusionOk="0">
                  <a:moveTo>
                    <a:pt x="4064" y="0"/>
                  </a:moveTo>
                  <a:lnTo>
                    <a:pt x="4064" y="2615"/>
                  </a:lnTo>
                  <a:cubicBezTo>
                    <a:pt x="4064" y="2829"/>
                    <a:pt x="3905" y="2970"/>
                    <a:pt x="3734" y="2970"/>
                  </a:cubicBezTo>
                  <a:cubicBezTo>
                    <a:pt x="3652" y="2970"/>
                    <a:pt x="3568" y="2938"/>
                    <a:pt x="3497" y="2867"/>
                  </a:cubicBezTo>
                  <a:lnTo>
                    <a:pt x="1922" y="1292"/>
                  </a:lnTo>
                  <a:cubicBezTo>
                    <a:pt x="1858" y="1228"/>
                    <a:pt x="1780" y="1201"/>
                    <a:pt x="1701" y="1201"/>
                  </a:cubicBezTo>
                  <a:cubicBezTo>
                    <a:pt x="1429" y="1201"/>
                    <a:pt x="1150" y="1520"/>
                    <a:pt x="1418" y="1764"/>
                  </a:cubicBezTo>
                  <a:lnTo>
                    <a:pt x="2615" y="2930"/>
                  </a:lnTo>
                  <a:cubicBezTo>
                    <a:pt x="2710" y="3025"/>
                    <a:pt x="2741" y="3088"/>
                    <a:pt x="2741" y="3182"/>
                  </a:cubicBezTo>
                  <a:lnTo>
                    <a:pt x="2741" y="3970"/>
                  </a:lnTo>
                  <a:cubicBezTo>
                    <a:pt x="2741" y="4222"/>
                    <a:pt x="2804" y="4505"/>
                    <a:pt x="2930" y="4789"/>
                  </a:cubicBezTo>
                  <a:cubicBezTo>
                    <a:pt x="3052" y="5074"/>
                    <a:pt x="2833" y="5280"/>
                    <a:pt x="2611" y="5280"/>
                  </a:cubicBezTo>
                  <a:cubicBezTo>
                    <a:pt x="2490" y="5280"/>
                    <a:pt x="2367" y="5218"/>
                    <a:pt x="2300" y="5072"/>
                  </a:cubicBezTo>
                  <a:cubicBezTo>
                    <a:pt x="2206" y="4915"/>
                    <a:pt x="2174" y="4757"/>
                    <a:pt x="2143" y="4600"/>
                  </a:cubicBezTo>
                  <a:lnTo>
                    <a:pt x="0" y="4600"/>
                  </a:lnTo>
                  <a:lnTo>
                    <a:pt x="0" y="4631"/>
                  </a:lnTo>
                  <a:cubicBezTo>
                    <a:pt x="0" y="5104"/>
                    <a:pt x="126" y="5545"/>
                    <a:pt x="378" y="5923"/>
                  </a:cubicBezTo>
                  <a:lnTo>
                    <a:pt x="5104" y="5923"/>
                  </a:lnTo>
                  <a:lnTo>
                    <a:pt x="5104" y="5955"/>
                  </a:lnTo>
                  <a:cubicBezTo>
                    <a:pt x="5325" y="5577"/>
                    <a:pt x="5451" y="5104"/>
                    <a:pt x="5451" y="4663"/>
                  </a:cubicBezTo>
                  <a:lnTo>
                    <a:pt x="5451" y="2111"/>
                  </a:lnTo>
                  <a:cubicBezTo>
                    <a:pt x="5451" y="1638"/>
                    <a:pt x="5262" y="1197"/>
                    <a:pt x="4947" y="882"/>
                  </a:cubicBezTo>
                  <a:lnTo>
                    <a:pt x="40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0" name="Google Shape;7710;p88"/>
          <p:cNvGrpSpPr/>
          <p:nvPr/>
        </p:nvGrpSpPr>
        <p:grpSpPr>
          <a:xfrm>
            <a:off x="6095649" y="3828305"/>
            <a:ext cx="340731" cy="387641"/>
            <a:chOff x="7728464" y="1561258"/>
            <a:chExt cx="349719" cy="397866"/>
          </a:xfrm>
        </p:grpSpPr>
        <p:sp>
          <p:nvSpPr>
            <p:cNvPr id="7711" name="Google Shape;7711;p88"/>
            <p:cNvSpPr/>
            <p:nvPr/>
          </p:nvSpPr>
          <p:spPr>
            <a:xfrm>
              <a:off x="7891642" y="1678585"/>
              <a:ext cx="23354" cy="23333"/>
            </a:xfrm>
            <a:custGeom>
              <a:avLst/>
              <a:gdLst/>
              <a:ahLst/>
              <a:cxnLst/>
              <a:rect l="l" t="t" r="r" b="b"/>
              <a:pathLst>
                <a:path w="1119" h="1118" extrusionOk="0">
                  <a:moveTo>
                    <a:pt x="0" y="1"/>
                  </a:moveTo>
                  <a:lnTo>
                    <a:pt x="0" y="1117"/>
                  </a:lnTo>
                  <a:lnTo>
                    <a:pt x="1118" y="1117"/>
                  </a:lnTo>
                  <a:lnTo>
                    <a:pt x="11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88"/>
            <p:cNvSpPr/>
            <p:nvPr/>
          </p:nvSpPr>
          <p:spPr>
            <a:xfrm>
              <a:off x="7728464" y="1561258"/>
              <a:ext cx="349719" cy="397866"/>
            </a:xfrm>
            <a:custGeom>
              <a:avLst/>
              <a:gdLst/>
              <a:ahLst/>
              <a:cxnLst/>
              <a:rect l="l" t="t" r="r" b="b"/>
              <a:pathLst>
                <a:path w="16757" h="19064" extrusionOk="0">
                  <a:moveTo>
                    <a:pt x="9496" y="2830"/>
                  </a:moveTo>
                  <a:cubicBezTo>
                    <a:pt x="9804" y="2830"/>
                    <a:pt x="10054" y="3079"/>
                    <a:pt x="10054" y="3389"/>
                  </a:cubicBezTo>
                  <a:lnTo>
                    <a:pt x="10054" y="4505"/>
                  </a:lnTo>
                  <a:lnTo>
                    <a:pt x="11172" y="4505"/>
                  </a:lnTo>
                  <a:cubicBezTo>
                    <a:pt x="11480" y="4505"/>
                    <a:pt x="11729" y="4756"/>
                    <a:pt x="11729" y="5064"/>
                  </a:cubicBezTo>
                  <a:cubicBezTo>
                    <a:pt x="11729" y="5373"/>
                    <a:pt x="11480" y="5623"/>
                    <a:pt x="11172" y="5623"/>
                  </a:cubicBezTo>
                  <a:lnTo>
                    <a:pt x="10054" y="5623"/>
                  </a:lnTo>
                  <a:lnTo>
                    <a:pt x="10054" y="6739"/>
                  </a:lnTo>
                  <a:lnTo>
                    <a:pt x="11172" y="6739"/>
                  </a:lnTo>
                  <a:cubicBezTo>
                    <a:pt x="11480" y="6739"/>
                    <a:pt x="11729" y="6990"/>
                    <a:pt x="11729" y="7298"/>
                  </a:cubicBezTo>
                  <a:cubicBezTo>
                    <a:pt x="11729" y="7608"/>
                    <a:pt x="11480" y="7857"/>
                    <a:pt x="11172" y="7857"/>
                  </a:cubicBezTo>
                  <a:lnTo>
                    <a:pt x="10054" y="7857"/>
                  </a:lnTo>
                  <a:lnTo>
                    <a:pt x="10054" y="8973"/>
                  </a:lnTo>
                  <a:cubicBezTo>
                    <a:pt x="10054" y="9283"/>
                    <a:pt x="9804" y="9532"/>
                    <a:pt x="9495" y="9532"/>
                  </a:cubicBezTo>
                  <a:cubicBezTo>
                    <a:pt x="9187" y="9532"/>
                    <a:pt x="8936" y="9283"/>
                    <a:pt x="8936" y="8973"/>
                  </a:cubicBezTo>
                  <a:lnTo>
                    <a:pt x="8936" y="7857"/>
                  </a:lnTo>
                  <a:lnTo>
                    <a:pt x="7819" y="7857"/>
                  </a:lnTo>
                  <a:lnTo>
                    <a:pt x="7819" y="8973"/>
                  </a:lnTo>
                  <a:cubicBezTo>
                    <a:pt x="7819" y="9283"/>
                    <a:pt x="7570" y="9532"/>
                    <a:pt x="7260" y="9532"/>
                  </a:cubicBezTo>
                  <a:cubicBezTo>
                    <a:pt x="6953" y="9532"/>
                    <a:pt x="6701" y="9283"/>
                    <a:pt x="6701" y="8973"/>
                  </a:cubicBezTo>
                  <a:lnTo>
                    <a:pt x="6701" y="7857"/>
                  </a:lnTo>
                  <a:lnTo>
                    <a:pt x="5585" y="7857"/>
                  </a:lnTo>
                  <a:cubicBezTo>
                    <a:pt x="5276" y="7857"/>
                    <a:pt x="5026" y="7608"/>
                    <a:pt x="5026" y="7298"/>
                  </a:cubicBezTo>
                  <a:cubicBezTo>
                    <a:pt x="5026" y="6990"/>
                    <a:pt x="5276" y="6739"/>
                    <a:pt x="5585" y="6739"/>
                  </a:cubicBezTo>
                  <a:lnTo>
                    <a:pt x="6701" y="6739"/>
                  </a:lnTo>
                  <a:lnTo>
                    <a:pt x="6701" y="5623"/>
                  </a:lnTo>
                  <a:lnTo>
                    <a:pt x="5585" y="5623"/>
                  </a:lnTo>
                  <a:cubicBezTo>
                    <a:pt x="5277" y="5623"/>
                    <a:pt x="5028" y="5373"/>
                    <a:pt x="5028" y="5064"/>
                  </a:cubicBezTo>
                  <a:cubicBezTo>
                    <a:pt x="5028" y="4756"/>
                    <a:pt x="5277" y="4505"/>
                    <a:pt x="5585" y="4505"/>
                  </a:cubicBezTo>
                  <a:lnTo>
                    <a:pt x="6703" y="4505"/>
                  </a:lnTo>
                  <a:lnTo>
                    <a:pt x="6703" y="3389"/>
                  </a:lnTo>
                  <a:cubicBezTo>
                    <a:pt x="6703" y="3079"/>
                    <a:pt x="6953" y="2830"/>
                    <a:pt x="7262" y="2830"/>
                  </a:cubicBezTo>
                  <a:cubicBezTo>
                    <a:pt x="7570" y="2830"/>
                    <a:pt x="7819" y="3079"/>
                    <a:pt x="7819" y="3389"/>
                  </a:cubicBezTo>
                  <a:lnTo>
                    <a:pt x="7819" y="4505"/>
                  </a:lnTo>
                  <a:lnTo>
                    <a:pt x="8937" y="4505"/>
                  </a:lnTo>
                  <a:lnTo>
                    <a:pt x="8937" y="3389"/>
                  </a:lnTo>
                  <a:cubicBezTo>
                    <a:pt x="8937" y="3079"/>
                    <a:pt x="9187" y="2830"/>
                    <a:pt x="9496" y="2830"/>
                  </a:cubicBezTo>
                  <a:close/>
                  <a:moveTo>
                    <a:pt x="12845" y="10091"/>
                  </a:moveTo>
                  <a:cubicBezTo>
                    <a:pt x="12952" y="10091"/>
                    <a:pt x="13060" y="10121"/>
                    <a:pt x="13157" y="10185"/>
                  </a:cubicBezTo>
                  <a:cubicBezTo>
                    <a:pt x="13413" y="10357"/>
                    <a:pt x="13482" y="10702"/>
                    <a:pt x="13310" y="10960"/>
                  </a:cubicBezTo>
                  <a:cubicBezTo>
                    <a:pt x="12210" y="12612"/>
                    <a:pt x="10365" y="13599"/>
                    <a:pt x="8378" y="13599"/>
                  </a:cubicBezTo>
                  <a:cubicBezTo>
                    <a:pt x="6392" y="13599"/>
                    <a:pt x="4547" y="12612"/>
                    <a:pt x="3445" y="10960"/>
                  </a:cubicBezTo>
                  <a:cubicBezTo>
                    <a:pt x="3275" y="10702"/>
                    <a:pt x="3344" y="10355"/>
                    <a:pt x="3600" y="10185"/>
                  </a:cubicBezTo>
                  <a:cubicBezTo>
                    <a:pt x="3696" y="10121"/>
                    <a:pt x="3804" y="10091"/>
                    <a:pt x="3910" y="10091"/>
                  </a:cubicBezTo>
                  <a:cubicBezTo>
                    <a:pt x="4090" y="10091"/>
                    <a:pt x="4267" y="10178"/>
                    <a:pt x="4375" y="10339"/>
                  </a:cubicBezTo>
                  <a:cubicBezTo>
                    <a:pt x="5269" y="11682"/>
                    <a:pt x="6765" y="12481"/>
                    <a:pt x="8378" y="12481"/>
                  </a:cubicBezTo>
                  <a:cubicBezTo>
                    <a:pt x="9990" y="12481"/>
                    <a:pt x="11487" y="11682"/>
                    <a:pt x="12382" y="10339"/>
                  </a:cubicBezTo>
                  <a:cubicBezTo>
                    <a:pt x="12488" y="10178"/>
                    <a:pt x="12665" y="10091"/>
                    <a:pt x="12845" y="10091"/>
                  </a:cubicBezTo>
                  <a:close/>
                  <a:moveTo>
                    <a:pt x="2794" y="1"/>
                  </a:moveTo>
                  <a:cubicBezTo>
                    <a:pt x="1253" y="1"/>
                    <a:pt x="0" y="1291"/>
                    <a:pt x="0" y="2830"/>
                  </a:cubicBezTo>
                  <a:lnTo>
                    <a:pt x="0" y="14001"/>
                  </a:lnTo>
                  <a:cubicBezTo>
                    <a:pt x="0" y="15540"/>
                    <a:pt x="1253" y="16792"/>
                    <a:pt x="2794" y="16792"/>
                  </a:cubicBezTo>
                  <a:lnTo>
                    <a:pt x="5912" y="16792"/>
                  </a:lnTo>
                  <a:lnTo>
                    <a:pt x="7984" y="18901"/>
                  </a:lnTo>
                  <a:cubicBezTo>
                    <a:pt x="8092" y="19009"/>
                    <a:pt x="8235" y="19064"/>
                    <a:pt x="8378" y="19064"/>
                  </a:cubicBezTo>
                  <a:cubicBezTo>
                    <a:pt x="8522" y="19064"/>
                    <a:pt x="8665" y="19009"/>
                    <a:pt x="8773" y="18901"/>
                  </a:cubicBezTo>
                  <a:lnTo>
                    <a:pt x="10844" y="16792"/>
                  </a:lnTo>
                  <a:lnTo>
                    <a:pt x="13963" y="16792"/>
                  </a:lnTo>
                  <a:cubicBezTo>
                    <a:pt x="15504" y="16792"/>
                    <a:pt x="16756" y="15540"/>
                    <a:pt x="16756" y="14001"/>
                  </a:cubicBezTo>
                  <a:lnTo>
                    <a:pt x="16756" y="2830"/>
                  </a:lnTo>
                  <a:cubicBezTo>
                    <a:pt x="16756" y="1291"/>
                    <a:pt x="15504" y="1"/>
                    <a:pt x="139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3" name="Google Shape;7713;p88"/>
          <p:cNvGrpSpPr/>
          <p:nvPr/>
        </p:nvGrpSpPr>
        <p:grpSpPr>
          <a:xfrm>
            <a:off x="4018617" y="3828305"/>
            <a:ext cx="387681" cy="387641"/>
            <a:chOff x="5611350" y="1561258"/>
            <a:chExt cx="397907" cy="397866"/>
          </a:xfrm>
        </p:grpSpPr>
        <p:sp>
          <p:nvSpPr>
            <p:cNvPr id="7714" name="Google Shape;7714;p88"/>
            <p:cNvSpPr/>
            <p:nvPr/>
          </p:nvSpPr>
          <p:spPr>
            <a:xfrm>
              <a:off x="5713589" y="1812337"/>
              <a:ext cx="38443" cy="39653"/>
            </a:xfrm>
            <a:custGeom>
              <a:avLst/>
              <a:gdLst/>
              <a:ahLst/>
              <a:cxnLst/>
              <a:rect l="l" t="t" r="r" b="b"/>
              <a:pathLst>
                <a:path w="1842" h="1900" extrusionOk="0">
                  <a:moveTo>
                    <a:pt x="1842" y="1"/>
                  </a:moveTo>
                  <a:lnTo>
                    <a:pt x="630" y="486"/>
                  </a:lnTo>
                  <a:cubicBezTo>
                    <a:pt x="81" y="705"/>
                    <a:pt x="0" y="1450"/>
                    <a:pt x="490" y="1782"/>
                  </a:cubicBezTo>
                  <a:cubicBezTo>
                    <a:pt x="608" y="1862"/>
                    <a:pt x="755" y="1900"/>
                    <a:pt x="908" y="1900"/>
                  </a:cubicBezTo>
                  <a:cubicBezTo>
                    <a:pt x="1349" y="1900"/>
                    <a:pt x="1842" y="1590"/>
                    <a:pt x="1842" y="1092"/>
                  </a:cubicBezTo>
                  <a:lnTo>
                    <a:pt x="18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88"/>
            <p:cNvSpPr/>
            <p:nvPr/>
          </p:nvSpPr>
          <p:spPr>
            <a:xfrm>
              <a:off x="5830124" y="1789047"/>
              <a:ext cx="38505" cy="39653"/>
            </a:xfrm>
            <a:custGeom>
              <a:avLst/>
              <a:gdLst/>
              <a:ahLst/>
              <a:cxnLst/>
              <a:rect l="l" t="t" r="r" b="b"/>
              <a:pathLst>
                <a:path w="1845" h="1900" extrusionOk="0">
                  <a:moveTo>
                    <a:pt x="1844" y="1"/>
                  </a:moveTo>
                  <a:lnTo>
                    <a:pt x="631" y="485"/>
                  </a:lnTo>
                  <a:cubicBezTo>
                    <a:pt x="82" y="705"/>
                    <a:pt x="1" y="1450"/>
                    <a:pt x="491" y="1782"/>
                  </a:cubicBezTo>
                  <a:cubicBezTo>
                    <a:pt x="608" y="1862"/>
                    <a:pt x="755" y="1899"/>
                    <a:pt x="908" y="1899"/>
                  </a:cubicBezTo>
                  <a:cubicBezTo>
                    <a:pt x="1349" y="1899"/>
                    <a:pt x="1844" y="1588"/>
                    <a:pt x="1844" y="1090"/>
                  </a:cubicBezTo>
                  <a:lnTo>
                    <a:pt x="184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88"/>
            <p:cNvSpPr/>
            <p:nvPr/>
          </p:nvSpPr>
          <p:spPr>
            <a:xfrm>
              <a:off x="5611350" y="1561258"/>
              <a:ext cx="397907" cy="397866"/>
            </a:xfrm>
            <a:custGeom>
              <a:avLst/>
              <a:gdLst/>
              <a:ahLst/>
              <a:cxnLst/>
              <a:rect l="l" t="t" r="r" b="b"/>
              <a:pathLst>
                <a:path w="19066" h="19064" extrusionOk="0">
                  <a:moveTo>
                    <a:pt x="12883" y="3949"/>
                  </a:moveTo>
                  <a:cubicBezTo>
                    <a:pt x="13013" y="3949"/>
                    <a:pt x="13138" y="3991"/>
                    <a:pt x="13238" y="4073"/>
                  </a:cubicBezTo>
                  <a:cubicBezTo>
                    <a:pt x="13369" y="4179"/>
                    <a:pt x="13443" y="4339"/>
                    <a:pt x="13443" y="4505"/>
                  </a:cubicBezTo>
                  <a:lnTo>
                    <a:pt x="13443" y="12005"/>
                  </a:lnTo>
                  <a:cubicBezTo>
                    <a:pt x="13443" y="13161"/>
                    <a:pt x="12421" y="13941"/>
                    <a:pt x="11388" y="13941"/>
                  </a:cubicBezTo>
                  <a:cubicBezTo>
                    <a:pt x="10369" y="13941"/>
                    <a:pt x="9534" y="13113"/>
                    <a:pt x="9534" y="12085"/>
                  </a:cubicBezTo>
                  <a:cubicBezTo>
                    <a:pt x="9534" y="11323"/>
                    <a:pt x="9990" y="10647"/>
                    <a:pt x="10700" y="10364"/>
                  </a:cubicBezTo>
                  <a:lnTo>
                    <a:pt x="12327" y="9713"/>
                  </a:lnTo>
                  <a:lnTo>
                    <a:pt x="12327" y="7420"/>
                  </a:lnTo>
                  <a:lnTo>
                    <a:pt x="7859" y="8315"/>
                  </a:lnTo>
                  <a:lnTo>
                    <a:pt x="7859" y="13123"/>
                  </a:lnTo>
                  <a:cubicBezTo>
                    <a:pt x="7859" y="14277"/>
                    <a:pt x="6834" y="15057"/>
                    <a:pt x="5803" y="15057"/>
                  </a:cubicBezTo>
                  <a:cubicBezTo>
                    <a:pt x="4784" y="15057"/>
                    <a:pt x="3949" y="14229"/>
                    <a:pt x="3949" y="13203"/>
                  </a:cubicBezTo>
                  <a:cubicBezTo>
                    <a:pt x="3949" y="12439"/>
                    <a:pt x="4406" y="11763"/>
                    <a:pt x="5115" y="11480"/>
                  </a:cubicBezTo>
                  <a:lnTo>
                    <a:pt x="6741" y="10829"/>
                  </a:lnTo>
                  <a:lnTo>
                    <a:pt x="6741" y="5623"/>
                  </a:lnTo>
                  <a:cubicBezTo>
                    <a:pt x="6741" y="5356"/>
                    <a:pt x="6930" y="5128"/>
                    <a:pt x="7190" y="5074"/>
                  </a:cubicBezTo>
                  <a:lnTo>
                    <a:pt x="12775" y="3958"/>
                  </a:lnTo>
                  <a:cubicBezTo>
                    <a:pt x="12811" y="3952"/>
                    <a:pt x="12847" y="3949"/>
                    <a:pt x="12883" y="3949"/>
                  </a:cubicBezTo>
                  <a:close/>
                  <a:moveTo>
                    <a:pt x="9534" y="1"/>
                  </a:moveTo>
                  <a:cubicBezTo>
                    <a:pt x="4298" y="1"/>
                    <a:pt x="1" y="4296"/>
                    <a:pt x="1" y="9532"/>
                  </a:cubicBezTo>
                  <a:cubicBezTo>
                    <a:pt x="1" y="14769"/>
                    <a:pt x="4298" y="19064"/>
                    <a:pt x="9534" y="19064"/>
                  </a:cubicBezTo>
                  <a:cubicBezTo>
                    <a:pt x="14768" y="19064"/>
                    <a:pt x="19065" y="14769"/>
                    <a:pt x="19065" y="9532"/>
                  </a:cubicBezTo>
                  <a:cubicBezTo>
                    <a:pt x="19065" y="4296"/>
                    <a:pt x="14768" y="1"/>
                    <a:pt x="95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88"/>
            <p:cNvSpPr/>
            <p:nvPr/>
          </p:nvSpPr>
          <p:spPr>
            <a:xfrm>
              <a:off x="5775341" y="1669507"/>
              <a:ext cx="93247" cy="41531"/>
            </a:xfrm>
            <a:custGeom>
              <a:avLst/>
              <a:gdLst/>
              <a:ahLst/>
              <a:cxnLst/>
              <a:rect l="l" t="t" r="r" b="b"/>
              <a:pathLst>
                <a:path w="4468" h="1990" extrusionOk="0">
                  <a:moveTo>
                    <a:pt x="4467" y="1"/>
                  </a:moveTo>
                  <a:lnTo>
                    <a:pt x="1" y="894"/>
                  </a:lnTo>
                  <a:lnTo>
                    <a:pt x="1" y="1989"/>
                  </a:lnTo>
                  <a:lnTo>
                    <a:pt x="4467" y="1096"/>
                  </a:lnTo>
                  <a:lnTo>
                    <a:pt x="4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8" name="Google Shape;7718;p88"/>
          <p:cNvGrpSpPr/>
          <p:nvPr/>
        </p:nvGrpSpPr>
        <p:grpSpPr>
          <a:xfrm>
            <a:off x="4537903" y="3925571"/>
            <a:ext cx="387610" cy="193109"/>
            <a:chOff x="6140660" y="1661097"/>
            <a:chExt cx="397835" cy="198202"/>
          </a:xfrm>
        </p:grpSpPr>
        <p:sp>
          <p:nvSpPr>
            <p:cNvPr id="7719" name="Google Shape;7719;p88"/>
            <p:cNvSpPr/>
            <p:nvPr/>
          </p:nvSpPr>
          <p:spPr>
            <a:xfrm>
              <a:off x="6281298" y="1707719"/>
              <a:ext cx="58290" cy="151579"/>
            </a:xfrm>
            <a:custGeom>
              <a:avLst/>
              <a:gdLst/>
              <a:ahLst/>
              <a:cxnLst/>
              <a:rect l="l" t="t" r="r" b="b"/>
              <a:pathLst>
                <a:path w="2793" h="7263" extrusionOk="0">
                  <a:moveTo>
                    <a:pt x="1397" y="1"/>
                  </a:moveTo>
                  <a:cubicBezTo>
                    <a:pt x="627" y="1"/>
                    <a:pt x="1" y="627"/>
                    <a:pt x="1" y="1398"/>
                  </a:cubicBezTo>
                  <a:lnTo>
                    <a:pt x="1" y="5865"/>
                  </a:lnTo>
                  <a:cubicBezTo>
                    <a:pt x="1" y="6636"/>
                    <a:pt x="627" y="7262"/>
                    <a:pt x="1397" y="7262"/>
                  </a:cubicBezTo>
                  <a:cubicBezTo>
                    <a:pt x="2166" y="7262"/>
                    <a:pt x="2792" y="6634"/>
                    <a:pt x="2792" y="5865"/>
                  </a:cubicBezTo>
                  <a:lnTo>
                    <a:pt x="2792" y="1398"/>
                  </a:lnTo>
                  <a:cubicBezTo>
                    <a:pt x="2792" y="627"/>
                    <a:pt x="2166" y="1"/>
                    <a:pt x="13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88"/>
            <p:cNvSpPr/>
            <p:nvPr/>
          </p:nvSpPr>
          <p:spPr>
            <a:xfrm>
              <a:off x="6480225" y="1742675"/>
              <a:ext cx="58269" cy="58332"/>
            </a:xfrm>
            <a:custGeom>
              <a:avLst/>
              <a:gdLst/>
              <a:ahLst/>
              <a:cxnLst/>
              <a:rect l="l" t="t" r="r" b="b"/>
              <a:pathLst>
                <a:path w="2792" h="2795" extrusionOk="0">
                  <a:moveTo>
                    <a:pt x="1396" y="1"/>
                  </a:moveTo>
                  <a:cubicBezTo>
                    <a:pt x="627" y="1"/>
                    <a:pt x="0" y="629"/>
                    <a:pt x="0" y="1398"/>
                  </a:cubicBezTo>
                  <a:cubicBezTo>
                    <a:pt x="0" y="2168"/>
                    <a:pt x="627" y="2794"/>
                    <a:pt x="1396" y="2794"/>
                  </a:cubicBezTo>
                  <a:cubicBezTo>
                    <a:pt x="2167" y="2794"/>
                    <a:pt x="2792" y="2168"/>
                    <a:pt x="2792" y="1398"/>
                  </a:cubicBezTo>
                  <a:cubicBezTo>
                    <a:pt x="2792" y="629"/>
                    <a:pt x="2167" y="1"/>
                    <a:pt x="13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88"/>
            <p:cNvSpPr/>
            <p:nvPr/>
          </p:nvSpPr>
          <p:spPr>
            <a:xfrm>
              <a:off x="6352004" y="1661097"/>
              <a:ext cx="129206" cy="198202"/>
            </a:xfrm>
            <a:custGeom>
              <a:avLst/>
              <a:gdLst/>
              <a:ahLst/>
              <a:cxnLst/>
              <a:rect l="l" t="t" r="r" b="b"/>
              <a:pathLst>
                <a:path w="6191" h="9497" extrusionOk="0">
                  <a:moveTo>
                    <a:pt x="1396" y="0"/>
                  </a:moveTo>
                  <a:cubicBezTo>
                    <a:pt x="627" y="0"/>
                    <a:pt x="1" y="628"/>
                    <a:pt x="1" y="1398"/>
                  </a:cubicBezTo>
                  <a:lnTo>
                    <a:pt x="1" y="8099"/>
                  </a:lnTo>
                  <a:cubicBezTo>
                    <a:pt x="1" y="8870"/>
                    <a:pt x="627" y="9496"/>
                    <a:pt x="1396" y="9496"/>
                  </a:cubicBezTo>
                  <a:cubicBezTo>
                    <a:pt x="2168" y="9496"/>
                    <a:pt x="2792" y="8868"/>
                    <a:pt x="2792" y="8099"/>
                  </a:cubicBezTo>
                  <a:lnTo>
                    <a:pt x="2792" y="7683"/>
                  </a:lnTo>
                  <a:lnTo>
                    <a:pt x="3586" y="8874"/>
                  </a:lnTo>
                  <a:cubicBezTo>
                    <a:pt x="3845" y="9263"/>
                    <a:pt x="4280" y="9496"/>
                    <a:pt x="4749" y="9496"/>
                  </a:cubicBezTo>
                  <a:cubicBezTo>
                    <a:pt x="5025" y="9496"/>
                    <a:pt x="5293" y="9415"/>
                    <a:pt x="5522" y="9261"/>
                  </a:cubicBezTo>
                  <a:cubicBezTo>
                    <a:pt x="5833" y="9054"/>
                    <a:pt x="6044" y="8739"/>
                    <a:pt x="6118" y="8373"/>
                  </a:cubicBezTo>
                  <a:cubicBezTo>
                    <a:pt x="6190" y="8007"/>
                    <a:pt x="6116" y="7635"/>
                    <a:pt x="5909" y="7324"/>
                  </a:cubicBezTo>
                  <a:lnTo>
                    <a:pt x="4535" y="5261"/>
                  </a:lnTo>
                  <a:lnTo>
                    <a:pt x="5177" y="4619"/>
                  </a:lnTo>
                  <a:cubicBezTo>
                    <a:pt x="5722" y="4074"/>
                    <a:pt x="5722" y="3188"/>
                    <a:pt x="5177" y="2643"/>
                  </a:cubicBezTo>
                  <a:cubicBezTo>
                    <a:pt x="4904" y="2372"/>
                    <a:pt x="4547" y="2236"/>
                    <a:pt x="4190" y="2236"/>
                  </a:cubicBezTo>
                  <a:cubicBezTo>
                    <a:pt x="3832" y="2236"/>
                    <a:pt x="3475" y="2372"/>
                    <a:pt x="3203" y="2643"/>
                  </a:cubicBezTo>
                  <a:lnTo>
                    <a:pt x="2792" y="3054"/>
                  </a:lnTo>
                  <a:lnTo>
                    <a:pt x="2792" y="1398"/>
                  </a:lnTo>
                  <a:cubicBezTo>
                    <a:pt x="2792" y="627"/>
                    <a:pt x="2166" y="0"/>
                    <a:pt x="1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88"/>
            <p:cNvSpPr/>
            <p:nvPr/>
          </p:nvSpPr>
          <p:spPr>
            <a:xfrm>
              <a:off x="6140660" y="1661097"/>
              <a:ext cx="129185" cy="198202"/>
            </a:xfrm>
            <a:custGeom>
              <a:avLst/>
              <a:gdLst/>
              <a:ahLst/>
              <a:cxnLst/>
              <a:rect l="l" t="t" r="r" b="b"/>
              <a:pathLst>
                <a:path w="6190" h="9497" extrusionOk="0">
                  <a:moveTo>
                    <a:pt x="1396" y="0"/>
                  </a:moveTo>
                  <a:cubicBezTo>
                    <a:pt x="626" y="0"/>
                    <a:pt x="0" y="628"/>
                    <a:pt x="0" y="1398"/>
                  </a:cubicBezTo>
                  <a:lnTo>
                    <a:pt x="0" y="8099"/>
                  </a:lnTo>
                  <a:cubicBezTo>
                    <a:pt x="0" y="8870"/>
                    <a:pt x="626" y="9496"/>
                    <a:pt x="1396" y="9496"/>
                  </a:cubicBezTo>
                  <a:cubicBezTo>
                    <a:pt x="2165" y="9496"/>
                    <a:pt x="2792" y="8868"/>
                    <a:pt x="2792" y="8099"/>
                  </a:cubicBezTo>
                  <a:lnTo>
                    <a:pt x="2792" y="7683"/>
                  </a:lnTo>
                  <a:lnTo>
                    <a:pt x="3586" y="8874"/>
                  </a:lnTo>
                  <a:cubicBezTo>
                    <a:pt x="3844" y="9263"/>
                    <a:pt x="4279" y="9496"/>
                    <a:pt x="4748" y="9496"/>
                  </a:cubicBezTo>
                  <a:cubicBezTo>
                    <a:pt x="5024" y="9496"/>
                    <a:pt x="5291" y="9415"/>
                    <a:pt x="5521" y="9261"/>
                  </a:cubicBezTo>
                  <a:cubicBezTo>
                    <a:pt x="5832" y="9054"/>
                    <a:pt x="6043" y="8739"/>
                    <a:pt x="6117" y="8373"/>
                  </a:cubicBezTo>
                  <a:cubicBezTo>
                    <a:pt x="6190" y="8007"/>
                    <a:pt x="6115" y="7635"/>
                    <a:pt x="5909" y="7324"/>
                  </a:cubicBezTo>
                  <a:lnTo>
                    <a:pt x="4534" y="5261"/>
                  </a:lnTo>
                  <a:lnTo>
                    <a:pt x="5176" y="4619"/>
                  </a:lnTo>
                  <a:cubicBezTo>
                    <a:pt x="5721" y="4074"/>
                    <a:pt x="5721" y="3188"/>
                    <a:pt x="5176" y="2643"/>
                  </a:cubicBezTo>
                  <a:cubicBezTo>
                    <a:pt x="4904" y="2372"/>
                    <a:pt x="4546" y="2236"/>
                    <a:pt x="4188" y="2236"/>
                  </a:cubicBezTo>
                  <a:cubicBezTo>
                    <a:pt x="3831" y="2236"/>
                    <a:pt x="3473" y="2372"/>
                    <a:pt x="3202" y="2643"/>
                  </a:cubicBezTo>
                  <a:lnTo>
                    <a:pt x="2792" y="3054"/>
                  </a:lnTo>
                  <a:lnTo>
                    <a:pt x="2792" y="1398"/>
                  </a:lnTo>
                  <a:cubicBezTo>
                    <a:pt x="2792" y="627"/>
                    <a:pt x="2165" y="0"/>
                    <a:pt x="1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3" name="Google Shape;7723;p88"/>
          <p:cNvGrpSpPr/>
          <p:nvPr/>
        </p:nvGrpSpPr>
        <p:grpSpPr>
          <a:xfrm>
            <a:off x="5057118" y="3828305"/>
            <a:ext cx="387681" cy="387641"/>
            <a:chOff x="6669907" y="1561258"/>
            <a:chExt cx="397907" cy="397866"/>
          </a:xfrm>
        </p:grpSpPr>
        <p:sp>
          <p:nvSpPr>
            <p:cNvPr id="7724" name="Google Shape;7724;p88"/>
            <p:cNvSpPr/>
            <p:nvPr/>
          </p:nvSpPr>
          <p:spPr>
            <a:xfrm>
              <a:off x="6950454" y="1655253"/>
              <a:ext cx="23312" cy="23354"/>
            </a:xfrm>
            <a:custGeom>
              <a:avLst/>
              <a:gdLst/>
              <a:ahLst/>
              <a:cxnLst/>
              <a:rect l="l" t="t" r="r" b="b"/>
              <a:pathLst>
                <a:path w="1117" h="1119" extrusionOk="0">
                  <a:moveTo>
                    <a:pt x="558" y="1"/>
                  </a:moveTo>
                  <a:cubicBezTo>
                    <a:pt x="250" y="1"/>
                    <a:pt x="0" y="252"/>
                    <a:pt x="0" y="560"/>
                  </a:cubicBezTo>
                  <a:cubicBezTo>
                    <a:pt x="0" y="868"/>
                    <a:pt x="250" y="1119"/>
                    <a:pt x="558" y="1119"/>
                  </a:cubicBezTo>
                  <a:cubicBezTo>
                    <a:pt x="867" y="1119"/>
                    <a:pt x="1117" y="868"/>
                    <a:pt x="1117" y="560"/>
                  </a:cubicBezTo>
                  <a:cubicBezTo>
                    <a:pt x="1117" y="252"/>
                    <a:pt x="867" y="1"/>
                    <a:pt x="5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88"/>
            <p:cNvSpPr/>
            <p:nvPr/>
          </p:nvSpPr>
          <p:spPr>
            <a:xfrm>
              <a:off x="6740633" y="1725228"/>
              <a:ext cx="36919" cy="39632"/>
            </a:xfrm>
            <a:custGeom>
              <a:avLst/>
              <a:gdLst/>
              <a:ahLst/>
              <a:cxnLst/>
              <a:rect l="l" t="t" r="r" b="b"/>
              <a:pathLst>
                <a:path w="1769" h="1899" extrusionOk="0">
                  <a:moveTo>
                    <a:pt x="1117" y="0"/>
                  </a:moveTo>
                  <a:cubicBezTo>
                    <a:pt x="502" y="0"/>
                    <a:pt x="1" y="501"/>
                    <a:pt x="1" y="1116"/>
                  </a:cubicBezTo>
                  <a:cubicBezTo>
                    <a:pt x="1" y="1419"/>
                    <a:pt x="135" y="1691"/>
                    <a:pt x="341" y="1898"/>
                  </a:cubicBezTo>
                  <a:cubicBezTo>
                    <a:pt x="643" y="1261"/>
                    <a:pt x="1133" y="690"/>
                    <a:pt x="1768" y="219"/>
                  </a:cubicBezTo>
                  <a:cubicBezTo>
                    <a:pt x="1581" y="83"/>
                    <a:pt x="1358" y="0"/>
                    <a:pt x="11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88"/>
            <p:cNvSpPr/>
            <p:nvPr/>
          </p:nvSpPr>
          <p:spPr>
            <a:xfrm>
              <a:off x="6763944" y="1725228"/>
              <a:ext cx="209827" cy="139892"/>
            </a:xfrm>
            <a:custGeom>
              <a:avLst/>
              <a:gdLst/>
              <a:ahLst/>
              <a:cxnLst/>
              <a:rect l="l" t="t" r="r" b="b"/>
              <a:pathLst>
                <a:path w="10054" h="6703" extrusionOk="0">
                  <a:moveTo>
                    <a:pt x="2793" y="1116"/>
                  </a:moveTo>
                  <a:cubicBezTo>
                    <a:pt x="3409" y="1116"/>
                    <a:pt x="3910" y="1619"/>
                    <a:pt x="3910" y="2234"/>
                  </a:cubicBezTo>
                  <a:cubicBezTo>
                    <a:pt x="3910" y="2850"/>
                    <a:pt x="3409" y="3351"/>
                    <a:pt x="2793" y="3351"/>
                  </a:cubicBezTo>
                  <a:cubicBezTo>
                    <a:pt x="2178" y="3351"/>
                    <a:pt x="1675" y="2850"/>
                    <a:pt x="1675" y="2234"/>
                  </a:cubicBezTo>
                  <a:cubicBezTo>
                    <a:pt x="1675" y="1619"/>
                    <a:pt x="2178" y="1116"/>
                    <a:pt x="2793" y="1116"/>
                  </a:cubicBezTo>
                  <a:close/>
                  <a:moveTo>
                    <a:pt x="7262" y="1116"/>
                  </a:moveTo>
                  <a:cubicBezTo>
                    <a:pt x="7878" y="1116"/>
                    <a:pt x="8378" y="1619"/>
                    <a:pt x="8378" y="2234"/>
                  </a:cubicBezTo>
                  <a:cubicBezTo>
                    <a:pt x="8378" y="2850"/>
                    <a:pt x="7878" y="3351"/>
                    <a:pt x="7262" y="3351"/>
                  </a:cubicBezTo>
                  <a:cubicBezTo>
                    <a:pt x="6645" y="3351"/>
                    <a:pt x="6144" y="2850"/>
                    <a:pt x="6144" y="2234"/>
                  </a:cubicBezTo>
                  <a:cubicBezTo>
                    <a:pt x="6144" y="1619"/>
                    <a:pt x="6645" y="1116"/>
                    <a:pt x="7262" y="1116"/>
                  </a:cubicBezTo>
                  <a:close/>
                  <a:moveTo>
                    <a:pt x="7261" y="4469"/>
                  </a:moveTo>
                  <a:cubicBezTo>
                    <a:pt x="7466" y="4469"/>
                    <a:pt x="7663" y="4581"/>
                    <a:pt x="7761" y="4776"/>
                  </a:cubicBezTo>
                  <a:cubicBezTo>
                    <a:pt x="7899" y="5052"/>
                    <a:pt x="7787" y="5389"/>
                    <a:pt x="7511" y="5527"/>
                  </a:cubicBezTo>
                  <a:cubicBezTo>
                    <a:pt x="6733" y="5916"/>
                    <a:pt x="5880" y="6109"/>
                    <a:pt x="5028" y="6109"/>
                  </a:cubicBezTo>
                  <a:cubicBezTo>
                    <a:pt x="4173" y="6109"/>
                    <a:pt x="3321" y="5916"/>
                    <a:pt x="2544" y="5527"/>
                  </a:cubicBezTo>
                  <a:cubicBezTo>
                    <a:pt x="2268" y="5389"/>
                    <a:pt x="2155" y="5052"/>
                    <a:pt x="2293" y="4776"/>
                  </a:cubicBezTo>
                  <a:cubicBezTo>
                    <a:pt x="2391" y="4581"/>
                    <a:pt x="2589" y="4469"/>
                    <a:pt x="2794" y="4469"/>
                  </a:cubicBezTo>
                  <a:cubicBezTo>
                    <a:pt x="2878" y="4469"/>
                    <a:pt x="2963" y="4487"/>
                    <a:pt x="3043" y="4527"/>
                  </a:cubicBezTo>
                  <a:cubicBezTo>
                    <a:pt x="3664" y="4838"/>
                    <a:pt x="4345" y="4994"/>
                    <a:pt x="5027" y="4994"/>
                  </a:cubicBezTo>
                  <a:cubicBezTo>
                    <a:pt x="5708" y="4994"/>
                    <a:pt x="6390" y="4838"/>
                    <a:pt x="7011" y="4527"/>
                  </a:cubicBezTo>
                  <a:cubicBezTo>
                    <a:pt x="7092" y="4487"/>
                    <a:pt x="7177" y="4469"/>
                    <a:pt x="7261" y="4469"/>
                  </a:cubicBezTo>
                  <a:close/>
                  <a:moveTo>
                    <a:pt x="5028" y="0"/>
                  </a:moveTo>
                  <a:cubicBezTo>
                    <a:pt x="2256" y="0"/>
                    <a:pt x="0" y="1504"/>
                    <a:pt x="0" y="3351"/>
                  </a:cubicBezTo>
                  <a:cubicBezTo>
                    <a:pt x="0" y="5199"/>
                    <a:pt x="2256" y="6703"/>
                    <a:pt x="5028" y="6703"/>
                  </a:cubicBezTo>
                  <a:cubicBezTo>
                    <a:pt x="7798" y="6703"/>
                    <a:pt x="10054" y="5199"/>
                    <a:pt x="10054" y="3351"/>
                  </a:cubicBezTo>
                  <a:cubicBezTo>
                    <a:pt x="10054" y="1504"/>
                    <a:pt x="7798" y="0"/>
                    <a:pt x="50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88"/>
            <p:cNvSpPr/>
            <p:nvPr/>
          </p:nvSpPr>
          <p:spPr>
            <a:xfrm>
              <a:off x="6669907" y="1561258"/>
              <a:ext cx="397907" cy="397866"/>
            </a:xfrm>
            <a:custGeom>
              <a:avLst/>
              <a:gdLst/>
              <a:ahLst/>
              <a:cxnLst/>
              <a:rect l="l" t="t" r="r" b="b"/>
              <a:pathLst>
                <a:path w="19066" h="19064" extrusionOk="0">
                  <a:moveTo>
                    <a:pt x="10650" y="3388"/>
                  </a:moveTo>
                  <a:cubicBezTo>
                    <a:pt x="10708" y="3388"/>
                    <a:pt x="10768" y="3398"/>
                    <a:pt x="10827" y="3417"/>
                  </a:cubicBezTo>
                  <a:lnTo>
                    <a:pt x="12686" y="4038"/>
                  </a:lnTo>
                  <a:cubicBezTo>
                    <a:pt x="12994" y="3645"/>
                    <a:pt x="13466" y="3389"/>
                    <a:pt x="14001" y="3389"/>
                  </a:cubicBezTo>
                  <a:cubicBezTo>
                    <a:pt x="14924" y="3389"/>
                    <a:pt x="15676" y="4140"/>
                    <a:pt x="15676" y="5064"/>
                  </a:cubicBezTo>
                  <a:cubicBezTo>
                    <a:pt x="15676" y="5987"/>
                    <a:pt x="14924" y="6739"/>
                    <a:pt x="14001" y="6739"/>
                  </a:cubicBezTo>
                  <a:cubicBezTo>
                    <a:pt x="13088" y="6739"/>
                    <a:pt x="12345" y="6003"/>
                    <a:pt x="12329" y="5094"/>
                  </a:cubicBezTo>
                  <a:lnTo>
                    <a:pt x="11004" y="4653"/>
                  </a:lnTo>
                  <a:lnTo>
                    <a:pt x="10294" y="6778"/>
                  </a:lnTo>
                  <a:cubicBezTo>
                    <a:pt x="11251" y="6865"/>
                    <a:pt x="12140" y="7109"/>
                    <a:pt x="12909" y="7479"/>
                  </a:cubicBezTo>
                  <a:cubicBezTo>
                    <a:pt x="13327" y="7017"/>
                    <a:pt x="13919" y="6739"/>
                    <a:pt x="14560" y="6739"/>
                  </a:cubicBezTo>
                  <a:cubicBezTo>
                    <a:pt x="15791" y="6739"/>
                    <a:pt x="16794" y="7742"/>
                    <a:pt x="16794" y="8973"/>
                  </a:cubicBezTo>
                  <a:cubicBezTo>
                    <a:pt x="16794" y="9780"/>
                    <a:pt x="16336" y="10498"/>
                    <a:pt x="15655" y="10891"/>
                  </a:cubicBezTo>
                  <a:cubicBezTo>
                    <a:pt x="15665" y="10997"/>
                    <a:pt x="15676" y="11101"/>
                    <a:pt x="15676" y="11208"/>
                  </a:cubicBezTo>
                  <a:cubicBezTo>
                    <a:pt x="15676" y="13672"/>
                    <a:pt x="12921" y="15676"/>
                    <a:pt x="9532" y="15676"/>
                  </a:cubicBezTo>
                  <a:cubicBezTo>
                    <a:pt x="6144" y="15676"/>
                    <a:pt x="3388" y="13672"/>
                    <a:pt x="3388" y="11208"/>
                  </a:cubicBezTo>
                  <a:cubicBezTo>
                    <a:pt x="3388" y="11101"/>
                    <a:pt x="3401" y="10997"/>
                    <a:pt x="3411" y="10891"/>
                  </a:cubicBezTo>
                  <a:cubicBezTo>
                    <a:pt x="2730" y="10498"/>
                    <a:pt x="2272" y="9780"/>
                    <a:pt x="2272" y="8973"/>
                  </a:cubicBezTo>
                  <a:cubicBezTo>
                    <a:pt x="2272" y="7742"/>
                    <a:pt x="3273" y="6739"/>
                    <a:pt x="4506" y="6739"/>
                  </a:cubicBezTo>
                  <a:cubicBezTo>
                    <a:pt x="5145" y="6739"/>
                    <a:pt x="5737" y="7017"/>
                    <a:pt x="6157" y="7479"/>
                  </a:cubicBezTo>
                  <a:cubicBezTo>
                    <a:pt x="7018" y="7065"/>
                    <a:pt x="8034" y="6806"/>
                    <a:pt x="9125" y="6755"/>
                  </a:cubicBezTo>
                  <a:lnTo>
                    <a:pt x="10119" y="3771"/>
                  </a:lnTo>
                  <a:cubicBezTo>
                    <a:pt x="10199" y="3537"/>
                    <a:pt x="10415" y="3388"/>
                    <a:pt x="10650" y="3388"/>
                  </a:cubicBezTo>
                  <a:close/>
                  <a:moveTo>
                    <a:pt x="9534" y="1"/>
                  </a:moveTo>
                  <a:cubicBezTo>
                    <a:pt x="4297" y="1"/>
                    <a:pt x="1" y="4296"/>
                    <a:pt x="1" y="9532"/>
                  </a:cubicBezTo>
                  <a:cubicBezTo>
                    <a:pt x="1" y="14769"/>
                    <a:pt x="4297" y="19064"/>
                    <a:pt x="9534" y="19064"/>
                  </a:cubicBezTo>
                  <a:cubicBezTo>
                    <a:pt x="14768" y="19064"/>
                    <a:pt x="19065" y="14769"/>
                    <a:pt x="19065" y="9532"/>
                  </a:cubicBezTo>
                  <a:cubicBezTo>
                    <a:pt x="19065" y="4296"/>
                    <a:pt x="14768" y="1"/>
                    <a:pt x="95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88"/>
            <p:cNvSpPr/>
            <p:nvPr/>
          </p:nvSpPr>
          <p:spPr>
            <a:xfrm>
              <a:off x="6960158" y="1725228"/>
              <a:ext cx="36940" cy="39632"/>
            </a:xfrm>
            <a:custGeom>
              <a:avLst/>
              <a:gdLst/>
              <a:ahLst/>
              <a:cxnLst/>
              <a:rect l="l" t="t" r="r" b="b"/>
              <a:pathLst>
                <a:path w="1770" h="1899" extrusionOk="0">
                  <a:moveTo>
                    <a:pt x="652" y="0"/>
                  </a:moveTo>
                  <a:cubicBezTo>
                    <a:pt x="413" y="0"/>
                    <a:pt x="188" y="83"/>
                    <a:pt x="1" y="219"/>
                  </a:cubicBezTo>
                  <a:cubicBezTo>
                    <a:pt x="637" y="690"/>
                    <a:pt x="1127" y="1261"/>
                    <a:pt x="1428" y="1898"/>
                  </a:cubicBezTo>
                  <a:cubicBezTo>
                    <a:pt x="1635" y="1691"/>
                    <a:pt x="1770" y="1419"/>
                    <a:pt x="1770" y="1116"/>
                  </a:cubicBezTo>
                  <a:cubicBezTo>
                    <a:pt x="1770" y="501"/>
                    <a:pt x="1267" y="0"/>
                    <a:pt x="6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9" name="Google Shape;7729;p88"/>
          <p:cNvGrpSpPr/>
          <p:nvPr/>
        </p:nvGrpSpPr>
        <p:grpSpPr>
          <a:xfrm>
            <a:off x="1942348" y="3885842"/>
            <a:ext cx="387681" cy="272572"/>
            <a:chOff x="3386036" y="1746339"/>
            <a:chExt cx="397907" cy="279762"/>
          </a:xfrm>
        </p:grpSpPr>
        <p:sp>
          <p:nvSpPr>
            <p:cNvPr id="7730" name="Google Shape;7730;p88"/>
            <p:cNvSpPr/>
            <p:nvPr/>
          </p:nvSpPr>
          <p:spPr>
            <a:xfrm>
              <a:off x="3561652" y="1848954"/>
              <a:ext cx="59646" cy="74506"/>
            </a:xfrm>
            <a:custGeom>
              <a:avLst/>
              <a:gdLst/>
              <a:ahLst/>
              <a:cxnLst/>
              <a:rect l="l" t="t" r="r" b="b"/>
              <a:pathLst>
                <a:path w="2858" h="3570" extrusionOk="0">
                  <a:moveTo>
                    <a:pt x="1" y="0"/>
                  </a:moveTo>
                  <a:lnTo>
                    <a:pt x="1" y="3570"/>
                  </a:lnTo>
                  <a:lnTo>
                    <a:pt x="2858" y="1785"/>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88"/>
            <p:cNvSpPr/>
            <p:nvPr/>
          </p:nvSpPr>
          <p:spPr>
            <a:xfrm>
              <a:off x="3386036" y="1746339"/>
              <a:ext cx="397907" cy="279762"/>
            </a:xfrm>
            <a:custGeom>
              <a:avLst/>
              <a:gdLst/>
              <a:ahLst/>
              <a:cxnLst/>
              <a:rect l="l" t="t" r="r" b="b"/>
              <a:pathLst>
                <a:path w="19066" h="13405" extrusionOk="0">
                  <a:moveTo>
                    <a:pt x="7858" y="3351"/>
                  </a:moveTo>
                  <a:cubicBezTo>
                    <a:pt x="7961" y="3351"/>
                    <a:pt x="8064" y="3379"/>
                    <a:pt x="8154" y="3436"/>
                  </a:cubicBezTo>
                  <a:lnTo>
                    <a:pt x="12622" y="6230"/>
                  </a:lnTo>
                  <a:cubicBezTo>
                    <a:pt x="12785" y="6330"/>
                    <a:pt x="12884" y="6509"/>
                    <a:pt x="12884" y="6702"/>
                  </a:cubicBezTo>
                  <a:cubicBezTo>
                    <a:pt x="12884" y="6895"/>
                    <a:pt x="12785" y="7073"/>
                    <a:pt x="12622" y="7176"/>
                  </a:cubicBezTo>
                  <a:lnTo>
                    <a:pt x="8154" y="9968"/>
                  </a:lnTo>
                  <a:cubicBezTo>
                    <a:pt x="8063" y="10025"/>
                    <a:pt x="7961" y="10053"/>
                    <a:pt x="7859" y="10053"/>
                  </a:cubicBezTo>
                  <a:cubicBezTo>
                    <a:pt x="7765" y="10053"/>
                    <a:pt x="7671" y="10029"/>
                    <a:pt x="7588" y="9983"/>
                  </a:cubicBezTo>
                  <a:cubicBezTo>
                    <a:pt x="7409" y="9884"/>
                    <a:pt x="7299" y="9699"/>
                    <a:pt x="7299" y="9495"/>
                  </a:cubicBezTo>
                  <a:lnTo>
                    <a:pt x="7299" y="3910"/>
                  </a:lnTo>
                  <a:cubicBezTo>
                    <a:pt x="7299" y="3707"/>
                    <a:pt x="7409" y="3519"/>
                    <a:pt x="7588" y="3420"/>
                  </a:cubicBezTo>
                  <a:cubicBezTo>
                    <a:pt x="7671" y="3374"/>
                    <a:pt x="7765" y="3351"/>
                    <a:pt x="7858" y="3351"/>
                  </a:cubicBezTo>
                  <a:close/>
                  <a:moveTo>
                    <a:pt x="2794" y="1"/>
                  </a:moveTo>
                  <a:cubicBezTo>
                    <a:pt x="1255" y="1"/>
                    <a:pt x="1" y="1253"/>
                    <a:pt x="1" y="2792"/>
                  </a:cubicBezTo>
                  <a:lnTo>
                    <a:pt x="1" y="10611"/>
                  </a:lnTo>
                  <a:cubicBezTo>
                    <a:pt x="1" y="12152"/>
                    <a:pt x="1255" y="13405"/>
                    <a:pt x="2794" y="13405"/>
                  </a:cubicBezTo>
                  <a:lnTo>
                    <a:pt x="16274" y="13405"/>
                  </a:lnTo>
                  <a:cubicBezTo>
                    <a:pt x="17813" y="13405"/>
                    <a:pt x="19065" y="12152"/>
                    <a:pt x="19065" y="10611"/>
                  </a:cubicBezTo>
                  <a:lnTo>
                    <a:pt x="19065" y="2792"/>
                  </a:lnTo>
                  <a:cubicBezTo>
                    <a:pt x="19065" y="1253"/>
                    <a:pt x="17813" y="1"/>
                    <a:pt x="162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2" name="Google Shape;7732;p88"/>
          <p:cNvGrpSpPr/>
          <p:nvPr/>
        </p:nvGrpSpPr>
        <p:grpSpPr>
          <a:xfrm>
            <a:off x="2980045" y="3828288"/>
            <a:ext cx="387681" cy="387681"/>
            <a:chOff x="4417380" y="1687279"/>
            <a:chExt cx="397907" cy="397907"/>
          </a:xfrm>
        </p:grpSpPr>
        <p:sp>
          <p:nvSpPr>
            <p:cNvPr id="7733" name="Google Shape;7733;p88"/>
            <p:cNvSpPr/>
            <p:nvPr/>
          </p:nvSpPr>
          <p:spPr>
            <a:xfrm>
              <a:off x="4417380" y="1687279"/>
              <a:ext cx="397907" cy="397907"/>
            </a:xfrm>
            <a:custGeom>
              <a:avLst/>
              <a:gdLst/>
              <a:ahLst/>
              <a:cxnLst/>
              <a:rect l="l" t="t" r="r" b="b"/>
              <a:pathLst>
                <a:path w="19066" h="19066" extrusionOk="0">
                  <a:moveTo>
                    <a:pt x="9525" y="2794"/>
                  </a:moveTo>
                  <a:cubicBezTo>
                    <a:pt x="11382" y="2845"/>
                    <a:pt x="13514" y="4021"/>
                    <a:pt x="13514" y="6949"/>
                  </a:cubicBezTo>
                  <a:cubicBezTo>
                    <a:pt x="13514" y="7361"/>
                    <a:pt x="13500" y="7674"/>
                    <a:pt x="13486" y="7912"/>
                  </a:cubicBezTo>
                  <a:cubicBezTo>
                    <a:pt x="13689" y="7867"/>
                    <a:pt x="14004" y="7789"/>
                    <a:pt x="14208" y="7789"/>
                  </a:cubicBezTo>
                  <a:cubicBezTo>
                    <a:pt x="14882" y="7789"/>
                    <a:pt x="15370" y="8202"/>
                    <a:pt x="15370" y="8769"/>
                  </a:cubicBezTo>
                  <a:cubicBezTo>
                    <a:pt x="15370" y="9574"/>
                    <a:pt x="14598" y="9882"/>
                    <a:pt x="14137" y="10066"/>
                  </a:cubicBezTo>
                  <a:cubicBezTo>
                    <a:pt x="14020" y="10112"/>
                    <a:pt x="13857" y="10178"/>
                    <a:pt x="13767" y="10231"/>
                  </a:cubicBezTo>
                  <a:cubicBezTo>
                    <a:pt x="13822" y="10949"/>
                    <a:pt x="14437" y="11278"/>
                    <a:pt x="15354" y="11690"/>
                  </a:cubicBezTo>
                  <a:cubicBezTo>
                    <a:pt x="16061" y="12007"/>
                    <a:pt x="16794" y="12336"/>
                    <a:pt x="16794" y="13104"/>
                  </a:cubicBezTo>
                  <a:cubicBezTo>
                    <a:pt x="16794" y="13896"/>
                    <a:pt x="16088" y="14016"/>
                    <a:pt x="15520" y="14112"/>
                  </a:cubicBezTo>
                  <a:cubicBezTo>
                    <a:pt x="15333" y="14146"/>
                    <a:pt x="15111" y="14183"/>
                    <a:pt x="14855" y="14239"/>
                  </a:cubicBezTo>
                  <a:cubicBezTo>
                    <a:pt x="14768" y="14620"/>
                    <a:pt x="14600" y="15156"/>
                    <a:pt x="13939" y="15156"/>
                  </a:cubicBezTo>
                  <a:cubicBezTo>
                    <a:pt x="13709" y="15156"/>
                    <a:pt x="13258" y="15035"/>
                    <a:pt x="12916" y="15035"/>
                  </a:cubicBezTo>
                  <a:cubicBezTo>
                    <a:pt x="12370" y="15035"/>
                    <a:pt x="12048" y="15253"/>
                    <a:pt x="11642" y="15531"/>
                  </a:cubicBezTo>
                  <a:cubicBezTo>
                    <a:pt x="11160" y="15860"/>
                    <a:pt x="10556" y="16272"/>
                    <a:pt x="9534" y="16272"/>
                  </a:cubicBezTo>
                  <a:cubicBezTo>
                    <a:pt x="8510" y="16272"/>
                    <a:pt x="7908" y="15860"/>
                    <a:pt x="7425" y="15531"/>
                  </a:cubicBezTo>
                  <a:cubicBezTo>
                    <a:pt x="7020" y="15255"/>
                    <a:pt x="6698" y="15035"/>
                    <a:pt x="6151" y="15035"/>
                  </a:cubicBezTo>
                  <a:cubicBezTo>
                    <a:pt x="5810" y="15035"/>
                    <a:pt x="5357" y="15156"/>
                    <a:pt x="5129" y="15156"/>
                  </a:cubicBezTo>
                  <a:cubicBezTo>
                    <a:pt x="4467" y="15156"/>
                    <a:pt x="4298" y="14620"/>
                    <a:pt x="4211" y="14239"/>
                  </a:cubicBezTo>
                  <a:cubicBezTo>
                    <a:pt x="3956" y="14183"/>
                    <a:pt x="3735" y="14146"/>
                    <a:pt x="3547" y="14112"/>
                  </a:cubicBezTo>
                  <a:cubicBezTo>
                    <a:pt x="2980" y="14016"/>
                    <a:pt x="2272" y="13896"/>
                    <a:pt x="2272" y="13104"/>
                  </a:cubicBezTo>
                  <a:cubicBezTo>
                    <a:pt x="2272" y="12336"/>
                    <a:pt x="3004" y="12007"/>
                    <a:pt x="3712" y="11690"/>
                  </a:cubicBezTo>
                  <a:cubicBezTo>
                    <a:pt x="4630" y="11280"/>
                    <a:pt x="5246" y="10949"/>
                    <a:pt x="5299" y="10231"/>
                  </a:cubicBezTo>
                  <a:cubicBezTo>
                    <a:pt x="5209" y="10178"/>
                    <a:pt x="5046" y="10112"/>
                    <a:pt x="4929" y="10066"/>
                  </a:cubicBezTo>
                  <a:cubicBezTo>
                    <a:pt x="4469" y="9882"/>
                    <a:pt x="3696" y="9573"/>
                    <a:pt x="3696" y="8769"/>
                  </a:cubicBezTo>
                  <a:cubicBezTo>
                    <a:pt x="3696" y="8202"/>
                    <a:pt x="4186" y="7789"/>
                    <a:pt x="4858" y="7789"/>
                  </a:cubicBezTo>
                  <a:cubicBezTo>
                    <a:pt x="5062" y="7789"/>
                    <a:pt x="5378" y="7867"/>
                    <a:pt x="5580" y="7912"/>
                  </a:cubicBezTo>
                  <a:cubicBezTo>
                    <a:pt x="5568" y="7674"/>
                    <a:pt x="5554" y="7361"/>
                    <a:pt x="5554" y="6949"/>
                  </a:cubicBezTo>
                  <a:cubicBezTo>
                    <a:pt x="5554" y="4011"/>
                    <a:pt x="7692" y="2840"/>
                    <a:pt x="9525" y="2794"/>
                  </a:cubicBezTo>
                  <a:close/>
                  <a:moveTo>
                    <a:pt x="2794" y="1"/>
                  </a:moveTo>
                  <a:cubicBezTo>
                    <a:pt x="1255" y="1"/>
                    <a:pt x="1" y="1253"/>
                    <a:pt x="1" y="2794"/>
                  </a:cubicBezTo>
                  <a:lnTo>
                    <a:pt x="1" y="16272"/>
                  </a:lnTo>
                  <a:cubicBezTo>
                    <a:pt x="1" y="17811"/>
                    <a:pt x="1255" y="19065"/>
                    <a:pt x="2794" y="19065"/>
                  </a:cubicBezTo>
                  <a:lnTo>
                    <a:pt x="16274" y="19065"/>
                  </a:lnTo>
                  <a:cubicBezTo>
                    <a:pt x="17813" y="19065"/>
                    <a:pt x="19065" y="17811"/>
                    <a:pt x="19065" y="16272"/>
                  </a:cubicBezTo>
                  <a:lnTo>
                    <a:pt x="19065" y="2792"/>
                  </a:lnTo>
                  <a:cubicBezTo>
                    <a:pt x="19065" y="1253"/>
                    <a:pt x="17813" y="1"/>
                    <a:pt x="162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88"/>
            <p:cNvSpPr/>
            <p:nvPr/>
          </p:nvSpPr>
          <p:spPr>
            <a:xfrm>
              <a:off x="4492363" y="1768878"/>
              <a:ext cx="248270" cy="234704"/>
            </a:xfrm>
            <a:custGeom>
              <a:avLst/>
              <a:gdLst/>
              <a:ahLst/>
              <a:cxnLst/>
              <a:rect l="l" t="t" r="r" b="b"/>
              <a:pathLst>
                <a:path w="11896" h="11246" extrusionOk="0">
                  <a:moveTo>
                    <a:pt x="5930" y="0"/>
                  </a:moveTo>
                  <a:cubicBezTo>
                    <a:pt x="5093" y="21"/>
                    <a:pt x="3077" y="428"/>
                    <a:pt x="3077" y="3039"/>
                  </a:cubicBezTo>
                  <a:cubicBezTo>
                    <a:pt x="3077" y="3478"/>
                    <a:pt x="3094" y="3798"/>
                    <a:pt x="3107" y="4028"/>
                  </a:cubicBezTo>
                  <a:cubicBezTo>
                    <a:pt x="3142" y="4647"/>
                    <a:pt x="3077" y="5187"/>
                    <a:pt x="2410" y="5187"/>
                  </a:cubicBezTo>
                  <a:cubicBezTo>
                    <a:pt x="2173" y="5187"/>
                    <a:pt x="1840" y="5114"/>
                    <a:pt x="1608" y="5061"/>
                  </a:cubicBezTo>
                  <a:lnTo>
                    <a:pt x="1608" y="5061"/>
                  </a:lnTo>
                  <a:cubicBezTo>
                    <a:pt x="2217" y="5314"/>
                    <a:pt x="2827" y="5535"/>
                    <a:pt x="2827" y="6215"/>
                  </a:cubicBezTo>
                  <a:cubicBezTo>
                    <a:pt x="2827" y="7791"/>
                    <a:pt x="1472" y="8398"/>
                    <a:pt x="577" y="8799"/>
                  </a:cubicBezTo>
                  <a:cubicBezTo>
                    <a:pt x="400" y="8879"/>
                    <a:pt x="169" y="8981"/>
                    <a:pt x="0" y="9077"/>
                  </a:cubicBezTo>
                  <a:cubicBezTo>
                    <a:pt x="386" y="9148"/>
                    <a:pt x="526" y="9160"/>
                    <a:pt x="965" y="9263"/>
                  </a:cubicBezTo>
                  <a:cubicBezTo>
                    <a:pt x="1348" y="9355"/>
                    <a:pt x="1603" y="9620"/>
                    <a:pt x="1713" y="10103"/>
                  </a:cubicBezTo>
                  <a:cubicBezTo>
                    <a:pt x="2012" y="10046"/>
                    <a:pt x="2244" y="10007"/>
                    <a:pt x="2558" y="10007"/>
                  </a:cubicBezTo>
                  <a:cubicBezTo>
                    <a:pt x="3450" y="10007"/>
                    <a:pt x="3988" y="10373"/>
                    <a:pt x="4460" y="10697"/>
                  </a:cubicBezTo>
                  <a:cubicBezTo>
                    <a:pt x="4892" y="10991"/>
                    <a:pt x="5261" y="11244"/>
                    <a:pt x="5941" y="11246"/>
                  </a:cubicBezTo>
                  <a:cubicBezTo>
                    <a:pt x="6620" y="11244"/>
                    <a:pt x="6990" y="10991"/>
                    <a:pt x="7420" y="10697"/>
                  </a:cubicBezTo>
                  <a:cubicBezTo>
                    <a:pt x="7894" y="10373"/>
                    <a:pt x="8430" y="10007"/>
                    <a:pt x="9323" y="10007"/>
                  </a:cubicBezTo>
                  <a:cubicBezTo>
                    <a:pt x="9638" y="10007"/>
                    <a:pt x="9870" y="10044"/>
                    <a:pt x="10169" y="10103"/>
                  </a:cubicBezTo>
                  <a:cubicBezTo>
                    <a:pt x="10280" y="9616"/>
                    <a:pt x="10535" y="9355"/>
                    <a:pt x="10917" y="9263"/>
                  </a:cubicBezTo>
                  <a:cubicBezTo>
                    <a:pt x="11308" y="9171"/>
                    <a:pt x="11524" y="9140"/>
                    <a:pt x="11895" y="9075"/>
                  </a:cubicBezTo>
                  <a:cubicBezTo>
                    <a:pt x="11727" y="8988"/>
                    <a:pt x="11487" y="8880"/>
                    <a:pt x="11304" y="8799"/>
                  </a:cubicBezTo>
                  <a:cubicBezTo>
                    <a:pt x="10409" y="8398"/>
                    <a:pt x="9054" y="7791"/>
                    <a:pt x="9054" y="6215"/>
                  </a:cubicBezTo>
                  <a:cubicBezTo>
                    <a:pt x="9054" y="5541"/>
                    <a:pt x="9663" y="5312"/>
                    <a:pt x="10271" y="5061"/>
                  </a:cubicBezTo>
                  <a:lnTo>
                    <a:pt x="10271" y="5061"/>
                  </a:lnTo>
                  <a:cubicBezTo>
                    <a:pt x="9985" y="5105"/>
                    <a:pt x="9811" y="5187"/>
                    <a:pt x="9472" y="5187"/>
                  </a:cubicBezTo>
                  <a:cubicBezTo>
                    <a:pt x="8805" y="5187"/>
                    <a:pt x="8739" y="4647"/>
                    <a:pt x="8773" y="4028"/>
                  </a:cubicBezTo>
                  <a:cubicBezTo>
                    <a:pt x="8787" y="3798"/>
                    <a:pt x="8805" y="3478"/>
                    <a:pt x="8805" y="3039"/>
                  </a:cubicBezTo>
                  <a:cubicBezTo>
                    <a:pt x="8805" y="439"/>
                    <a:pt x="6795" y="25"/>
                    <a:pt x="59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5" name="Google Shape;7735;p88"/>
          <p:cNvGrpSpPr/>
          <p:nvPr/>
        </p:nvGrpSpPr>
        <p:grpSpPr>
          <a:xfrm>
            <a:off x="7926526" y="3308537"/>
            <a:ext cx="387661" cy="387661"/>
            <a:chOff x="2869999" y="1687279"/>
            <a:chExt cx="397887" cy="397887"/>
          </a:xfrm>
        </p:grpSpPr>
        <p:sp>
          <p:nvSpPr>
            <p:cNvPr id="7736" name="Google Shape;7736;p88"/>
            <p:cNvSpPr/>
            <p:nvPr/>
          </p:nvSpPr>
          <p:spPr>
            <a:xfrm>
              <a:off x="2994590" y="1833740"/>
              <a:ext cx="148657" cy="81685"/>
            </a:xfrm>
            <a:custGeom>
              <a:avLst/>
              <a:gdLst/>
              <a:ahLst/>
              <a:cxnLst/>
              <a:rect l="l" t="t" r="r" b="b"/>
              <a:pathLst>
                <a:path w="7123" h="3914" extrusionOk="0">
                  <a:moveTo>
                    <a:pt x="2491" y="0"/>
                  </a:moveTo>
                  <a:lnTo>
                    <a:pt x="1" y="3112"/>
                  </a:lnTo>
                  <a:lnTo>
                    <a:pt x="1" y="3112"/>
                  </a:lnTo>
                  <a:lnTo>
                    <a:pt x="2196" y="2015"/>
                  </a:lnTo>
                  <a:cubicBezTo>
                    <a:pt x="2275" y="1975"/>
                    <a:pt x="2360" y="1956"/>
                    <a:pt x="2445" y="1956"/>
                  </a:cubicBezTo>
                  <a:cubicBezTo>
                    <a:pt x="2590" y="1956"/>
                    <a:pt x="2733" y="2012"/>
                    <a:pt x="2840" y="2119"/>
                  </a:cubicBezTo>
                  <a:lnTo>
                    <a:pt x="4634" y="3913"/>
                  </a:lnTo>
                  <a:lnTo>
                    <a:pt x="7123" y="800"/>
                  </a:lnTo>
                  <a:lnTo>
                    <a:pt x="4929" y="1897"/>
                  </a:lnTo>
                  <a:cubicBezTo>
                    <a:pt x="4850" y="1937"/>
                    <a:pt x="4764" y="1957"/>
                    <a:pt x="4679" y="1957"/>
                  </a:cubicBezTo>
                  <a:cubicBezTo>
                    <a:pt x="4535" y="1957"/>
                    <a:pt x="4392" y="1900"/>
                    <a:pt x="4285" y="1792"/>
                  </a:cubicBezTo>
                  <a:lnTo>
                    <a:pt x="24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88"/>
            <p:cNvSpPr/>
            <p:nvPr/>
          </p:nvSpPr>
          <p:spPr>
            <a:xfrm>
              <a:off x="2869999" y="1687279"/>
              <a:ext cx="397887" cy="397887"/>
            </a:xfrm>
            <a:custGeom>
              <a:avLst/>
              <a:gdLst/>
              <a:ahLst/>
              <a:cxnLst/>
              <a:rect l="l" t="t" r="r" b="b"/>
              <a:pathLst>
                <a:path w="19065" h="19065" extrusionOk="0">
                  <a:moveTo>
                    <a:pt x="8420" y="5623"/>
                  </a:moveTo>
                  <a:cubicBezTo>
                    <a:pt x="8569" y="5623"/>
                    <a:pt x="8707" y="5682"/>
                    <a:pt x="8810" y="5787"/>
                  </a:cubicBezTo>
                  <a:lnTo>
                    <a:pt x="10759" y="7736"/>
                  </a:lnTo>
                  <a:lnTo>
                    <a:pt x="14867" y="5683"/>
                  </a:lnTo>
                  <a:cubicBezTo>
                    <a:pt x="14947" y="5643"/>
                    <a:pt x="15033" y="5624"/>
                    <a:pt x="15118" y="5624"/>
                  </a:cubicBezTo>
                  <a:cubicBezTo>
                    <a:pt x="15283" y="5624"/>
                    <a:pt x="15443" y="5695"/>
                    <a:pt x="15552" y="5829"/>
                  </a:cubicBezTo>
                  <a:cubicBezTo>
                    <a:pt x="15716" y="6035"/>
                    <a:pt x="15718" y="6325"/>
                    <a:pt x="15553" y="6530"/>
                  </a:cubicBezTo>
                  <a:lnTo>
                    <a:pt x="11085" y="12116"/>
                  </a:lnTo>
                  <a:cubicBezTo>
                    <a:pt x="10973" y="12256"/>
                    <a:pt x="10812" y="12324"/>
                    <a:pt x="10652" y="12324"/>
                  </a:cubicBezTo>
                  <a:cubicBezTo>
                    <a:pt x="10507" y="12324"/>
                    <a:pt x="10363" y="12269"/>
                    <a:pt x="10255" y="12161"/>
                  </a:cubicBezTo>
                  <a:lnTo>
                    <a:pt x="8306" y="10211"/>
                  </a:lnTo>
                  <a:lnTo>
                    <a:pt x="4196" y="12267"/>
                  </a:lnTo>
                  <a:cubicBezTo>
                    <a:pt x="4117" y="12306"/>
                    <a:pt x="4032" y="12325"/>
                    <a:pt x="3948" y="12325"/>
                  </a:cubicBezTo>
                  <a:cubicBezTo>
                    <a:pt x="3784" y="12325"/>
                    <a:pt x="3622" y="12253"/>
                    <a:pt x="3514" y="12118"/>
                  </a:cubicBezTo>
                  <a:cubicBezTo>
                    <a:pt x="3347" y="11913"/>
                    <a:pt x="3347" y="11623"/>
                    <a:pt x="3510" y="11418"/>
                  </a:cubicBezTo>
                  <a:lnTo>
                    <a:pt x="7979" y="5833"/>
                  </a:lnTo>
                  <a:cubicBezTo>
                    <a:pt x="8078" y="5709"/>
                    <a:pt x="8226" y="5633"/>
                    <a:pt x="8384" y="5624"/>
                  </a:cubicBezTo>
                  <a:cubicBezTo>
                    <a:pt x="8396" y="5623"/>
                    <a:pt x="8408" y="5623"/>
                    <a:pt x="8420" y="5623"/>
                  </a:cubicBezTo>
                  <a:close/>
                  <a:moveTo>
                    <a:pt x="9532" y="1"/>
                  </a:moveTo>
                  <a:cubicBezTo>
                    <a:pt x="4297" y="1"/>
                    <a:pt x="0" y="4046"/>
                    <a:pt x="0" y="8975"/>
                  </a:cubicBezTo>
                  <a:cubicBezTo>
                    <a:pt x="0" y="11616"/>
                    <a:pt x="1255" y="14085"/>
                    <a:pt x="3388" y="15787"/>
                  </a:cubicBezTo>
                  <a:lnTo>
                    <a:pt x="3388" y="18506"/>
                  </a:lnTo>
                  <a:cubicBezTo>
                    <a:pt x="3388" y="18699"/>
                    <a:pt x="3489" y="18879"/>
                    <a:pt x="3653" y="18980"/>
                  </a:cubicBezTo>
                  <a:cubicBezTo>
                    <a:pt x="3742" y="19036"/>
                    <a:pt x="3843" y="19064"/>
                    <a:pt x="3946" y="19064"/>
                  </a:cubicBezTo>
                  <a:cubicBezTo>
                    <a:pt x="4031" y="19064"/>
                    <a:pt x="4117" y="19045"/>
                    <a:pt x="4196" y="19005"/>
                  </a:cubicBezTo>
                  <a:lnTo>
                    <a:pt x="6970" y="17581"/>
                  </a:lnTo>
                  <a:cubicBezTo>
                    <a:pt x="7802" y="17799"/>
                    <a:pt x="8661" y="17910"/>
                    <a:pt x="9532" y="17910"/>
                  </a:cubicBezTo>
                  <a:cubicBezTo>
                    <a:pt x="14768" y="17910"/>
                    <a:pt x="19065" y="13901"/>
                    <a:pt x="19065" y="8975"/>
                  </a:cubicBezTo>
                  <a:cubicBezTo>
                    <a:pt x="19065" y="4046"/>
                    <a:pt x="14768" y="1"/>
                    <a:pt x="9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8" name="Google Shape;7738;p88"/>
          <p:cNvGrpSpPr/>
          <p:nvPr/>
        </p:nvGrpSpPr>
        <p:grpSpPr>
          <a:xfrm>
            <a:off x="2461634" y="3828664"/>
            <a:ext cx="386807" cy="386929"/>
            <a:chOff x="3902887" y="1687655"/>
            <a:chExt cx="397010" cy="397135"/>
          </a:xfrm>
        </p:grpSpPr>
        <p:sp>
          <p:nvSpPr>
            <p:cNvPr id="7739" name="Google Shape;7739;p88"/>
            <p:cNvSpPr/>
            <p:nvPr/>
          </p:nvSpPr>
          <p:spPr>
            <a:xfrm>
              <a:off x="4023345" y="1785845"/>
              <a:ext cx="156275" cy="200269"/>
            </a:xfrm>
            <a:custGeom>
              <a:avLst/>
              <a:gdLst/>
              <a:ahLst/>
              <a:cxnLst/>
              <a:rect l="l" t="t" r="r" b="b"/>
              <a:pathLst>
                <a:path w="7488" h="9596" extrusionOk="0">
                  <a:moveTo>
                    <a:pt x="3585" y="1"/>
                  </a:moveTo>
                  <a:cubicBezTo>
                    <a:pt x="3550" y="1"/>
                    <a:pt x="36" y="31"/>
                    <a:pt x="36" y="2561"/>
                  </a:cubicBezTo>
                  <a:cubicBezTo>
                    <a:pt x="36" y="4296"/>
                    <a:pt x="1381" y="4712"/>
                    <a:pt x="3429" y="5147"/>
                  </a:cubicBezTo>
                  <a:cubicBezTo>
                    <a:pt x="4813" y="5440"/>
                    <a:pt x="6242" y="5745"/>
                    <a:pt x="6242" y="7084"/>
                  </a:cubicBezTo>
                  <a:cubicBezTo>
                    <a:pt x="6242" y="8290"/>
                    <a:pt x="4968" y="9010"/>
                    <a:pt x="3737" y="9010"/>
                  </a:cubicBezTo>
                  <a:cubicBezTo>
                    <a:pt x="2265" y="9010"/>
                    <a:pt x="1591" y="8227"/>
                    <a:pt x="1100" y="7655"/>
                  </a:cubicBezTo>
                  <a:cubicBezTo>
                    <a:pt x="793" y="7298"/>
                    <a:pt x="640" y="7140"/>
                    <a:pt x="463" y="7140"/>
                  </a:cubicBezTo>
                  <a:cubicBezTo>
                    <a:pt x="330" y="7140"/>
                    <a:pt x="1" y="7243"/>
                    <a:pt x="1" y="7485"/>
                  </a:cubicBezTo>
                  <a:cubicBezTo>
                    <a:pt x="1" y="8301"/>
                    <a:pt x="1016" y="9596"/>
                    <a:pt x="3744" y="9596"/>
                  </a:cubicBezTo>
                  <a:cubicBezTo>
                    <a:pt x="5165" y="9594"/>
                    <a:pt x="6203" y="9265"/>
                    <a:pt x="6831" y="8616"/>
                  </a:cubicBezTo>
                  <a:cubicBezTo>
                    <a:pt x="7479" y="7947"/>
                    <a:pt x="7487" y="7116"/>
                    <a:pt x="7482" y="6957"/>
                  </a:cubicBezTo>
                  <a:cubicBezTo>
                    <a:pt x="7482" y="5087"/>
                    <a:pt x="6088" y="4674"/>
                    <a:pt x="3964" y="4255"/>
                  </a:cubicBezTo>
                  <a:cubicBezTo>
                    <a:pt x="2598" y="3986"/>
                    <a:pt x="1186" y="3709"/>
                    <a:pt x="1186" y="2410"/>
                  </a:cubicBezTo>
                  <a:cubicBezTo>
                    <a:pt x="1186" y="1420"/>
                    <a:pt x="2170" y="675"/>
                    <a:pt x="3475" y="675"/>
                  </a:cubicBezTo>
                  <a:cubicBezTo>
                    <a:pt x="4868" y="675"/>
                    <a:pt x="5485" y="1305"/>
                    <a:pt x="5938" y="1766"/>
                  </a:cubicBezTo>
                  <a:cubicBezTo>
                    <a:pt x="6247" y="2081"/>
                    <a:pt x="6375" y="2191"/>
                    <a:pt x="6598" y="2191"/>
                  </a:cubicBezTo>
                  <a:cubicBezTo>
                    <a:pt x="6794" y="2191"/>
                    <a:pt x="7082" y="2072"/>
                    <a:pt x="7082" y="1818"/>
                  </a:cubicBezTo>
                  <a:cubicBezTo>
                    <a:pt x="7082" y="1381"/>
                    <a:pt x="5803" y="1"/>
                    <a:pt x="3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88"/>
            <p:cNvSpPr/>
            <p:nvPr/>
          </p:nvSpPr>
          <p:spPr>
            <a:xfrm>
              <a:off x="3902887" y="1687655"/>
              <a:ext cx="397010" cy="397135"/>
            </a:xfrm>
            <a:custGeom>
              <a:avLst/>
              <a:gdLst/>
              <a:ahLst/>
              <a:cxnLst/>
              <a:rect l="l" t="t" r="r" b="b"/>
              <a:pathLst>
                <a:path w="19023" h="19029" extrusionOk="0">
                  <a:moveTo>
                    <a:pt x="9357" y="3591"/>
                  </a:moveTo>
                  <a:cubicBezTo>
                    <a:pt x="11911" y="3591"/>
                    <a:pt x="13969" y="5196"/>
                    <a:pt x="13969" y="6523"/>
                  </a:cubicBezTo>
                  <a:cubicBezTo>
                    <a:pt x="13969" y="7455"/>
                    <a:pt x="13157" y="8010"/>
                    <a:pt x="12370" y="8010"/>
                  </a:cubicBezTo>
                  <a:cubicBezTo>
                    <a:pt x="11658" y="8010"/>
                    <a:pt x="11246" y="7589"/>
                    <a:pt x="10914" y="7251"/>
                  </a:cubicBezTo>
                  <a:cubicBezTo>
                    <a:pt x="10514" y="6845"/>
                    <a:pt x="10171" y="6494"/>
                    <a:pt x="9247" y="6494"/>
                  </a:cubicBezTo>
                  <a:cubicBezTo>
                    <a:pt x="8481" y="6494"/>
                    <a:pt x="8073" y="6855"/>
                    <a:pt x="8073" y="7115"/>
                  </a:cubicBezTo>
                  <a:cubicBezTo>
                    <a:pt x="8073" y="7497"/>
                    <a:pt x="9028" y="7685"/>
                    <a:pt x="9950" y="7867"/>
                  </a:cubicBezTo>
                  <a:cubicBezTo>
                    <a:pt x="11710" y="8214"/>
                    <a:pt x="14369" y="8739"/>
                    <a:pt x="14369" y="11635"/>
                  </a:cubicBezTo>
                  <a:cubicBezTo>
                    <a:pt x="14379" y="11960"/>
                    <a:pt x="14340" y="13128"/>
                    <a:pt x="13404" y="14096"/>
                  </a:cubicBezTo>
                  <a:cubicBezTo>
                    <a:pt x="12561" y="14970"/>
                    <a:pt x="11252" y="15414"/>
                    <a:pt x="9518" y="15415"/>
                  </a:cubicBezTo>
                  <a:lnTo>
                    <a:pt x="9516" y="15415"/>
                  </a:lnTo>
                  <a:cubicBezTo>
                    <a:pt x="5952" y="15415"/>
                    <a:pt x="4658" y="13487"/>
                    <a:pt x="4658" y="12190"/>
                  </a:cubicBezTo>
                  <a:cubicBezTo>
                    <a:pt x="4658" y="11290"/>
                    <a:pt x="5476" y="10731"/>
                    <a:pt x="6235" y="10731"/>
                  </a:cubicBezTo>
                  <a:cubicBezTo>
                    <a:pt x="6942" y="10731"/>
                    <a:pt x="7354" y="11210"/>
                    <a:pt x="7717" y="11633"/>
                  </a:cubicBezTo>
                  <a:cubicBezTo>
                    <a:pt x="8145" y="12132"/>
                    <a:pt x="8549" y="12601"/>
                    <a:pt x="9509" y="12601"/>
                  </a:cubicBezTo>
                  <a:cubicBezTo>
                    <a:pt x="10165" y="12601"/>
                    <a:pt x="10898" y="12254"/>
                    <a:pt x="10898" y="11789"/>
                  </a:cubicBezTo>
                  <a:cubicBezTo>
                    <a:pt x="10898" y="11384"/>
                    <a:pt x="10135" y="11191"/>
                    <a:pt x="8970" y="10943"/>
                  </a:cubicBezTo>
                  <a:cubicBezTo>
                    <a:pt x="7165" y="10559"/>
                    <a:pt x="4694" y="10032"/>
                    <a:pt x="4694" y="7266"/>
                  </a:cubicBezTo>
                  <a:cubicBezTo>
                    <a:pt x="4694" y="4359"/>
                    <a:pt x="7744" y="3591"/>
                    <a:pt x="9357" y="3591"/>
                  </a:cubicBezTo>
                  <a:close/>
                  <a:moveTo>
                    <a:pt x="5202" y="0"/>
                  </a:moveTo>
                  <a:cubicBezTo>
                    <a:pt x="2338" y="0"/>
                    <a:pt x="6" y="2303"/>
                    <a:pt x="1" y="5148"/>
                  </a:cubicBezTo>
                  <a:lnTo>
                    <a:pt x="1" y="5159"/>
                  </a:lnTo>
                  <a:cubicBezTo>
                    <a:pt x="2" y="6225"/>
                    <a:pt x="261" y="6830"/>
                    <a:pt x="469" y="7319"/>
                  </a:cubicBezTo>
                  <a:cubicBezTo>
                    <a:pt x="609" y="7646"/>
                    <a:pt x="712" y="7885"/>
                    <a:pt x="712" y="8212"/>
                  </a:cubicBezTo>
                  <a:cubicBezTo>
                    <a:pt x="712" y="8219"/>
                    <a:pt x="632" y="9035"/>
                    <a:pt x="632" y="9553"/>
                  </a:cubicBezTo>
                  <a:cubicBezTo>
                    <a:pt x="632" y="12302"/>
                    <a:pt x="2927" y="18423"/>
                    <a:pt x="9541" y="18423"/>
                  </a:cubicBezTo>
                  <a:cubicBezTo>
                    <a:pt x="10171" y="18423"/>
                    <a:pt x="10931" y="18343"/>
                    <a:pt x="10931" y="18343"/>
                  </a:cubicBezTo>
                  <a:cubicBezTo>
                    <a:pt x="11190" y="18343"/>
                    <a:pt x="11441" y="18446"/>
                    <a:pt x="11759" y="18577"/>
                  </a:cubicBezTo>
                  <a:cubicBezTo>
                    <a:pt x="12509" y="18886"/>
                    <a:pt x="13241" y="19028"/>
                    <a:pt x="13937" y="19028"/>
                  </a:cubicBezTo>
                  <a:cubicBezTo>
                    <a:pt x="15330" y="19028"/>
                    <a:pt x="16576" y="18458"/>
                    <a:pt x="17517" y="17520"/>
                  </a:cubicBezTo>
                  <a:cubicBezTo>
                    <a:pt x="18489" y="16555"/>
                    <a:pt x="19023" y="15260"/>
                    <a:pt x="19023" y="13878"/>
                  </a:cubicBezTo>
                  <a:cubicBezTo>
                    <a:pt x="19023" y="12804"/>
                    <a:pt x="18763" y="12198"/>
                    <a:pt x="18554" y="11708"/>
                  </a:cubicBezTo>
                  <a:cubicBezTo>
                    <a:pt x="18414" y="11380"/>
                    <a:pt x="18312" y="11141"/>
                    <a:pt x="18312" y="10814"/>
                  </a:cubicBezTo>
                  <a:cubicBezTo>
                    <a:pt x="18312" y="10804"/>
                    <a:pt x="18391" y="9993"/>
                    <a:pt x="18391" y="9473"/>
                  </a:cubicBezTo>
                  <a:cubicBezTo>
                    <a:pt x="18391" y="6724"/>
                    <a:pt x="16095" y="603"/>
                    <a:pt x="9483" y="603"/>
                  </a:cubicBezTo>
                  <a:cubicBezTo>
                    <a:pt x="8853" y="603"/>
                    <a:pt x="8092" y="683"/>
                    <a:pt x="8092" y="683"/>
                  </a:cubicBezTo>
                  <a:cubicBezTo>
                    <a:pt x="7832" y="683"/>
                    <a:pt x="7583" y="580"/>
                    <a:pt x="7264" y="450"/>
                  </a:cubicBezTo>
                  <a:cubicBezTo>
                    <a:pt x="6767" y="244"/>
                    <a:pt x="6150" y="0"/>
                    <a:pt x="52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1" name="Google Shape;7741;p88"/>
          <p:cNvGrpSpPr/>
          <p:nvPr/>
        </p:nvGrpSpPr>
        <p:grpSpPr>
          <a:xfrm>
            <a:off x="3499331" y="3828344"/>
            <a:ext cx="387681" cy="387681"/>
            <a:chOff x="4933458" y="1687279"/>
            <a:chExt cx="397907" cy="397907"/>
          </a:xfrm>
        </p:grpSpPr>
        <p:sp>
          <p:nvSpPr>
            <p:cNvPr id="7742" name="Google Shape;7742;p88"/>
            <p:cNvSpPr/>
            <p:nvPr/>
          </p:nvSpPr>
          <p:spPr>
            <a:xfrm>
              <a:off x="5071801" y="1766541"/>
              <a:ext cx="125867" cy="241215"/>
            </a:xfrm>
            <a:custGeom>
              <a:avLst/>
              <a:gdLst/>
              <a:ahLst/>
              <a:cxnLst/>
              <a:rect l="l" t="t" r="r" b="b"/>
              <a:pathLst>
                <a:path w="6031" h="11558" extrusionOk="0">
                  <a:moveTo>
                    <a:pt x="2415" y="1"/>
                  </a:moveTo>
                  <a:cubicBezTo>
                    <a:pt x="2233" y="993"/>
                    <a:pt x="1808" y="2415"/>
                    <a:pt x="0" y="2785"/>
                  </a:cubicBezTo>
                  <a:lnTo>
                    <a:pt x="0" y="4244"/>
                  </a:lnTo>
                  <a:lnTo>
                    <a:pt x="1228" y="4244"/>
                  </a:lnTo>
                  <a:cubicBezTo>
                    <a:pt x="1537" y="4244"/>
                    <a:pt x="1787" y="4496"/>
                    <a:pt x="1787" y="4803"/>
                  </a:cubicBezTo>
                  <a:lnTo>
                    <a:pt x="1787" y="9077"/>
                  </a:lnTo>
                  <a:cubicBezTo>
                    <a:pt x="1787" y="10222"/>
                    <a:pt x="2553" y="11558"/>
                    <a:pt x="4714" y="11558"/>
                  </a:cubicBezTo>
                  <a:cubicBezTo>
                    <a:pt x="5212" y="11558"/>
                    <a:pt x="5689" y="11535"/>
                    <a:pt x="6031" y="11512"/>
                  </a:cubicBezTo>
                  <a:lnTo>
                    <a:pt x="6031" y="9905"/>
                  </a:lnTo>
                  <a:lnTo>
                    <a:pt x="4891" y="9905"/>
                  </a:lnTo>
                  <a:cubicBezTo>
                    <a:pt x="3535" y="9905"/>
                    <a:pt x="3351" y="9125"/>
                    <a:pt x="3351" y="8363"/>
                  </a:cubicBezTo>
                  <a:lnTo>
                    <a:pt x="3351" y="4803"/>
                  </a:lnTo>
                  <a:cubicBezTo>
                    <a:pt x="3351" y="4496"/>
                    <a:pt x="3600" y="4244"/>
                    <a:pt x="3910" y="4244"/>
                  </a:cubicBezTo>
                  <a:lnTo>
                    <a:pt x="6031" y="4244"/>
                  </a:lnTo>
                  <a:lnTo>
                    <a:pt x="6031" y="2681"/>
                  </a:lnTo>
                  <a:lnTo>
                    <a:pt x="3910" y="2681"/>
                  </a:lnTo>
                  <a:cubicBezTo>
                    <a:pt x="3600" y="2681"/>
                    <a:pt x="3351" y="2431"/>
                    <a:pt x="3351" y="2122"/>
                  </a:cubicBezTo>
                  <a:lnTo>
                    <a:pt x="33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88"/>
            <p:cNvSpPr/>
            <p:nvPr/>
          </p:nvSpPr>
          <p:spPr>
            <a:xfrm>
              <a:off x="4933458" y="1687279"/>
              <a:ext cx="397907" cy="397907"/>
            </a:xfrm>
            <a:custGeom>
              <a:avLst/>
              <a:gdLst/>
              <a:ahLst/>
              <a:cxnLst/>
              <a:rect l="l" t="t" r="r" b="b"/>
              <a:pathLst>
                <a:path w="19066" h="19066" extrusionOk="0">
                  <a:moveTo>
                    <a:pt x="10539" y="2681"/>
                  </a:moveTo>
                  <a:cubicBezTo>
                    <a:pt x="10846" y="2681"/>
                    <a:pt x="11059" y="2932"/>
                    <a:pt x="11059" y="3240"/>
                  </a:cubicBezTo>
                  <a:lnTo>
                    <a:pt x="11059" y="5362"/>
                  </a:lnTo>
                  <a:lnTo>
                    <a:pt x="13219" y="5362"/>
                  </a:lnTo>
                  <a:cubicBezTo>
                    <a:pt x="13528" y="5362"/>
                    <a:pt x="13778" y="5612"/>
                    <a:pt x="13778" y="5921"/>
                  </a:cubicBezTo>
                  <a:lnTo>
                    <a:pt x="13778" y="8601"/>
                  </a:lnTo>
                  <a:cubicBezTo>
                    <a:pt x="13778" y="8911"/>
                    <a:pt x="13528" y="9160"/>
                    <a:pt x="13219" y="9160"/>
                  </a:cubicBezTo>
                  <a:lnTo>
                    <a:pt x="11096" y="9160"/>
                  </a:lnTo>
                  <a:lnTo>
                    <a:pt x="11096" y="12161"/>
                  </a:lnTo>
                  <a:cubicBezTo>
                    <a:pt x="11096" y="12440"/>
                    <a:pt x="11121" y="12520"/>
                    <a:pt x="11133" y="12541"/>
                  </a:cubicBezTo>
                  <a:cubicBezTo>
                    <a:pt x="11140" y="12541"/>
                    <a:pt x="11234" y="12585"/>
                    <a:pt x="11520" y="12585"/>
                  </a:cubicBezTo>
                  <a:lnTo>
                    <a:pt x="13219" y="12585"/>
                  </a:lnTo>
                  <a:cubicBezTo>
                    <a:pt x="13528" y="12585"/>
                    <a:pt x="13741" y="12836"/>
                    <a:pt x="13741" y="13144"/>
                  </a:cubicBezTo>
                  <a:lnTo>
                    <a:pt x="13741" y="15826"/>
                  </a:lnTo>
                  <a:cubicBezTo>
                    <a:pt x="13741" y="16113"/>
                    <a:pt x="13560" y="16351"/>
                    <a:pt x="13273" y="16382"/>
                  </a:cubicBezTo>
                  <a:cubicBezTo>
                    <a:pt x="13236" y="16385"/>
                    <a:pt x="12341" y="16474"/>
                    <a:pt x="11342" y="16474"/>
                  </a:cubicBezTo>
                  <a:cubicBezTo>
                    <a:pt x="8564" y="16474"/>
                    <a:pt x="7298" y="14609"/>
                    <a:pt x="7298" y="12877"/>
                  </a:cubicBezTo>
                  <a:lnTo>
                    <a:pt x="7298" y="9160"/>
                  </a:lnTo>
                  <a:lnTo>
                    <a:pt x="6070" y="9160"/>
                  </a:lnTo>
                  <a:cubicBezTo>
                    <a:pt x="5760" y="9160"/>
                    <a:pt x="5511" y="8911"/>
                    <a:pt x="5511" y="8601"/>
                  </a:cubicBezTo>
                  <a:lnTo>
                    <a:pt x="5511" y="6100"/>
                  </a:lnTo>
                  <a:cubicBezTo>
                    <a:pt x="5511" y="5808"/>
                    <a:pt x="5734" y="5568"/>
                    <a:pt x="6024" y="5543"/>
                  </a:cubicBezTo>
                  <a:cubicBezTo>
                    <a:pt x="7535" y="5417"/>
                    <a:pt x="7797" y="4524"/>
                    <a:pt x="8000" y="3275"/>
                  </a:cubicBezTo>
                  <a:lnTo>
                    <a:pt x="8021" y="3148"/>
                  </a:lnTo>
                  <a:cubicBezTo>
                    <a:pt x="8066" y="2879"/>
                    <a:pt x="8299" y="2681"/>
                    <a:pt x="8571" y="2681"/>
                  </a:cubicBezTo>
                  <a:close/>
                  <a:moveTo>
                    <a:pt x="2794" y="1"/>
                  </a:moveTo>
                  <a:cubicBezTo>
                    <a:pt x="1253" y="1"/>
                    <a:pt x="1" y="1253"/>
                    <a:pt x="1" y="2794"/>
                  </a:cubicBezTo>
                  <a:lnTo>
                    <a:pt x="1" y="16272"/>
                  </a:lnTo>
                  <a:cubicBezTo>
                    <a:pt x="1" y="17811"/>
                    <a:pt x="1253" y="19065"/>
                    <a:pt x="2794" y="19065"/>
                  </a:cubicBezTo>
                  <a:lnTo>
                    <a:pt x="16272" y="19065"/>
                  </a:lnTo>
                  <a:cubicBezTo>
                    <a:pt x="17813" y="19065"/>
                    <a:pt x="19065" y="17811"/>
                    <a:pt x="19065" y="16272"/>
                  </a:cubicBezTo>
                  <a:lnTo>
                    <a:pt x="19065" y="2792"/>
                  </a:lnTo>
                  <a:cubicBezTo>
                    <a:pt x="19065" y="1253"/>
                    <a:pt x="17813" y="1"/>
                    <a:pt x="162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4" name="Google Shape;7744;p88"/>
          <p:cNvGrpSpPr/>
          <p:nvPr/>
        </p:nvGrpSpPr>
        <p:grpSpPr>
          <a:xfrm>
            <a:off x="5273586" y="3308775"/>
            <a:ext cx="387681" cy="387661"/>
            <a:chOff x="266768" y="1721375"/>
            <a:chExt cx="397907" cy="397887"/>
          </a:xfrm>
        </p:grpSpPr>
        <p:sp>
          <p:nvSpPr>
            <p:cNvPr id="7745" name="Google Shape;7745;p88"/>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88"/>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7" name="Google Shape;7747;p88"/>
          <p:cNvGrpSpPr/>
          <p:nvPr/>
        </p:nvGrpSpPr>
        <p:grpSpPr>
          <a:xfrm>
            <a:off x="7395588" y="3308924"/>
            <a:ext cx="387539" cy="386888"/>
            <a:chOff x="2408992" y="1722875"/>
            <a:chExt cx="397761" cy="397093"/>
          </a:xfrm>
        </p:grpSpPr>
        <p:sp>
          <p:nvSpPr>
            <p:cNvPr id="7748" name="Google Shape;7748;p88"/>
            <p:cNvSpPr/>
            <p:nvPr/>
          </p:nvSpPr>
          <p:spPr>
            <a:xfrm>
              <a:off x="2492135" y="1827639"/>
              <a:ext cx="213667" cy="185326"/>
            </a:xfrm>
            <a:custGeom>
              <a:avLst/>
              <a:gdLst/>
              <a:ahLst/>
              <a:cxnLst/>
              <a:rect l="l" t="t" r="r" b="b"/>
              <a:pathLst>
                <a:path w="10238" h="8880" extrusionOk="0">
                  <a:moveTo>
                    <a:pt x="2548" y="1"/>
                  </a:moveTo>
                  <a:cubicBezTo>
                    <a:pt x="2277" y="1"/>
                    <a:pt x="2002" y="169"/>
                    <a:pt x="1743" y="427"/>
                  </a:cubicBezTo>
                  <a:cubicBezTo>
                    <a:pt x="1" y="2171"/>
                    <a:pt x="2739" y="5655"/>
                    <a:pt x="3567" y="6491"/>
                  </a:cubicBezTo>
                  <a:cubicBezTo>
                    <a:pt x="4206" y="7123"/>
                    <a:pt x="6403" y="8880"/>
                    <a:pt x="8179" y="8880"/>
                  </a:cubicBezTo>
                  <a:cubicBezTo>
                    <a:pt x="8718" y="8880"/>
                    <a:pt x="9219" y="8718"/>
                    <a:pt x="9626" y="8312"/>
                  </a:cubicBezTo>
                  <a:cubicBezTo>
                    <a:pt x="10054" y="7884"/>
                    <a:pt x="10238" y="7401"/>
                    <a:pt x="9812" y="6981"/>
                  </a:cubicBezTo>
                  <a:cubicBezTo>
                    <a:pt x="9168" y="6339"/>
                    <a:pt x="8797" y="6140"/>
                    <a:pt x="8555" y="6140"/>
                  </a:cubicBezTo>
                  <a:cubicBezTo>
                    <a:pt x="8422" y="6140"/>
                    <a:pt x="8327" y="6200"/>
                    <a:pt x="8248" y="6279"/>
                  </a:cubicBezTo>
                  <a:cubicBezTo>
                    <a:pt x="8064" y="6461"/>
                    <a:pt x="7636" y="7077"/>
                    <a:pt x="7461" y="7252"/>
                  </a:cubicBezTo>
                  <a:cubicBezTo>
                    <a:pt x="7260" y="7452"/>
                    <a:pt x="7021" y="7534"/>
                    <a:pt x="6762" y="7534"/>
                  </a:cubicBezTo>
                  <a:cubicBezTo>
                    <a:pt x="5839" y="7534"/>
                    <a:pt x="4665" y="6485"/>
                    <a:pt x="4117" y="5939"/>
                  </a:cubicBezTo>
                  <a:lnTo>
                    <a:pt x="4115" y="5938"/>
                  </a:lnTo>
                  <a:cubicBezTo>
                    <a:pt x="3417" y="5235"/>
                    <a:pt x="1890" y="3505"/>
                    <a:pt x="2803" y="2592"/>
                  </a:cubicBezTo>
                  <a:cubicBezTo>
                    <a:pt x="2879" y="2516"/>
                    <a:pt x="3056" y="2378"/>
                    <a:pt x="3254" y="2228"/>
                  </a:cubicBezTo>
                  <a:cubicBezTo>
                    <a:pt x="3445" y="2083"/>
                    <a:pt x="3661" y="1922"/>
                    <a:pt x="3776" y="1807"/>
                  </a:cubicBezTo>
                  <a:cubicBezTo>
                    <a:pt x="3999" y="1584"/>
                    <a:pt x="4069" y="1241"/>
                    <a:pt x="3080" y="250"/>
                  </a:cubicBezTo>
                  <a:cubicBezTo>
                    <a:pt x="2909" y="76"/>
                    <a:pt x="2730" y="1"/>
                    <a:pt x="25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88"/>
            <p:cNvSpPr/>
            <p:nvPr/>
          </p:nvSpPr>
          <p:spPr>
            <a:xfrm>
              <a:off x="2408992" y="1722875"/>
              <a:ext cx="397761" cy="397093"/>
            </a:xfrm>
            <a:custGeom>
              <a:avLst/>
              <a:gdLst/>
              <a:ahLst/>
              <a:cxnLst/>
              <a:rect l="l" t="t" r="r" b="b"/>
              <a:pathLst>
                <a:path w="19059" h="19027" extrusionOk="0">
                  <a:moveTo>
                    <a:pt x="6538" y="3907"/>
                  </a:moveTo>
                  <a:cubicBezTo>
                    <a:pt x="7030" y="3907"/>
                    <a:pt x="7490" y="4114"/>
                    <a:pt x="7853" y="4483"/>
                  </a:cubicBezTo>
                  <a:cubicBezTo>
                    <a:pt x="8326" y="4955"/>
                    <a:pt x="9768" y="6397"/>
                    <a:pt x="8549" y="7616"/>
                  </a:cubicBezTo>
                  <a:cubicBezTo>
                    <a:pt x="8407" y="7756"/>
                    <a:pt x="8145" y="7957"/>
                    <a:pt x="7912" y="8136"/>
                  </a:cubicBezTo>
                  <a:cubicBezTo>
                    <a:pt x="7767" y="8246"/>
                    <a:pt x="7634" y="8343"/>
                    <a:pt x="7576" y="8400"/>
                  </a:cubicBezTo>
                  <a:cubicBezTo>
                    <a:pt x="7599" y="8585"/>
                    <a:pt x="8227" y="9504"/>
                    <a:pt x="8888" y="10169"/>
                  </a:cubicBezTo>
                  <a:cubicBezTo>
                    <a:pt x="9546" y="10823"/>
                    <a:pt x="10450" y="11437"/>
                    <a:pt x="10732" y="11437"/>
                  </a:cubicBezTo>
                  <a:cubicBezTo>
                    <a:pt x="10736" y="11437"/>
                    <a:pt x="10740" y="11437"/>
                    <a:pt x="10744" y="11437"/>
                  </a:cubicBezTo>
                  <a:cubicBezTo>
                    <a:pt x="10716" y="11423"/>
                    <a:pt x="10813" y="11292"/>
                    <a:pt x="10923" y="11147"/>
                  </a:cubicBezTo>
                  <a:cubicBezTo>
                    <a:pt x="11100" y="10913"/>
                    <a:pt x="11301" y="10650"/>
                    <a:pt x="11443" y="10510"/>
                  </a:cubicBezTo>
                  <a:cubicBezTo>
                    <a:pt x="11789" y="10163"/>
                    <a:pt x="12153" y="10031"/>
                    <a:pt x="12508" y="10031"/>
                  </a:cubicBezTo>
                  <a:cubicBezTo>
                    <a:pt x="13402" y="10031"/>
                    <a:pt x="14236" y="10866"/>
                    <a:pt x="14576" y="11205"/>
                  </a:cubicBezTo>
                  <a:cubicBezTo>
                    <a:pt x="15328" y="11943"/>
                    <a:pt x="15425" y="13093"/>
                    <a:pt x="14399" y="14119"/>
                  </a:cubicBezTo>
                  <a:cubicBezTo>
                    <a:pt x="13750" y="14770"/>
                    <a:pt x="12980" y="15023"/>
                    <a:pt x="12179" y="15023"/>
                  </a:cubicBezTo>
                  <a:cubicBezTo>
                    <a:pt x="10063" y="15023"/>
                    <a:pt x="7723" y="13248"/>
                    <a:pt x="6764" y="12299"/>
                  </a:cubicBezTo>
                  <a:cubicBezTo>
                    <a:pt x="5451" y="10974"/>
                    <a:pt x="2573" y="7025"/>
                    <a:pt x="4938" y="4660"/>
                  </a:cubicBezTo>
                  <a:cubicBezTo>
                    <a:pt x="5458" y="4140"/>
                    <a:pt x="6017" y="3907"/>
                    <a:pt x="6538" y="3907"/>
                  </a:cubicBezTo>
                  <a:close/>
                  <a:moveTo>
                    <a:pt x="9545" y="0"/>
                  </a:moveTo>
                  <a:cubicBezTo>
                    <a:pt x="4319" y="0"/>
                    <a:pt x="31" y="4288"/>
                    <a:pt x="31" y="9514"/>
                  </a:cubicBezTo>
                  <a:cubicBezTo>
                    <a:pt x="31" y="11064"/>
                    <a:pt x="448" y="12594"/>
                    <a:pt x="1172" y="13954"/>
                  </a:cubicBezTo>
                  <a:lnTo>
                    <a:pt x="49" y="18334"/>
                  </a:lnTo>
                  <a:cubicBezTo>
                    <a:pt x="1" y="18524"/>
                    <a:pt x="57" y="18725"/>
                    <a:pt x="195" y="18863"/>
                  </a:cubicBezTo>
                  <a:cubicBezTo>
                    <a:pt x="302" y="18971"/>
                    <a:pt x="445" y="19027"/>
                    <a:pt x="590" y="19027"/>
                  </a:cubicBezTo>
                  <a:cubicBezTo>
                    <a:pt x="635" y="19027"/>
                    <a:pt x="680" y="19021"/>
                    <a:pt x="724" y="19010"/>
                  </a:cubicBezTo>
                  <a:lnTo>
                    <a:pt x="5104" y="17887"/>
                  </a:lnTo>
                  <a:cubicBezTo>
                    <a:pt x="6465" y="18609"/>
                    <a:pt x="7995" y="19026"/>
                    <a:pt x="9545" y="19026"/>
                  </a:cubicBezTo>
                  <a:cubicBezTo>
                    <a:pt x="14770" y="19026"/>
                    <a:pt x="19058" y="14738"/>
                    <a:pt x="19058" y="9514"/>
                  </a:cubicBezTo>
                  <a:cubicBezTo>
                    <a:pt x="19058" y="4288"/>
                    <a:pt x="14770" y="0"/>
                    <a:pt x="9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0" name="Google Shape;7750;p88"/>
          <p:cNvGrpSpPr/>
          <p:nvPr/>
        </p:nvGrpSpPr>
        <p:grpSpPr>
          <a:xfrm>
            <a:off x="5576404" y="3828305"/>
            <a:ext cx="387641" cy="387641"/>
            <a:chOff x="7199196" y="1561258"/>
            <a:chExt cx="397866" cy="397866"/>
          </a:xfrm>
        </p:grpSpPr>
        <p:sp>
          <p:nvSpPr>
            <p:cNvPr id="7751" name="Google Shape;7751;p88"/>
            <p:cNvSpPr/>
            <p:nvPr/>
          </p:nvSpPr>
          <p:spPr>
            <a:xfrm>
              <a:off x="7316523" y="1655253"/>
              <a:ext cx="163203" cy="209869"/>
            </a:xfrm>
            <a:custGeom>
              <a:avLst/>
              <a:gdLst/>
              <a:ahLst/>
              <a:cxnLst/>
              <a:rect l="l" t="t" r="r" b="b"/>
              <a:pathLst>
                <a:path w="7820" h="10056" extrusionOk="0">
                  <a:moveTo>
                    <a:pt x="3910" y="1119"/>
                  </a:moveTo>
                  <a:cubicBezTo>
                    <a:pt x="5449" y="1119"/>
                    <a:pt x="6704" y="2371"/>
                    <a:pt x="6704" y="3910"/>
                  </a:cubicBezTo>
                  <a:cubicBezTo>
                    <a:pt x="6704" y="5451"/>
                    <a:pt x="5449" y="6704"/>
                    <a:pt x="3910" y="6704"/>
                  </a:cubicBezTo>
                  <a:cubicBezTo>
                    <a:pt x="2371" y="6704"/>
                    <a:pt x="1117" y="5451"/>
                    <a:pt x="1117" y="3912"/>
                  </a:cubicBezTo>
                  <a:cubicBezTo>
                    <a:pt x="1117" y="3652"/>
                    <a:pt x="1161" y="3383"/>
                    <a:pt x="1251" y="3091"/>
                  </a:cubicBezTo>
                  <a:cubicBezTo>
                    <a:pt x="1299" y="2939"/>
                    <a:pt x="1409" y="2814"/>
                    <a:pt x="1554" y="2746"/>
                  </a:cubicBezTo>
                  <a:cubicBezTo>
                    <a:pt x="1627" y="2713"/>
                    <a:pt x="1706" y="2696"/>
                    <a:pt x="1786" y="2696"/>
                  </a:cubicBezTo>
                  <a:cubicBezTo>
                    <a:pt x="1863" y="2696"/>
                    <a:pt x="1940" y="2712"/>
                    <a:pt x="2012" y="2745"/>
                  </a:cubicBezTo>
                  <a:cubicBezTo>
                    <a:pt x="2088" y="2779"/>
                    <a:pt x="2165" y="2794"/>
                    <a:pt x="2239" y="2794"/>
                  </a:cubicBezTo>
                  <a:cubicBezTo>
                    <a:pt x="2538" y="2794"/>
                    <a:pt x="2794" y="2541"/>
                    <a:pt x="2794" y="2235"/>
                  </a:cubicBezTo>
                  <a:cubicBezTo>
                    <a:pt x="2794" y="1934"/>
                    <a:pt x="2584" y="1911"/>
                    <a:pt x="2746" y="1554"/>
                  </a:cubicBezTo>
                  <a:cubicBezTo>
                    <a:pt x="2812" y="1409"/>
                    <a:pt x="2937" y="1299"/>
                    <a:pt x="3089" y="1252"/>
                  </a:cubicBezTo>
                  <a:cubicBezTo>
                    <a:pt x="3381" y="1163"/>
                    <a:pt x="3650" y="1119"/>
                    <a:pt x="3910" y="1119"/>
                  </a:cubicBezTo>
                  <a:close/>
                  <a:moveTo>
                    <a:pt x="3910" y="1"/>
                  </a:moveTo>
                  <a:cubicBezTo>
                    <a:pt x="1756" y="1"/>
                    <a:pt x="1" y="1756"/>
                    <a:pt x="1" y="3912"/>
                  </a:cubicBezTo>
                  <a:cubicBezTo>
                    <a:pt x="1" y="6194"/>
                    <a:pt x="3139" y="9964"/>
                    <a:pt x="3917" y="10056"/>
                  </a:cubicBezTo>
                  <a:cubicBezTo>
                    <a:pt x="4682" y="9964"/>
                    <a:pt x="7820" y="6194"/>
                    <a:pt x="7820" y="3912"/>
                  </a:cubicBezTo>
                  <a:cubicBezTo>
                    <a:pt x="7820" y="1756"/>
                    <a:pt x="6065" y="1"/>
                    <a:pt x="39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88"/>
            <p:cNvSpPr/>
            <p:nvPr/>
          </p:nvSpPr>
          <p:spPr>
            <a:xfrm>
              <a:off x="7199196" y="1561258"/>
              <a:ext cx="397866" cy="397866"/>
            </a:xfrm>
            <a:custGeom>
              <a:avLst/>
              <a:gdLst/>
              <a:ahLst/>
              <a:cxnLst/>
              <a:rect l="l" t="t" r="r" b="b"/>
              <a:pathLst>
                <a:path w="19064" h="19064" extrusionOk="0">
                  <a:moveTo>
                    <a:pt x="9532" y="3389"/>
                  </a:moveTo>
                  <a:cubicBezTo>
                    <a:pt x="12304" y="3389"/>
                    <a:pt x="14560" y="5644"/>
                    <a:pt x="14560" y="8416"/>
                  </a:cubicBezTo>
                  <a:cubicBezTo>
                    <a:pt x="14560" y="11045"/>
                    <a:pt x="11089" y="15676"/>
                    <a:pt x="9532" y="15676"/>
                  </a:cubicBezTo>
                  <a:cubicBezTo>
                    <a:pt x="7974" y="15676"/>
                    <a:pt x="4507" y="11045"/>
                    <a:pt x="4507" y="8416"/>
                  </a:cubicBezTo>
                  <a:cubicBezTo>
                    <a:pt x="4507" y="5644"/>
                    <a:pt x="6760" y="3389"/>
                    <a:pt x="9532" y="3389"/>
                  </a:cubicBezTo>
                  <a:close/>
                  <a:moveTo>
                    <a:pt x="9532" y="1"/>
                  </a:moveTo>
                  <a:cubicBezTo>
                    <a:pt x="4296" y="1"/>
                    <a:pt x="1" y="4296"/>
                    <a:pt x="1" y="9532"/>
                  </a:cubicBezTo>
                  <a:cubicBezTo>
                    <a:pt x="1" y="14769"/>
                    <a:pt x="4296" y="19064"/>
                    <a:pt x="9532" y="19064"/>
                  </a:cubicBezTo>
                  <a:cubicBezTo>
                    <a:pt x="14769" y="19064"/>
                    <a:pt x="19064" y="14769"/>
                    <a:pt x="19064" y="9532"/>
                  </a:cubicBezTo>
                  <a:cubicBezTo>
                    <a:pt x="19064" y="4296"/>
                    <a:pt x="14769" y="1"/>
                    <a:pt x="9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88"/>
            <p:cNvSpPr/>
            <p:nvPr/>
          </p:nvSpPr>
          <p:spPr>
            <a:xfrm>
              <a:off x="7363167" y="1701896"/>
              <a:ext cx="69935" cy="69977"/>
            </a:xfrm>
            <a:custGeom>
              <a:avLst/>
              <a:gdLst/>
              <a:ahLst/>
              <a:cxnLst/>
              <a:rect l="l" t="t" r="r" b="b"/>
              <a:pathLst>
                <a:path w="3351" h="3353" extrusionOk="0">
                  <a:moveTo>
                    <a:pt x="1675" y="0"/>
                  </a:moveTo>
                  <a:cubicBezTo>
                    <a:pt x="1675" y="925"/>
                    <a:pt x="923" y="1677"/>
                    <a:pt x="0" y="1677"/>
                  </a:cubicBezTo>
                  <a:cubicBezTo>
                    <a:pt x="0" y="2601"/>
                    <a:pt x="752" y="3352"/>
                    <a:pt x="1675" y="3352"/>
                  </a:cubicBezTo>
                  <a:cubicBezTo>
                    <a:pt x="2599" y="3352"/>
                    <a:pt x="3351" y="2601"/>
                    <a:pt x="3351" y="1677"/>
                  </a:cubicBezTo>
                  <a:cubicBezTo>
                    <a:pt x="3351" y="752"/>
                    <a:pt x="2599" y="0"/>
                    <a:pt x="16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4" name="Google Shape;7754;p88"/>
          <p:cNvGrpSpPr/>
          <p:nvPr/>
        </p:nvGrpSpPr>
        <p:grpSpPr>
          <a:xfrm>
            <a:off x="6332282" y="3308537"/>
            <a:ext cx="387661" cy="387661"/>
            <a:chOff x="1379798" y="1723250"/>
            <a:chExt cx="397887" cy="397887"/>
          </a:xfrm>
        </p:grpSpPr>
        <p:sp>
          <p:nvSpPr>
            <p:cNvPr id="7755" name="Google Shape;7755;p88"/>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88"/>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88"/>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88"/>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9" name="Google Shape;7759;p88"/>
          <p:cNvGrpSpPr/>
          <p:nvPr/>
        </p:nvGrpSpPr>
        <p:grpSpPr>
          <a:xfrm>
            <a:off x="5801242" y="3308537"/>
            <a:ext cx="387641" cy="387661"/>
            <a:chOff x="864491" y="1723250"/>
            <a:chExt cx="397866" cy="397887"/>
          </a:xfrm>
        </p:grpSpPr>
        <p:sp>
          <p:nvSpPr>
            <p:cNvPr id="7760" name="Google Shape;7760;p88"/>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88"/>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88"/>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63" name="Google Shape;7763;p88"/>
          <p:cNvSpPr/>
          <p:nvPr/>
        </p:nvSpPr>
        <p:spPr>
          <a:xfrm>
            <a:off x="6863342" y="3343765"/>
            <a:ext cx="388846" cy="317145"/>
          </a:xfrm>
          <a:custGeom>
            <a:avLst/>
            <a:gdLst/>
            <a:ahLst/>
            <a:cxnLst/>
            <a:rect l="l" t="t" r="r" b="b"/>
            <a:pathLst>
              <a:path w="19122" h="15596" extrusionOk="0">
                <a:moveTo>
                  <a:pt x="12981" y="0"/>
                </a:moveTo>
                <a:cubicBezTo>
                  <a:pt x="12091" y="0"/>
                  <a:pt x="10821" y="352"/>
                  <a:pt x="9915" y="1352"/>
                </a:cubicBezTo>
                <a:cubicBezTo>
                  <a:pt x="9203" y="2141"/>
                  <a:pt x="8847" y="3174"/>
                  <a:pt x="8856" y="4430"/>
                </a:cubicBezTo>
                <a:cubicBezTo>
                  <a:pt x="6243" y="4110"/>
                  <a:pt x="4101" y="2933"/>
                  <a:pt x="2323" y="846"/>
                </a:cubicBezTo>
                <a:cubicBezTo>
                  <a:pt x="2216" y="723"/>
                  <a:pt x="2064" y="650"/>
                  <a:pt x="1902" y="650"/>
                </a:cubicBezTo>
                <a:cubicBezTo>
                  <a:pt x="1875" y="650"/>
                  <a:pt x="1848" y="652"/>
                  <a:pt x="1820" y="656"/>
                </a:cubicBezTo>
                <a:cubicBezTo>
                  <a:pt x="1631" y="683"/>
                  <a:pt x="1468" y="805"/>
                  <a:pt x="1391" y="977"/>
                </a:cubicBezTo>
                <a:cubicBezTo>
                  <a:pt x="695" y="2512"/>
                  <a:pt x="701" y="3895"/>
                  <a:pt x="1403" y="5113"/>
                </a:cubicBezTo>
                <a:cubicBezTo>
                  <a:pt x="1389" y="5111"/>
                  <a:pt x="1374" y="5111"/>
                  <a:pt x="1360" y="5111"/>
                </a:cubicBezTo>
                <a:cubicBezTo>
                  <a:pt x="1076" y="5111"/>
                  <a:pt x="803" y="5375"/>
                  <a:pt x="824" y="5707"/>
                </a:cubicBezTo>
                <a:cubicBezTo>
                  <a:pt x="916" y="7101"/>
                  <a:pt x="1428" y="8182"/>
                  <a:pt x="2351" y="8934"/>
                </a:cubicBezTo>
                <a:cubicBezTo>
                  <a:pt x="2176" y="9073"/>
                  <a:pt x="2102" y="9307"/>
                  <a:pt x="2164" y="9524"/>
                </a:cubicBezTo>
                <a:cubicBezTo>
                  <a:pt x="2456" y="10535"/>
                  <a:pt x="3310" y="11633"/>
                  <a:pt x="4615" y="12155"/>
                </a:cubicBezTo>
                <a:cubicBezTo>
                  <a:pt x="3657" y="12655"/>
                  <a:pt x="2516" y="12903"/>
                  <a:pt x="1345" y="12903"/>
                </a:cubicBezTo>
                <a:cubicBezTo>
                  <a:pt x="1111" y="12903"/>
                  <a:pt x="876" y="12893"/>
                  <a:pt x="641" y="12873"/>
                </a:cubicBezTo>
                <a:cubicBezTo>
                  <a:pt x="628" y="12872"/>
                  <a:pt x="615" y="12872"/>
                  <a:pt x="603" y="12872"/>
                </a:cubicBezTo>
                <a:cubicBezTo>
                  <a:pt x="362" y="12872"/>
                  <a:pt x="155" y="13031"/>
                  <a:pt x="78" y="13266"/>
                </a:cubicBezTo>
                <a:cubicBezTo>
                  <a:pt x="0" y="13512"/>
                  <a:pt x="113" y="13788"/>
                  <a:pt x="334" y="13922"/>
                </a:cubicBezTo>
                <a:cubicBezTo>
                  <a:pt x="1162" y="14423"/>
                  <a:pt x="3243" y="15596"/>
                  <a:pt x="6294" y="15596"/>
                </a:cubicBezTo>
                <a:cubicBezTo>
                  <a:pt x="14568" y="15596"/>
                  <a:pt x="17244" y="8279"/>
                  <a:pt x="17244" y="4736"/>
                </a:cubicBezTo>
                <a:cubicBezTo>
                  <a:pt x="17241" y="4515"/>
                  <a:pt x="17243" y="4541"/>
                  <a:pt x="17230" y="4426"/>
                </a:cubicBezTo>
                <a:cubicBezTo>
                  <a:pt x="17250" y="4403"/>
                  <a:pt x="17326" y="4347"/>
                  <a:pt x="17386" y="4301"/>
                </a:cubicBezTo>
                <a:cubicBezTo>
                  <a:pt x="17696" y="4067"/>
                  <a:pt x="18237" y="3680"/>
                  <a:pt x="18983" y="2590"/>
                </a:cubicBezTo>
                <a:cubicBezTo>
                  <a:pt x="19121" y="2386"/>
                  <a:pt x="19111" y="2118"/>
                  <a:pt x="18957" y="1925"/>
                </a:cubicBezTo>
                <a:cubicBezTo>
                  <a:pt x="18840" y="1779"/>
                  <a:pt x="18708" y="1722"/>
                  <a:pt x="18558" y="1722"/>
                </a:cubicBezTo>
                <a:cubicBezTo>
                  <a:pt x="18451" y="1722"/>
                  <a:pt x="18336" y="1751"/>
                  <a:pt x="18212" y="1799"/>
                </a:cubicBezTo>
                <a:cubicBezTo>
                  <a:pt x="18352" y="1553"/>
                  <a:pt x="18467" y="1291"/>
                  <a:pt x="18559" y="1014"/>
                </a:cubicBezTo>
                <a:cubicBezTo>
                  <a:pt x="18631" y="800"/>
                  <a:pt x="18553" y="614"/>
                  <a:pt x="18382" y="465"/>
                </a:cubicBezTo>
                <a:cubicBezTo>
                  <a:pt x="18282" y="379"/>
                  <a:pt x="18151" y="335"/>
                  <a:pt x="18020" y="335"/>
                </a:cubicBezTo>
                <a:cubicBezTo>
                  <a:pt x="17928" y="335"/>
                  <a:pt x="17837" y="356"/>
                  <a:pt x="17754" y="398"/>
                </a:cubicBezTo>
                <a:cubicBezTo>
                  <a:pt x="16848" y="856"/>
                  <a:pt x="16172" y="1054"/>
                  <a:pt x="15873" y="1113"/>
                </a:cubicBezTo>
                <a:cubicBezTo>
                  <a:pt x="15090" y="395"/>
                  <a:pt x="14251" y="0"/>
                  <a:pt x="129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64" name="Google Shape;7764;p88"/>
          <p:cNvGrpSpPr/>
          <p:nvPr/>
        </p:nvGrpSpPr>
        <p:grpSpPr>
          <a:xfrm>
            <a:off x="6568070" y="3827060"/>
            <a:ext cx="388966" cy="388966"/>
            <a:chOff x="1190625" y="238125"/>
            <a:chExt cx="5235075" cy="5235075"/>
          </a:xfrm>
        </p:grpSpPr>
        <p:sp>
          <p:nvSpPr>
            <p:cNvPr id="7765" name="Google Shape;7765;p88"/>
            <p:cNvSpPr/>
            <p:nvPr/>
          </p:nvSpPr>
          <p:spPr>
            <a:xfrm>
              <a:off x="2315100" y="1168900"/>
              <a:ext cx="2952100" cy="3373700"/>
            </a:xfrm>
            <a:custGeom>
              <a:avLst/>
              <a:gdLst/>
              <a:ahLst/>
              <a:cxnLst/>
              <a:rect l="l" t="t" r="r" b="b"/>
              <a:pathLst>
                <a:path w="118084" h="134948" extrusionOk="0">
                  <a:moveTo>
                    <a:pt x="69703" y="1"/>
                  </a:moveTo>
                  <a:cubicBezTo>
                    <a:pt x="69732" y="18483"/>
                    <a:pt x="69791" y="73192"/>
                    <a:pt x="69614" y="94277"/>
                  </a:cubicBezTo>
                  <a:cubicBezTo>
                    <a:pt x="69555" y="101848"/>
                    <a:pt x="66627" y="108827"/>
                    <a:pt x="61393" y="113914"/>
                  </a:cubicBezTo>
                  <a:cubicBezTo>
                    <a:pt x="56291" y="118871"/>
                    <a:pt x="49391" y="121638"/>
                    <a:pt x="41981" y="121638"/>
                  </a:cubicBezTo>
                  <a:cubicBezTo>
                    <a:pt x="41788" y="121638"/>
                    <a:pt x="41595" y="121636"/>
                    <a:pt x="41402" y="121632"/>
                  </a:cubicBezTo>
                  <a:cubicBezTo>
                    <a:pt x="26527" y="121336"/>
                    <a:pt x="14462" y="109005"/>
                    <a:pt x="14491" y="94159"/>
                  </a:cubicBezTo>
                  <a:cubicBezTo>
                    <a:pt x="14491" y="82094"/>
                    <a:pt x="22387" y="71477"/>
                    <a:pt x="33950" y="67988"/>
                  </a:cubicBezTo>
                  <a:lnTo>
                    <a:pt x="33861" y="54473"/>
                  </a:lnTo>
                  <a:cubicBezTo>
                    <a:pt x="25522" y="56070"/>
                    <a:pt x="17360" y="60949"/>
                    <a:pt x="11238" y="68224"/>
                  </a:cubicBezTo>
                  <a:cubicBezTo>
                    <a:pt x="3401" y="77480"/>
                    <a:pt x="1" y="88984"/>
                    <a:pt x="1864" y="99837"/>
                  </a:cubicBezTo>
                  <a:cubicBezTo>
                    <a:pt x="3668" y="109951"/>
                    <a:pt x="8961" y="119148"/>
                    <a:pt x="16857" y="125772"/>
                  </a:cubicBezTo>
                  <a:cubicBezTo>
                    <a:pt x="23901" y="131741"/>
                    <a:pt x="32192" y="134947"/>
                    <a:pt x="40396" y="134947"/>
                  </a:cubicBezTo>
                  <a:cubicBezTo>
                    <a:pt x="41215" y="134947"/>
                    <a:pt x="42034" y="134915"/>
                    <a:pt x="42851" y="134851"/>
                  </a:cubicBezTo>
                  <a:cubicBezTo>
                    <a:pt x="66893" y="133017"/>
                    <a:pt x="82508" y="116634"/>
                    <a:pt x="82596" y="93183"/>
                  </a:cubicBezTo>
                  <a:lnTo>
                    <a:pt x="82626" y="43738"/>
                  </a:lnTo>
                  <a:cubicBezTo>
                    <a:pt x="82626" y="40066"/>
                    <a:pt x="85620" y="37517"/>
                    <a:pt x="88833" y="37517"/>
                  </a:cubicBezTo>
                  <a:cubicBezTo>
                    <a:pt x="90045" y="37517"/>
                    <a:pt x="91289" y="37880"/>
                    <a:pt x="92414" y="38681"/>
                  </a:cubicBezTo>
                  <a:cubicBezTo>
                    <a:pt x="100014" y="44064"/>
                    <a:pt x="111163" y="46104"/>
                    <a:pt x="118083" y="46873"/>
                  </a:cubicBezTo>
                  <a:lnTo>
                    <a:pt x="118083" y="34127"/>
                  </a:lnTo>
                  <a:cubicBezTo>
                    <a:pt x="112405" y="32530"/>
                    <a:pt x="106432" y="30697"/>
                    <a:pt x="101197" y="27503"/>
                  </a:cubicBezTo>
                  <a:cubicBezTo>
                    <a:pt x="91320" y="21441"/>
                    <a:pt x="85228" y="12214"/>
                    <a:pt x="83069" y="30"/>
                  </a:cubicBezTo>
                  <a:lnTo>
                    <a:pt x="8306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88"/>
            <p:cNvSpPr/>
            <p:nvPr/>
          </p:nvSpPr>
          <p:spPr>
            <a:xfrm>
              <a:off x="1190625" y="238125"/>
              <a:ext cx="5235075" cy="5235075"/>
            </a:xfrm>
            <a:custGeom>
              <a:avLst/>
              <a:gdLst/>
              <a:ahLst/>
              <a:cxnLst/>
              <a:rect l="l" t="t" r="r" b="b"/>
              <a:pathLst>
                <a:path w="209403" h="209403" extrusionOk="0">
                  <a:moveTo>
                    <a:pt x="108469" y="24836"/>
                  </a:moveTo>
                  <a:cubicBezTo>
                    <a:pt x="108549" y="24836"/>
                    <a:pt x="108628" y="24838"/>
                    <a:pt x="108708" y="24841"/>
                  </a:cubicBezTo>
                  <a:lnTo>
                    <a:pt x="132248" y="24841"/>
                  </a:lnTo>
                  <a:cubicBezTo>
                    <a:pt x="132267" y="24841"/>
                    <a:pt x="132287" y="24841"/>
                    <a:pt x="132306" y="24841"/>
                  </a:cubicBezTo>
                  <a:cubicBezTo>
                    <a:pt x="136154" y="24841"/>
                    <a:pt x="139377" y="27758"/>
                    <a:pt x="139789" y="31583"/>
                  </a:cubicBezTo>
                  <a:cubicBezTo>
                    <a:pt x="140794" y="42082"/>
                    <a:pt x="144993" y="49445"/>
                    <a:pt x="152653" y="54147"/>
                  </a:cubicBezTo>
                  <a:cubicBezTo>
                    <a:pt x="156556" y="56542"/>
                    <a:pt x="161406" y="57991"/>
                    <a:pt x="166463" y="59411"/>
                  </a:cubicBezTo>
                  <a:cubicBezTo>
                    <a:pt x="167557" y="59736"/>
                    <a:pt x="168651" y="59973"/>
                    <a:pt x="169775" y="60150"/>
                  </a:cubicBezTo>
                  <a:cubicBezTo>
                    <a:pt x="173028" y="60357"/>
                    <a:pt x="175512" y="63078"/>
                    <a:pt x="175453" y="66331"/>
                  </a:cubicBezTo>
                  <a:lnTo>
                    <a:pt x="175453" y="90787"/>
                  </a:lnTo>
                  <a:cubicBezTo>
                    <a:pt x="175453" y="92414"/>
                    <a:pt x="174802" y="94011"/>
                    <a:pt x="173620" y="95194"/>
                  </a:cubicBezTo>
                  <a:cubicBezTo>
                    <a:pt x="172462" y="96322"/>
                    <a:pt x="170909" y="96969"/>
                    <a:pt x="169292" y="96969"/>
                  </a:cubicBezTo>
                  <a:cubicBezTo>
                    <a:pt x="169256" y="96969"/>
                    <a:pt x="169220" y="96969"/>
                    <a:pt x="169184" y="96968"/>
                  </a:cubicBezTo>
                  <a:cubicBezTo>
                    <a:pt x="168444" y="96968"/>
                    <a:pt x="154871" y="96702"/>
                    <a:pt x="141888" y="91970"/>
                  </a:cubicBezTo>
                  <a:cubicBezTo>
                    <a:pt x="141720" y="91905"/>
                    <a:pt x="141550" y="91875"/>
                    <a:pt x="141384" y="91875"/>
                  </a:cubicBezTo>
                  <a:cubicBezTo>
                    <a:pt x="140646" y="91875"/>
                    <a:pt x="139996" y="92474"/>
                    <a:pt x="139996" y="93271"/>
                  </a:cubicBezTo>
                  <a:lnTo>
                    <a:pt x="139966" y="130444"/>
                  </a:lnTo>
                  <a:cubicBezTo>
                    <a:pt x="139848" y="160371"/>
                    <a:pt x="119265" y="182077"/>
                    <a:pt x="88776" y="184443"/>
                  </a:cubicBezTo>
                  <a:cubicBezTo>
                    <a:pt x="87653" y="184532"/>
                    <a:pt x="86529" y="184561"/>
                    <a:pt x="85405" y="184561"/>
                  </a:cubicBezTo>
                  <a:cubicBezTo>
                    <a:pt x="61481" y="184561"/>
                    <a:pt x="39095" y="164896"/>
                    <a:pt x="34629" y="139168"/>
                  </a:cubicBezTo>
                  <a:cubicBezTo>
                    <a:pt x="32116" y="124707"/>
                    <a:pt x="36522" y="109507"/>
                    <a:pt x="46724" y="97441"/>
                  </a:cubicBezTo>
                  <a:cubicBezTo>
                    <a:pt x="56803" y="85541"/>
                    <a:pt x="70647" y="78721"/>
                    <a:pt x="84747" y="78721"/>
                  </a:cubicBezTo>
                  <a:cubicBezTo>
                    <a:pt x="84839" y="78721"/>
                    <a:pt x="84930" y="78721"/>
                    <a:pt x="85021" y="78722"/>
                  </a:cubicBezTo>
                  <a:cubicBezTo>
                    <a:pt x="88392" y="78722"/>
                    <a:pt x="91142" y="81472"/>
                    <a:pt x="91172" y="84873"/>
                  </a:cubicBezTo>
                  <a:lnTo>
                    <a:pt x="91349" y="108856"/>
                  </a:lnTo>
                  <a:cubicBezTo>
                    <a:pt x="91349" y="112641"/>
                    <a:pt x="88658" y="116013"/>
                    <a:pt x="84902" y="116545"/>
                  </a:cubicBezTo>
                  <a:cubicBezTo>
                    <a:pt x="77125" y="117580"/>
                    <a:pt x="71447" y="124441"/>
                    <a:pt x="71890" y="132277"/>
                  </a:cubicBezTo>
                  <a:cubicBezTo>
                    <a:pt x="72334" y="140114"/>
                    <a:pt x="78751" y="146295"/>
                    <a:pt x="86618" y="146443"/>
                  </a:cubicBezTo>
                  <a:cubicBezTo>
                    <a:pt x="86736" y="146445"/>
                    <a:pt x="86855" y="146446"/>
                    <a:pt x="86973" y="146446"/>
                  </a:cubicBezTo>
                  <a:cubicBezTo>
                    <a:pt x="91096" y="146446"/>
                    <a:pt x="94919" y="144946"/>
                    <a:pt x="97707" y="142243"/>
                  </a:cubicBezTo>
                  <a:cubicBezTo>
                    <a:pt x="100605" y="139434"/>
                    <a:pt x="102143" y="135619"/>
                    <a:pt x="102173" y="131390"/>
                  </a:cubicBezTo>
                  <a:cubicBezTo>
                    <a:pt x="102380" y="106047"/>
                    <a:pt x="102291" y="31790"/>
                    <a:pt x="102291" y="31051"/>
                  </a:cubicBezTo>
                  <a:cubicBezTo>
                    <a:pt x="102291" y="28419"/>
                    <a:pt x="103917" y="26083"/>
                    <a:pt x="106401" y="25196"/>
                  </a:cubicBezTo>
                  <a:cubicBezTo>
                    <a:pt x="107067" y="24956"/>
                    <a:pt x="107756" y="24836"/>
                    <a:pt x="108469" y="24836"/>
                  </a:cubicBezTo>
                  <a:close/>
                  <a:moveTo>
                    <a:pt x="33831" y="0"/>
                  </a:moveTo>
                  <a:cubicBezTo>
                    <a:pt x="15141" y="0"/>
                    <a:pt x="0" y="15141"/>
                    <a:pt x="0" y="33831"/>
                  </a:cubicBezTo>
                  <a:lnTo>
                    <a:pt x="0" y="175601"/>
                  </a:lnTo>
                  <a:cubicBezTo>
                    <a:pt x="0" y="194261"/>
                    <a:pt x="15141" y="209402"/>
                    <a:pt x="33831" y="209402"/>
                  </a:cubicBezTo>
                  <a:lnTo>
                    <a:pt x="175601" y="209402"/>
                  </a:lnTo>
                  <a:cubicBezTo>
                    <a:pt x="194261" y="209402"/>
                    <a:pt x="209402" y="194261"/>
                    <a:pt x="209402" y="175601"/>
                  </a:cubicBezTo>
                  <a:lnTo>
                    <a:pt x="209402" y="33831"/>
                  </a:lnTo>
                  <a:cubicBezTo>
                    <a:pt x="209402" y="15141"/>
                    <a:pt x="194261" y="0"/>
                    <a:pt x="1756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67" name="Google Shape;7767;p88"/>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SEO &amp; Marketing Icons</a:t>
            </a:r>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771"/>
        <p:cNvGrpSpPr/>
        <p:nvPr/>
      </p:nvGrpSpPr>
      <p:grpSpPr>
        <a:xfrm>
          <a:off x="0" y="0"/>
          <a:ext cx="0" cy="0"/>
          <a:chOff x="0" y="0"/>
          <a:chExt cx="0" cy="0"/>
        </a:xfrm>
      </p:grpSpPr>
      <p:pic>
        <p:nvPicPr>
          <p:cNvPr id="7772" name="Google Shape;7772;p89">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theme/theme1.xml><?xml version="1.0" encoding="utf-8"?>
<a:theme xmlns:a="http://schemas.openxmlformats.org/drawingml/2006/main" name="Lead Funnel by Slidesgo">
  <a:themeElements>
    <a:clrScheme name="Simple Light">
      <a:dk1>
        <a:srgbClr val="15110E"/>
      </a:dk1>
      <a:lt1>
        <a:srgbClr val="FFFDF6"/>
      </a:lt1>
      <a:dk2>
        <a:srgbClr val="F5F0C2"/>
      </a:dk2>
      <a:lt2>
        <a:srgbClr val="B8B652"/>
      </a:lt2>
      <a:accent1>
        <a:srgbClr val="696413"/>
      </a:accent1>
      <a:accent2>
        <a:srgbClr val="FFFFFF"/>
      </a:accent2>
      <a:accent3>
        <a:srgbClr val="FFFFFF"/>
      </a:accent3>
      <a:accent4>
        <a:srgbClr val="FFFFFF"/>
      </a:accent4>
      <a:accent5>
        <a:srgbClr val="FFFFFF"/>
      </a:accent5>
      <a:accent6>
        <a:srgbClr val="FFFFFF"/>
      </a:accent6>
      <a:hlink>
        <a:srgbClr val="15110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5925</TotalTime>
  <Words>994</Words>
  <Application>Microsoft Office PowerPoint</Application>
  <PresentationFormat>Presentación en pantalla (16:9)</PresentationFormat>
  <Paragraphs>152</Paragraphs>
  <Slides>37</Slides>
  <Notes>37</Notes>
  <HiddenSlides>22</HiddenSlides>
  <MMClips>0</MMClips>
  <ScaleCrop>false</ScaleCrop>
  <HeadingPairs>
    <vt:vector size="6" baseType="variant">
      <vt:variant>
        <vt:lpstr>Fuentes usadas</vt:lpstr>
      </vt:variant>
      <vt:variant>
        <vt:i4>8</vt:i4>
      </vt:variant>
      <vt:variant>
        <vt:lpstr>Tema</vt:lpstr>
      </vt:variant>
      <vt:variant>
        <vt:i4>2</vt:i4>
      </vt:variant>
      <vt:variant>
        <vt:lpstr>Títulos de diapositiva</vt:lpstr>
      </vt:variant>
      <vt:variant>
        <vt:i4>37</vt:i4>
      </vt:variant>
    </vt:vector>
  </HeadingPairs>
  <TitlesOfParts>
    <vt:vector size="47" baseType="lpstr">
      <vt:lpstr>Albert Sans</vt:lpstr>
      <vt:lpstr>Arial</vt:lpstr>
      <vt:lpstr>Proxima Nova</vt:lpstr>
      <vt:lpstr>Alexandria Medium</vt:lpstr>
      <vt:lpstr>Proxima Nova Semibold</vt:lpstr>
      <vt:lpstr>Roboto Medium</vt:lpstr>
      <vt:lpstr>Amatic SC</vt:lpstr>
      <vt:lpstr>Calibri</vt:lpstr>
      <vt:lpstr>Lead Funnel by Slidesgo</vt:lpstr>
      <vt:lpstr>Slidesgo Final Pages</vt:lpstr>
      <vt:lpstr>Fire-driven rewiring of ecological networks over 10,000 years</vt:lpstr>
      <vt:lpstr>01</vt:lpstr>
      <vt:lpstr>Introduction</vt:lpstr>
      <vt:lpstr>Overview</vt:lpstr>
      <vt:lpstr>10 000 years of pollen sediments</vt:lpstr>
      <vt:lpstr>From sediment to causal network</vt:lpstr>
      <vt:lpstr>From sediment to causal network</vt:lpstr>
      <vt:lpstr>From sediment to causal network</vt:lpstr>
      <vt:lpstr>From sediment to causal network</vt:lpstr>
      <vt:lpstr>From sediment to causal network</vt:lpstr>
      <vt:lpstr>Influence of fire activity on interactions</vt:lpstr>
      <vt:lpstr>Influence of fire activity on interactions</vt:lpstr>
      <vt:lpstr>Influence of fire activity on interactions</vt:lpstr>
      <vt:lpstr>Fire rewires the network architecture</vt:lpstr>
      <vt:lpstr>Fire rewires the network architecture</vt:lpstr>
      <vt:lpstr>NEXT STEPS</vt:lpstr>
      <vt:lpstr>NEXT STEPS</vt:lpstr>
      <vt:lpstr>Thanks!</vt:lpstr>
      <vt:lpstr>Resources</vt:lpstr>
      <vt:lpstr>Instructions for use</vt:lpstr>
      <vt:lpstr>Instructions for use (premium users)</vt:lpstr>
      <vt:lpstr>Fonts &amp; colors used</vt:lpstr>
      <vt:lpstr>Storyset</vt:lpstr>
      <vt:lpstr>Use our editable graphic resources...</vt:lpstr>
      <vt:lpstr>Presentación de PowerPoint</vt:lpstr>
      <vt:lpstr>Presentación de PowerPoint</vt:lpstr>
      <vt:lpstr>Presentación de PowerPoint</vt:lpstr>
      <vt:lpstr>Presentación de PowerPoint</vt:lpstr>
      <vt:lpstr>Presentación de PowerPoint</vt:lpstr>
      <vt:lpstr>...and our sets of editable icons</vt:lpstr>
      <vt:lpstr>Presentación de PowerPoint</vt:lpstr>
      <vt:lpstr>Presentación de PowerPoint</vt:lpstr>
      <vt:lpstr>Presentación de PowerPoint</vt:lpstr>
      <vt:lpstr>Presentación de PowerPoint</vt:lpstr>
      <vt:lpstr>Nature Icons</vt:lpstr>
      <vt:lpstr>SEO &amp; Marketing Icons</vt:lpstr>
      <vt:lpstr>Presentación de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Fire-driven rewiring of ecological networks over 10,000 years</dc:title>
  <cp:lastModifiedBy>Cuenta Microsoft</cp:lastModifiedBy>
  <cp:revision>24</cp:revision>
  <dcterms:modified xsi:type="dcterms:W3CDTF">2026-05-26T15:42:18Z</dcterms:modified>
</cp:coreProperties>
</file>